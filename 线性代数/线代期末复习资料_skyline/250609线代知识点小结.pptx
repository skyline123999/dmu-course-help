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3.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4.xml" ContentType="application/vnd.openxmlformats-officedocument.theme+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5.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6.xml" ContentType="application/vnd.openxmlformats-officedocument.theme+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7.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8.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9.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10.xml" ContentType="application/vnd.openxmlformats-officedocument.theme+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11.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2.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3.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4.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5.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theme/theme16.xml" ContentType="application/vnd.openxmlformats-officedocument.theme+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7.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18.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19.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20.xml" ContentType="application/vnd.openxmlformats-officedocument.theme+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theme/theme21.xml" ContentType="application/vnd.openxmlformats-officedocument.theme+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theme/theme22.xml" ContentType="application/vnd.openxmlformats-officedocument.theme+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23.xml" ContentType="application/vnd.openxmlformats-officedocument.theme+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4.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25.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theme/theme26.xml" ContentType="application/vnd.openxmlformats-officedocument.theme+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27.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theme/theme28.xml" ContentType="application/vnd.openxmlformats-officedocument.theme+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theme/theme29.xml" ContentType="application/vnd.openxmlformats-officedocument.theme+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theme/theme30.xml" ContentType="application/vnd.openxmlformats-officedocument.theme+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theme/theme31.xml" ContentType="application/vnd.openxmlformats-officedocument.theme+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theme/theme32.xml" ContentType="application/vnd.openxmlformats-officedocument.theme+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theme/theme34.xml" ContentType="application/vnd.openxmlformats-officedocument.theme+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theme/theme35.xml" ContentType="application/vnd.openxmlformats-officedocument.theme+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36.xml" ContentType="application/vnd.openxmlformats-officedocument.them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theme/theme37.xml" ContentType="application/vnd.openxmlformats-officedocument.theme+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38.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theme/theme39.xml" ContentType="application/vnd.openxmlformats-officedocument.theme+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theme/theme40.xml" ContentType="application/vnd.openxmlformats-officedocument.theme+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theme/theme41.xml" ContentType="application/vnd.openxmlformats-officedocument.theme+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theme/theme42.xml" ContentType="application/vnd.openxmlformats-officedocument.theme+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theme/theme43.xml" ContentType="application/vnd.openxmlformats-officedocument.theme+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theme/theme44.xml" ContentType="application/vnd.openxmlformats-officedocument.theme+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theme/theme45.xml" ContentType="application/vnd.openxmlformats-officedocument.theme+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theme/theme46.xml" ContentType="application/vnd.openxmlformats-officedocument.theme+xml"/>
  <Override PartName="/ppt/theme/theme47.xml" ContentType="application/vnd.openxmlformats-officedocument.theme+xml"/>
  <Override PartName="/ppt/theme/theme4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9" r:id="rId1"/>
    <p:sldMasterId id="2147483650" r:id="rId2"/>
    <p:sldMasterId id="2147483700" r:id="rId3"/>
    <p:sldMasterId id="2147483651" r:id="rId4"/>
    <p:sldMasterId id="2147483652" r:id="rId5"/>
    <p:sldMasterId id="2147483714" r:id="rId6"/>
    <p:sldMasterId id="2147483726" r:id="rId7"/>
    <p:sldMasterId id="2147483738" r:id="rId8"/>
    <p:sldMasterId id="2147483814" r:id="rId9"/>
    <p:sldMasterId id="2147483826" r:id="rId10"/>
    <p:sldMasterId id="2147483838" r:id="rId11"/>
    <p:sldMasterId id="2147483852" r:id="rId12"/>
    <p:sldMasterId id="2147483894" r:id="rId13"/>
    <p:sldMasterId id="2147483906" r:id="rId14"/>
    <p:sldMasterId id="2147483920" r:id="rId15"/>
    <p:sldMasterId id="2147483972" r:id="rId16"/>
    <p:sldMasterId id="2147483985" r:id="rId17"/>
    <p:sldMasterId id="2147483998" r:id="rId18"/>
    <p:sldMasterId id="2147484010" r:id="rId19"/>
    <p:sldMasterId id="2147484023" r:id="rId20"/>
    <p:sldMasterId id="2147484036" r:id="rId21"/>
    <p:sldMasterId id="2147484048" r:id="rId22"/>
    <p:sldMasterId id="2147484060" r:id="rId23"/>
    <p:sldMasterId id="2147484073" r:id="rId24"/>
    <p:sldMasterId id="2147484085" r:id="rId25"/>
    <p:sldMasterId id="2147484098" r:id="rId26"/>
    <p:sldMasterId id="2147484111" r:id="rId27"/>
    <p:sldMasterId id="2147484124" r:id="rId28"/>
    <p:sldMasterId id="2147484136" r:id="rId29"/>
    <p:sldMasterId id="2147484148" r:id="rId30"/>
    <p:sldMasterId id="2147484160" r:id="rId31"/>
    <p:sldMasterId id="2147484173" r:id="rId32"/>
    <p:sldMasterId id="2147484186" r:id="rId33"/>
    <p:sldMasterId id="2147484199" r:id="rId34"/>
    <p:sldMasterId id="2147484212" r:id="rId35"/>
    <p:sldMasterId id="2147484224" r:id="rId36"/>
    <p:sldMasterId id="2147484237" r:id="rId37"/>
    <p:sldMasterId id="2147484249" r:id="rId38"/>
    <p:sldMasterId id="2147484262" r:id="rId39"/>
    <p:sldMasterId id="2147484275" r:id="rId40"/>
    <p:sldMasterId id="2147484287" r:id="rId41"/>
    <p:sldMasterId id="2147484300" r:id="rId42"/>
    <p:sldMasterId id="2147484312" r:id="rId43"/>
    <p:sldMasterId id="2147484324" r:id="rId44"/>
    <p:sldMasterId id="2147484336" r:id="rId45"/>
    <p:sldMasterId id="2147484348" r:id="rId46"/>
  </p:sldMasterIdLst>
  <p:notesMasterIdLst>
    <p:notesMasterId r:id="rId206"/>
  </p:notesMasterIdLst>
  <p:handoutMasterIdLst>
    <p:handoutMasterId r:id="rId207"/>
  </p:handoutMasterIdLst>
  <p:sldIdLst>
    <p:sldId id="519" r:id="rId47"/>
    <p:sldId id="649" r:id="rId48"/>
    <p:sldId id="524" r:id="rId49"/>
    <p:sldId id="506" r:id="rId50"/>
    <p:sldId id="507" r:id="rId51"/>
    <p:sldId id="508" r:id="rId52"/>
    <p:sldId id="509" r:id="rId53"/>
    <p:sldId id="510" r:id="rId54"/>
    <p:sldId id="511" r:id="rId55"/>
    <p:sldId id="512" r:id="rId56"/>
    <p:sldId id="513" r:id="rId57"/>
    <p:sldId id="514" r:id="rId58"/>
    <p:sldId id="530" r:id="rId59"/>
    <p:sldId id="558" r:id="rId60"/>
    <p:sldId id="517" r:id="rId61"/>
    <p:sldId id="571" r:id="rId62"/>
    <p:sldId id="567" r:id="rId63"/>
    <p:sldId id="465" r:id="rId64"/>
    <p:sldId id="466" r:id="rId65"/>
    <p:sldId id="472" r:id="rId66"/>
    <p:sldId id="473" r:id="rId67"/>
    <p:sldId id="468" r:id="rId68"/>
    <p:sldId id="470" r:id="rId69"/>
    <p:sldId id="471" r:id="rId70"/>
    <p:sldId id="481" r:id="rId71"/>
    <p:sldId id="482" r:id="rId72"/>
    <p:sldId id="483" r:id="rId73"/>
    <p:sldId id="572" r:id="rId74"/>
    <p:sldId id="491" r:id="rId75"/>
    <p:sldId id="503" r:id="rId76"/>
    <p:sldId id="349" r:id="rId77"/>
    <p:sldId id="478" r:id="rId78"/>
    <p:sldId id="459" r:id="rId79"/>
    <p:sldId id="486" r:id="rId80"/>
    <p:sldId id="573" r:id="rId81"/>
    <p:sldId id="432" r:id="rId82"/>
    <p:sldId id="575" r:id="rId83"/>
    <p:sldId id="458" r:id="rId84"/>
    <p:sldId id="433" r:id="rId85"/>
    <p:sldId id="574" r:id="rId86"/>
    <p:sldId id="494" r:id="rId87"/>
    <p:sldId id="451" r:id="rId88"/>
    <p:sldId id="447" r:id="rId89"/>
    <p:sldId id="453" r:id="rId90"/>
    <p:sldId id="504" r:id="rId91"/>
    <p:sldId id="501" r:id="rId92"/>
    <p:sldId id="502" r:id="rId93"/>
    <p:sldId id="434" r:id="rId94"/>
    <p:sldId id="457" r:id="rId95"/>
    <p:sldId id="487" r:id="rId96"/>
    <p:sldId id="578" r:id="rId97"/>
    <p:sldId id="537" r:id="rId98"/>
    <p:sldId id="534" r:id="rId99"/>
    <p:sldId id="579" r:id="rId100"/>
    <p:sldId id="538" r:id="rId101"/>
    <p:sldId id="539" r:id="rId102"/>
    <p:sldId id="535" r:id="rId103"/>
    <p:sldId id="541" r:id="rId104"/>
    <p:sldId id="540" r:id="rId105"/>
    <p:sldId id="542" r:id="rId106"/>
    <p:sldId id="545" r:id="rId107"/>
    <p:sldId id="580" r:id="rId108"/>
    <p:sldId id="544" r:id="rId109"/>
    <p:sldId id="581" r:id="rId110"/>
    <p:sldId id="582" r:id="rId111"/>
    <p:sldId id="518" r:id="rId112"/>
    <p:sldId id="583" r:id="rId113"/>
    <p:sldId id="520" r:id="rId114"/>
    <p:sldId id="548" r:id="rId115"/>
    <p:sldId id="549" r:id="rId116"/>
    <p:sldId id="522" r:id="rId117"/>
    <p:sldId id="525" r:id="rId118"/>
    <p:sldId id="527" r:id="rId119"/>
    <p:sldId id="532" r:id="rId120"/>
    <p:sldId id="533" r:id="rId121"/>
    <p:sldId id="584" r:id="rId122"/>
    <p:sldId id="585" r:id="rId123"/>
    <p:sldId id="556" r:id="rId124"/>
    <p:sldId id="593" r:id="rId125"/>
    <p:sldId id="594" r:id="rId126"/>
    <p:sldId id="559" r:id="rId127"/>
    <p:sldId id="610" r:id="rId128"/>
    <p:sldId id="555" r:id="rId129"/>
    <p:sldId id="611" r:id="rId130"/>
    <p:sldId id="570" r:id="rId131"/>
    <p:sldId id="562" r:id="rId132"/>
    <p:sldId id="612" r:id="rId133"/>
    <p:sldId id="613" r:id="rId134"/>
    <p:sldId id="614" r:id="rId135"/>
    <p:sldId id="615" r:id="rId136"/>
    <p:sldId id="617" r:id="rId137"/>
    <p:sldId id="618" r:id="rId138"/>
    <p:sldId id="619" r:id="rId139"/>
    <p:sldId id="620" r:id="rId140"/>
    <p:sldId id="546" r:id="rId141"/>
    <p:sldId id="621" r:id="rId142"/>
    <p:sldId id="589" r:id="rId143"/>
    <p:sldId id="607" r:id="rId144"/>
    <p:sldId id="547" r:id="rId145"/>
    <p:sldId id="609" r:id="rId146"/>
    <p:sldId id="588" r:id="rId147"/>
    <p:sldId id="590" r:id="rId148"/>
    <p:sldId id="591" r:id="rId149"/>
    <p:sldId id="592" r:id="rId150"/>
    <p:sldId id="608" r:id="rId151"/>
    <p:sldId id="622" r:id="rId152"/>
    <p:sldId id="479" r:id="rId153"/>
    <p:sldId id="623" r:id="rId154"/>
    <p:sldId id="624" r:id="rId155"/>
    <p:sldId id="625" r:id="rId156"/>
    <p:sldId id="405" r:id="rId157"/>
    <p:sldId id="394" r:id="rId158"/>
    <p:sldId id="406" r:id="rId159"/>
    <p:sldId id="436" r:id="rId160"/>
    <p:sldId id="393" r:id="rId161"/>
    <p:sldId id="626" r:id="rId162"/>
    <p:sldId id="407" r:id="rId163"/>
    <p:sldId id="408" r:id="rId164"/>
    <p:sldId id="409" r:id="rId165"/>
    <p:sldId id="415" r:id="rId166"/>
    <p:sldId id="421" r:id="rId167"/>
    <p:sldId id="627" r:id="rId168"/>
    <p:sldId id="628" r:id="rId169"/>
    <p:sldId id="629" r:id="rId170"/>
    <p:sldId id="499" r:id="rId171"/>
    <p:sldId id="630" r:id="rId172"/>
    <p:sldId id="569" r:id="rId173"/>
    <p:sldId id="631" r:id="rId174"/>
    <p:sldId id="632" r:id="rId175"/>
    <p:sldId id="424" r:id="rId176"/>
    <p:sldId id="425" r:id="rId177"/>
    <p:sldId id="427" r:id="rId178"/>
    <p:sldId id="633" r:id="rId179"/>
    <p:sldId id="426" r:id="rId180"/>
    <p:sldId id="634" r:id="rId181"/>
    <p:sldId id="635" r:id="rId182"/>
    <p:sldId id="636" r:id="rId183"/>
    <p:sldId id="444" r:id="rId184"/>
    <p:sldId id="497" r:id="rId185"/>
    <p:sldId id="637" r:id="rId186"/>
    <p:sldId id="638" r:id="rId187"/>
    <p:sldId id="469" r:id="rId188"/>
    <p:sldId id="639" r:id="rId189"/>
    <p:sldId id="450" r:id="rId190"/>
    <p:sldId id="475" r:id="rId191"/>
    <p:sldId id="476" r:id="rId192"/>
    <p:sldId id="495" r:id="rId193"/>
    <p:sldId id="485" r:id="rId194"/>
    <p:sldId id="500" r:id="rId195"/>
    <p:sldId id="640" r:id="rId196"/>
    <p:sldId id="641" r:id="rId197"/>
    <p:sldId id="642" r:id="rId198"/>
    <p:sldId id="554" r:id="rId199"/>
    <p:sldId id="644" r:id="rId200"/>
    <p:sldId id="645" r:id="rId201"/>
    <p:sldId id="646" r:id="rId202"/>
    <p:sldId id="560" r:id="rId203"/>
    <p:sldId id="647" r:id="rId204"/>
    <p:sldId id="648" r:id="rId205"/>
  </p:sldIdLst>
  <p:sldSz cx="9144000" cy="6858000" type="screen4x3"/>
  <p:notesSz cx="6858000" cy="9144000"/>
  <p:kinsoku lang="zh-CN" invalStChars="!),.:;?]}、。—ˇ¨〃々～‖…’”〕〉》」』〗】∶！＂＇），．：；？］｀｜｝·" invalEndChars="([{‘“〔〈《「『〖【（［｛．·"/>
  <p:defaultTextStyle>
    <a:defPPr>
      <a:defRPr lang="zh-CN"/>
    </a:defPPr>
    <a:lvl1pPr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p:defaultTextStyle>
  <p:extLst>
    <p:ext uri="{EFAFB233-063F-42B5-8137-9DF3F51BA10A}">
      <p15:sldGuideLst xmlns:p15="http://schemas.microsoft.com/office/powerpoint/2012/main">
        <p15:guide id="1" orient="horz" pos="2160">
          <p15:clr>
            <a:srgbClr val="A4A3A4"/>
          </p15:clr>
        </p15:guide>
        <p15:guide id="2" pos="2832">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schemeClr val="tx1"/>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B38E9"/>
    <a:srgbClr val="1026A8"/>
    <a:srgbClr val="132DC9"/>
    <a:srgbClr val="009900"/>
    <a:srgbClr val="006600"/>
    <a:srgbClr val="FFFF99"/>
    <a:srgbClr val="404040"/>
    <a:srgbClr val="000000"/>
    <a:srgbClr val="00CC00"/>
    <a:srgbClr val="FF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988" autoAdjust="0"/>
    <p:restoredTop sz="91970" autoAdjust="0"/>
  </p:normalViewPr>
  <p:slideViewPr>
    <p:cSldViewPr>
      <p:cViewPr varScale="1">
        <p:scale>
          <a:sx n="93" d="100"/>
          <a:sy n="93" d="100"/>
        </p:scale>
        <p:origin x="44" y="68"/>
      </p:cViewPr>
      <p:guideLst>
        <p:guide orient="horz" pos="2160"/>
        <p:guide pos="2832"/>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9648"/>
    </p:cViewPr>
  </p:sorterViewPr>
  <p:notesViewPr>
    <p:cSldViewPr>
      <p:cViewPr>
        <p:scale>
          <a:sx n="100" d="100"/>
          <a:sy n="100" d="100"/>
        </p:scale>
        <p:origin x="-1548" y="-60"/>
      </p:cViewPr>
      <p:guideLst>
        <p:guide orient="horz" pos="2880"/>
        <p:guide pos="2160"/>
      </p:guideLst>
    </p:cSldViewPr>
  </p:notesViewPr>
  <p:gridSpacing cx="36004" cy="36004"/>
</p:viewPr>
</file>

<file path=ppt/_rels/presentation.xml.rels><?xml version="1.0" encoding="UTF-8" standalone="yes"?>
<Relationships xmlns="http://schemas.openxmlformats.org/package/2006/relationships"><Relationship Id="rId117" Type="http://schemas.openxmlformats.org/officeDocument/2006/relationships/slide" Target="slides/slide71.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7.xml"/><Relationship Id="rId84" Type="http://schemas.openxmlformats.org/officeDocument/2006/relationships/slide" Target="slides/slide38.xml"/><Relationship Id="rId138" Type="http://schemas.openxmlformats.org/officeDocument/2006/relationships/slide" Target="slides/slide92.xml"/><Relationship Id="rId159" Type="http://schemas.openxmlformats.org/officeDocument/2006/relationships/slide" Target="slides/slide113.xml"/><Relationship Id="rId170" Type="http://schemas.openxmlformats.org/officeDocument/2006/relationships/slide" Target="slides/slide124.xml"/><Relationship Id="rId191" Type="http://schemas.openxmlformats.org/officeDocument/2006/relationships/slide" Target="slides/slide145.xml"/><Relationship Id="rId205" Type="http://schemas.openxmlformats.org/officeDocument/2006/relationships/slide" Target="slides/slide159.xml"/><Relationship Id="rId107" Type="http://schemas.openxmlformats.org/officeDocument/2006/relationships/slide" Target="slides/slide61.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7.xml"/><Relationship Id="rId74" Type="http://schemas.openxmlformats.org/officeDocument/2006/relationships/slide" Target="slides/slide28.xml"/><Relationship Id="rId128" Type="http://schemas.openxmlformats.org/officeDocument/2006/relationships/slide" Target="slides/slide82.xml"/><Relationship Id="rId149" Type="http://schemas.openxmlformats.org/officeDocument/2006/relationships/slide" Target="slides/slide103.xml"/><Relationship Id="rId5" Type="http://schemas.openxmlformats.org/officeDocument/2006/relationships/slideMaster" Target="slideMasters/slideMaster5.xml"/><Relationship Id="rId95" Type="http://schemas.openxmlformats.org/officeDocument/2006/relationships/slide" Target="slides/slide49.xml"/><Relationship Id="rId160" Type="http://schemas.openxmlformats.org/officeDocument/2006/relationships/slide" Target="slides/slide114.xml"/><Relationship Id="rId181" Type="http://schemas.openxmlformats.org/officeDocument/2006/relationships/slide" Target="slides/slide135.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8.xml"/><Relationship Id="rId118" Type="http://schemas.openxmlformats.org/officeDocument/2006/relationships/slide" Target="slides/slide72.xml"/><Relationship Id="rId139" Type="http://schemas.openxmlformats.org/officeDocument/2006/relationships/slide" Target="slides/slide93.xml"/><Relationship Id="rId85" Type="http://schemas.openxmlformats.org/officeDocument/2006/relationships/slide" Target="slides/slide39.xml"/><Relationship Id="rId150" Type="http://schemas.openxmlformats.org/officeDocument/2006/relationships/slide" Target="slides/slide104.xml"/><Relationship Id="rId171" Type="http://schemas.openxmlformats.org/officeDocument/2006/relationships/slide" Target="slides/slide125.xml"/><Relationship Id="rId192" Type="http://schemas.openxmlformats.org/officeDocument/2006/relationships/slide" Target="slides/slide146.xml"/><Relationship Id="rId206" Type="http://schemas.openxmlformats.org/officeDocument/2006/relationships/notesMaster" Target="notesMasters/notesMaster1.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62.xml"/><Relationship Id="rId129" Type="http://schemas.openxmlformats.org/officeDocument/2006/relationships/slide" Target="slides/slide83.xml"/><Relationship Id="rId54" Type="http://schemas.openxmlformats.org/officeDocument/2006/relationships/slide" Target="slides/slide8.xml"/><Relationship Id="rId75" Type="http://schemas.openxmlformats.org/officeDocument/2006/relationships/slide" Target="slides/slide29.xml"/><Relationship Id="rId96" Type="http://schemas.openxmlformats.org/officeDocument/2006/relationships/slide" Target="slides/slide50.xml"/><Relationship Id="rId140" Type="http://schemas.openxmlformats.org/officeDocument/2006/relationships/slide" Target="slides/slide94.xml"/><Relationship Id="rId161" Type="http://schemas.openxmlformats.org/officeDocument/2006/relationships/slide" Target="slides/slide115.xml"/><Relationship Id="rId182" Type="http://schemas.openxmlformats.org/officeDocument/2006/relationships/slide" Target="slides/slide136.xml"/><Relationship Id="rId6" Type="http://schemas.openxmlformats.org/officeDocument/2006/relationships/slideMaster" Target="slideMasters/slideMaster6.xml"/><Relationship Id="rId23" Type="http://schemas.openxmlformats.org/officeDocument/2006/relationships/slideMaster" Target="slideMasters/slideMaster23.xml"/><Relationship Id="rId119" Type="http://schemas.openxmlformats.org/officeDocument/2006/relationships/slide" Target="slides/slide73.xml"/><Relationship Id="rId44" Type="http://schemas.openxmlformats.org/officeDocument/2006/relationships/slideMaster" Target="slideMasters/slideMaster44.xml"/><Relationship Id="rId65" Type="http://schemas.openxmlformats.org/officeDocument/2006/relationships/slide" Target="slides/slide19.xml"/><Relationship Id="rId86" Type="http://schemas.openxmlformats.org/officeDocument/2006/relationships/slide" Target="slides/slide40.xml"/><Relationship Id="rId130" Type="http://schemas.openxmlformats.org/officeDocument/2006/relationships/slide" Target="slides/slide84.xml"/><Relationship Id="rId151" Type="http://schemas.openxmlformats.org/officeDocument/2006/relationships/slide" Target="slides/slide105.xml"/><Relationship Id="rId172" Type="http://schemas.openxmlformats.org/officeDocument/2006/relationships/slide" Target="slides/slide126.xml"/><Relationship Id="rId193" Type="http://schemas.openxmlformats.org/officeDocument/2006/relationships/slide" Target="slides/slide147.xml"/><Relationship Id="rId207" Type="http://schemas.openxmlformats.org/officeDocument/2006/relationships/handoutMaster" Target="handoutMasters/handoutMaster1.xml"/><Relationship Id="rId13" Type="http://schemas.openxmlformats.org/officeDocument/2006/relationships/slideMaster" Target="slideMasters/slideMaster13.xml"/><Relationship Id="rId109" Type="http://schemas.openxmlformats.org/officeDocument/2006/relationships/slide" Target="slides/slide63.xml"/><Relationship Id="rId34" Type="http://schemas.openxmlformats.org/officeDocument/2006/relationships/slideMaster" Target="slideMasters/slideMaster34.xml"/><Relationship Id="rId55" Type="http://schemas.openxmlformats.org/officeDocument/2006/relationships/slide" Target="slides/slide9.xml"/><Relationship Id="rId76" Type="http://schemas.openxmlformats.org/officeDocument/2006/relationships/slide" Target="slides/slide30.xml"/><Relationship Id="rId97" Type="http://schemas.openxmlformats.org/officeDocument/2006/relationships/slide" Target="slides/slide51.xml"/><Relationship Id="rId120" Type="http://schemas.openxmlformats.org/officeDocument/2006/relationships/slide" Target="slides/slide74.xml"/><Relationship Id="rId141" Type="http://schemas.openxmlformats.org/officeDocument/2006/relationships/slide" Target="slides/slide95.xml"/><Relationship Id="rId7" Type="http://schemas.openxmlformats.org/officeDocument/2006/relationships/slideMaster" Target="slideMasters/slideMaster7.xml"/><Relationship Id="rId162" Type="http://schemas.openxmlformats.org/officeDocument/2006/relationships/slide" Target="slides/slide116.xml"/><Relationship Id="rId183" Type="http://schemas.openxmlformats.org/officeDocument/2006/relationships/slide" Target="slides/slide137.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 Target="slides/slide20.xml"/><Relationship Id="rId87" Type="http://schemas.openxmlformats.org/officeDocument/2006/relationships/slide" Target="slides/slide41.xml"/><Relationship Id="rId110" Type="http://schemas.openxmlformats.org/officeDocument/2006/relationships/slide" Target="slides/slide64.xml"/><Relationship Id="rId131" Type="http://schemas.openxmlformats.org/officeDocument/2006/relationships/slide" Target="slides/slide85.xml"/><Relationship Id="rId61" Type="http://schemas.openxmlformats.org/officeDocument/2006/relationships/slide" Target="slides/slide15.xml"/><Relationship Id="rId82" Type="http://schemas.openxmlformats.org/officeDocument/2006/relationships/slide" Target="slides/slide36.xml"/><Relationship Id="rId152" Type="http://schemas.openxmlformats.org/officeDocument/2006/relationships/slide" Target="slides/slide106.xml"/><Relationship Id="rId173" Type="http://schemas.openxmlformats.org/officeDocument/2006/relationships/slide" Target="slides/slide127.xml"/><Relationship Id="rId194" Type="http://schemas.openxmlformats.org/officeDocument/2006/relationships/slide" Target="slides/slide148.xml"/><Relationship Id="rId199" Type="http://schemas.openxmlformats.org/officeDocument/2006/relationships/slide" Target="slides/slide153.xml"/><Relationship Id="rId203" Type="http://schemas.openxmlformats.org/officeDocument/2006/relationships/slide" Target="slides/slide157.xml"/><Relationship Id="rId208" Type="http://schemas.openxmlformats.org/officeDocument/2006/relationships/presProps" Target="presProps.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10.xml"/><Relationship Id="rId77" Type="http://schemas.openxmlformats.org/officeDocument/2006/relationships/slide" Target="slides/slide31.xml"/><Relationship Id="rId100" Type="http://schemas.openxmlformats.org/officeDocument/2006/relationships/slide" Target="slides/slide54.xml"/><Relationship Id="rId105" Type="http://schemas.openxmlformats.org/officeDocument/2006/relationships/slide" Target="slides/slide59.xml"/><Relationship Id="rId126" Type="http://schemas.openxmlformats.org/officeDocument/2006/relationships/slide" Target="slides/slide80.xml"/><Relationship Id="rId147" Type="http://schemas.openxmlformats.org/officeDocument/2006/relationships/slide" Target="slides/slide101.xml"/><Relationship Id="rId168" Type="http://schemas.openxmlformats.org/officeDocument/2006/relationships/slide" Target="slides/slide122.xml"/><Relationship Id="rId8" Type="http://schemas.openxmlformats.org/officeDocument/2006/relationships/slideMaster" Target="slideMasters/slideMaster8.xml"/><Relationship Id="rId51" Type="http://schemas.openxmlformats.org/officeDocument/2006/relationships/slide" Target="slides/slide5.xml"/><Relationship Id="rId72" Type="http://schemas.openxmlformats.org/officeDocument/2006/relationships/slide" Target="slides/slide26.xml"/><Relationship Id="rId93" Type="http://schemas.openxmlformats.org/officeDocument/2006/relationships/slide" Target="slides/slide47.xml"/><Relationship Id="rId98" Type="http://schemas.openxmlformats.org/officeDocument/2006/relationships/slide" Target="slides/slide52.xml"/><Relationship Id="rId121" Type="http://schemas.openxmlformats.org/officeDocument/2006/relationships/slide" Target="slides/slide75.xml"/><Relationship Id="rId142" Type="http://schemas.openxmlformats.org/officeDocument/2006/relationships/slide" Target="slides/slide96.xml"/><Relationship Id="rId163" Type="http://schemas.openxmlformats.org/officeDocument/2006/relationships/slide" Target="slides/slide117.xml"/><Relationship Id="rId184" Type="http://schemas.openxmlformats.org/officeDocument/2006/relationships/slide" Target="slides/slide138.xml"/><Relationship Id="rId189" Type="http://schemas.openxmlformats.org/officeDocument/2006/relationships/slide" Target="slides/slide143.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21.xml"/><Relationship Id="rId116" Type="http://schemas.openxmlformats.org/officeDocument/2006/relationships/slide" Target="slides/slide70.xml"/><Relationship Id="rId137" Type="http://schemas.openxmlformats.org/officeDocument/2006/relationships/slide" Target="slides/slide91.xml"/><Relationship Id="rId158" Type="http://schemas.openxmlformats.org/officeDocument/2006/relationships/slide" Target="slides/slide112.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6.xml"/><Relationship Id="rId83" Type="http://schemas.openxmlformats.org/officeDocument/2006/relationships/slide" Target="slides/slide37.xml"/><Relationship Id="rId88" Type="http://schemas.openxmlformats.org/officeDocument/2006/relationships/slide" Target="slides/slide42.xml"/><Relationship Id="rId111" Type="http://schemas.openxmlformats.org/officeDocument/2006/relationships/slide" Target="slides/slide65.xml"/><Relationship Id="rId132" Type="http://schemas.openxmlformats.org/officeDocument/2006/relationships/slide" Target="slides/slide86.xml"/><Relationship Id="rId153" Type="http://schemas.openxmlformats.org/officeDocument/2006/relationships/slide" Target="slides/slide107.xml"/><Relationship Id="rId174" Type="http://schemas.openxmlformats.org/officeDocument/2006/relationships/slide" Target="slides/slide128.xml"/><Relationship Id="rId179" Type="http://schemas.openxmlformats.org/officeDocument/2006/relationships/slide" Target="slides/slide133.xml"/><Relationship Id="rId195" Type="http://schemas.openxmlformats.org/officeDocument/2006/relationships/slide" Target="slides/slide149.xml"/><Relationship Id="rId209" Type="http://schemas.openxmlformats.org/officeDocument/2006/relationships/viewProps" Target="viewProps.xml"/><Relationship Id="rId190" Type="http://schemas.openxmlformats.org/officeDocument/2006/relationships/slide" Target="slides/slide144.xml"/><Relationship Id="rId204" Type="http://schemas.openxmlformats.org/officeDocument/2006/relationships/slide" Target="slides/slide158.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11.xml"/><Relationship Id="rId106" Type="http://schemas.openxmlformats.org/officeDocument/2006/relationships/slide" Target="slides/slide60.xml"/><Relationship Id="rId127" Type="http://schemas.openxmlformats.org/officeDocument/2006/relationships/slide" Target="slides/slide81.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6.xml"/><Relationship Id="rId73" Type="http://schemas.openxmlformats.org/officeDocument/2006/relationships/slide" Target="slides/slide27.xml"/><Relationship Id="rId78" Type="http://schemas.openxmlformats.org/officeDocument/2006/relationships/slide" Target="slides/slide32.xml"/><Relationship Id="rId94" Type="http://schemas.openxmlformats.org/officeDocument/2006/relationships/slide" Target="slides/slide48.xml"/><Relationship Id="rId99" Type="http://schemas.openxmlformats.org/officeDocument/2006/relationships/slide" Target="slides/slide53.xml"/><Relationship Id="rId101" Type="http://schemas.openxmlformats.org/officeDocument/2006/relationships/slide" Target="slides/slide55.xml"/><Relationship Id="rId122" Type="http://schemas.openxmlformats.org/officeDocument/2006/relationships/slide" Target="slides/slide76.xml"/><Relationship Id="rId143" Type="http://schemas.openxmlformats.org/officeDocument/2006/relationships/slide" Target="slides/slide97.xml"/><Relationship Id="rId148" Type="http://schemas.openxmlformats.org/officeDocument/2006/relationships/slide" Target="slides/slide102.xml"/><Relationship Id="rId164" Type="http://schemas.openxmlformats.org/officeDocument/2006/relationships/slide" Target="slides/slide118.xml"/><Relationship Id="rId169" Type="http://schemas.openxmlformats.org/officeDocument/2006/relationships/slide" Target="slides/slide123.xml"/><Relationship Id="rId185" Type="http://schemas.openxmlformats.org/officeDocument/2006/relationships/slide" Target="slides/slide139.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34.xml"/><Relationship Id="rId210" Type="http://schemas.openxmlformats.org/officeDocument/2006/relationships/theme" Target="theme/theme1.xml"/><Relationship Id="rId26" Type="http://schemas.openxmlformats.org/officeDocument/2006/relationships/slideMaster" Target="slideMasters/slideMaster26.xml"/><Relationship Id="rId47" Type="http://schemas.openxmlformats.org/officeDocument/2006/relationships/slide" Target="slides/slide1.xml"/><Relationship Id="rId68" Type="http://schemas.openxmlformats.org/officeDocument/2006/relationships/slide" Target="slides/slide22.xml"/><Relationship Id="rId89" Type="http://schemas.openxmlformats.org/officeDocument/2006/relationships/slide" Target="slides/slide43.xml"/><Relationship Id="rId112" Type="http://schemas.openxmlformats.org/officeDocument/2006/relationships/slide" Target="slides/slide66.xml"/><Relationship Id="rId133" Type="http://schemas.openxmlformats.org/officeDocument/2006/relationships/slide" Target="slides/slide87.xml"/><Relationship Id="rId154" Type="http://schemas.openxmlformats.org/officeDocument/2006/relationships/slide" Target="slides/slide108.xml"/><Relationship Id="rId175" Type="http://schemas.openxmlformats.org/officeDocument/2006/relationships/slide" Target="slides/slide129.xml"/><Relationship Id="rId196" Type="http://schemas.openxmlformats.org/officeDocument/2006/relationships/slide" Target="slides/slide150.xml"/><Relationship Id="rId200" Type="http://schemas.openxmlformats.org/officeDocument/2006/relationships/slide" Target="slides/slide154.xml"/><Relationship Id="rId16" Type="http://schemas.openxmlformats.org/officeDocument/2006/relationships/slideMaster" Target="slideMasters/slideMaster16.xml"/><Relationship Id="rId37" Type="http://schemas.openxmlformats.org/officeDocument/2006/relationships/slideMaster" Target="slideMasters/slideMaster37.xml"/><Relationship Id="rId58" Type="http://schemas.openxmlformats.org/officeDocument/2006/relationships/slide" Target="slides/slide12.xml"/><Relationship Id="rId79" Type="http://schemas.openxmlformats.org/officeDocument/2006/relationships/slide" Target="slides/slide33.xml"/><Relationship Id="rId102" Type="http://schemas.openxmlformats.org/officeDocument/2006/relationships/slide" Target="slides/slide56.xml"/><Relationship Id="rId123" Type="http://schemas.openxmlformats.org/officeDocument/2006/relationships/slide" Target="slides/slide77.xml"/><Relationship Id="rId144" Type="http://schemas.openxmlformats.org/officeDocument/2006/relationships/slide" Target="slides/slide98.xml"/><Relationship Id="rId90" Type="http://schemas.openxmlformats.org/officeDocument/2006/relationships/slide" Target="slides/slide44.xml"/><Relationship Id="rId165" Type="http://schemas.openxmlformats.org/officeDocument/2006/relationships/slide" Target="slides/slide119.xml"/><Relationship Id="rId186" Type="http://schemas.openxmlformats.org/officeDocument/2006/relationships/slide" Target="slides/slide140.xml"/><Relationship Id="rId211" Type="http://schemas.openxmlformats.org/officeDocument/2006/relationships/tableStyles" Target="tableStyles.xml"/><Relationship Id="rId27" Type="http://schemas.openxmlformats.org/officeDocument/2006/relationships/slideMaster" Target="slideMasters/slideMaster27.xml"/><Relationship Id="rId48" Type="http://schemas.openxmlformats.org/officeDocument/2006/relationships/slide" Target="slides/slide2.xml"/><Relationship Id="rId69" Type="http://schemas.openxmlformats.org/officeDocument/2006/relationships/slide" Target="slides/slide23.xml"/><Relationship Id="rId113" Type="http://schemas.openxmlformats.org/officeDocument/2006/relationships/slide" Target="slides/slide67.xml"/><Relationship Id="rId134" Type="http://schemas.openxmlformats.org/officeDocument/2006/relationships/slide" Target="slides/slide88.xml"/><Relationship Id="rId80" Type="http://schemas.openxmlformats.org/officeDocument/2006/relationships/slide" Target="slides/slide34.xml"/><Relationship Id="rId155" Type="http://schemas.openxmlformats.org/officeDocument/2006/relationships/slide" Target="slides/slide109.xml"/><Relationship Id="rId176" Type="http://schemas.openxmlformats.org/officeDocument/2006/relationships/slide" Target="slides/slide130.xml"/><Relationship Id="rId197" Type="http://schemas.openxmlformats.org/officeDocument/2006/relationships/slide" Target="slides/slide151.xml"/><Relationship Id="rId201" Type="http://schemas.openxmlformats.org/officeDocument/2006/relationships/slide" Target="slides/slide155.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13.xml"/><Relationship Id="rId103" Type="http://schemas.openxmlformats.org/officeDocument/2006/relationships/slide" Target="slides/slide57.xml"/><Relationship Id="rId124" Type="http://schemas.openxmlformats.org/officeDocument/2006/relationships/slide" Target="slides/slide78.xml"/><Relationship Id="rId70" Type="http://schemas.openxmlformats.org/officeDocument/2006/relationships/slide" Target="slides/slide24.xml"/><Relationship Id="rId91" Type="http://schemas.openxmlformats.org/officeDocument/2006/relationships/slide" Target="slides/slide45.xml"/><Relationship Id="rId145" Type="http://schemas.openxmlformats.org/officeDocument/2006/relationships/slide" Target="slides/slide99.xml"/><Relationship Id="rId166" Type="http://schemas.openxmlformats.org/officeDocument/2006/relationships/slide" Target="slides/slide120.xml"/><Relationship Id="rId187" Type="http://schemas.openxmlformats.org/officeDocument/2006/relationships/slide" Target="slides/slide141.xml"/><Relationship Id="rId1" Type="http://schemas.openxmlformats.org/officeDocument/2006/relationships/slideMaster" Target="slideMasters/slideMaster1.xml"/><Relationship Id="rId28" Type="http://schemas.openxmlformats.org/officeDocument/2006/relationships/slideMaster" Target="slideMasters/slideMaster28.xml"/><Relationship Id="rId49" Type="http://schemas.openxmlformats.org/officeDocument/2006/relationships/slide" Target="slides/slide3.xml"/><Relationship Id="rId114" Type="http://schemas.openxmlformats.org/officeDocument/2006/relationships/slide" Target="slides/slide68.xml"/><Relationship Id="rId60" Type="http://schemas.openxmlformats.org/officeDocument/2006/relationships/slide" Target="slides/slide14.xml"/><Relationship Id="rId81" Type="http://schemas.openxmlformats.org/officeDocument/2006/relationships/slide" Target="slides/slide35.xml"/><Relationship Id="rId135" Type="http://schemas.openxmlformats.org/officeDocument/2006/relationships/slide" Target="slides/slide89.xml"/><Relationship Id="rId156" Type="http://schemas.openxmlformats.org/officeDocument/2006/relationships/slide" Target="slides/slide110.xml"/><Relationship Id="rId177" Type="http://schemas.openxmlformats.org/officeDocument/2006/relationships/slide" Target="slides/slide131.xml"/><Relationship Id="rId198" Type="http://schemas.openxmlformats.org/officeDocument/2006/relationships/slide" Target="slides/slide152.xml"/><Relationship Id="rId202" Type="http://schemas.openxmlformats.org/officeDocument/2006/relationships/slide" Target="slides/slide156.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50" Type="http://schemas.openxmlformats.org/officeDocument/2006/relationships/slide" Target="slides/slide4.xml"/><Relationship Id="rId104" Type="http://schemas.openxmlformats.org/officeDocument/2006/relationships/slide" Target="slides/slide58.xml"/><Relationship Id="rId125" Type="http://schemas.openxmlformats.org/officeDocument/2006/relationships/slide" Target="slides/slide79.xml"/><Relationship Id="rId146" Type="http://schemas.openxmlformats.org/officeDocument/2006/relationships/slide" Target="slides/slide100.xml"/><Relationship Id="rId167" Type="http://schemas.openxmlformats.org/officeDocument/2006/relationships/slide" Target="slides/slide121.xml"/><Relationship Id="rId188" Type="http://schemas.openxmlformats.org/officeDocument/2006/relationships/slide" Target="slides/slide142.xml"/><Relationship Id="rId71" Type="http://schemas.openxmlformats.org/officeDocument/2006/relationships/slide" Target="slides/slide25.xml"/><Relationship Id="rId92" Type="http://schemas.openxmlformats.org/officeDocument/2006/relationships/slide" Target="slides/slide46.xml"/><Relationship Id="rId2" Type="http://schemas.openxmlformats.org/officeDocument/2006/relationships/slideMaster" Target="slideMasters/slideMaster2.xml"/><Relationship Id="rId29" Type="http://schemas.openxmlformats.org/officeDocument/2006/relationships/slideMaster" Target="slideMasters/slideMaster29.xml"/><Relationship Id="rId40" Type="http://schemas.openxmlformats.org/officeDocument/2006/relationships/slideMaster" Target="slideMasters/slideMaster40.xml"/><Relationship Id="rId115" Type="http://schemas.openxmlformats.org/officeDocument/2006/relationships/slide" Target="slides/slide69.xml"/><Relationship Id="rId136" Type="http://schemas.openxmlformats.org/officeDocument/2006/relationships/slide" Target="slides/slide90.xml"/><Relationship Id="rId157" Type="http://schemas.openxmlformats.org/officeDocument/2006/relationships/slide" Target="slides/slide111.xml"/><Relationship Id="rId178" Type="http://schemas.openxmlformats.org/officeDocument/2006/relationships/slide" Target="slides/slide132.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5ECB1DE-4976-41EA-BF4A-BA9625218151}"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EF24F56F-F948-4FAE-A21B-C908CFF0947F}">
      <dgm:prSet/>
      <dgm:spPr/>
      <dgm:t>
        <a:bodyPr/>
        <a:lstStyle/>
        <a:p>
          <a:pPr rtl="0"/>
          <a:r>
            <a:rPr lang="zh-CN" dirty="0"/>
            <a:t>大</a:t>
          </a:r>
        </a:p>
      </dgm:t>
    </dgm:pt>
    <dgm:pt modelId="{6EB2B391-B256-4E95-9585-2F0870E44ACA}" type="parTrans" cxnId="{43D3D3F3-471A-48BF-9BE4-5B6320766276}">
      <dgm:prSet/>
      <dgm:spPr/>
      <dgm:t>
        <a:bodyPr/>
        <a:lstStyle/>
        <a:p>
          <a:endParaRPr lang="zh-CN" altLang="en-US"/>
        </a:p>
      </dgm:t>
    </dgm:pt>
    <dgm:pt modelId="{A69B06CF-6523-4B01-915A-C0C50F407655}" type="sibTrans" cxnId="{43D3D3F3-471A-48BF-9BE4-5B6320766276}">
      <dgm:prSet/>
      <dgm:spPr/>
      <dgm:t>
        <a:bodyPr/>
        <a:lstStyle/>
        <a:p>
          <a:endParaRPr lang="zh-CN" altLang="en-US"/>
        </a:p>
      </dgm:t>
    </dgm:pt>
    <dgm:pt modelId="{61DA2F6A-A3A4-47F6-9631-E32DDDDECDEE}" type="pres">
      <dgm:prSet presAssocID="{45ECB1DE-4976-41EA-BF4A-BA9625218151}" presName="compositeShape" presStyleCnt="0">
        <dgm:presLayoutVars>
          <dgm:chMax val="7"/>
          <dgm:dir/>
          <dgm:resizeHandles val="exact"/>
        </dgm:presLayoutVars>
      </dgm:prSet>
      <dgm:spPr/>
    </dgm:pt>
    <dgm:pt modelId="{04E584C8-CAF4-4F3A-A494-457051CBD1BA}" type="pres">
      <dgm:prSet presAssocID="{EF24F56F-F948-4FAE-A21B-C908CFF0947F}" presName="circ1TxSh" presStyleLbl="vennNode1" presStyleIdx="0" presStyleCnt="1" custScaleX="83619" custScaleY="91188" custLinFactNeighborX="-18362"/>
      <dgm:spPr/>
    </dgm:pt>
  </dgm:ptLst>
  <dgm:cxnLst>
    <dgm:cxn modelId="{C7C93B44-F51A-433C-9F37-50C4BF50C737}" type="presOf" srcId="{45ECB1DE-4976-41EA-BF4A-BA9625218151}" destId="{61DA2F6A-A3A4-47F6-9631-E32DDDDECDEE}" srcOrd="0" destOrd="0" presId="urn:microsoft.com/office/officeart/2005/8/layout/venn1"/>
    <dgm:cxn modelId="{EA9BDEAD-53F3-484F-907A-F48E005C2205}" type="presOf" srcId="{EF24F56F-F948-4FAE-A21B-C908CFF0947F}" destId="{04E584C8-CAF4-4F3A-A494-457051CBD1BA}" srcOrd="0" destOrd="0" presId="urn:microsoft.com/office/officeart/2005/8/layout/venn1"/>
    <dgm:cxn modelId="{43D3D3F3-471A-48BF-9BE4-5B6320766276}" srcId="{45ECB1DE-4976-41EA-BF4A-BA9625218151}" destId="{EF24F56F-F948-4FAE-A21B-C908CFF0947F}" srcOrd="0" destOrd="0" parTransId="{6EB2B391-B256-4E95-9585-2F0870E44ACA}" sibTransId="{A69B06CF-6523-4B01-915A-C0C50F407655}"/>
    <dgm:cxn modelId="{AC28A855-CE58-4B51-9F92-01051AA937AA}" type="presParOf" srcId="{61DA2F6A-A3A4-47F6-9631-E32DDDDECDEE}" destId="{04E584C8-CAF4-4F3A-A494-457051CBD1BA}" srcOrd="0" destOrd="0" presId="urn:microsoft.com/office/officeart/2005/8/layout/ven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CE6CFCA0-C49C-4951-BE4A-2894AF7F0369}"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21F9EB01-2DBC-4DE3-BF4F-D736561A8F50}">
      <dgm:prSet/>
      <dgm:spPr/>
      <dgm:t>
        <a:bodyPr/>
        <a:lstStyle/>
        <a:p>
          <a:pPr rtl="0"/>
          <a:r>
            <a:rPr lang="zh-CN" dirty="0"/>
            <a:t>连</a:t>
          </a:r>
        </a:p>
      </dgm:t>
    </dgm:pt>
    <dgm:pt modelId="{8B03F53D-FC70-4946-AEAC-F84E888AD489}" type="parTrans" cxnId="{4ED37DFF-B7F3-4A12-BAF1-D82B1853C7BC}">
      <dgm:prSet/>
      <dgm:spPr/>
      <dgm:t>
        <a:bodyPr/>
        <a:lstStyle/>
        <a:p>
          <a:endParaRPr lang="zh-CN" altLang="en-US"/>
        </a:p>
      </dgm:t>
    </dgm:pt>
    <dgm:pt modelId="{F4A9E490-2C33-4765-846D-F336D70D9E90}" type="sibTrans" cxnId="{4ED37DFF-B7F3-4A12-BAF1-D82B1853C7BC}">
      <dgm:prSet/>
      <dgm:spPr/>
      <dgm:t>
        <a:bodyPr/>
        <a:lstStyle/>
        <a:p>
          <a:endParaRPr lang="zh-CN" altLang="en-US"/>
        </a:p>
      </dgm:t>
    </dgm:pt>
    <dgm:pt modelId="{7B1E7C52-CF18-48B2-BB65-024F73E359D3}" type="pres">
      <dgm:prSet presAssocID="{CE6CFCA0-C49C-4951-BE4A-2894AF7F0369}" presName="compositeShape" presStyleCnt="0">
        <dgm:presLayoutVars>
          <dgm:chMax val="7"/>
          <dgm:dir/>
          <dgm:resizeHandles val="exact"/>
        </dgm:presLayoutVars>
      </dgm:prSet>
      <dgm:spPr/>
    </dgm:pt>
    <dgm:pt modelId="{EDBBB33F-27B5-48AE-A61C-C9DE23066AD1}" type="pres">
      <dgm:prSet presAssocID="{21F9EB01-2DBC-4DE3-BF4F-D736561A8F50}" presName="circ1TxSh" presStyleLbl="vennNode1" presStyleIdx="0" presStyleCnt="1" custScaleX="81179" custScaleY="90583" custLinFactNeighborX="-9411" custLinFactNeighborY="36409"/>
      <dgm:spPr/>
    </dgm:pt>
  </dgm:ptLst>
  <dgm:cxnLst>
    <dgm:cxn modelId="{0DCEC9BB-54B3-4BD4-A6D5-46E336E69560}" type="presOf" srcId="{21F9EB01-2DBC-4DE3-BF4F-D736561A8F50}" destId="{EDBBB33F-27B5-48AE-A61C-C9DE23066AD1}" srcOrd="0" destOrd="0" presId="urn:microsoft.com/office/officeart/2005/8/layout/venn1"/>
    <dgm:cxn modelId="{9C3D99FB-359B-4CAC-B254-C4D8432C7492}" type="presOf" srcId="{CE6CFCA0-C49C-4951-BE4A-2894AF7F0369}" destId="{7B1E7C52-CF18-48B2-BB65-024F73E359D3}" srcOrd="0" destOrd="0" presId="urn:microsoft.com/office/officeart/2005/8/layout/venn1"/>
    <dgm:cxn modelId="{4ED37DFF-B7F3-4A12-BAF1-D82B1853C7BC}" srcId="{CE6CFCA0-C49C-4951-BE4A-2894AF7F0369}" destId="{21F9EB01-2DBC-4DE3-BF4F-D736561A8F50}" srcOrd="0" destOrd="0" parTransId="{8B03F53D-FC70-4946-AEAC-F84E888AD489}" sibTransId="{F4A9E490-2C33-4765-846D-F336D70D9E90}"/>
    <dgm:cxn modelId="{0993B48F-D406-4BA2-AD27-7C38D1C119E4}" type="presParOf" srcId="{7B1E7C52-CF18-48B2-BB65-024F73E359D3}" destId="{EDBBB33F-27B5-48AE-A61C-C9DE23066AD1}" srcOrd="0" destOrd="0" presId="urn:microsoft.com/office/officeart/2005/8/layout/venn1"/>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E6DF1C2-1746-482F-BF52-CD765E80A365}"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4E65984A-BA92-43D1-B9A2-B9086CB43038}">
      <dgm:prSet/>
      <dgm:spPr/>
      <dgm:t>
        <a:bodyPr/>
        <a:lstStyle/>
        <a:p>
          <a:pPr rtl="0"/>
          <a:r>
            <a:rPr lang="zh-CN" dirty="0"/>
            <a:t>事</a:t>
          </a:r>
        </a:p>
      </dgm:t>
    </dgm:pt>
    <dgm:pt modelId="{81728B8A-367F-45A7-8399-F1C3131B02C5}" type="parTrans" cxnId="{D4BAEDBC-6704-4ED8-83C9-D725DD67589D}">
      <dgm:prSet/>
      <dgm:spPr/>
      <dgm:t>
        <a:bodyPr/>
        <a:lstStyle/>
        <a:p>
          <a:endParaRPr lang="zh-CN" altLang="en-US"/>
        </a:p>
      </dgm:t>
    </dgm:pt>
    <dgm:pt modelId="{8E214BAF-A429-4BFC-AB47-111633C977F3}" type="sibTrans" cxnId="{D4BAEDBC-6704-4ED8-83C9-D725DD67589D}">
      <dgm:prSet/>
      <dgm:spPr/>
      <dgm:t>
        <a:bodyPr/>
        <a:lstStyle/>
        <a:p>
          <a:endParaRPr lang="zh-CN" altLang="en-US"/>
        </a:p>
      </dgm:t>
    </dgm:pt>
    <dgm:pt modelId="{171034FF-3396-4AA1-9482-05BACFB2D723}" type="pres">
      <dgm:prSet presAssocID="{0E6DF1C2-1746-482F-BF52-CD765E80A365}" presName="compositeShape" presStyleCnt="0">
        <dgm:presLayoutVars>
          <dgm:chMax val="7"/>
          <dgm:dir/>
          <dgm:resizeHandles val="exact"/>
        </dgm:presLayoutVars>
      </dgm:prSet>
      <dgm:spPr/>
    </dgm:pt>
    <dgm:pt modelId="{952DD290-D500-4BE9-9525-723274617DF1}" type="pres">
      <dgm:prSet presAssocID="{4E65984A-BA92-43D1-B9A2-B9086CB43038}" presName="circ1TxSh" presStyleLbl="vennNode1" presStyleIdx="0" presStyleCnt="1" custScaleX="120198" custLinFactNeighborX="-14727" custLinFactNeighborY="-12058"/>
      <dgm:spPr/>
    </dgm:pt>
  </dgm:ptLst>
  <dgm:cxnLst>
    <dgm:cxn modelId="{1B467F4C-29B3-4371-9B1D-15EB0B5599D7}" type="presOf" srcId="{4E65984A-BA92-43D1-B9A2-B9086CB43038}" destId="{952DD290-D500-4BE9-9525-723274617DF1}" srcOrd="0" destOrd="0" presId="urn:microsoft.com/office/officeart/2005/8/layout/venn1"/>
    <dgm:cxn modelId="{D4BAEDBC-6704-4ED8-83C9-D725DD67589D}" srcId="{0E6DF1C2-1746-482F-BF52-CD765E80A365}" destId="{4E65984A-BA92-43D1-B9A2-B9086CB43038}" srcOrd="0" destOrd="0" parTransId="{81728B8A-367F-45A7-8399-F1C3131B02C5}" sibTransId="{8E214BAF-A429-4BFC-AB47-111633C977F3}"/>
    <dgm:cxn modelId="{871B03DE-47D8-4BB9-ACE7-8B20D299FC6F}" type="presOf" srcId="{0E6DF1C2-1746-482F-BF52-CD765E80A365}" destId="{171034FF-3396-4AA1-9482-05BACFB2D723}" srcOrd="0" destOrd="0" presId="urn:microsoft.com/office/officeart/2005/8/layout/venn1"/>
    <dgm:cxn modelId="{0FF3C304-A3DF-4874-BE17-5FCF63EF9878}" type="presParOf" srcId="{171034FF-3396-4AA1-9482-05BACFB2D723}" destId="{952DD290-D500-4BE9-9525-723274617DF1}" srcOrd="0" destOrd="0" presId="urn:microsoft.com/office/officeart/2005/8/layout/venn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8A5913D2-4896-41F8-9856-90C73F67022D}" type="doc">
      <dgm:prSet loTypeId="urn:microsoft.com/office/officeart/2005/8/layout/venn1" loCatId="relationship" qsTypeId="urn:microsoft.com/office/officeart/2005/8/quickstyle/simple1" qsCatId="simple" csTypeId="urn:microsoft.com/office/officeart/2005/8/colors/accent1_2" csCatId="accent1"/>
      <dgm:spPr/>
      <dgm:t>
        <a:bodyPr/>
        <a:lstStyle/>
        <a:p>
          <a:endParaRPr lang="zh-CN" altLang="en-US"/>
        </a:p>
      </dgm:t>
    </dgm:pt>
    <dgm:pt modelId="{A4DBE9E6-97EB-4725-A2C1-3C97D390DE6E}">
      <dgm:prSet/>
      <dgm:spPr/>
      <dgm:t>
        <a:bodyPr/>
        <a:lstStyle/>
        <a:p>
          <a:pPr rtl="0"/>
          <a:r>
            <a:rPr lang="zh-CN" dirty="0"/>
            <a:t>海</a:t>
          </a:r>
        </a:p>
      </dgm:t>
    </dgm:pt>
    <dgm:pt modelId="{87EAD260-81CC-4CA9-BBD7-8CAA53C41D5E}" type="parTrans" cxnId="{2B21FC62-6E7B-4E86-901F-C320E9329617}">
      <dgm:prSet/>
      <dgm:spPr/>
      <dgm:t>
        <a:bodyPr/>
        <a:lstStyle/>
        <a:p>
          <a:endParaRPr lang="zh-CN" altLang="en-US"/>
        </a:p>
      </dgm:t>
    </dgm:pt>
    <dgm:pt modelId="{E9DC61F2-79D8-4484-8E44-6794BC3940A2}" type="sibTrans" cxnId="{2B21FC62-6E7B-4E86-901F-C320E9329617}">
      <dgm:prSet/>
      <dgm:spPr/>
      <dgm:t>
        <a:bodyPr/>
        <a:lstStyle/>
        <a:p>
          <a:endParaRPr lang="zh-CN" altLang="en-US"/>
        </a:p>
      </dgm:t>
    </dgm:pt>
    <dgm:pt modelId="{6F917F00-94F3-4752-A2F0-5E137890CEB8}" type="pres">
      <dgm:prSet presAssocID="{8A5913D2-4896-41F8-9856-90C73F67022D}" presName="compositeShape" presStyleCnt="0">
        <dgm:presLayoutVars>
          <dgm:chMax val="7"/>
          <dgm:dir/>
          <dgm:resizeHandles val="exact"/>
        </dgm:presLayoutVars>
      </dgm:prSet>
      <dgm:spPr/>
    </dgm:pt>
    <dgm:pt modelId="{CD4B3101-F142-4E5E-B80A-8D9996F097C7}" type="pres">
      <dgm:prSet presAssocID="{A4DBE9E6-97EB-4725-A2C1-3C97D390DE6E}" presName="circ1TxSh" presStyleLbl="vennNode1" presStyleIdx="0" presStyleCnt="1" custLinFactNeighborX="-14286"/>
      <dgm:spPr/>
    </dgm:pt>
  </dgm:ptLst>
  <dgm:cxnLst>
    <dgm:cxn modelId="{2B21FC62-6E7B-4E86-901F-C320E9329617}" srcId="{8A5913D2-4896-41F8-9856-90C73F67022D}" destId="{A4DBE9E6-97EB-4725-A2C1-3C97D390DE6E}" srcOrd="0" destOrd="0" parTransId="{87EAD260-81CC-4CA9-BBD7-8CAA53C41D5E}" sibTransId="{E9DC61F2-79D8-4484-8E44-6794BC3940A2}"/>
    <dgm:cxn modelId="{D24DF94D-296A-42B3-9EAA-E51A56C92767}" type="presOf" srcId="{8A5913D2-4896-41F8-9856-90C73F67022D}" destId="{6F917F00-94F3-4752-A2F0-5E137890CEB8}" srcOrd="0" destOrd="0" presId="urn:microsoft.com/office/officeart/2005/8/layout/venn1"/>
    <dgm:cxn modelId="{93E34283-B8AE-4F93-90F4-BEEAA18DA4A6}" type="presOf" srcId="{A4DBE9E6-97EB-4725-A2C1-3C97D390DE6E}" destId="{CD4B3101-F142-4E5E-B80A-8D9996F097C7}" srcOrd="0" destOrd="0" presId="urn:microsoft.com/office/officeart/2005/8/layout/venn1"/>
    <dgm:cxn modelId="{E9091433-F942-4F7E-ACDE-7A6A21820330}" type="presParOf" srcId="{6F917F00-94F3-4752-A2F0-5E137890CEB8}" destId="{CD4B3101-F142-4E5E-B80A-8D9996F097C7}" srcOrd="0" destOrd="0" presId="urn:microsoft.com/office/officeart/2005/8/layout/venn1"/>
  </dgm:cxnLst>
  <dgm:bg/>
  <dgm:whole/>
  <dgm:extLst>
    <a:ext uri="http://schemas.microsoft.com/office/drawing/2008/diagram">
      <dsp:dataModelExt xmlns:dsp="http://schemas.microsoft.com/office/drawing/2008/diagram" relId="rId21"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737B5EC5-D0D2-4529-A675-2479ADB7512A}"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B9B3E140-8B8D-4175-BD94-00D1649702AA}">
      <dgm:prSet/>
      <dgm:spPr/>
      <dgm:t>
        <a:bodyPr/>
        <a:lstStyle/>
        <a:p>
          <a:pPr rtl="0"/>
          <a:r>
            <a:rPr lang="zh-CN" dirty="0"/>
            <a:t>大</a:t>
          </a:r>
        </a:p>
      </dgm:t>
    </dgm:pt>
    <dgm:pt modelId="{20CABB80-E645-4623-B0F5-082F1C9844C3}" type="parTrans" cxnId="{8C3AC8CF-CD5C-4961-B37E-08F0B762C53E}">
      <dgm:prSet/>
      <dgm:spPr/>
      <dgm:t>
        <a:bodyPr/>
        <a:lstStyle/>
        <a:p>
          <a:endParaRPr lang="zh-CN" altLang="en-US"/>
        </a:p>
      </dgm:t>
    </dgm:pt>
    <dgm:pt modelId="{64EA75C9-5C20-4191-8BF0-E6DA063D3386}" type="sibTrans" cxnId="{8C3AC8CF-CD5C-4961-B37E-08F0B762C53E}">
      <dgm:prSet/>
      <dgm:spPr/>
      <dgm:t>
        <a:bodyPr/>
        <a:lstStyle/>
        <a:p>
          <a:endParaRPr lang="zh-CN" altLang="en-US"/>
        </a:p>
      </dgm:t>
    </dgm:pt>
    <dgm:pt modelId="{4470F79F-6492-40EA-A900-0CDDBA36E791}" type="pres">
      <dgm:prSet presAssocID="{737B5EC5-D0D2-4529-A675-2479ADB7512A}" presName="compositeShape" presStyleCnt="0">
        <dgm:presLayoutVars>
          <dgm:chMax val="7"/>
          <dgm:dir/>
          <dgm:resizeHandles val="exact"/>
        </dgm:presLayoutVars>
      </dgm:prSet>
      <dgm:spPr/>
    </dgm:pt>
    <dgm:pt modelId="{6DAFA64C-DC3D-43CC-9306-9A83B9F4FF30}" type="pres">
      <dgm:prSet presAssocID="{B9B3E140-8B8D-4175-BD94-00D1649702AA}" presName="circ1TxSh" presStyleLbl="vennNode1" presStyleIdx="0" presStyleCnt="1" custScaleX="85044" custScaleY="76553"/>
      <dgm:spPr/>
    </dgm:pt>
  </dgm:ptLst>
  <dgm:cxnLst>
    <dgm:cxn modelId="{7A095F20-010F-42F4-97A2-B608673E89F8}" type="presOf" srcId="{737B5EC5-D0D2-4529-A675-2479ADB7512A}" destId="{4470F79F-6492-40EA-A900-0CDDBA36E791}" srcOrd="0" destOrd="0" presId="urn:microsoft.com/office/officeart/2005/8/layout/venn1"/>
    <dgm:cxn modelId="{8C3AC8CF-CD5C-4961-B37E-08F0B762C53E}" srcId="{737B5EC5-D0D2-4529-A675-2479ADB7512A}" destId="{B9B3E140-8B8D-4175-BD94-00D1649702AA}" srcOrd="0" destOrd="0" parTransId="{20CABB80-E645-4623-B0F5-082F1C9844C3}" sibTransId="{64EA75C9-5C20-4191-8BF0-E6DA063D3386}"/>
    <dgm:cxn modelId="{6FA0A9DD-27C9-4A58-BACE-911ACCA601E6}" type="presOf" srcId="{B9B3E140-8B8D-4175-BD94-00D1649702AA}" destId="{6DAFA64C-DC3D-43CC-9306-9A83B9F4FF30}" srcOrd="0" destOrd="0" presId="urn:microsoft.com/office/officeart/2005/8/layout/venn1"/>
    <dgm:cxn modelId="{CE81FA4A-23FE-4775-8772-669416C7F5CA}" type="presParOf" srcId="{4470F79F-6492-40EA-A900-0CDDBA36E791}" destId="{6DAFA64C-DC3D-43CC-9306-9A83B9F4FF30}" srcOrd="0" destOrd="0" presId="urn:microsoft.com/office/officeart/2005/8/layout/venn1"/>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AABD46EF-623D-4EC1-9905-9F9517C84035}"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938154DC-7DEC-4435-8AEE-F287F60DA644}">
      <dgm:prSet/>
      <dgm:spPr/>
      <dgm:t>
        <a:bodyPr/>
        <a:lstStyle/>
        <a:p>
          <a:pPr rtl="0"/>
          <a:r>
            <a:rPr lang="zh-CN" dirty="0"/>
            <a:t>学</a:t>
          </a:r>
        </a:p>
      </dgm:t>
    </dgm:pt>
    <dgm:pt modelId="{6E033A8B-39BD-418D-B3E7-B46D3AA0ABB1}" type="parTrans" cxnId="{F8FB8444-3373-404C-9230-AE02F265EB7D}">
      <dgm:prSet/>
      <dgm:spPr/>
      <dgm:t>
        <a:bodyPr/>
        <a:lstStyle/>
        <a:p>
          <a:endParaRPr lang="zh-CN" altLang="en-US"/>
        </a:p>
      </dgm:t>
    </dgm:pt>
    <dgm:pt modelId="{2D1234A8-D610-4E36-A02B-729B238B8E3D}" type="sibTrans" cxnId="{F8FB8444-3373-404C-9230-AE02F265EB7D}">
      <dgm:prSet/>
      <dgm:spPr/>
      <dgm:t>
        <a:bodyPr/>
        <a:lstStyle/>
        <a:p>
          <a:endParaRPr lang="zh-CN" altLang="en-US"/>
        </a:p>
      </dgm:t>
    </dgm:pt>
    <dgm:pt modelId="{8A8110AF-7FCF-4E47-932E-B9CB33926204}" type="pres">
      <dgm:prSet presAssocID="{AABD46EF-623D-4EC1-9905-9F9517C84035}" presName="compositeShape" presStyleCnt="0">
        <dgm:presLayoutVars>
          <dgm:chMax val="7"/>
          <dgm:dir/>
          <dgm:resizeHandles val="exact"/>
        </dgm:presLayoutVars>
      </dgm:prSet>
      <dgm:spPr/>
    </dgm:pt>
    <dgm:pt modelId="{A319629E-037B-4B5B-8915-441F51FA60BC}" type="pres">
      <dgm:prSet presAssocID="{938154DC-7DEC-4435-8AEE-F287F60DA644}" presName="circ1TxSh" presStyleLbl="vennNode1" presStyleIdx="0" presStyleCnt="1" custScaleX="81447" custScaleY="119119" custLinFactNeighborY="12680"/>
      <dgm:spPr/>
    </dgm:pt>
  </dgm:ptLst>
  <dgm:cxnLst>
    <dgm:cxn modelId="{F8FB8444-3373-404C-9230-AE02F265EB7D}" srcId="{AABD46EF-623D-4EC1-9905-9F9517C84035}" destId="{938154DC-7DEC-4435-8AEE-F287F60DA644}" srcOrd="0" destOrd="0" parTransId="{6E033A8B-39BD-418D-B3E7-B46D3AA0ABB1}" sibTransId="{2D1234A8-D610-4E36-A02B-729B238B8E3D}"/>
    <dgm:cxn modelId="{4891E153-285F-4273-9EC5-AADC111935F4}" type="presOf" srcId="{938154DC-7DEC-4435-8AEE-F287F60DA644}" destId="{A319629E-037B-4B5B-8915-441F51FA60BC}" srcOrd="0" destOrd="0" presId="urn:microsoft.com/office/officeart/2005/8/layout/venn1"/>
    <dgm:cxn modelId="{97FEF38B-274D-4037-B11D-86835F02EF32}" type="presOf" srcId="{AABD46EF-623D-4EC1-9905-9F9517C84035}" destId="{8A8110AF-7FCF-4E47-932E-B9CB33926204}" srcOrd="0" destOrd="0" presId="urn:microsoft.com/office/officeart/2005/8/layout/venn1"/>
    <dgm:cxn modelId="{C5CB1A9A-D378-4FAF-87C5-1B963205388A}" type="presParOf" srcId="{8A8110AF-7FCF-4E47-932E-B9CB33926204}" destId="{A319629E-037B-4B5B-8915-441F51FA60BC}" srcOrd="0" destOrd="0" presId="urn:microsoft.com/office/officeart/2005/8/layout/venn1"/>
  </dgm:cxnLst>
  <dgm:bg/>
  <dgm:whole/>
  <dgm:extLst>
    <a:ext uri="http://schemas.microsoft.com/office/drawing/2008/diagram">
      <dsp:dataModelExt xmlns:dsp="http://schemas.microsoft.com/office/drawing/2008/diagram" relId="rId31"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45ECB1DE-4976-41EA-BF4A-BA9625218151}"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EF24F56F-F948-4FAE-A21B-C908CFF0947F}">
      <dgm:prSet/>
      <dgm:spPr/>
      <dgm:t>
        <a:bodyPr/>
        <a:lstStyle/>
        <a:p>
          <a:pPr rtl="0"/>
          <a:r>
            <a:rPr lang="zh-CN" dirty="0"/>
            <a:t>大</a:t>
          </a:r>
        </a:p>
      </dgm:t>
    </dgm:pt>
    <dgm:pt modelId="{6EB2B391-B256-4E95-9585-2F0870E44ACA}" type="parTrans" cxnId="{43D3D3F3-471A-48BF-9BE4-5B6320766276}">
      <dgm:prSet/>
      <dgm:spPr/>
      <dgm:t>
        <a:bodyPr/>
        <a:lstStyle/>
        <a:p>
          <a:endParaRPr lang="zh-CN" altLang="en-US"/>
        </a:p>
      </dgm:t>
    </dgm:pt>
    <dgm:pt modelId="{A69B06CF-6523-4B01-915A-C0C50F407655}" type="sibTrans" cxnId="{43D3D3F3-471A-48BF-9BE4-5B6320766276}">
      <dgm:prSet/>
      <dgm:spPr/>
      <dgm:t>
        <a:bodyPr/>
        <a:lstStyle/>
        <a:p>
          <a:endParaRPr lang="zh-CN" altLang="en-US"/>
        </a:p>
      </dgm:t>
    </dgm:pt>
    <dgm:pt modelId="{61DA2F6A-A3A4-47F6-9631-E32DDDDECDEE}" type="pres">
      <dgm:prSet presAssocID="{45ECB1DE-4976-41EA-BF4A-BA9625218151}" presName="compositeShape" presStyleCnt="0">
        <dgm:presLayoutVars>
          <dgm:chMax val="7"/>
          <dgm:dir/>
          <dgm:resizeHandles val="exact"/>
        </dgm:presLayoutVars>
      </dgm:prSet>
      <dgm:spPr/>
    </dgm:pt>
    <dgm:pt modelId="{04E584C8-CAF4-4F3A-A494-457051CBD1BA}" type="pres">
      <dgm:prSet presAssocID="{EF24F56F-F948-4FAE-A21B-C908CFF0947F}" presName="circ1TxSh" presStyleLbl="vennNode1" presStyleIdx="0" presStyleCnt="1" custScaleX="83619" custScaleY="91188" custLinFactNeighborX="-18362"/>
      <dgm:spPr/>
    </dgm:pt>
  </dgm:ptLst>
  <dgm:cxnLst>
    <dgm:cxn modelId="{F09B872A-1ABD-4CFC-B2EC-38BB48BBE928}" type="presOf" srcId="{45ECB1DE-4976-41EA-BF4A-BA9625218151}" destId="{61DA2F6A-A3A4-47F6-9631-E32DDDDECDEE}" srcOrd="0" destOrd="0" presId="urn:microsoft.com/office/officeart/2005/8/layout/venn1"/>
    <dgm:cxn modelId="{9650A950-31BB-49AD-BA4C-A443A1E5A840}" type="presOf" srcId="{EF24F56F-F948-4FAE-A21B-C908CFF0947F}" destId="{04E584C8-CAF4-4F3A-A494-457051CBD1BA}" srcOrd="0" destOrd="0" presId="urn:microsoft.com/office/officeart/2005/8/layout/venn1"/>
    <dgm:cxn modelId="{43D3D3F3-471A-48BF-9BE4-5B6320766276}" srcId="{45ECB1DE-4976-41EA-BF4A-BA9625218151}" destId="{EF24F56F-F948-4FAE-A21B-C908CFF0947F}" srcOrd="0" destOrd="0" parTransId="{6EB2B391-B256-4E95-9585-2F0870E44ACA}" sibTransId="{A69B06CF-6523-4B01-915A-C0C50F407655}"/>
    <dgm:cxn modelId="{2BD53BD6-8603-464B-B967-396525251A29}" type="presParOf" srcId="{61DA2F6A-A3A4-47F6-9631-E32DDDDECDEE}" destId="{04E584C8-CAF4-4F3A-A494-457051CBD1BA}" srcOrd="0" destOrd="0" presId="urn:microsoft.com/office/officeart/2005/8/layout/ven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CE6CFCA0-C49C-4951-BE4A-2894AF7F0369}"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21F9EB01-2DBC-4DE3-BF4F-D736561A8F50}">
      <dgm:prSet/>
      <dgm:spPr/>
      <dgm:t>
        <a:bodyPr/>
        <a:lstStyle/>
        <a:p>
          <a:pPr rtl="0"/>
          <a:r>
            <a:rPr lang="zh-CN" dirty="0"/>
            <a:t>连</a:t>
          </a:r>
        </a:p>
      </dgm:t>
    </dgm:pt>
    <dgm:pt modelId="{8B03F53D-FC70-4946-AEAC-F84E888AD489}" type="parTrans" cxnId="{4ED37DFF-B7F3-4A12-BAF1-D82B1853C7BC}">
      <dgm:prSet/>
      <dgm:spPr/>
      <dgm:t>
        <a:bodyPr/>
        <a:lstStyle/>
        <a:p>
          <a:endParaRPr lang="zh-CN" altLang="en-US"/>
        </a:p>
      </dgm:t>
    </dgm:pt>
    <dgm:pt modelId="{F4A9E490-2C33-4765-846D-F336D70D9E90}" type="sibTrans" cxnId="{4ED37DFF-B7F3-4A12-BAF1-D82B1853C7BC}">
      <dgm:prSet/>
      <dgm:spPr/>
      <dgm:t>
        <a:bodyPr/>
        <a:lstStyle/>
        <a:p>
          <a:endParaRPr lang="zh-CN" altLang="en-US"/>
        </a:p>
      </dgm:t>
    </dgm:pt>
    <dgm:pt modelId="{7B1E7C52-CF18-48B2-BB65-024F73E359D3}" type="pres">
      <dgm:prSet presAssocID="{CE6CFCA0-C49C-4951-BE4A-2894AF7F0369}" presName="compositeShape" presStyleCnt="0">
        <dgm:presLayoutVars>
          <dgm:chMax val="7"/>
          <dgm:dir/>
          <dgm:resizeHandles val="exact"/>
        </dgm:presLayoutVars>
      </dgm:prSet>
      <dgm:spPr/>
    </dgm:pt>
    <dgm:pt modelId="{EDBBB33F-27B5-48AE-A61C-C9DE23066AD1}" type="pres">
      <dgm:prSet presAssocID="{21F9EB01-2DBC-4DE3-BF4F-D736561A8F50}" presName="circ1TxSh" presStyleLbl="vennNode1" presStyleIdx="0" presStyleCnt="1" custScaleX="81179" custScaleY="90583" custLinFactNeighborX="-9411" custLinFactNeighborY="36409"/>
      <dgm:spPr/>
    </dgm:pt>
  </dgm:ptLst>
  <dgm:cxnLst>
    <dgm:cxn modelId="{35046C2A-A334-472A-B997-4F93B55A412C}" type="presOf" srcId="{21F9EB01-2DBC-4DE3-BF4F-D736561A8F50}" destId="{EDBBB33F-27B5-48AE-A61C-C9DE23066AD1}" srcOrd="0" destOrd="0" presId="urn:microsoft.com/office/officeart/2005/8/layout/venn1"/>
    <dgm:cxn modelId="{F172D463-CFC4-4292-B48A-DE81875DA061}" type="presOf" srcId="{CE6CFCA0-C49C-4951-BE4A-2894AF7F0369}" destId="{7B1E7C52-CF18-48B2-BB65-024F73E359D3}" srcOrd="0" destOrd="0" presId="urn:microsoft.com/office/officeart/2005/8/layout/venn1"/>
    <dgm:cxn modelId="{4ED37DFF-B7F3-4A12-BAF1-D82B1853C7BC}" srcId="{CE6CFCA0-C49C-4951-BE4A-2894AF7F0369}" destId="{21F9EB01-2DBC-4DE3-BF4F-D736561A8F50}" srcOrd="0" destOrd="0" parTransId="{8B03F53D-FC70-4946-AEAC-F84E888AD489}" sibTransId="{F4A9E490-2C33-4765-846D-F336D70D9E90}"/>
    <dgm:cxn modelId="{1571A2D1-05EA-4B5B-B142-2C28F67F5B86}" type="presParOf" srcId="{7B1E7C52-CF18-48B2-BB65-024F73E359D3}" destId="{EDBBB33F-27B5-48AE-A61C-C9DE23066AD1}" srcOrd="0" destOrd="0" presId="urn:microsoft.com/office/officeart/2005/8/layout/venn1"/>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0E6DF1C2-1746-482F-BF52-CD765E80A365}"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4E65984A-BA92-43D1-B9A2-B9086CB43038}">
      <dgm:prSet/>
      <dgm:spPr/>
      <dgm:t>
        <a:bodyPr/>
        <a:lstStyle/>
        <a:p>
          <a:pPr rtl="0"/>
          <a:r>
            <a:rPr lang="zh-CN" dirty="0"/>
            <a:t>事</a:t>
          </a:r>
        </a:p>
      </dgm:t>
    </dgm:pt>
    <dgm:pt modelId="{81728B8A-367F-45A7-8399-F1C3131B02C5}" type="parTrans" cxnId="{D4BAEDBC-6704-4ED8-83C9-D725DD67589D}">
      <dgm:prSet/>
      <dgm:spPr/>
      <dgm:t>
        <a:bodyPr/>
        <a:lstStyle/>
        <a:p>
          <a:endParaRPr lang="zh-CN" altLang="en-US"/>
        </a:p>
      </dgm:t>
    </dgm:pt>
    <dgm:pt modelId="{8E214BAF-A429-4BFC-AB47-111633C977F3}" type="sibTrans" cxnId="{D4BAEDBC-6704-4ED8-83C9-D725DD67589D}">
      <dgm:prSet/>
      <dgm:spPr/>
      <dgm:t>
        <a:bodyPr/>
        <a:lstStyle/>
        <a:p>
          <a:endParaRPr lang="zh-CN" altLang="en-US"/>
        </a:p>
      </dgm:t>
    </dgm:pt>
    <dgm:pt modelId="{171034FF-3396-4AA1-9482-05BACFB2D723}" type="pres">
      <dgm:prSet presAssocID="{0E6DF1C2-1746-482F-BF52-CD765E80A365}" presName="compositeShape" presStyleCnt="0">
        <dgm:presLayoutVars>
          <dgm:chMax val="7"/>
          <dgm:dir/>
          <dgm:resizeHandles val="exact"/>
        </dgm:presLayoutVars>
      </dgm:prSet>
      <dgm:spPr/>
    </dgm:pt>
    <dgm:pt modelId="{952DD290-D500-4BE9-9525-723274617DF1}" type="pres">
      <dgm:prSet presAssocID="{4E65984A-BA92-43D1-B9A2-B9086CB43038}" presName="circ1TxSh" presStyleLbl="vennNode1" presStyleIdx="0" presStyleCnt="1" custScaleX="120198" custLinFactNeighborX="-14727" custLinFactNeighborY="-12058"/>
      <dgm:spPr/>
    </dgm:pt>
  </dgm:ptLst>
  <dgm:cxnLst>
    <dgm:cxn modelId="{26421F06-E12A-4A71-9A97-72B7DE9FEF04}" type="presOf" srcId="{0E6DF1C2-1746-482F-BF52-CD765E80A365}" destId="{171034FF-3396-4AA1-9482-05BACFB2D723}" srcOrd="0" destOrd="0" presId="urn:microsoft.com/office/officeart/2005/8/layout/venn1"/>
    <dgm:cxn modelId="{F2C6241E-2A14-4898-A4A7-BD7A6FFA174F}" type="presOf" srcId="{4E65984A-BA92-43D1-B9A2-B9086CB43038}" destId="{952DD290-D500-4BE9-9525-723274617DF1}" srcOrd="0" destOrd="0" presId="urn:microsoft.com/office/officeart/2005/8/layout/venn1"/>
    <dgm:cxn modelId="{D4BAEDBC-6704-4ED8-83C9-D725DD67589D}" srcId="{0E6DF1C2-1746-482F-BF52-CD765E80A365}" destId="{4E65984A-BA92-43D1-B9A2-B9086CB43038}" srcOrd="0" destOrd="0" parTransId="{81728B8A-367F-45A7-8399-F1C3131B02C5}" sibTransId="{8E214BAF-A429-4BFC-AB47-111633C977F3}"/>
    <dgm:cxn modelId="{352E548F-942B-4981-A432-5B6584DAAF7E}" type="presParOf" srcId="{171034FF-3396-4AA1-9482-05BACFB2D723}" destId="{952DD290-D500-4BE9-9525-723274617DF1}" srcOrd="0" destOrd="0" presId="urn:microsoft.com/office/officeart/2005/8/layout/venn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8A5913D2-4896-41F8-9856-90C73F67022D}" type="doc">
      <dgm:prSet loTypeId="urn:microsoft.com/office/officeart/2005/8/layout/venn1" loCatId="relationship" qsTypeId="urn:microsoft.com/office/officeart/2005/8/quickstyle/simple1" qsCatId="simple" csTypeId="urn:microsoft.com/office/officeart/2005/8/colors/accent1_2" csCatId="accent1"/>
      <dgm:spPr/>
      <dgm:t>
        <a:bodyPr/>
        <a:lstStyle/>
        <a:p>
          <a:endParaRPr lang="zh-CN" altLang="en-US"/>
        </a:p>
      </dgm:t>
    </dgm:pt>
    <dgm:pt modelId="{A4DBE9E6-97EB-4725-A2C1-3C97D390DE6E}">
      <dgm:prSet/>
      <dgm:spPr/>
      <dgm:t>
        <a:bodyPr/>
        <a:lstStyle/>
        <a:p>
          <a:pPr rtl="0"/>
          <a:r>
            <a:rPr lang="zh-CN" dirty="0"/>
            <a:t>海</a:t>
          </a:r>
        </a:p>
      </dgm:t>
    </dgm:pt>
    <dgm:pt modelId="{87EAD260-81CC-4CA9-BBD7-8CAA53C41D5E}" type="parTrans" cxnId="{2B21FC62-6E7B-4E86-901F-C320E9329617}">
      <dgm:prSet/>
      <dgm:spPr/>
      <dgm:t>
        <a:bodyPr/>
        <a:lstStyle/>
        <a:p>
          <a:endParaRPr lang="zh-CN" altLang="en-US"/>
        </a:p>
      </dgm:t>
    </dgm:pt>
    <dgm:pt modelId="{E9DC61F2-79D8-4484-8E44-6794BC3940A2}" type="sibTrans" cxnId="{2B21FC62-6E7B-4E86-901F-C320E9329617}">
      <dgm:prSet/>
      <dgm:spPr/>
      <dgm:t>
        <a:bodyPr/>
        <a:lstStyle/>
        <a:p>
          <a:endParaRPr lang="zh-CN" altLang="en-US"/>
        </a:p>
      </dgm:t>
    </dgm:pt>
    <dgm:pt modelId="{6F917F00-94F3-4752-A2F0-5E137890CEB8}" type="pres">
      <dgm:prSet presAssocID="{8A5913D2-4896-41F8-9856-90C73F67022D}" presName="compositeShape" presStyleCnt="0">
        <dgm:presLayoutVars>
          <dgm:chMax val="7"/>
          <dgm:dir/>
          <dgm:resizeHandles val="exact"/>
        </dgm:presLayoutVars>
      </dgm:prSet>
      <dgm:spPr/>
    </dgm:pt>
    <dgm:pt modelId="{CD4B3101-F142-4E5E-B80A-8D9996F097C7}" type="pres">
      <dgm:prSet presAssocID="{A4DBE9E6-97EB-4725-A2C1-3C97D390DE6E}" presName="circ1TxSh" presStyleLbl="vennNode1" presStyleIdx="0" presStyleCnt="1" custLinFactNeighborX="-14286"/>
      <dgm:spPr/>
    </dgm:pt>
  </dgm:ptLst>
  <dgm:cxnLst>
    <dgm:cxn modelId="{A2CD053E-91C4-4133-BA12-1FFB123E405D}" type="presOf" srcId="{8A5913D2-4896-41F8-9856-90C73F67022D}" destId="{6F917F00-94F3-4752-A2F0-5E137890CEB8}" srcOrd="0" destOrd="0" presId="urn:microsoft.com/office/officeart/2005/8/layout/venn1"/>
    <dgm:cxn modelId="{2B21FC62-6E7B-4E86-901F-C320E9329617}" srcId="{8A5913D2-4896-41F8-9856-90C73F67022D}" destId="{A4DBE9E6-97EB-4725-A2C1-3C97D390DE6E}" srcOrd="0" destOrd="0" parTransId="{87EAD260-81CC-4CA9-BBD7-8CAA53C41D5E}" sibTransId="{E9DC61F2-79D8-4484-8E44-6794BC3940A2}"/>
    <dgm:cxn modelId="{9ED27145-FB9F-4DC4-9320-D112903AB400}" type="presOf" srcId="{A4DBE9E6-97EB-4725-A2C1-3C97D390DE6E}" destId="{CD4B3101-F142-4E5E-B80A-8D9996F097C7}" srcOrd="0" destOrd="0" presId="urn:microsoft.com/office/officeart/2005/8/layout/venn1"/>
    <dgm:cxn modelId="{BDCDFA8B-1628-4027-8CAB-61E34AEBDA32}" type="presParOf" srcId="{6F917F00-94F3-4752-A2F0-5E137890CEB8}" destId="{CD4B3101-F142-4E5E-B80A-8D9996F097C7}" srcOrd="0" destOrd="0" presId="urn:microsoft.com/office/officeart/2005/8/layout/venn1"/>
  </dgm:cxnLst>
  <dgm:bg/>
  <dgm:whole/>
  <dgm:extLst>
    <a:ext uri="http://schemas.microsoft.com/office/drawing/2008/diagram">
      <dsp:dataModelExt xmlns:dsp="http://schemas.microsoft.com/office/drawing/2008/diagram" relId="rId21"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737B5EC5-D0D2-4529-A675-2479ADB7512A}"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B9B3E140-8B8D-4175-BD94-00D1649702AA}">
      <dgm:prSet/>
      <dgm:spPr/>
      <dgm:t>
        <a:bodyPr/>
        <a:lstStyle/>
        <a:p>
          <a:pPr rtl="0"/>
          <a:r>
            <a:rPr lang="zh-CN" dirty="0"/>
            <a:t>大</a:t>
          </a:r>
        </a:p>
      </dgm:t>
    </dgm:pt>
    <dgm:pt modelId="{20CABB80-E645-4623-B0F5-082F1C9844C3}" type="parTrans" cxnId="{8C3AC8CF-CD5C-4961-B37E-08F0B762C53E}">
      <dgm:prSet/>
      <dgm:spPr/>
      <dgm:t>
        <a:bodyPr/>
        <a:lstStyle/>
        <a:p>
          <a:endParaRPr lang="zh-CN" altLang="en-US"/>
        </a:p>
      </dgm:t>
    </dgm:pt>
    <dgm:pt modelId="{64EA75C9-5C20-4191-8BF0-E6DA063D3386}" type="sibTrans" cxnId="{8C3AC8CF-CD5C-4961-B37E-08F0B762C53E}">
      <dgm:prSet/>
      <dgm:spPr/>
      <dgm:t>
        <a:bodyPr/>
        <a:lstStyle/>
        <a:p>
          <a:endParaRPr lang="zh-CN" altLang="en-US"/>
        </a:p>
      </dgm:t>
    </dgm:pt>
    <dgm:pt modelId="{4470F79F-6492-40EA-A900-0CDDBA36E791}" type="pres">
      <dgm:prSet presAssocID="{737B5EC5-D0D2-4529-A675-2479ADB7512A}" presName="compositeShape" presStyleCnt="0">
        <dgm:presLayoutVars>
          <dgm:chMax val="7"/>
          <dgm:dir/>
          <dgm:resizeHandles val="exact"/>
        </dgm:presLayoutVars>
      </dgm:prSet>
      <dgm:spPr/>
    </dgm:pt>
    <dgm:pt modelId="{6DAFA64C-DC3D-43CC-9306-9A83B9F4FF30}" type="pres">
      <dgm:prSet presAssocID="{B9B3E140-8B8D-4175-BD94-00D1649702AA}" presName="circ1TxSh" presStyleLbl="vennNode1" presStyleIdx="0" presStyleCnt="1" custScaleX="85044" custScaleY="76553"/>
      <dgm:spPr/>
    </dgm:pt>
  </dgm:ptLst>
  <dgm:cxnLst>
    <dgm:cxn modelId="{B416805B-5AEE-4AB3-9EED-42F1E0F613B7}" type="presOf" srcId="{B9B3E140-8B8D-4175-BD94-00D1649702AA}" destId="{6DAFA64C-DC3D-43CC-9306-9A83B9F4FF30}" srcOrd="0" destOrd="0" presId="urn:microsoft.com/office/officeart/2005/8/layout/venn1"/>
    <dgm:cxn modelId="{8C3AC8CF-CD5C-4961-B37E-08F0B762C53E}" srcId="{737B5EC5-D0D2-4529-A675-2479ADB7512A}" destId="{B9B3E140-8B8D-4175-BD94-00D1649702AA}" srcOrd="0" destOrd="0" parTransId="{20CABB80-E645-4623-B0F5-082F1C9844C3}" sibTransId="{64EA75C9-5C20-4191-8BF0-E6DA063D3386}"/>
    <dgm:cxn modelId="{3387E1F8-DF89-4048-9CC9-87CA7E047B37}" type="presOf" srcId="{737B5EC5-D0D2-4529-A675-2479ADB7512A}" destId="{4470F79F-6492-40EA-A900-0CDDBA36E791}" srcOrd="0" destOrd="0" presId="urn:microsoft.com/office/officeart/2005/8/layout/venn1"/>
    <dgm:cxn modelId="{06B901B3-F38E-4816-9200-B8CB1BE4080A}" type="presParOf" srcId="{4470F79F-6492-40EA-A900-0CDDBA36E791}" destId="{6DAFA64C-DC3D-43CC-9306-9A83B9F4FF30}" srcOrd="0" destOrd="0" presId="urn:microsoft.com/office/officeart/2005/8/layout/venn1"/>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AABD46EF-623D-4EC1-9905-9F9517C84035}" type="doc">
      <dgm:prSet loTypeId="urn:microsoft.com/office/officeart/2005/8/layout/venn1" loCatId="relationship" qsTypeId="urn:microsoft.com/office/officeart/2005/8/quickstyle/simple1" qsCatId="simple" csTypeId="urn:microsoft.com/office/officeart/2005/8/colors/accent1_2" csCatId="accent1" phldr="1"/>
      <dgm:spPr/>
      <dgm:t>
        <a:bodyPr/>
        <a:lstStyle/>
        <a:p>
          <a:endParaRPr lang="zh-CN" altLang="en-US"/>
        </a:p>
      </dgm:t>
    </dgm:pt>
    <dgm:pt modelId="{938154DC-7DEC-4435-8AEE-F287F60DA644}">
      <dgm:prSet/>
      <dgm:spPr/>
      <dgm:t>
        <a:bodyPr/>
        <a:lstStyle/>
        <a:p>
          <a:pPr rtl="0"/>
          <a:r>
            <a:rPr lang="zh-CN" dirty="0"/>
            <a:t>学</a:t>
          </a:r>
        </a:p>
      </dgm:t>
    </dgm:pt>
    <dgm:pt modelId="{6E033A8B-39BD-418D-B3E7-B46D3AA0ABB1}" type="parTrans" cxnId="{F8FB8444-3373-404C-9230-AE02F265EB7D}">
      <dgm:prSet/>
      <dgm:spPr/>
      <dgm:t>
        <a:bodyPr/>
        <a:lstStyle/>
        <a:p>
          <a:endParaRPr lang="zh-CN" altLang="en-US"/>
        </a:p>
      </dgm:t>
    </dgm:pt>
    <dgm:pt modelId="{2D1234A8-D610-4E36-A02B-729B238B8E3D}" type="sibTrans" cxnId="{F8FB8444-3373-404C-9230-AE02F265EB7D}">
      <dgm:prSet/>
      <dgm:spPr/>
      <dgm:t>
        <a:bodyPr/>
        <a:lstStyle/>
        <a:p>
          <a:endParaRPr lang="zh-CN" altLang="en-US"/>
        </a:p>
      </dgm:t>
    </dgm:pt>
    <dgm:pt modelId="{8A8110AF-7FCF-4E47-932E-B9CB33926204}" type="pres">
      <dgm:prSet presAssocID="{AABD46EF-623D-4EC1-9905-9F9517C84035}" presName="compositeShape" presStyleCnt="0">
        <dgm:presLayoutVars>
          <dgm:chMax val="7"/>
          <dgm:dir/>
          <dgm:resizeHandles val="exact"/>
        </dgm:presLayoutVars>
      </dgm:prSet>
      <dgm:spPr/>
    </dgm:pt>
    <dgm:pt modelId="{A319629E-037B-4B5B-8915-441F51FA60BC}" type="pres">
      <dgm:prSet presAssocID="{938154DC-7DEC-4435-8AEE-F287F60DA644}" presName="circ1TxSh" presStyleLbl="vennNode1" presStyleIdx="0" presStyleCnt="1" custScaleX="81447" custScaleY="119119" custLinFactNeighborY="12680"/>
      <dgm:spPr/>
    </dgm:pt>
  </dgm:ptLst>
  <dgm:cxnLst>
    <dgm:cxn modelId="{F8FB8444-3373-404C-9230-AE02F265EB7D}" srcId="{AABD46EF-623D-4EC1-9905-9F9517C84035}" destId="{938154DC-7DEC-4435-8AEE-F287F60DA644}" srcOrd="0" destOrd="0" parTransId="{6E033A8B-39BD-418D-B3E7-B46D3AA0ABB1}" sibTransId="{2D1234A8-D610-4E36-A02B-729B238B8E3D}"/>
    <dgm:cxn modelId="{61406DC7-43F1-44BC-B9D0-71F9B110048D}" type="presOf" srcId="{938154DC-7DEC-4435-8AEE-F287F60DA644}" destId="{A319629E-037B-4B5B-8915-441F51FA60BC}" srcOrd="0" destOrd="0" presId="urn:microsoft.com/office/officeart/2005/8/layout/venn1"/>
    <dgm:cxn modelId="{D94167DE-F04C-4C11-9AAC-5F68C4879521}" type="presOf" srcId="{AABD46EF-623D-4EC1-9905-9F9517C84035}" destId="{8A8110AF-7FCF-4E47-932E-B9CB33926204}" srcOrd="0" destOrd="0" presId="urn:microsoft.com/office/officeart/2005/8/layout/venn1"/>
    <dgm:cxn modelId="{B7AB5955-7519-4661-96BF-B2F2FAE9704F}" type="presParOf" srcId="{8A8110AF-7FCF-4E47-932E-B9CB33926204}" destId="{A319629E-037B-4B5B-8915-441F51FA60BC}" srcOrd="0" destOrd="0" presId="urn:microsoft.com/office/officeart/2005/8/layout/venn1"/>
  </dgm:cxnLst>
  <dgm:bg/>
  <dgm:whole/>
  <dgm:extLst>
    <a:ext uri="http://schemas.microsoft.com/office/drawing/2008/diagram">
      <dsp:dataModelExt xmlns:dsp="http://schemas.microsoft.com/office/drawing/2008/diagram" relId="rId31"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98E4D211-846D-4D21-A89B-FF88D097DE09}" type="doc">
      <dgm:prSet loTypeId="urn:microsoft.com/office/officeart/2005/8/layout/hierarchy3" loCatId="list" qsTypeId="urn:microsoft.com/office/officeart/2005/8/quickstyle/simple1" qsCatId="simple" csTypeId="urn:microsoft.com/office/officeart/2005/8/colors/accent1_2" csCatId="accent1" phldr="1"/>
      <dgm:spPr/>
      <dgm:t>
        <a:bodyPr/>
        <a:lstStyle/>
        <a:p>
          <a:endParaRPr lang="zh-CN" altLang="en-US"/>
        </a:p>
      </dgm:t>
    </dgm:pt>
    <dgm:pt modelId="{F71A8796-60D0-42F5-BF97-EFCA7150BF5B}">
      <dgm:prSet phldrT="[文本]"/>
      <dgm:spPr/>
      <dgm:t>
        <a:bodyPr/>
        <a:lstStyle/>
        <a:p>
          <a:pPr algn="ctr"/>
          <a:r>
            <a:rPr lang="zh-CN" altLang="en-US" b="1" dirty="0">
              <a:solidFill>
                <a:srgbClr val="0000FF"/>
              </a:solidFill>
              <a:latin typeface="黑体" pitchFamily="2" charset="-122"/>
              <a:ea typeface="黑体" pitchFamily="2" charset="-122"/>
            </a:rPr>
            <a:t>正定二次型</a:t>
          </a:r>
          <a:r>
            <a:rPr lang="en-US" altLang="zh-CN" b="1" i="1" dirty="0">
              <a:solidFill>
                <a:srgbClr val="0000FF"/>
              </a:solidFill>
              <a:latin typeface="黑体" pitchFamily="2" charset="-122"/>
              <a:ea typeface="黑体" pitchFamily="2" charset="-122"/>
            </a:rPr>
            <a:t>f=</a:t>
          </a:r>
          <a:r>
            <a:rPr lang="en-US" altLang="zh-CN" b="1" i="1" dirty="0" err="1">
              <a:solidFill>
                <a:srgbClr val="0000FF"/>
              </a:solidFill>
              <a:latin typeface="黑体" pitchFamily="2" charset="-122"/>
              <a:ea typeface="黑体" pitchFamily="2" charset="-122"/>
            </a:rPr>
            <a:t>x</a:t>
          </a:r>
          <a:r>
            <a:rPr lang="en-US" altLang="zh-CN" b="1" i="1" baseline="30000" dirty="0" err="1">
              <a:solidFill>
                <a:srgbClr val="0000FF"/>
              </a:solidFill>
              <a:latin typeface="黑体" pitchFamily="2" charset="-122"/>
              <a:ea typeface="黑体" pitchFamily="2" charset="-122"/>
            </a:rPr>
            <a:t>T</a:t>
          </a:r>
          <a:r>
            <a:rPr lang="en-US" altLang="zh-CN" b="1" i="1" dirty="0" err="1">
              <a:solidFill>
                <a:srgbClr val="0000FF"/>
              </a:solidFill>
              <a:latin typeface="黑体" pitchFamily="2" charset="-122"/>
              <a:ea typeface="黑体" pitchFamily="2" charset="-122"/>
            </a:rPr>
            <a:t>Ax</a:t>
          </a:r>
          <a:r>
            <a:rPr lang="en-US" altLang="zh-CN" b="1" i="1" dirty="0">
              <a:solidFill>
                <a:srgbClr val="0000FF"/>
              </a:solidFill>
              <a:latin typeface="黑体" pitchFamily="2" charset="-122"/>
              <a:ea typeface="黑体" pitchFamily="2" charset="-122"/>
            </a:rPr>
            <a:t>   /  </a:t>
          </a:r>
          <a:r>
            <a:rPr lang="en-US" altLang="zh-CN" b="1" i="1" dirty="0">
              <a:solidFill>
                <a:schemeClr val="bg1"/>
              </a:solidFill>
              <a:latin typeface="黑体" pitchFamily="2" charset="-122"/>
              <a:ea typeface="黑体" pitchFamily="2" charset="-122"/>
              <a:cs typeface="Times New Roman" panose="02020603050405020304" pitchFamily="18" charset="0"/>
            </a:rPr>
            <a:t>A</a:t>
          </a:r>
          <a:r>
            <a:rPr lang="zh-CN" altLang="en-US" b="1" dirty="0">
              <a:solidFill>
                <a:schemeClr val="bg1"/>
              </a:solidFill>
              <a:latin typeface="黑体" pitchFamily="2" charset="-122"/>
              <a:ea typeface="黑体" pitchFamily="2" charset="-122"/>
            </a:rPr>
            <a:t> 为</a:t>
          </a:r>
          <a:r>
            <a:rPr lang="zh-CN" altLang="en-US" b="1" dirty="0">
              <a:solidFill>
                <a:srgbClr val="FF0000"/>
              </a:solidFill>
              <a:latin typeface="黑体" pitchFamily="2" charset="-122"/>
              <a:ea typeface="黑体" pitchFamily="2" charset="-122"/>
            </a:rPr>
            <a:t>正定矩阵</a:t>
          </a:r>
          <a:endParaRPr lang="zh-CN" altLang="en-US" b="1" i="1" dirty="0">
            <a:solidFill>
              <a:srgbClr val="0000FF"/>
            </a:solidFill>
            <a:latin typeface="黑体" pitchFamily="2" charset="-122"/>
            <a:ea typeface="黑体" pitchFamily="2" charset="-122"/>
          </a:endParaRPr>
        </a:p>
      </dgm:t>
    </dgm:pt>
    <dgm:pt modelId="{D9D88DB7-06DA-465B-8AA7-5A924CB69828}" type="parTrans" cxnId="{5904442C-76BD-4F93-8D59-4A2F2CF9A913}">
      <dgm:prSet/>
      <dgm:spPr/>
      <dgm:t>
        <a:bodyPr/>
        <a:lstStyle/>
        <a:p>
          <a:pPr algn="l"/>
          <a:endParaRPr lang="zh-CN" altLang="en-US" b="1">
            <a:solidFill>
              <a:srgbClr val="0000FF"/>
            </a:solidFill>
            <a:latin typeface="黑体" pitchFamily="2" charset="-122"/>
            <a:ea typeface="黑体" pitchFamily="2" charset="-122"/>
          </a:endParaRPr>
        </a:p>
      </dgm:t>
    </dgm:pt>
    <dgm:pt modelId="{0293CC17-BEEF-4A62-8CE6-7E9E193FA4DB}" type="sibTrans" cxnId="{5904442C-76BD-4F93-8D59-4A2F2CF9A913}">
      <dgm:prSet/>
      <dgm:spPr/>
      <dgm:t>
        <a:bodyPr/>
        <a:lstStyle/>
        <a:p>
          <a:pPr algn="l"/>
          <a:endParaRPr lang="zh-CN" altLang="en-US" b="1">
            <a:solidFill>
              <a:srgbClr val="0000FF"/>
            </a:solidFill>
            <a:latin typeface="黑体" pitchFamily="2" charset="-122"/>
            <a:ea typeface="黑体" pitchFamily="2" charset="-122"/>
          </a:endParaRPr>
        </a:p>
      </dgm:t>
    </dgm:pt>
    <dgm:pt modelId="{B9F6ABBD-712E-4CAD-9BF4-5AD8089767AC}">
      <dgm:prSet custT="1"/>
      <dgm:spPr/>
      <dgm:t>
        <a:bodyPr/>
        <a:lstStyle/>
        <a:p>
          <a:pPr algn="l"/>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zh-CN" sz="1600" b="1" dirty="0">
              <a:solidFill>
                <a:srgbClr val="FF0000"/>
              </a:solidFill>
              <a:latin typeface="黑体" pitchFamily="2" charset="-122"/>
              <a:ea typeface="黑体" pitchFamily="2" charset="-122"/>
            </a:rPr>
            <a:t>正惯性指数</a:t>
          </a:r>
          <a:r>
            <a:rPr lang="zh-CN" altLang="zh-CN" sz="1600" b="1" dirty="0">
              <a:solidFill>
                <a:schemeClr val="bg1"/>
              </a:solidFill>
              <a:latin typeface="黑体" pitchFamily="2" charset="-122"/>
              <a:ea typeface="黑体" pitchFamily="2" charset="-122"/>
            </a:rPr>
            <a:t>为</a:t>
          </a:r>
          <a:r>
            <a:rPr lang="en-US" altLang="zh-CN" sz="1600" b="1" dirty="0">
              <a:solidFill>
                <a:schemeClr val="bg1"/>
              </a:solidFill>
              <a:latin typeface="黑体" pitchFamily="2" charset="-122"/>
              <a:ea typeface="黑体" pitchFamily="2" charset="-122"/>
            </a:rPr>
            <a:t> </a:t>
          </a:r>
          <a:r>
            <a:rPr lang="en-US" altLang="zh-CN" sz="1600" b="1" i="1" dirty="0">
              <a:solidFill>
                <a:srgbClr val="FF0000"/>
              </a:solidFill>
              <a:latin typeface="黑体" pitchFamily="2" charset="-122"/>
              <a:ea typeface="黑体" pitchFamily="2" charset="-122"/>
              <a:cs typeface="Times New Roman" panose="02020603050405020304" pitchFamily="18" charset="0"/>
            </a:rPr>
            <a:t>n</a:t>
          </a:r>
          <a:r>
            <a:rPr lang="zh-CN" altLang="en-US" sz="1600" b="1" dirty="0">
              <a:latin typeface="黑体" pitchFamily="2" charset="-122"/>
              <a:ea typeface="黑体" pitchFamily="2" charset="-122"/>
              <a:cs typeface="Times New Roman" panose="02020603050405020304" pitchFamily="18" charset="0"/>
            </a:rPr>
            <a:t>；</a:t>
          </a:r>
        </a:p>
      </dgm:t>
    </dgm:pt>
    <dgm:pt modelId="{240EC2DF-6813-4CEC-869A-B6EC72344287}" type="parTrans" cxnId="{A7FE3B5B-69C9-4347-AFF6-E30E7DEA1DD4}">
      <dgm:prSet/>
      <dgm:spPr/>
      <dgm:t>
        <a:bodyPr/>
        <a:lstStyle/>
        <a:p>
          <a:pPr algn="l"/>
          <a:endParaRPr lang="zh-CN" altLang="en-US" b="1">
            <a:latin typeface="黑体" pitchFamily="2" charset="-122"/>
            <a:ea typeface="黑体" pitchFamily="2" charset="-122"/>
          </a:endParaRPr>
        </a:p>
      </dgm:t>
    </dgm:pt>
    <dgm:pt modelId="{732F8A9F-1770-408B-8E9A-7D91DA9E0F7A}" type="sibTrans" cxnId="{A7FE3B5B-69C9-4347-AFF6-E30E7DEA1DD4}">
      <dgm:prSet/>
      <dgm:spPr/>
      <dgm:t>
        <a:bodyPr/>
        <a:lstStyle/>
        <a:p>
          <a:pPr algn="l"/>
          <a:endParaRPr lang="zh-CN" altLang="en-US"/>
        </a:p>
      </dgm:t>
    </dgm:pt>
    <dgm:pt modelId="{74D88EC8-D4C5-478B-961C-622E802C0E58}">
      <dgm:prSet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dirty="0">
              <a:solidFill>
                <a:schemeClr val="bg1"/>
              </a:solidFill>
              <a:latin typeface="黑体" pitchFamily="2" charset="-122"/>
              <a:ea typeface="黑体" pitchFamily="2" charset="-122"/>
              <a:cs typeface="Times New Roman" panose="02020603050405020304" pitchFamily="18" charset="0"/>
            </a:rPr>
            <a:t>：</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zh-CN" sz="1600" b="1" dirty="0">
              <a:solidFill>
                <a:srgbClr val="FF0000"/>
              </a:solidFill>
              <a:latin typeface="黑体" pitchFamily="2" charset="-122"/>
              <a:ea typeface="黑体" pitchFamily="2" charset="-122"/>
            </a:rPr>
            <a:t>特征值</a:t>
          </a:r>
          <a:r>
            <a:rPr lang="zh-CN" altLang="zh-CN" sz="1600" b="1" dirty="0">
              <a:solidFill>
                <a:schemeClr val="bg1"/>
              </a:solidFill>
              <a:latin typeface="黑体" pitchFamily="2" charset="-122"/>
              <a:ea typeface="黑体" pitchFamily="2" charset="-122"/>
            </a:rPr>
            <a:t>全</a:t>
          </a:r>
          <a:r>
            <a:rPr lang="en-US" altLang="zh-CN" sz="1600" b="1" dirty="0">
              <a:solidFill>
                <a:srgbClr val="FF0000"/>
              </a:solidFill>
              <a:latin typeface="黑体" pitchFamily="2" charset="-122"/>
              <a:ea typeface="黑体" pitchFamily="2" charset="-122"/>
              <a:cs typeface="Times New Roman"/>
            </a:rPr>
            <a:t>&gt;</a:t>
          </a:r>
          <a:r>
            <a:rPr lang="en-US" altLang="zh-CN" sz="1600" b="1" i="1" dirty="0">
              <a:solidFill>
                <a:srgbClr val="FF0000"/>
              </a:solidFill>
              <a:latin typeface="黑体" pitchFamily="2" charset="-122"/>
              <a:ea typeface="黑体" pitchFamily="2" charset="-122"/>
              <a:cs typeface="Times New Roman"/>
            </a:rPr>
            <a:t>0</a:t>
          </a:r>
          <a:endParaRPr lang="zh-CN" altLang="en-US" sz="1600" b="1" dirty="0">
            <a:latin typeface="黑体" pitchFamily="2" charset="-122"/>
            <a:ea typeface="黑体" pitchFamily="2" charset="-122"/>
          </a:endParaRPr>
        </a:p>
      </dgm:t>
    </dgm:pt>
    <dgm:pt modelId="{C9625EFA-1408-4438-892F-3DBEEE6F8194}" type="parTrans" cxnId="{F190F4CF-1ECF-468F-B6B7-5A687F607C2F}">
      <dgm:prSet/>
      <dgm:spPr/>
      <dgm:t>
        <a:bodyPr/>
        <a:lstStyle/>
        <a:p>
          <a:pPr algn="l"/>
          <a:endParaRPr lang="zh-CN" altLang="en-US" b="1">
            <a:latin typeface="黑体" pitchFamily="2" charset="-122"/>
            <a:ea typeface="黑体" pitchFamily="2" charset="-122"/>
          </a:endParaRPr>
        </a:p>
      </dgm:t>
    </dgm:pt>
    <dgm:pt modelId="{67871ED6-38BC-4809-A719-71612A844E50}" type="sibTrans" cxnId="{F190F4CF-1ECF-468F-B6B7-5A687F607C2F}">
      <dgm:prSet/>
      <dgm:spPr/>
      <dgm:t>
        <a:bodyPr/>
        <a:lstStyle/>
        <a:p>
          <a:pPr algn="l"/>
          <a:endParaRPr lang="zh-CN" altLang="en-US"/>
        </a:p>
      </dgm:t>
    </dgm:pt>
    <dgm:pt modelId="{FC16AC34-A368-40B5-A4DF-BB896BA61DC3}">
      <dgm:prSet custT="1"/>
      <dgm:spPr/>
      <dgm:t>
        <a:bodyPr/>
        <a:lstStyle/>
        <a:p>
          <a:pPr algn="l"/>
          <a:r>
            <a:rPr lang="zh-CN" altLang="zh-CN" sz="1600" b="1" dirty="0">
              <a:solidFill>
                <a:schemeClr val="bg1"/>
              </a:solidFill>
              <a:latin typeface="黑体" pitchFamily="2" charset="-122"/>
              <a:ea typeface="黑体" pitchFamily="2" charset="-122"/>
            </a:rPr>
            <a:t>存在</a:t>
          </a:r>
          <a:r>
            <a:rPr lang="zh-CN" altLang="en-US" sz="1600" b="1" dirty="0">
              <a:solidFill>
                <a:srgbClr val="FF0000"/>
              </a:solidFill>
              <a:latin typeface="黑体" pitchFamily="2" charset="-122"/>
              <a:ea typeface="黑体" pitchFamily="2" charset="-122"/>
            </a:rPr>
            <a:t>可逆</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Q</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 </a:t>
          </a:r>
          <a:r>
            <a:rPr lang="en-US" altLang="zh-CN" sz="1600" b="1" i="1" dirty="0">
              <a:solidFill>
                <a:srgbClr val="FF0000"/>
              </a:solidFill>
              <a:latin typeface="黑体" pitchFamily="2" charset="-122"/>
              <a:ea typeface="黑体" pitchFamily="2" charset="-122"/>
              <a:cs typeface="Times New Roman" panose="02020603050405020304" pitchFamily="18" charset="0"/>
            </a:rPr>
            <a:t>Q</a:t>
          </a:r>
          <a:r>
            <a:rPr lang="en-US" altLang="zh-CN" sz="1600" b="1" i="1"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dirty="0">
              <a:solidFill>
                <a:srgbClr val="FF0000"/>
              </a:solidFill>
              <a:latin typeface="黑体" pitchFamily="2" charset="-122"/>
              <a:ea typeface="黑体" pitchFamily="2" charset="-122"/>
              <a:cs typeface="Times New Roman" panose="02020603050405020304" pitchFamily="18" charset="0"/>
            </a:rPr>
            <a:t>AQ=E</a:t>
          </a:r>
          <a:r>
            <a:rPr lang="zh-CN" altLang="en-US" sz="1600" b="1" i="0" dirty="0">
              <a:solidFill>
                <a:schemeClr val="bg1"/>
              </a:solidFill>
              <a:latin typeface="黑体" pitchFamily="2" charset="-122"/>
              <a:ea typeface="黑体" pitchFamily="2" charset="-122"/>
              <a:cs typeface="Times New Roman" panose="02020603050405020304" pitchFamily="18" charset="0"/>
            </a:rPr>
            <a:t>即</a:t>
          </a:r>
          <a:r>
            <a:rPr lang="en-US" altLang="zh-CN" sz="1600" b="1" i="1" dirty="0">
              <a:solidFill>
                <a:srgbClr val="FF0000"/>
              </a:solidFill>
              <a:latin typeface="黑体" pitchFamily="2" charset="-122"/>
              <a:ea typeface="黑体" pitchFamily="2" charset="-122"/>
              <a:cs typeface="Times New Roman" panose="02020603050405020304" pitchFamily="18" charset="0"/>
            </a:rPr>
            <a:t>A</a:t>
          </a:r>
          <a:r>
            <a:rPr lang="zh-CN" altLang="en-US" sz="1600" b="1" i="0" dirty="0">
              <a:solidFill>
                <a:srgbClr val="FF0000"/>
              </a:solidFill>
              <a:latin typeface="黑体" pitchFamily="2" charset="-122"/>
              <a:ea typeface="黑体" pitchFamily="2" charset="-122"/>
              <a:cs typeface="Times New Roman" panose="02020603050405020304" pitchFamily="18" charset="0"/>
            </a:rPr>
            <a:t>与</a:t>
          </a:r>
          <a:r>
            <a:rPr lang="en-US" altLang="zh-CN" sz="1600" b="1" i="1" dirty="0">
              <a:solidFill>
                <a:srgbClr val="FF0000"/>
              </a:solidFill>
              <a:latin typeface="黑体" pitchFamily="2" charset="-122"/>
              <a:ea typeface="黑体" pitchFamily="2" charset="-122"/>
              <a:cs typeface="Times New Roman" panose="02020603050405020304" pitchFamily="18" charset="0"/>
            </a:rPr>
            <a:t>E</a:t>
          </a:r>
          <a:r>
            <a:rPr lang="zh-CN" altLang="en-US" sz="1600" b="1" i="0" dirty="0">
              <a:solidFill>
                <a:srgbClr val="FF0000"/>
              </a:solidFill>
              <a:latin typeface="黑体" pitchFamily="2" charset="-122"/>
              <a:ea typeface="黑体" pitchFamily="2" charset="-122"/>
              <a:cs typeface="Times New Roman" panose="02020603050405020304" pitchFamily="18" charset="0"/>
            </a:rPr>
            <a:t>合同</a:t>
          </a:r>
          <a:r>
            <a:rPr lang="en-US" altLang="zh-CN" sz="1600" b="1" i="0" dirty="0">
              <a:solidFill>
                <a:schemeClr val="bg1"/>
              </a:solidFill>
              <a:latin typeface="黑体" pitchFamily="2" charset="-122"/>
              <a:ea typeface="黑体" pitchFamily="2" charset="-122"/>
            </a:rPr>
            <a:t> </a:t>
          </a:r>
          <a:endParaRPr lang="zh-CN" altLang="en-US" sz="1600" b="1" i="0" dirty="0">
            <a:solidFill>
              <a:schemeClr val="bg1"/>
            </a:solidFill>
            <a:latin typeface="黑体" pitchFamily="2" charset="-122"/>
            <a:ea typeface="黑体" pitchFamily="2" charset="-122"/>
          </a:endParaRPr>
        </a:p>
      </dgm:t>
    </dgm:pt>
    <dgm:pt modelId="{AAB323CA-FD4C-4DE8-8D4D-22D4FC09DDC9}" type="parTrans" cxnId="{59DA0E55-FE07-437E-9969-9FE70B9B52C1}">
      <dgm:prSet/>
      <dgm:spPr/>
      <dgm:t>
        <a:bodyPr/>
        <a:lstStyle/>
        <a:p>
          <a:pPr algn="l"/>
          <a:endParaRPr lang="zh-CN" altLang="en-US" b="1">
            <a:latin typeface="黑体" pitchFamily="2" charset="-122"/>
            <a:ea typeface="黑体" pitchFamily="2" charset="-122"/>
          </a:endParaRPr>
        </a:p>
      </dgm:t>
    </dgm:pt>
    <dgm:pt modelId="{9BF90C9C-ABF0-4B40-8379-225ECDC57AE2}" type="sibTrans" cxnId="{59DA0E55-FE07-437E-9969-9FE70B9B52C1}">
      <dgm:prSet/>
      <dgm:spPr/>
      <dgm:t>
        <a:bodyPr/>
        <a:lstStyle/>
        <a:p>
          <a:pPr algn="l"/>
          <a:endParaRPr lang="zh-CN" altLang="en-US"/>
        </a:p>
      </dgm:t>
    </dgm:pt>
    <dgm:pt modelId="{7FB511A5-CA05-4873-8A30-28981858F8BD}">
      <dgm:prSet custT="1"/>
      <dgm:spPr/>
      <dgm:t>
        <a:bodyPr/>
        <a:lstStyle/>
        <a:p>
          <a:pPr algn="l"/>
          <a:r>
            <a:rPr lang="zh-CN" altLang="zh-CN" sz="1600" b="1" dirty="0">
              <a:solidFill>
                <a:schemeClr val="bg1"/>
              </a:solidFill>
              <a:latin typeface="黑体" pitchFamily="2" charset="-122"/>
              <a:ea typeface="黑体" pitchFamily="2" charset="-122"/>
            </a:rPr>
            <a:t>存在</a:t>
          </a:r>
          <a:r>
            <a:rPr lang="zh-CN" altLang="zh-CN" sz="1600" b="1" dirty="0">
              <a:solidFill>
                <a:srgbClr val="FF0000"/>
              </a:solidFill>
              <a:latin typeface="黑体" pitchFamily="2" charset="-122"/>
              <a:ea typeface="黑体" pitchFamily="2" charset="-122"/>
            </a:rPr>
            <a:t>正定</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B</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en-US" altLang="zh-CN" sz="1600" b="1" i="1" dirty="0">
              <a:solidFill>
                <a:srgbClr val="FF0000"/>
              </a:solidFill>
              <a:latin typeface="黑体" pitchFamily="2" charset="-122"/>
              <a:ea typeface="黑体" pitchFamily="2" charset="-122"/>
              <a:cs typeface="Times New Roman" panose="02020603050405020304" pitchFamily="18" charset="0"/>
            </a:rPr>
            <a:t>B</a:t>
          </a:r>
          <a:r>
            <a:rPr lang="en-US" altLang="zh-CN" sz="1600" b="1" baseline="30000" dirty="0">
              <a:solidFill>
                <a:srgbClr val="FF0000"/>
              </a:solidFill>
              <a:latin typeface="黑体" pitchFamily="2" charset="-122"/>
              <a:ea typeface="黑体" pitchFamily="2" charset="-122"/>
              <a:cs typeface="Times New Roman" panose="02020603050405020304" pitchFamily="18" charset="0"/>
            </a:rPr>
            <a:t>2</a:t>
          </a:r>
          <a:r>
            <a:rPr lang="en-US" altLang="zh-CN" sz="1600" b="1" dirty="0">
              <a:solidFill>
                <a:srgbClr val="FF0000"/>
              </a:solidFill>
              <a:latin typeface="黑体" pitchFamily="2" charset="-122"/>
              <a:ea typeface="黑体" pitchFamily="2" charset="-122"/>
            </a:rPr>
            <a:t> </a:t>
          </a:r>
          <a:endParaRPr lang="zh-CN" altLang="en-US" sz="1600" b="1" dirty="0">
            <a:solidFill>
              <a:srgbClr val="FF0000"/>
            </a:solidFill>
            <a:latin typeface="黑体" pitchFamily="2" charset="-122"/>
            <a:ea typeface="黑体" pitchFamily="2" charset="-122"/>
          </a:endParaRPr>
        </a:p>
      </dgm:t>
    </dgm:pt>
    <dgm:pt modelId="{19417D7C-F889-47A4-9F1D-FFA98DE614CF}" type="parTrans" cxnId="{1E5E5F37-0FB5-4FEE-9A9A-5DEFAB201368}">
      <dgm:prSet/>
      <dgm:spPr/>
      <dgm:t>
        <a:bodyPr/>
        <a:lstStyle/>
        <a:p>
          <a:pPr algn="l"/>
          <a:endParaRPr lang="zh-CN" altLang="en-US" b="1">
            <a:latin typeface="黑体" pitchFamily="2" charset="-122"/>
            <a:ea typeface="黑体" pitchFamily="2" charset="-122"/>
          </a:endParaRPr>
        </a:p>
      </dgm:t>
    </dgm:pt>
    <dgm:pt modelId="{A7818B97-A85F-447E-9775-1D28017C82D9}" type="sibTrans" cxnId="{1E5E5F37-0FB5-4FEE-9A9A-5DEFAB201368}">
      <dgm:prSet/>
      <dgm:spPr/>
      <dgm:t>
        <a:bodyPr/>
        <a:lstStyle/>
        <a:p>
          <a:pPr algn="l"/>
          <a:endParaRPr lang="zh-CN" altLang="en-US"/>
        </a:p>
      </dgm:t>
    </dgm:pt>
    <dgm:pt modelId="{3E2B0DDB-F6FC-4C6E-B880-54F802BA350D}">
      <dgm:prSet custT="1"/>
      <dgm:spPr/>
      <dgm:t>
        <a:bodyPr/>
        <a:lstStyle/>
        <a:p>
          <a:pPr algn="l"/>
          <a:r>
            <a:rPr lang="zh-CN" altLang="en-US" sz="1600" b="1" u="sng" dirty="0">
              <a:solidFill>
                <a:schemeClr val="bg1"/>
              </a:solidFill>
              <a:latin typeface="黑体" pitchFamily="2" charset="-122"/>
              <a:ea typeface="黑体" pitchFamily="2" charset="-122"/>
            </a:rPr>
            <a:t>定义法</a:t>
          </a:r>
          <a:r>
            <a:rPr lang="zh-CN" altLang="en-US" sz="1600" b="1" dirty="0">
              <a:solidFill>
                <a:schemeClr val="bg1"/>
              </a:solidFill>
              <a:latin typeface="黑体" pitchFamily="2" charset="-122"/>
              <a:ea typeface="黑体" pitchFamily="2" charset="-122"/>
            </a:rPr>
            <a:t>：对任意</a:t>
          </a:r>
          <a:r>
            <a:rPr lang="en-US" altLang="zh-CN" sz="1600" b="1" i="1" dirty="0">
              <a:solidFill>
                <a:schemeClr val="bg1"/>
              </a:solidFill>
              <a:latin typeface="黑体" pitchFamily="2" charset="-122"/>
              <a:ea typeface="黑体" pitchFamily="2" charset="-122"/>
            </a:rPr>
            <a:t>x∈R</a:t>
          </a:r>
          <a:r>
            <a:rPr lang="en-US" altLang="zh-CN" sz="1600" b="1" i="1" baseline="30000" dirty="0">
              <a:solidFill>
                <a:schemeClr val="bg1"/>
              </a:solidFill>
              <a:latin typeface="黑体" pitchFamily="2" charset="-122"/>
              <a:ea typeface="黑体" pitchFamily="2" charset="-122"/>
            </a:rPr>
            <a:t>n</a:t>
          </a:r>
          <a:r>
            <a:rPr lang="en-US" altLang="zh-CN" sz="1600" b="1" i="1" baseline="0" dirty="0">
              <a:solidFill>
                <a:schemeClr val="bg1"/>
              </a:solidFill>
              <a:latin typeface="黑体" pitchFamily="2" charset="-122"/>
              <a:ea typeface="黑体" pitchFamily="2" charset="-122"/>
            </a:rPr>
            <a:t>,</a:t>
          </a:r>
          <a:r>
            <a:rPr lang="en-US" altLang="zh-CN" sz="1600" b="1" i="1" dirty="0">
              <a:solidFill>
                <a:schemeClr val="bg1"/>
              </a:solidFill>
              <a:latin typeface="黑体" pitchFamily="2" charset="-122"/>
              <a:ea typeface="黑体" pitchFamily="2" charset="-122"/>
            </a:rPr>
            <a:t>x</a:t>
          </a:r>
          <a:r>
            <a:rPr lang="en-US" altLang="zh-CN" sz="1600" b="1" i="1" baseline="0" dirty="0">
              <a:solidFill>
                <a:schemeClr val="bg1"/>
              </a:solidFill>
              <a:latin typeface="黑体" pitchFamily="2" charset="-122"/>
              <a:ea typeface="黑体" pitchFamily="2" charset="-122"/>
            </a:rPr>
            <a:t>≠0</a:t>
          </a:r>
          <a:r>
            <a:rPr lang="zh-CN" altLang="en-US" sz="1600" b="1" dirty="0">
              <a:solidFill>
                <a:schemeClr val="bg1"/>
              </a:solidFill>
              <a:latin typeface="黑体" pitchFamily="2" charset="-122"/>
              <a:ea typeface="黑体" pitchFamily="2" charset="-122"/>
            </a:rPr>
            <a:t>，恒有</a:t>
          </a:r>
          <a:r>
            <a:rPr lang="en-US" altLang="zh-CN" sz="1600" b="1" i="1" dirty="0">
              <a:solidFill>
                <a:srgbClr val="FF0000"/>
              </a:solidFill>
              <a:latin typeface="黑体" pitchFamily="2" charset="-122"/>
              <a:ea typeface="黑体" pitchFamily="2" charset="-122"/>
            </a:rPr>
            <a:t>f=</a:t>
          </a:r>
          <a:r>
            <a:rPr lang="en-US" altLang="zh-CN" sz="1600" b="1" i="1" dirty="0" err="1">
              <a:solidFill>
                <a:srgbClr val="FF0000"/>
              </a:solidFill>
              <a:latin typeface="黑体" pitchFamily="2" charset="-122"/>
              <a:ea typeface="黑体" pitchFamily="2" charset="-122"/>
            </a:rPr>
            <a:t>x</a:t>
          </a:r>
          <a:r>
            <a:rPr lang="en-US" altLang="zh-CN" sz="1600" b="1" i="1" baseline="30000" dirty="0" err="1">
              <a:solidFill>
                <a:srgbClr val="FF0000"/>
              </a:solidFill>
              <a:latin typeface="黑体" pitchFamily="2" charset="-122"/>
              <a:ea typeface="黑体" pitchFamily="2" charset="-122"/>
            </a:rPr>
            <a:t>T</a:t>
          </a:r>
          <a:r>
            <a:rPr lang="en-US" altLang="zh-CN" sz="1600" b="1" i="1" dirty="0" err="1">
              <a:solidFill>
                <a:srgbClr val="FF0000"/>
              </a:solidFill>
              <a:latin typeface="黑体" pitchFamily="2" charset="-122"/>
              <a:ea typeface="黑体" pitchFamily="2" charset="-122"/>
            </a:rPr>
            <a:t>Ax</a:t>
          </a:r>
          <a:r>
            <a:rPr lang="en-US" altLang="zh-CN" sz="1600" b="1" i="1" dirty="0">
              <a:solidFill>
                <a:srgbClr val="FF0000"/>
              </a:solidFill>
              <a:latin typeface="黑体" pitchFamily="2" charset="-122"/>
              <a:ea typeface="黑体" pitchFamily="2" charset="-122"/>
            </a:rPr>
            <a:t> </a:t>
          </a:r>
          <a:r>
            <a:rPr lang="en-US" altLang="zh-CN" sz="1600" b="1" i="0" dirty="0">
              <a:solidFill>
                <a:srgbClr val="FF0000"/>
              </a:solidFill>
              <a:latin typeface="黑体" pitchFamily="2" charset="-122"/>
              <a:ea typeface="黑体" pitchFamily="2" charset="-122"/>
            </a:rPr>
            <a:t>&gt;</a:t>
          </a:r>
          <a:r>
            <a:rPr lang="en-US" altLang="zh-CN" sz="1600" b="1" i="1" dirty="0">
              <a:solidFill>
                <a:srgbClr val="FF0000"/>
              </a:solidFill>
              <a:latin typeface="黑体" pitchFamily="2" charset="-122"/>
              <a:ea typeface="黑体" pitchFamily="2" charset="-122"/>
            </a:rPr>
            <a:t>0</a:t>
          </a:r>
          <a:endParaRPr lang="zh-CN" altLang="en-US" sz="1600" b="1" dirty="0">
            <a:solidFill>
              <a:srgbClr val="FF0000"/>
            </a:solidFill>
            <a:latin typeface="黑体" pitchFamily="2" charset="-122"/>
            <a:ea typeface="黑体" pitchFamily="2" charset="-122"/>
          </a:endParaRPr>
        </a:p>
      </dgm:t>
    </dgm:pt>
    <dgm:pt modelId="{BD51E3FE-5CD1-420E-893F-71E2F249C87D}" type="parTrans" cxnId="{29544E1A-CF3F-41C1-92CE-426FEA8825C7}">
      <dgm:prSet/>
      <dgm:spPr/>
      <dgm:t>
        <a:bodyPr/>
        <a:lstStyle/>
        <a:p>
          <a:pPr algn="l"/>
          <a:endParaRPr lang="zh-CN" altLang="en-US" b="1">
            <a:latin typeface="黑体" pitchFamily="2" charset="-122"/>
            <a:ea typeface="黑体" pitchFamily="2" charset="-122"/>
          </a:endParaRPr>
        </a:p>
      </dgm:t>
    </dgm:pt>
    <dgm:pt modelId="{49675BC0-8AE5-40B0-854D-458CF78E695D}" type="sibTrans" cxnId="{29544E1A-CF3F-41C1-92CE-426FEA8825C7}">
      <dgm:prSet/>
      <dgm:spPr/>
      <dgm:t>
        <a:bodyPr/>
        <a:lstStyle/>
        <a:p>
          <a:pPr algn="l"/>
          <a:endParaRPr lang="zh-CN" altLang="en-US"/>
        </a:p>
      </dgm:t>
    </dgm:pt>
    <dgm:pt modelId="{09E041A7-32C0-4ACB-8C99-1A11EAC73ADB}">
      <dgm:prSet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dirty="0">
              <a:solidFill>
                <a:schemeClr val="bg1"/>
              </a:solidFill>
              <a:latin typeface="黑体" pitchFamily="2" charset="-122"/>
              <a:ea typeface="黑体" pitchFamily="2" charset="-122"/>
              <a:cs typeface="Times New Roman" panose="02020603050405020304" pitchFamily="18" charset="0"/>
            </a:rPr>
            <a:t>：</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en-US" sz="1600" b="1" dirty="0">
              <a:solidFill>
                <a:schemeClr val="bg1"/>
              </a:solidFill>
              <a:latin typeface="黑体" pitchFamily="2" charset="-122"/>
              <a:ea typeface="黑体" pitchFamily="2" charset="-122"/>
              <a:cs typeface="Times New Roman" panose="02020603050405020304" pitchFamily="18" charset="0"/>
            </a:rPr>
            <a:t>的</a:t>
          </a:r>
          <a:r>
            <a:rPr lang="zh-CN" altLang="en-US" sz="1600" b="1" dirty="0">
              <a:solidFill>
                <a:srgbClr val="FF0000"/>
              </a:solidFill>
              <a:latin typeface="黑体" pitchFamily="2" charset="-122"/>
              <a:ea typeface="黑体" pitchFamily="2" charset="-122"/>
              <a:cs typeface="Times New Roman" panose="02020603050405020304" pitchFamily="18" charset="0"/>
            </a:rPr>
            <a:t>各阶</a:t>
          </a:r>
          <a:r>
            <a:rPr lang="zh-CN" altLang="en-US" sz="1600" b="1" dirty="0">
              <a:solidFill>
                <a:schemeClr val="bg1"/>
              </a:solidFill>
              <a:latin typeface="黑体" pitchFamily="2" charset="-122"/>
              <a:ea typeface="黑体" pitchFamily="2" charset="-122"/>
              <a:cs typeface="Times New Roman" panose="02020603050405020304" pitchFamily="18" charset="0"/>
            </a:rPr>
            <a:t>顺序主子</a:t>
          </a:r>
          <a:r>
            <a:rPr lang="zh-CN" altLang="zh-CN" sz="1600" b="1" dirty="0">
              <a:solidFill>
                <a:schemeClr val="bg1"/>
              </a:solidFill>
              <a:latin typeface="黑体" pitchFamily="2" charset="-122"/>
              <a:ea typeface="黑体" pitchFamily="2" charset="-122"/>
              <a:cs typeface="Times New Roman"/>
            </a:rPr>
            <a:t>式都</a:t>
          </a:r>
          <a:r>
            <a:rPr lang="en-US" altLang="zh-CN" sz="1600" b="1" dirty="0">
              <a:solidFill>
                <a:srgbClr val="FF0000"/>
              </a:solidFill>
              <a:latin typeface="黑体" pitchFamily="2" charset="-122"/>
              <a:ea typeface="黑体" pitchFamily="2" charset="-122"/>
              <a:cs typeface="Times New Roman"/>
            </a:rPr>
            <a:t> &gt;</a:t>
          </a:r>
          <a:r>
            <a:rPr lang="en-US" altLang="zh-CN" sz="1600" b="1" i="1" dirty="0">
              <a:solidFill>
                <a:srgbClr val="FF0000"/>
              </a:solidFill>
              <a:latin typeface="黑体" pitchFamily="2" charset="-122"/>
              <a:ea typeface="黑体" pitchFamily="2" charset="-122"/>
              <a:cs typeface="Times New Roman"/>
            </a:rPr>
            <a:t>0</a:t>
          </a:r>
          <a:endParaRPr lang="zh-CN" altLang="en-US" sz="1600" b="1" i="1" dirty="0">
            <a:latin typeface="黑体" pitchFamily="2" charset="-122"/>
            <a:ea typeface="黑体" pitchFamily="2" charset="-122"/>
          </a:endParaRPr>
        </a:p>
      </dgm:t>
    </dgm:pt>
    <dgm:pt modelId="{ECA02986-30B7-4A6F-9308-60F9896572D1}" type="parTrans" cxnId="{D96C611D-8F54-4105-B763-180AEB5DD830}">
      <dgm:prSet/>
      <dgm:spPr/>
      <dgm:t>
        <a:bodyPr/>
        <a:lstStyle/>
        <a:p>
          <a:pPr algn="l"/>
          <a:endParaRPr lang="zh-CN" altLang="en-US" b="1">
            <a:latin typeface="黑体" pitchFamily="2" charset="-122"/>
            <a:ea typeface="黑体" pitchFamily="2" charset="-122"/>
          </a:endParaRPr>
        </a:p>
      </dgm:t>
    </dgm:pt>
    <dgm:pt modelId="{2E9F6CC4-B15F-4624-9351-E1C00EB60676}" type="sibTrans" cxnId="{D96C611D-8F54-4105-B763-180AEB5DD830}">
      <dgm:prSet/>
      <dgm:spPr/>
      <dgm:t>
        <a:bodyPr/>
        <a:lstStyle/>
        <a:p>
          <a:pPr algn="l"/>
          <a:endParaRPr lang="zh-CN" altLang="en-US"/>
        </a:p>
      </dgm:t>
    </dgm:pt>
    <dgm:pt modelId="{70A37C70-7C94-42F6-A6FF-96A16B6DC36B}">
      <dgm:prSet custT="1"/>
      <dgm:spPr/>
      <dgm:t>
        <a:bodyPr/>
        <a:lstStyle/>
        <a:p>
          <a:pPr algn="l"/>
          <a:r>
            <a:rPr lang="zh-CN" altLang="zh-CN" sz="1600" b="1" dirty="0">
              <a:solidFill>
                <a:schemeClr val="bg1"/>
              </a:solidFill>
              <a:latin typeface="黑体" pitchFamily="2" charset="-122"/>
              <a:ea typeface="黑体" pitchFamily="2" charset="-122"/>
            </a:rPr>
            <a:t>存在</a:t>
          </a:r>
          <a:r>
            <a:rPr lang="zh-CN" altLang="en-US" sz="1600" b="1" dirty="0">
              <a:solidFill>
                <a:srgbClr val="FF0000"/>
              </a:solidFill>
              <a:latin typeface="黑体" pitchFamily="2" charset="-122"/>
              <a:ea typeface="黑体" pitchFamily="2" charset="-122"/>
            </a:rPr>
            <a:t>可逆</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P</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en-US" altLang="zh-CN" sz="1600" b="1" i="1" dirty="0">
              <a:solidFill>
                <a:srgbClr val="FF0000"/>
              </a:solidFill>
              <a:latin typeface="黑体" pitchFamily="2" charset="-122"/>
              <a:ea typeface="黑体" pitchFamily="2" charset="-122"/>
              <a:cs typeface="Times New Roman" panose="02020603050405020304" pitchFamily="18" charset="0"/>
            </a:rPr>
            <a:t>P</a:t>
          </a:r>
          <a:r>
            <a:rPr lang="en-US" altLang="zh-CN" sz="1600" b="1" i="1"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dirty="0">
              <a:solidFill>
                <a:srgbClr val="FF0000"/>
              </a:solidFill>
              <a:latin typeface="黑体" pitchFamily="2" charset="-122"/>
              <a:ea typeface="黑体" pitchFamily="2" charset="-122"/>
              <a:cs typeface="Times New Roman" panose="02020603050405020304" pitchFamily="18" charset="0"/>
            </a:rPr>
            <a:t>P</a:t>
          </a:r>
          <a:r>
            <a:rPr lang="en-US" altLang="zh-CN" sz="1600" b="1" dirty="0">
              <a:solidFill>
                <a:schemeClr val="bg1"/>
              </a:solidFill>
              <a:latin typeface="黑体" pitchFamily="2" charset="-122"/>
              <a:ea typeface="黑体" pitchFamily="2" charset="-122"/>
            </a:rPr>
            <a:t> </a:t>
          </a:r>
          <a:endParaRPr lang="zh-CN" altLang="en-US" sz="1600" b="1" dirty="0">
            <a:solidFill>
              <a:schemeClr val="bg1"/>
            </a:solidFill>
            <a:latin typeface="黑体" pitchFamily="2" charset="-122"/>
            <a:ea typeface="黑体" pitchFamily="2" charset="-122"/>
          </a:endParaRPr>
        </a:p>
      </dgm:t>
    </dgm:pt>
    <dgm:pt modelId="{1E3420E4-66E8-4447-AA59-EC8B73463676}" type="parTrans" cxnId="{697A5398-3BDE-4671-8569-65E06F8E8CED}">
      <dgm:prSet/>
      <dgm:spPr/>
      <dgm:t>
        <a:bodyPr/>
        <a:lstStyle/>
        <a:p>
          <a:pPr algn="l"/>
          <a:endParaRPr lang="zh-CN" altLang="en-US" b="1">
            <a:latin typeface="黑体" pitchFamily="2" charset="-122"/>
            <a:ea typeface="黑体" pitchFamily="2" charset="-122"/>
          </a:endParaRPr>
        </a:p>
      </dgm:t>
    </dgm:pt>
    <dgm:pt modelId="{667F144F-4F6E-4200-B075-A1FF4B9D4DB8}" type="sibTrans" cxnId="{697A5398-3BDE-4671-8569-65E06F8E8CED}">
      <dgm:prSet/>
      <dgm:spPr/>
      <dgm:t>
        <a:bodyPr/>
        <a:lstStyle/>
        <a:p>
          <a:pPr algn="l"/>
          <a:endParaRPr lang="zh-CN" altLang="en-US"/>
        </a:p>
      </dgm:t>
    </dgm:pt>
    <dgm:pt modelId="{0C2B2757-D659-4A4E-A3B9-9D381F055664}" type="pres">
      <dgm:prSet presAssocID="{98E4D211-846D-4D21-A89B-FF88D097DE09}" presName="diagram" presStyleCnt="0">
        <dgm:presLayoutVars>
          <dgm:chPref val="1"/>
          <dgm:dir/>
          <dgm:animOne val="branch"/>
          <dgm:animLvl val="lvl"/>
          <dgm:resizeHandles/>
        </dgm:presLayoutVars>
      </dgm:prSet>
      <dgm:spPr/>
    </dgm:pt>
    <dgm:pt modelId="{FFA132D0-1A5E-4C95-B8E7-0474C6E0AAF7}" type="pres">
      <dgm:prSet presAssocID="{F71A8796-60D0-42F5-BF97-EFCA7150BF5B}" presName="root" presStyleCnt="0"/>
      <dgm:spPr/>
    </dgm:pt>
    <dgm:pt modelId="{94BE3019-A0AF-454C-A3E4-811223B45791}" type="pres">
      <dgm:prSet presAssocID="{F71A8796-60D0-42F5-BF97-EFCA7150BF5B}" presName="rootComposite" presStyleCnt="0"/>
      <dgm:spPr/>
    </dgm:pt>
    <dgm:pt modelId="{6C1FD7E3-0312-4138-B05A-B7C390254360}" type="pres">
      <dgm:prSet presAssocID="{F71A8796-60D0-42F5-BF97-EFCA7150BF5B}" presName="rootText" presStyleLbl="node1" presStyleIdx="0" presStyleCnt="1" custScaleX="569396" custScaleY="81698" custLinFactY="-14602" custLinFactNeighborY="-100000"/>
      <dgm:spPr/>
    </dgm:pt>
    <dgm:pt modelId="{B88304F0-2CD0-4FD9-A616-AC9CD2E5ABBB}" type="pres">
      <dgm:prSet presAssocID="{F71A8796-60D0-42F5-BF97-EFCA7150BF5B}" presName="rootConnector" presStyleLbl="node1" presStyleIdx="0" presStyleCnt="1"/>
      <dgm:spPr/>
    </dgm:pt>
    <dgm:pt modelId="{9904F166-ED4A-4A1C-BF9C-BAE931D11458}" type="pres">
      <dgm:prSet presAssocID="{F71A8796-60D0-42F5-BF97-EFCA7150BF5B}" presName="childShape" presStyleCnt="0"/>
      <dgm:spPr/>
    </dgm:pt>
    <dgm:pt modelId="{84032763-630A-45B9-8143-4F6E4D10CF00}" type="pres">
      <dgm:prSet presAssocID="{BD51E3FE-5CD1-420E-893F-71E2F249C87D}" presName="Name13" presStyleLbl="parChTrans1D2" presStyleIdx="0" presStyleCnt="7"/>
      <dgm:spPr/>
    </dgm:pt>
    <dgm:pt modelId="{41439787-51B3-4FB8-A305-107CB40EC2FB}" type="pres">
      <dgm:prSet presAssocID="{3E2B0DDB-F6FC-4C6E-B880-54F802BA350D}" presName="childText" presStyleLbl="bgAcc1" presStyleIdx="0" presStyleCnt="7" custScaleX="578611" custScaleY="48314" custLinFactNeighborX="1057" custLinFactNeighborY="-76637">
        <dgm:presLayoutVars>
          <dgm:bulletEnabled val="1"/>
        </dgm:presLayoutVars>
      </dgm:prSet>
      <dgm:spPr/>
    </dgm:pt>
    <dgm:pt modelId="{67E17EA9-878F-447A-90A2-0062BE02BAEB}" type="pres">
      <dgm:prSet presAssocID="{240EC2DF-6813-4CEC-869A-B6EC72344287}" presName="Name13" presStyleLbl="parChTrans1D2" presStyleIdx="1" presStyleCnt="7"/>
      <dgm:spPr/>
    </dgm:pt>
    <dgm:pt modelId="{CE0828A5-AB4D-4BCF-87A5-64EC632B85DC}" type="pres">
      <dgm:prSet presAssocID="{B9F6ABBD-712E-4CAD-9BF4-5AD8089767AC}" presName="childText" presStyleLbl="bgAcc1" presStyleIdx="1" presStyleCnt="7" custScaleX="581957" custScaleY="44207" custLinFactNeighborY="-71246">
        <dgm:presLayoutVars>
          <dgm:bulletEnabled val="1"/>
        </dgm:presLayoutVars>
      </dgm:prSet>
      <dgm:spPr/>
    </dgm:pt>
    <dgm:pt modelId="{6BF3829A-85EA-413C-A262-BCA8A0738B14}" type="pres">
      <dgm:prSet presAssocID="{C9625EFA-1408-4438-892F-3DBEEE6F8194}" presName="Name13" presStyleLbl="parChTrans1D2" presStyleIdx="2" presStyleCnt="7"/>
      <dgm:spPr/>
    </dgm:pt>
    <dgm:pt modelId="{48D3AD40-EA49-4B58-BDEF-499A56DE2CA1}" type="pres">
      <dgm:prSet presAssocID="{74D88EC8-D4C5-478B-961C-622E802C0E58}" presName="childText" presStyleLbl="bgAcc1" presStyleIdx="2" presStyleCnt="7" custScaleX="578161" custScaleY="57292" custLinFactNeighborX="-2971" custLinFactNeighborY="-66583">
        <dgm:presLayoutVars>
          <dgm:bulletEnabled val="1"/>
        </dgm:presLayoutVars>
      </dgm:prSet>
      <dgm:spPr/>
    </dgm:pt>
    <dgm:pt modelId="{DC107728-231C-4401-9AA0-1949640C9CB3}" type="pres">
      <dgm:prSet presAssocID="{ECA02986-30B7-4A6F-9308-60F9896572D1}" presName="Name13" presStyleLbl="parChTrans1D2" presStyleIdx="3" presStyleCnt="7"/>
      <dgm:spPr/>
    </dgm:pt>
    <dgm:pt modelId="{CB108599-6BF3-4157-A588-773ADC36ADC9}" type="pres">
      <dgm:prSet presAssocID="{09E041A7-32C0-4ACB-8C99-1A11EAC73ADB}" presName="childText" presStyleLbl="bgAcc1" presStyleIdx="3" presStyleCnt="7" custFlipVert="0" custScaleX="585363" custScaleY="49610" custLinFactNeighborY="-71246">
        <dgm:presLayoutVars>
          <dgm:bulletEnabled val="1"/>
        </dgm:presLayoutVars>
      </dgm:prSet>
      <dgm:spPr/>
    </dgm:pt>
    <dgm:pt modelId="{7D615E92-FAFA-4918-8470-9F6006A0878D}" type="pres">
      <dgm:prSet presAssocID="{19417D7C-F889-47A4-9F1D-FFA98DE614CF}" presName="Name13" presStyleLbl="parChTrans1D2" presStyleIdx="4" presStyleCnt="7"/>
      <dgm:spPr/>
    </dgm:pt>
    <dgm:pt modelId="{612B0601-5A77-4409-A712-142ECD53AD6C}" type="pres">
      <dgm:prSet presAssocID="{7FB511A5-CA05-4873-8A30-28981858F8BD}" presName="childText" presStyleLbl="bgAcc1" presStyleIdx="4" presStyleCnt="7" custScaleX="580315" custScaleY="58462" custLinFactNeighborY="-71246">
        <dgm:presLayoutVars>
          <dgm:bulletEnabled val="1"/>
        </dgm:presLayoutVars>
      </dgm:prSet>
      <dgm:spPr/>
    </dgm:pt>
    <dgm:pt modelId="{55C7B6DA-DB84-4B71-8D27-3BB5B3213444}" type="pres">
      <dgm:prSet presAssocID="{1E3420E4-66E8-4447-AA59-EC8B73463676}" presName="Name13" presStyleLbl="parChTrans1D2" presStyleIdx="5" presStyleCnt="7"/>
      <dgm:spPr/>
    </dgm:pt>
    <dgm:pt modelId="{E420AE44-E893-446E-AAD6-27B5F3A08CDC}" type="pres">
      <dgm:prSet presAssocID="{70A37C70-7C94-42F6-A6FF-96A16B6DC36B}" presName="childText" presStyleLbl="bgAcc1" presStyleIdx="5" presStyleCnt="7" custScaleX="577230" custScaleY="59893" custLinFactNeighborY="-71246">
        <dgm:presLayoutVars>
          <dgm:bulletEnabled val="1"/>
        </dgm:presLayoutVars>
      </dgm:prSet>
      <dgm:spPr/>
    </dgm:pt>
    <dgm:pt modelId="{D0AAE278-BE74-42FE-96F1-E08BF9136EEA}" type="pres">
      <dgm:prSet presAssocID="{AAB323CA-FD4C-4DE8-8D4D-22D4FC09DDC9}" presName="Name13" presStyleLbl="parChTrans1D2" presStyleIdx="6" presStyleCnt="7"/>
      <dgm:spPr/>
    </dgm:pt>
    <dgm:pt modelId="{0ED1C2C2-A031-4DF7-ABE7-9F555EFEB95A}" type="pres">
      <dgm:prSet presAssocID="{FC16AC34-A368-40B5-A4DF-BB896BA61DC3}" presName="childText" presStyleLbl="bgAcc1" presStyleIdx="6" presStyleCnt="7" custScaleX="576352" custScaleY="58316" custLinFactNeighborX="-1153" custLinFactNeighborY="-77149">
        <dgm:presLayoutVars>
          <dgm:bulletEnabled val="1"/>
        </dgm:presLayoutVars>
      </dgm:prSet>
      <dgm:spPr/>
    </dgm:pt>
  </dgm:ptLst>
  <dgm:cxnLst>
    <dgm:cxn modelId="{43AB7A0A-5082-4B20-9995-CC250C8F8E93}" type="presOf" srcId="{C9625EFA-1408-4438-892F-3DBEEE6F8194}" destId="{6BF3829A-85EA-413C-A262-BCA8A0738B14}" srcOrd="0" destOrd="0" presId="urn:microsoft.com/office/officeart/2005/8/layout/hierarchy3"/>
    <dgm:cxn modelId="{AD3CDE15-0DAF-4865-A818-74620FAA73B0}" type="presOf" srcId="{AAB323CA-FD4C-4DE8-8D4D-22D4FC09DDC9}" destId="{D0AAE278-BE74-42FE-96F1-E08BF9136EEA}" srcOrd="0" destOrd="0" presId="urn:microsoft.com/office/officeart/2005/8/layout/hierarchy3"/>
    <dgm:cxn modelId="{29544E1A-CF3F-41C1-92CE-426FEA8825C7}" srcId="{F71A8796-60D0-42F5-BF97-EFCA7150BF5B}" destId="{3E2B0DDB-F6FC-4C6E-B880-54F802BA350D}" srcOrd="0" destOrd="0" parTransId="{BD51E3FE-5CD1-420E-893F-71E2F249C87D}" sibTransId="{49675BC0-8AE5-40B0-854D-458CF78E695D}"/>
    <dgm:cxn modelId="{D96C611D-8F54-4105-B763-180AEB5DD830}" srcId="{F71A8796-60D0-42F5-BF97-EFCA7150BF5B}" destId="{09E041A7-32C0-4ACB-8C99-1A11EAC73ADB}" srcOrd="3" destOrd="0" parTransId="{ECA02986-30B7-4A6F-9308-60F9896572D1}" sibTransId="{2E9F6CC4-B15F-4624-9351-E1C00EB60676}"/>
    <dgm:cxn modelId="{5904442C-76BD-4F93-8D59-4A2F2CF9A913}" srcId="{98E4D211-846D-4D21-A89B-FF88D097DE09}" destId="{F71A8796-60D0-42F5-BF97-EFCA7150BF5B}" srcOrd="0" destOrd="0" parTransId="{D9D88DB7-06DA-465B-8AA7-5A924CB69828}" sibTransId="{0293CC17-BEEF-4A62-8CE6-7E9E193FA4DB}"/>
    <dgm:cxn modelId="{701B7E33-3FE6-4BDD-AC3A-823494773D9F}" type="presOf" srcId="{1E3420E4-66E8-4447-AA59-EC8B73463676}" destId="{55C7B6DA-DB84-4B71-8D27-3BB5B3213444}" srcOrd="0" destOrd="0" presId="urn:microsoft.com/office/officeart/2005/8/layout/hierarchy3"/>
    <dgm:cxn modelId="{1E5E5F37-0FB5-4FEE-9A9A-5DEFAB201368}" srcId="{F71A8796-60D0-42F5-BF97-EFCA7150BF5B}" destId="{7FB511A5-CA05-4873-8A30-28981858F8BD}" srcOrd="4" destOrd="0" parTransId="{19417D7C-F889-47A4-9F1D-FFA98DE614CF}" sibTransId="{A7818B97-A85F-447E-9775-1D28017C82D9}"/>
    <dgm:cxn modelId="{05F9FD3B-4369-4CED-AA8A-A1C2489A46E1}" type="presOf" srcId="{ECA02986-30B7-4A6F-9308-60F9896572D1}" destId="{DC107728-231C-4401-9AA0-1949640C9CB3}" srcOrd="0" destOrd="0" presId="urn:microsoft.com/office/officeart/2005/8/layout/hierarchy3"/>
    <dgm:cxn modelId="{A7FE3B5B-69C9-4347-AFF6-E30E7DEA1DD4}" srcId="{F71A8796-60D0-42F5-BF97-EFCA7150BF5B}" destId="{B9F6ABBD-712E-4CAD-9BF4-5AD8089767AC}" srcOrd="1" destOrd="0" parTransId="{240EC2DF-6813-4CEC-869A-B6EC72344287}" sibTransId="{732F8A9F-1770-408B-8E9A-7D91DA9E0F7A}"/>
    <dgm:cxn modelId="{285CC942-7C26-45FC-8A7D-FBA1B331D420}" type="presOf" srcId="{F71A8796-60D0-42F5-BF97-EFCA7150BF5B}" destId="{B88304F0-2CD0-4FD9-A616-AC9CD2E5ABBB}" srcOrd="1" destOrd="0" presId="urn:microsoft.com/office/officeart/2005/8/layout/hierarchy3"/>
    <dgm:cxn modelId="{5EB4FE4C-7F98-4C0A-B8F8-32E26B06890A}" type="presOf" srcId="{19417D7C-F889-47A4-9F1D-FFA98DE614CF}" destId="{7D615E92-FAFA-4918-8470-9F6006A0878D}" srcOrd="0" destOrd="0" presId="urn:microsoft.com/office/officeart/2005/8/layout/hierarchy3"/>
    <dgm:cxn modelId="{B78C154F-A1D6-49E0-9D80-876BA841D6BC}" type="presOf" srcId="{7FB511A5-CA05-4873-8A30-28981858F8BD}" destId="{612B0601-5A77-4409-A712-142ECD53AD6C}" srcOrd="0" destOrd="0" presId="urn:microsoft.com/office/officeart/2005/8/layout/hierarchy3"/>
    <dgm:cxn modelId="{E5A38870-B928-46F1-946F-650FD64CC5ED}" type="presOf" srcId="{240EC2DF-6813-4CEC-869A-B6EC72344287}" destId="{67E17EA9-878F-447A-90A2-0062BE02BAEB}" srcOrd="0" destOrd="0" presId="urn:microsoft.com/office/officeart/2005/8/layout/hierarchy3"/>
    <dgm:cxn modelId="{59DA0E55-FE07-437E-9969-9FE70B9B52C1}" srcId="{F71A8796-60D0-42F5-BF97-EFCA7150BF5B}" destId="{FC16AC34-A368-40B5-A4DF-BB896BA61DC3}" srcOrd="6" destOrd="0" parTransId="{AAB323CA-FD4C-4DE8-8D4D-22D4FC09DDC9}" sibTransId="{9BF90C9C-ABF0-4B40-8379-225ECDC57AE2}"/>
    <dgm:cxn modelId="{78259657-D4F7-425A-86E8-412B7C5C3AF0}" type="presOf" srcId="{74D88EC8-D4C5-478B-961C-622E802C0E58}" destId="{48D3AD40-EA49-4B58-BDEF-499A56DE2CA1}" srcOrd="0" destOrd="0" presId="urn:microsoft.com/office/officeart/2005/8/layout/hierarchy3"/>
    <dgm:cxn modelId="{1A45817C-1DA4-40C3-8AB3-FD50221029EC}" type="presOf" srcId="{98E4D211-846D-4D21-A89B-FF88D097DE09}" destId="{0C2B2757-D659-4A4E-A3B9-9D381F055664}" srcOrd="0" destOrd="0" presId="urn:microsoft.com/office/officeart/2005/8/layout/hierarchy3"/>
    <dgm:cxn modelId="{E54C317E-2921-47C6-940A-C12BA0CF6E43}" type="presOf" srcId="{09E041A7-32C0-4ACB-8C99-1A11EAC73ADB}" destId="{CB108599-6BF3-4157-A588-773ADC36ADC9}" srcOrd="0" destOrd="0" presId="urn:microsoft.com/office/officeart/2005/8/layout/hierarchy3"/>
    <dgm:cxn modelId="{4425D983-2BBE-44CA-B816-2BD647EAD2C8}" type="presOf" srcId="{FC16AC34-A368-40B5-A4DF-BB896BA61DC3}" destId="{0ED1C2C2-A031-4DF7-ABE7-9F555EFEB95A}" srcOrd="0" destOrd="0" presId="urn:microsoft.com/office/officeart/2005/8/layout/hierarchy3"/>
    <dgm:cxn modelId="{697A5398-3BDE-4671-8569-65E06F8E8CED}" srcId="{F71A8796-60D0-42F5-BF97-EFCA7150BF5B}" destId="{70A37C70-7C94-42F6-A6FF-96A16B6DC36B}" srcOrd="5" destOrd="0" parTransId="{1E3420E4-66E8-4447-AA59-EC8B73463676}" sibTransId="{667F144F-4F6E-4200-B075-A1FF4B9D4DB8}"/>
    <dgm:cxn modelId="{44744B9D-225A-4382-B276-D9416471937C}" type="presOf" srcId="{BD51E3FE-5CD1-420E-893F-71E2F249C87D}" destId="{84032763-630A-45B9-8143-4F6E4D10CF00}" srcOrd="0" destOrd="0" presId="urn:microsoft.com/office/officeart/2005/8/layout/hierarchy3"/>
    <dgm:cxn modelId="{2E77D89E-6E77-405F-8A0C-EE6BBD3E04B8}" type="presOf" srcId="{70A37C70-7C94-42F6-A6FF-96A16B6DC36B}" destId="{E420AE44-E893-446E-AAD6-27B5F3A08CDC}" srcOrd="0" destOrd="0" presId="urn:microsoft.com/office/officeart/2005/8/layout/hierarchy3"/>
    <dgm:cxn modelId="{238DCABD-928A-42CC-973C-FDB8B34C58B8}" type="presOf" srcId="{F71A8796-60D0-42F5-BF97-EFCA7150BF5B}" destId="{6C1FD7E3-0312-4138-B05A-B7C390254360}" srcOrd="0" destOrd="0" presId="urn:microsoft.com/office/officeart/2005/8/layout/hierarchy3"/>
    <dgm:cxn modelId="{74133EBF-141A-4D03-BAD1-E24C97EB4FF3}" type="presOf" srcId="{B9F6ABBD-712E-4CAD-9BF4-5AD8089767AC}" destId="{CE0828A5-AB4D-4BCF-87A5-64EC632B85DC}" srcOrd="0" destOrd="0" presId="urn:microsoft.com/office/officeart/2005/8/layout/hierarchy3"/>
    <dgm:cxn modelId="{CE1264CA-F48E-4160-96FA-9B826B7EC8D5}" type="presOf" srcId="{3E2B0DDB-F6FC-4C6E-B880-54F802BA350D}" destId="{41439787-51B3-4FB8-A305-107CB40EC2FB}" srcOrd="0" destOrd="0" presId="urn:microsoft.com/office/officeart/2005/8/layout/hierarchy3"/>
    <dgm:cxn modelId="{F190F4CF-1ECF-468F-B6B7-5A687F607C2F}" srcId="{F71A8796-60D0-42F5-BF97-EFCA7150BF5B}" destId="{74D88EC8-D4C5-478B-961C-622E802C0E58}" srcOrd="2" destOrd="0" parTransId="{C9625EFA-1408-4438-892F-3DBEEE6F8194}" sibTransId="{67871ED6-38BC-4809-A719-71612A844E50}"/>
    <dgm:cxn modelId="{E9EF37B3-4029-4603-9E3F-55EAAD4A8176}" type="presParOf" srcId="{0C2B2757-D659-4A4E-A3B9-9D381F055664}" destId="{FFA132D0-1A5E-4C95-B8E7-0474C6E0AAF7}" srcOrd="0" destOrd="0" presId="urn:microsoft.com/office/officeart/2005/8/layout/hierarchy3"/>
    <dgm:cxn modelId="{C1BE84B3-8C9E-427F-8465-98EFB58B4F79}" type="presParOf" srcId="{FFA132D0-1A5E-4C95-B8E7-0474C6E0AAF7}" destId="{94BE3019-A0AF-454C-A3E4-811223B45791}" srcOrd="0" destOrd="0" presId="urn:microsoft.com/office/officeart/2005/8/layout/hierarchy3"/>
    <dgm:cxn modelId="{0385E061-4A2B-4742-9575-E035B0B8B157}" type="presParOf" srcId="{94BE3019-A0AF-454C-A3E4-811223B45791}" destId="{6C1FD7E3-0312-4138-B05A-B7C390254360}" srcOrd="0" destOrd="0" presId="urn:microsoft.com/office/officeart/2005/8/layout/hierarchy3"/>
    <dgm:cxn modelId="{EFA111E9-AA6B-40F0-9D0D-449CE7C7292F}" type="presParOf" srcId="{94BE3019-A0AF-454C-A3E4-811223B45791}" destId="{B88304F0-2CD0-4FD9-A616-AC9CD2E5ABBB}" srcOrd="1" destOrd="0" presId="urn:microsoft.com/office/officeart/2005/8/layout/hierarchy3"/>
    <dgm:cxn modelId="{5E60F4C0-3F18-458B-BDFE-94C3D4E75AA3}" type="presParOf" srcId="{FFA132D0-1A5E-4C95-B8E7-0474C6E0AAF7}" destId="{9904F166-ED4A-4A1C-BF9C-BAE931D11458}" srcOrd="1" destOrd="0" presId="urn:microsoft.com/office/officeart/2005/8/layout/hierarchy3"/>
    <dgm:cxn modelId="{A3F23C81-C6E4-4863-807B-821F3C52851D}" type="presParOf" srcId="{9904F166-ED4A-4A1C-BF9C-BAE931D11458}" destId="{84032763-630A-45B9-8143-4F6E4D10CF00}" srcOrd="0" destOrd="0" presId="urn:microsoft.com/office/officeart/2005/8/layout/hierarchy3"/>
    <dgm:cxn modelId="{5A103B55-0BC4-418B-9A89-1BBD360C982D}" type="presParOf" srcId="{9904F166-ED4A-4A1C-BF9C-BAE931D11458}" destId="{41439787-51B3-4FB8-A305-107CB40EC2FB}" srcOrd="1" destOrd="0" presId="urn:microsoft.com/office/officeart/2005/8/layout/hierarchy3"/>
    <dgm:cxn modelId="{BF340D6A-0F0A-463F-9CE8-569D59521663}" type="presParOf" srcId="{9904F166-ED4A-4A1C-BF9C-BAE931D11458}" destId="{67E17EA9-878F-447A-90A2-0062BE02BAEB}" srcOrd="2" destOrd="0" presId="urn:microsoft.com/office/officeart/2005/8/layout/hierarchy3"/>
    <dgm:cxn modelId="{ABFC2EC7-62CA-4075-A3C0-445B240B7A79}" type="presParOf" srcId="{9904F166-ED4A-4A1C-BF9C-BAE931D11458}" destId="{CE0828A5-AB4D-4BCF-87A5-64EC632B85DC}" srcOrd="3" destOrd="0" presId="urn:microsoft.com/office/officeart/2005/8/layout/hierarchy3"/>
    <dgm:cxn modelId="{DB83B472-D7C3-407A-9394-C1CE99585964}" type="presParOf" srcId="{9904F166-ED4A-4A1C-BF9C-BAE931D11458}" destId="{6BF3829A-85EA-413C-A262-BCA8A0738B14}" srcOrd="4" destOrd="0" presId="urn:microsoft.com/office/officeart/2005/8/layout/hierarchy3"/>
    <dgm:cxn modelId="{F1841878-5A8F-4091-BB78-27DA2DAB89B5}" type="presParOf" srcId="{9904F166-ED4A-4A1C-BF9C-BAE931D11458}" destId="{48D3AD40-EA49-4B58-BDEF-499A56DE2CA1}" srcOrd="5" destOrd="0" presId="urn:microsoft.com/office/officeart/2005/8/layout/hierarchy3"/>
    <dgm:cxn modelId="{FA3AB6EE-3E33-43CE-ACE4-E0AAD319DE97}" type="presParOf" srcId="{9904F166-ED4A-4A1C-BF9C-BAE931D11458}" destId="{DC107728-231C-4401-9AA0-1949640C9CB3}" srcOrd="6" destOrd="0" presId="urn:microsoft.com/office/officeart/2005/8/layout/hierarchy3"/>
    <dgm:cxn modelId="{A3359A05-2E71-405B-8620-92BD82E8287F}" type="presParOf" srcId="{9904F166-ED4A-4A1C-BF9C-BAE931D11458}" destId="{CB108599-6BF3-4157-A588-773ADC36ADC9}" srcOrd="7" destOrd="0" presId="urn:microsoft.com/office/officeart/2005/8/layout/hierarchy3"/>
    <dgm:cxn modelId="{483625A9-4BEF-487A-B23C-AD1B669637C7}" type="presParOf" srcId="{9904F166-ED4A-4A1C-BF9C-BAE931D11458}" destId="{7D615E92-FAFA-4918-8470-9F6006A0878D}" srcOrd="8" destOrd="0" presId="urn:microsoft.com/office/officeart/2005/8/layout/hierarchy3"/>
    <dgm:cxn modelId="{4EB2746F-7F8F-45E7-976A-A55FD7C6A011}" type="presParOf" srcId="{9904F166-ED4A-4A1C-BF9C-BAE931D11458}" destId="{612B0601-5A77-4409-A712-142ECD53AD6C}" srcOrd="9" destOrd="0" presId="urn:microsoft.com/office/officeart/2005/8/layout/hierarchy3"/>
    <dgm:cxn modelId="{4245244E-967B-4127-A419-B10E29B9FD66}" type="presParOf" srcId="{9904F166-ED4A-4A1C-BF9C-BAE931D11458}" destId="{55C7B6DA-DB84-4B71-8D27-3BB5B3213444}" srcOrd="10" destOrd="0" presId="urn:microsoft.com/office/officeart/2005/8/layout/hierarchy3"/>
    <dgm:cxn modelId="{FCAD0E22-F563-489E-A3B2-2BD956666461}" type="presParOf" srcId="{9904F166-ED4A-4A1C-BF9C-BAE931D11458}" destId="{E420AE44-E893-446E-AAD6-27B5F3A08CDC}" srcOrd="11" destOrd="0" presId="urn:microsoft.com/office/officeart/2005/8/layout/hierarchy3"/>
    <dgm:cxn modelId="{553271E4-39AB-4193-B5F6-6F05332B443E}" type="presParOf" srcId="{9904F166-ED4A-4A1C-BF9C-BAE931D11458}" destId="{D0AAE278-BE74-42FE-96F1-E08BF9136EEA}" srcOrd="12" destOrd="0" presId="urn:microsoft.com/office/officeart/2005/8/layout/hierarchy3"/>
    <dgm:cxn modelId="{FB976EC4-F758-4E0F-AF9E-CEAA98F3B539}" type="presParOf" srcId="{9904F166-ED4A-4A1C-BF9C-BAE931D11458}" destId="{0ED1C2C2-A031-4DF7-ABE7-9F555EFEB95A}" srcOrd="13" destOrd="0" presId="urn:microsoft.com/office/officeart/2005/8/layout/hierarchy3"/>
  </dgm:cxnLst>
  <dgm:bg/>
  <dgm:whole/>
  <dgm:extLst>
    <a:ext uri="http://schemas.microsoft.com/office/drawing/2008/diagram">
      <dsp:dataModelExt xmlns:dsp="http://schemas.microsoft.com/office/drawing/2008/diagram" relId="rId18"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98E4D211-846D-4D21-A89B-FF88D097DE09}" type="doc">
      <dgm:prSet loTypeId="urn:microsoft.com/office/officeart/2005/8/layout/hierarchy3" loCatId="list" qsTypeId="urn:microsoft.com/office/officeart/2005/8/quickstyle/simple1" qsCatId="simple" csTypeId="urn:microsoft.com/office/officeart/2005/8/colors/accent1_2" csCatId="accent1" phldr="1"/>
      <dgm:spPr/>
      <dgm:t>
        <a:bodyPr/>
        <a:lstStyle/>
        <a:p>
          <a:endParaRPr lang="zh-CN" altLang="en-US"/>
        </a:p>
      </dgm:t>
    </dgm:pt>
    <dgm:pt modelId="{F71A8796-60D0-42F5-BF97-EFCA7150BF5B}">
      <dgm:prSet phldrT="[文本]"/>
      <dgm:spPr/>
      <dgm:t>
        <a:bodyPr/>
        <a:lstStyle/>
        <a:p>
          <a:r>
            <a:rPr lang="zh-CN" altLang="en-US" b="1" dirty="0">
              <a:solidFill>
                <a:srgbClr val="0000FF"/>
              </a:solidFill>
              <a:latin typeface="黑体" pitchFamily="2" charset="-122"/>
              <a:ea typeface="黑体" pitchFamily="2" charset="-122"/>
            </a:rPr>
            <a:t>正定二次型</a:t>
          </a:r>
          <a:r>
            <a:rPr lang="en-US" altLang="zh-CN" b="1" i="1" dirty="0">
              <a:solidFill>
                <a:srgbClr val="0000FF"/>
              </a:solidFill>
              <a:latin typeface="黑体" pitchFamily="2" charset="-122"/>
              <a:ea typeface="黑体" pitchFamily="2" charset="-122"/>
            </a:rPr>
            <a:t>f=</a:t>
          </a:r>
          <a:r>
            <a:rPr lang="en-US" altLang="zh-CN" b="1" i="1" dirty="0" err="1">
              <a:solidFill>
                <a:srgbClr val="0000FF"/>
              </a:solidFill>
              <a:latin typeface="黑体" pitchFamily="2" charset="-122"/>
              <a:ea typeface="黑体" pitchFamily="2" charset="-122"/>
            </a:rPr>
            <a:t>x</a:t>
          </a:r>
          <a:r>
            <a:rPr lang="en-US" altLang="zh-CN" b="1" i="1" baseline="30000" dirty="0" err="1">
              <a:solidFill>
                <a:srgbClr val="0000FF"/>
              </a:solidFill>
              <a:latin typeface="黑体" pitchFamily="2" charset="-122"/>
              <a:ea typeface="黑体" pitchFamily="2" charset="-122"/>
            </a:rPr>
            <a:t>T</a:t>
          </a:r>
          <a:r>
            <a:rPr lang="en-US" altLang="zh-CN" b="1" i="1" dirty="0" err="1">
              <a:solidFill>
                <a:srgbClr val="0000FF"/>
              </a:solidFill>
              <a:latin typeface="黑体" pitchFamily="2" charset="-122"/>
              <a:ea typeface="黑体" pitchFamily="2" charset="-122"/>
            </a:rPr>
            <a:t>Ax</a:t>
          </a:r>
          <a:endParaRPr lang="zh-CN" altLang="en-US" b="1" i="1" dirty="0">
            <a:solidFill>
              <a:srgbClr val="0000FF"/>
            </a:solidFill>
            <a:latin typeface="黑体" pitchFamily="2" charset="-122"/>
            <a:ea typeface="黑体" pitchFamily="2" charset="-122"/>
          </a:endParaRPr>
        </a:p>
      </dgm:t>
    </dgm:pt>
    <dgm:pt modelId="{D9D88DB7-06DA-465B-8AA7-5A924CB69828}" type="parTrans" cxnId="{5904442C-76BD-4F93-8D59-4A2F2CF9A913}">
      <dgm:prSet/>
      <dgm:spPr/>
      <dgm:t>
        <a:bodyPr/>
        <a:lstStyle/>
        <a:p>
          <a:endParaRPr lang="zh-CN" altLang="en-US" b="1">
            <a:solidFill>
              <a:srgbClr val="0000FF"/>
            </a:solidFill>
            <a:latin typeface="黑体" pitchFamily="2" charset="-122"/>
            <a:ea typeface="黑体" pitchFamily="2" charset="-122"/>
          </a:endParaRPr>
        </a:p>
      </dgm:t>
    </dgm:pt>
    <dgm:pt modelId="{0293CC17-BEEF-4A62-8CE6-7E9E193FA4DB}" type="sibTrans" cxnId="{5904442C-76BD-4F93-8D59-4A2F2CF9A913}">
      <dgm:prSet/>
      <dgm:spPr/>
      <dgm:t>
        <a:bodyPr/>
        <a:lstStyle/>
        <a:p>
          <a:endParaRPr lang="zh-CN" altLang="en-US" b="1">
            <a:solidFill>
              <a:srgbClr val="0000FF"/>
            </a:solidFill>
            <a:latin typeface="黑体" pitchFamily="2" charset="-122"/>
            <a:ea typeface="黑体" pitchFamily="2" charset="-122"/>
          </a:endParaRPr>
        </a:p>
      </dgm:t>
    </dgm:pt>
    <dgm:pt modelId="{28A194FB-FE69-4494-9D23-001E64B5BDF9}">
      <dgm:prSet phldrT="[文本]" custT="1"/>
      <dgm:spPr/>
      <dgm:t>
        <a:bodyPr/>
        <a:lstStyle/>
        <a:p>
          <a:r>
            <a:rPr lang="en-US" altLang="zh-CN" sz="1600" b="1" i="1" dirty="0">
              <a:solidFill>
                <a:schemeClr val="bg1"/>
              </a:solidFill>
              <a:latin typeface="黑体" pitchFamily="2" charset="-122"/>
              <a:ea typeface="黑体" pitchFamily="2" charset="-122"/>
              <a:cs typeface="Times New Roman" panose="02020603050405020304" pitchFamily="18" charset="0"/>
            </a:rPr>
            <a:t>A</a:t>
          </a:r>
          <a:r>
            <a:rPr lang="zh-CN" altLang="en-US" sz="1600" b="1" dirty="0">
              <a:solidFill>
                <a:schemeClr val="bg1"/>
              </a:solidFill>
              <a:latin typeface="黑体" pitchFamily="2" charset="-122"/>
              <a:ea typeface="黑体" pitchFamily="2" charset="-122"/>
            </a:rPr>
            <a:t> 为</a:t>
          </a:r>
          <a:r>
            <a:rPr lang="zh-CN" altLang="en-US" sz="1600" b="1" dirty="0">
              <a:solidFill>
                <a:srgbClr val="FF0000"/>
              </a:solidFill>
              <a:latin typeface="黑体" pitchFamily="2" charset="-122"/>
              <a:ea typeface="黑体" pitchFamily="2" charset="-122"/>
            </a:rPr>
            <a:t>正定矩阵</a:t>
          </a:r>
          <a:endParaRPr lang="zh-CN" altLang="en-US" sz="1600" b="1" dirty="0">
            <a:solidFill>
              <a:srgbClr val="0000FF"/>
            </a:solidFill>
            <a:latin typeface="黑体" pitchFamily="2" charset="-122"/>
            <a:ea typeface="黑体" pitchFamily="2" charset="-122"/>
          </a:endParaRPr>
        </a:p>
      </dgm:t>
    </dgm:pt>
    <dgm:pt modelId="{8BE42CF5-408D-4A22-BF4B-25DF121A6629}" type="parTrans" cxnId="{1514C037-6264-4807-9B03-C8F005676432}">
      <dgm:prSet/>
      <dgm:spPr/>
      <dgm:t>
        <a:bodyPr/>
        <a:lstStyle/>
        <a:p>
          <a:endParaRPr lang="zh-CN" altLang="en-US" b="1">
            <a:solidFill>
              <a:srgbClr val="0000FF"/>
            </a:solidFill>
            <a:latin typeface="黑体" pitchFamily="2" charset="-122"/>
            <a:ea typeface="黑体" pitchFamily="2" charset="-122"/>
          </a:endParaRPr>
        </a:p>
      </dgm:t>
    </dgm:pt>
    <dgm:pt modelId="{C2678E67-AEF2-48D8-8738-A91540E0263A}" type="sibTrans" cxnId="{1514C037-6264-4807-9B03-C8F005676432}">
      <dgm:prSet/>
      <dgm:spPr/>
      <dgm:t>
        <a:bodyPr/>
        <a:lstStyle/>
        <a:p>
          <a:endParaRPr lang="zh-CN" altLang="en-US" b="1">
            <a:solidFill>
              <a:srgbClr val="0000FF"/>
            </a:solidFill>
            <a:latin typeface="黑体" pitchFamily="2" charset="-122"/>
            <a:ea typeface="黑体" pitchFamily="2" charset="-122"/>
          </a:endParaRPr>
        </a:p>
      </dgm:t>
    </dgm:pt>
    <dgm:pt modelId="{488DAD5B-3FC6-4537-84B8-48CAB3E81413}">
      <dgm:prSet phldrT="[文本]"/>
      <dgm:spPr/>
      <dgm:t>
        <a:bodyPr/>
        <a:lstStyle/>
        <a:p>
          <a:r>
            <a:rPr lang="zh-CN" altLang="en-US" b="1" dirty="0">
              <a:solidFill>
                <a:srgbClr val="008000"/>
              </a:solidFill>
              <a:latin typeface="黑体" pitchFamily="2" charset="-122"/>
              <a:ea typeface="黑体" pitchFamily="2" charset="-122"/>
            </a:rPr>
            <a:t>负定二次型</a:t>
          </a:r>
          <a:r>
            <a:rPr lang="en-US" altLang="zh-CN" b="1" i="1" dirty="0">
              <a:solidFill>
                <a:srgbClr val="008000"/>
              </a:solidFill>
              <a:latin typeface="黑体" pitchFamily="2" charset="-122"/>
              <a:ea typeface="黑体" pitchFamily="2" charset="-122"/>
            </a:rPr>
            <a:t>f=</a:t>
          </a:r>
          <a:r>
            <a:rPr lang="en-US" altLang="zh-CN" b="1" i="1" dirty="0" err="1">
              <a:solidFill>
                <a:srgbClr val="008000"/>
              </a:solidFill>
              <a:latin typeface="黑体" pitchFamily="2" charset="-122"/>
              <a:ea typeface="黑体" pitchFamily="2" charset="-122"/>
            </a:rPr>
            <a:t>x</a:t>
          </a:r>
          <a:r>
            <a:rPr lang="en-US" altLang="zh-CN" b="1" i="1" baseline="30000" dirty="0" err="1">
              <a:solidFill>
                <a:srgbClr val="008000"/>
              </a:solidFill>
              <a:latin typeface="黑体" pitchFamily="2" charset="-122"/>
              <a:ea typeface="黑体" pitchFamily="2" charset="-122"/>
            </a:rPr>
            <a:t>T</a:t>
          </a:r>
          <a:r>
            <a:rPr lang="en-US" altLang="zh-CN" b="1" i="1" dirty="0" err="1">
              <a:solidFill>
                <a:srgbClr val="008000"/>
              </a:solidFill>
              <a:latin typeface="黑体" pitchFamily="2" charset="-122"/>
              <a:ea typeface="黑体" pitchFamily="2" charset="-122"/>
            </a:rPr>
            <a:t>Ax</a:t>
          </a:r>
          <a:endParaRPr lang="zh-CN" altLang="en-US" b="1" dirty="0">
            <a:solidFill>
              <a:srgbClr val="008000"/>
            </a:solidFill>
            <a:latin typeface="黑体" pitchFamily="2" charset="-122"/>
            <a:ea typeface="黑体" pitchFamily="2" charset="-122"/>
          </a:endParaRPr>
        </a:p>
      </dgm:t>
    </dgm:pt>
    <dgm:pt modelId="{BA20706E-86FB-4D13-B100-0F2072EB4E01}" type="parTrans" cxnId="{565F6148-2548-4CE7-8914-F84F12128005}">
      <dgm:prSet/>
      <dgm:spPr/>
      <dgm:t>
        <a:bodyPr/>
        <a:lstStyle/>
        <a:p>
          <a:endParaRPr lang="zh-CN" altLang="en-US" b="1">
            <a:solidFill>
              <a:srgbClr val="0000FF"/>
            </a:solidFill>
            <a:latin typeface="黑体" pitchFamily="2" charset="-122"/>
            <a:ea typeface="黑体" pitchFamily="2" charset="-122"/>
          </a:endParaRPr>
        </a:p>
      </dgm:t>
    </dgm:pt>
    <dgm:pt modelId="{A729F884-FE6D-45DF-B899-B0DE2052D428}" type="sibTrans" cxnId="{565F6148-2548-4CE7-8914-F84F12128005}">
      <dgm:prSet/>
      <dgm:spPr/>
      <dgm:t>
        <a:bodyPr/>
        <a:lstStyle/>
        <a:p>
          <a:endParaRPr lang="zh-CN" altLang="en-US" b="1">
            <a:solidFill>
              <a:srgbClr val="0000FF"/>
            </a:solidFill>
            <a:latin typeface="黑体" pitchFamily="2" charset="-122"/>
            <a:ea typeface="黑体" pitchFamily="2" charset="-122"/>
          </a:endParaRPr>
        </a:p>
      </dgm:t>
    </dgm:pt>
    <dgm:pt modelId="{87483BFE-844D-4DBD-A184-0F6FF0B3574A}">
      <dgm:prSet phldrT="[文本]"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dirty="0">
              <a:solidFill>
                <a:schemeClr val="bg1"/>
              </a:solidFill>
              <a:latin typeface="黑体" pitchFamily="2" charset="-122"/>
              <a:ea typeface="黑体" pitchFamily="2" charset="-122"/>
              <a:cs typeface="Times New Roman" panose="02020603050405020304" pitchFamily="18" charset="0"/>
            </a:rPr>
            <a:t>：</a:t>
          </a:r>
          <a:endParaRPr lang="en-US" altLang="zh-CN" sz="1600" b="1" i="0" dirty="0">
            <a:solidFill>
              <a:schemeClr val="bg1"/>
            </a:solidFill>
            <a:latin typeface="黑体" pitchFamily="2" charset="-122"/>
            <a:ea typeface="黑体" pitchFamily="2" charset="-122"/>
            <a:cs typeface="Times New Roman" panose="02020603050405020304" pitchFamily="18" charset="0"/>
          </a:endParaRPr>
        </a:p>
        <a:p>
          <a:pPr algn="ct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en-US" sz="1600" b="1" dirty="0">
              <a:solidFill>
                <a:schemeClr val="bg1"/>
              </a:solidFill>
              <a:latin typeface="黑体" pitchFamily="2" charset="-122"/>
              <a:ea typeface="黑体" pitchFamily="2" charset="-122"/>
              <a:cs typeface="Times New Roman" panose="02020603050405020304" pitchFamily="18" charset="0"/>
            </a:rPr>
            <a:t>的</a:t>
          </a:r>
          <a:r>
            <a:rPr lang="zh-CN" altLang="en-US" sz="1600" b="1" dirty="0">
              <a:solidFill>
                <a:srgbClr val="00B050"/>
              </a:solidFill>
              <a:latin typeface="黑体" pitchFamily="2" charset="-122"/>
              <a:ea typeface="黑体" pitchFamily="2" charset="-122"/>
              <a:cs typeface="Times New Roman" panose="02020603050405020304" pitchFamily="18" charset="0"/>
            </a:rPr>
            <a:t>奇数阶</a:t>
          </a:r>
          <a:r>
            <a:rPr lang="zh-CN" altLang="en-US" sz="1600" b="1" dirty="0">
              <a:solidFill>
                <a:schemeClr val="bg1"/>
              </a:solidFill>
              <a:latin typeface="黑体" pitchFamily="2" charset="-122"/>
              <a:ea typeface="黑体" pitchFamily="2" charset="-122"/>
              <a:cs typeface="Times New Roman" panose="02020603050405020304" pitchFamily="18" charset="0"/>
            </a:rPr>
            <a:t>顺序主子式都 </a:t>
          </a:r>
          <a:r>
            <a:rPr lang="en-US" altLang="zh-CN" sz="1600" b="1" dirty="0">
              <a:solidFill>
                <a:srgbClr val="00B050"/>
              </a:solidFill>
              <a:latin typeface="黑体" pitchFamily="2" charset="-122"/>
              <a:ea typeface="黑体" pitchFamily="2" charset="-122"/>
              <a:cs typeface="Times New Roman"/>
            </a:rPr>
            <a:t>&lt;</a:t>
          </a:r>
          <a:r>
            <a:rPr lang="en-US" altLang="zh-CN" sz="1600" b="1" i="1" dirty="0">
              <a:solidFill>
                <a:srgbClr val="00B050"/>
              </a:solidFill>
              <a:latin typeface="黑体" pitchFamily="2" charset="-122"/>
              <a:ea typeface="黑体" pitchFamily="2" charset="-122"/>
              <a:cs typeface="Times New Roman"/>
            </a:rPr>
            <a:t>0</a:t>
          </a:r>
          <a:endParaRPr lang="en-US" altLang="zh-CN" sz="1600" b="1" dirty="0">
            <a:solidFill>
              <a:schemeClr val="bg1"/>
            </a:solidFill>
            <a:latin typeface="黑体" pitchFamily="2" charset="-122"/>
            <a:ea typeface="黑体" pitchFamily="2" charset="-122"/>
            <a:cs typeface="Times New Roman" panose="02020603050405020304" pitchFamily="18" charset="0"/>
          </a:endParaRPr>
        </a:p>
        <a:p>
          <a:pPr algn="ctr"/>
          <a:r>
            <a:rPr lang="zh-CN" altLang="en-US" sz="1600" b="1" baseline="0" dirty="0">
              <a:solidFill>
                <a:schemeClr val="bg1"/>
              </a:solidFill>
              <a:latin typeface="黑体" pitchFamily="2" charset="-122"/>
              <a:ea typeface="黑体" pitchFamily="2" charset="-122"/>
              <a:cs typeface="Times New Roman" panose="02020603050405020304" pitchFamily="18" charset="0"/>
            </a:rPr>
            <a:t>    </a:t>
          </a:r>
          <a:r>
            <a:rPr lang="zh-CN" altLang="en-US" sz="1600" b="1" dirty="0">
              <a:solidFill>
                <a:schemeClr val="bg2">
                  <a:lumMod val="60000"/>
                  <a:lumOff val="40000"/>
                </a:schemeClr>
              </a:solidFill>
              <a:latin typeface="黑体" pitchFamily="2" charset="-122"/>
              <a:ea typeface="黑体" pitchFamily="2" charset="-122"/>
              <a:cs typeface="Times New Roman" panose="02020603050405020304" pitchFamily="18" charset="0"/>
            </a:rPr>
            <a:t>偶数阶</a:t>
          </a:r>
          <a:r>
            <a:rPr lang="zh-CN" altLang="en-US" sz="1600" b="1" dirty="0">
              <a:solidFill>
                <a:schemeClr val="bg1"/>
              </a:solidFill>
              <a:latin typeface="黑体" pitchFamily="2" charset="-122"/>
              <a:ea typeface="黑体" pitchFamily="2" charset="-122"/>
              <a:cs typeface="Times New Roman" panose="02020603050405020304" pitchFamily="18" charset="0"/>
            </a:rPr>
            <a:t>顺序主子式都 </a:t>
          </a:r>
          <a:r>
            <a:rPr lang="en-US" altLang="zh-CN" sz="1600" b="1" dirty="0">
              <a:solidFill>
                <a:schemeClr val="bg1">
                  <a:lumMod val="60000"/>
                  <a:lumOff val="40000"/>
                </a:schemeClr>
              </a:solidFill>
              <a:latin typeface="黑体" pitchFamily="2" charset="-122"/>
              <a:ea typeface="黑体" pitchFamily="2" charset="-122"/>
              <a:cs typeface="Times New Roman" panose="02020603050405020304" pitchFamily="18" charset="0"/>
            </a:rPr>
            <a:t>&gt;</a:t>
          </a:r>
          <a:r>
            <a:rPr lang="en-US" altLang="zh-CN" sz="1600" b="1" i="1" dirty="0">
              <a:solidFill>
                <a:schemeClr val="bg1">
                  <a:lumMod val="60000"/>
                  <a:lumOff val="40000"/>
                </a:schemeClr>
              </a:solidFill>
              <a:latin typeface="黑体" pitchFamily="2" charset="-122"/>
              <a:ea typeface="黑体" pitchFamily="2" charset="-122"/>
              <a:cs typeface="Times New Roman"/>
            </a:rPr>
            <a:t>0</a:t>
          </a:r>
          <a:r>
            <a:rPr lang="zh-CN" altLang="en-US" sz="1600" b="1" dirty="0">
              <a:solidFill>
                <a:schemeClr val="bg1"/>
              </a:solidFill>
              <a:latin typeface="黑体" pitchFamily="2" charset="-122"/>
              <a:ea typeface="黑体" pitchFamily="2" charset="-122"/>
              <a:cs typeface="Times New Roman" panose="02020603050405020304" pitchFamily="18" charset="0"/>
            </a:rPr>
            <a:t> </a:t>
          </a:r>
          <a:endParaRPr lang="zh-CN" altLang="en-US" sz="1600" b="1" dirty="0">
            <a:solidFill>
              <a:schemeClr val="bg1"/>
            </a:solidFill>
            <a:latin typeface="黑体" pitchFamily="2" charset="-122"/>
            <a:ea typeface="黑体" pitchFamily="2" charset="-122"/>
          </a:endParaRPr>
        </a:p>
      </dgm:t>
    </dgm:pt>
    <dgm:pt modelId="{81294020-0CD3-4AE5-B275-C64D3EE996E2}" type="parTrans" cxnId="{A4B6CEDE-62A7-4D04-A207-2538E0BE3BA4}">
      <dgm:prSet/>
      <dgm:spPr/>
      <dgm:t>
        <a:bodyPr/>
        <a:lstStyle/>
        <a:p>
          <a:endParaRPr lang="zh-CN" altLang="en-US" b="1">
            <a:solidFill>
              <a:srgbClr val="0000FF"/>
            </a:solidFill>
            <a:latin typeface="黑体" pitchFamily="2" charset="-122"/>
            <a:ea typeface="黑体" pitchFamily="2" charset="-122"/>
          </a:endParaRPr>
        </a:p>
      </dgm:t>
    </dgm:pt>
    <dgm:pt modelId="{243D7683-8B39-4E53-AE4A-3FF6C3E340FC}" type="sibTrans" cxnId="{A4B6CEDE-62A7-4D04-A207-2538E0BE3BA4}">
      <dgm:prSet/>
      <dgm:spPr/>
      <dgm:t>
        <a:bodyPr/>
        <a:lstStyle/>
        <a:p>
          <a:endParaRPr lang="zh-CN" altLang="en-US" b="1">
            <a:solidFill>
              <a:srgbClr val="0000FF"/>
            </a:solidFill>
            <a:latin typeface="黑体" pitchFamily="2" charset="-122"/>
            <a:ea typeface="黑体" pitchFamily="2" charset="-122"/>
          </a:endParaRPr>
        </a:p>
      </dgm:t>
    </dgm:pt>
    <dgm:pt modelId="{B9F6ABBD-712E-4CAD-9BF4-5AD8089767AC}">
      <dgm:prSet custT="1"/>
      <dgm:spPr/>
      <dgm:t>
        <a:bodyPr/>
        <a:lstStyle/>
        <a:p>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zh-CN" sz="1600" b="1" dirty="0">
              <a:solidFill>
                <a:srgbClr val="FF0000"/>
              </a:solidFill>
              <a:latin typeface="黑体" pitchFamily="2" charset="-122"/>
              <a:ea typeface="黑体" pitchFamily="2" charset="-122"/>
            </a:rPr>
            <a:t>正惯性指数</a:t>
          </a:r>
          <a:r>
            <a:rPr lang="zh-CN" altLang="zh-CN" sz="1600" b="1" dirty="0">
              <a:solidFill>
                <a:schemeClr val="bg1"/>
              </a:solidFill>
              <a:latin typeface="黑体" pitchFamily="2" charset="-122"/>
              <a:ea typeface="黑体" pitchFamily="2" charset="-122"/>
            </a:rPr>
            <a:t>为</a:t>
          </a:r>
          <a:r>
            <a:rPr lang="en-US" altLang="zh-CN" sz="1600" b="1" dirty="0">
              <a:solidFill>
                <a:schemeClr val="bg1"/>
              </a:solidFill>
              <a:latin typeface="黑体" pitchFamily="2" charset="-122"/>
              <a:ea typeface="黑体" pitchFamily="2" charset="-122"/>
            </a:rPr>
            <a:t> </a:t>
          </a:r>
          <a:r>
            <a:rPr lang="en-US" altLang="zh-CN" sz="1600" b="1" i="1" dirty="0">
              <a:solidFill>
                <a:srgbClr val="FF0000"/>
              </a:solidFill>
              <a:latin typeface="黑体" pitchFamily="2" charset="-122"/>
              <a:ea typeface="黑体" pitchFamily="2" charset="-122"/>
              <a:cs typeface="Times New Roman" panose="02020603050405020304" pitchFamily="18" charset="0"/>
            </a:rPr>
            <a:t>n</a:t>
          </a:r>
          <a:r>
            <a:rPr lang="zh-CN" altLang="en-US" sz="1600" b="1" dirty="0">
              <a:latin typeface="黑体" pitchFamily="2" charset="-122"/>
              <a:ea typeface="黑体" pitchFamily="2" charset="-122"/>
              <a:cs typeface="Times New Roman" panose="02020603050405020304" pitchFamily="18" charset="0"/>
            </a:rPr>
            <a:t>；</a:t>
          </a:r>
        </a:p>
      </dgm:t>
    </dgm:pt>
    <dgm:pt modelId="{240EC2DF-6813-4CEC-869A-B6EC72344287}" type="parTrans" cxnId="{A7FE3B5B-69C9-4347-AFF6-E30E7DEA1DD4}">
      <dgm:prSet/>
      <dgm:spPr/>
      <dgm:t>
        <a:bodyPr/>
        <a:lstStyle/>
        <a:p>
          <a:endParaRPr lang="zh-CN" altLang="en-US" b="1">
            <a:latin typeface="黑体" pitchFamily="2" charset="-122"/>
            <a:ea typeface="黑体" pitchFamily="2" charset="-122"/>
          </a:endParaRPr>
        </a:p>
      </dgm:t>
    </dgm:pt>
    <dgm:pt modelId="{732F8A9F-1770-408B-8E9A-7D91DA9E0F7A}" type="sibTrans" cxnId="{A7FE3B5B-69C9-4347-AFF6-E30E7DEA1DD4}">
      <dgm:prSet/>
      <dgm:spPr/>
      <dgm:t>
        <a:bodyPr/>
        <a:lstStyle/>
        <a:p>
          <a:endParaRPr lang="zh-CN" altLang="en-US"/>
        </a:p>
      </dgm:t>
    </dgm:pt>
    <dgm:pt modelId="{74D88EC8-D4C5-478B-961C-622E802C0E58}">
      <dgm:prSet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dirty="0">
              <a:solidFill>
                <a:schemeClr val="bg1"/>
              </a:solidFill>
              <a:latin typeface="黑体" pitchFamily="2" charset="-122"/>
              <a:ea typeface="黑体" pitchFamily="2" charset="-122"/>
              <a:cs typeface="Times New Roman" panose="02020603050405020304" pitchFamily="18" charset="0"/>
            </a:rPr>
            <a:t>：</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zh-CN" sz="1600" b="1" dirty="0">
              <a:solidFill>
                <a:srgbClr val="FF0000"/>
              </a:solidFill>
              <a:latin typeface="黑体" pitchFamily="2" charset="-122"/>
              <a:ea typeface="黑体" pitchFamily="2" charset="-122"/>
            </a:rPr>
            <a:t>特征值</a:t>
          </a:r>
          <a:r>
            <a:rPr lang="zh-CN" altLang="zh-CN" sz="1600" b="1" dirty="0">
              <a:solidFill>
                <a:schemeClr val="bg1"/>
              </a:solidFill>
              <a:latin typeface="黑体" pitchFamily="2" charset="-122"/>
              <a:ea typeface="黑体" pitchFamily="2" charset="-122"/>
            </a:rPr>
            <a:t>全</a:t>
          </a:r>
          <a:r>
            <a:rPr lang="en-US" altLang="zh-CN" sz="1600" b="1" dirty="0">
              <a:solidFill>
                <a:srgbClr val="FF0000"/>
              </a:solidFill>
              <a:latin typeface="黑体" pitchFamily="2" charset="-122"/>
              <a:ea typeface="黑体" pitchFamily="2" charset="-122"/>
              <a:cs typeface="Times New Roman"/>
            </a:rPr>
            <a:t>&gt;</a:t>
          </a:r>
          <a:r>
            <a:rPr lang="en-US" altLang="zh-CN" sz="1600" b="1" i="1" dirty="0">
              <a:solidFill>
                <a:srgbClr val="FF0000"/>
              </a:solidFill>
              <a:latin typeface="黑体" pitchFamily="2" charset="-122"/>
              <a:ea typeface="黑体" pitchFamily="2" charset="-122"/>
              <a:cs typeface="Times New Roman"/>
            </a:rPr>
            <a:t>0</a:t>
          </a:r>
          <a:endParaRPr lang="zh-CN" altLang="en-US" sz="1600" b="1" dirty="0">
            <a:latin typeface="黑体" pitchFamily="2" charset="-122"/>
            <a:ea typeface="黑体" pitchFamily="2" charset="-122"/>
          </a:endParaRPr>
        </a:p>
      </dgm:t>
    </dgm:pt>
    <dgm:pt modelId="{C9625EFA-1408-4438-892F-3DBEEE6F8194}" type="parTrans" cxnId="{F190F4CF-1ECF-468F-B6B7-5A687F607C2F}">
      <dgm:prSet/>
      <dgm:spPr/>
      <dgm:t>
        <a:bodyPr/>
        <a:lstStyle/>
        <a:p>
          <a:endParaRPr lang="zh-CN" altLang="en-US" b="1">
            <a:latin typeface="黑体" pitchFamily="2" charset="-122"/>
            <a:ea typeface="黑体" pitchFamily="2" charset="-122"/>
          </a:endParaRPr>
        </a:p>
      </dgm:t>
    </dgm:pt>
    <dgm:pt modelId="{67871ED6-38BC-4809-A719-71612A844E50}" type="sibTrans" cxnId="{F190F4CF-1ECF-468F-B6B7-5A687F607C2F}">
      <dgm:prSet/>
      <dgm:spPr/>
      <dgm:t>
        <a:bodyPr/>
        <a:lstStyle/>
        <a:p>
          <a:endParaRPr lang="zh-CN" altLang="en-US"/>
        </a:p>
      </dgm:t>
    </dgm:pt>
    <dgm:pt modelId="{FC16AC34-A368-40B5-A4DF-BB896BA61DC3}">
      <dgm:prSet custT="1"/>
      <dgm:spPr/>
      <dgm:t>
        <a:bodyPr/>
        <a:lstStyle/>
        <a:p>
          <a:r>
            <a:rPr lang="zh-CN" altLang="zh-CN" sz="1600" b="1" dirty="0">
              <a:solidFill>
                <a:schemeClr val="bg1"/>
              </a:solidFill>
              <a:latin typeface="黑体" pitchFamily="2" charset="-122"/>
              <a:ea typeface="黑体" pitchFamily="2" charset="-122"/>
            </a:rPr>
            <a:t>存在</a:t>
          </a:r>
          <a:r>
            <a:rPr lang="zh-CN" altLang="en-US" sz="1600" b="1" dirty="0">
              <a:solidFill>
                <a:srgbClr val="FF0000"/>
              </a:solidFill>
              <a:latin typeface="黑体" pitchFamily="2" charset="-122"/>
              <a:ea typeface="黑体" pitchFamily="2" charset="-122"/>
            </a:rPr>
            <a:t>可逆</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Q</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 </a:t>
          </a:r>
          <a:r>
            <a:rPr lang="en-US" altLang="zh-CN" sz="1600" b="1" i="1" dirty="0">
              <a:solidFill>
                <a:srgbClr val="FF0000"/>
              </a:solidFill>
              <a:latin typeface="黑体" pitchFamily="2" charset="-122"/>
              <a:ea typeface="黑体" pitchFamily="2" charset="-122"/>
              <a:cs typeface="Times New Roman" panose="02020603050405020304" pitchFamily="18" charset="0"/>
            </a:rPr>
            <a:t>Q</a:t>
          </a:r>
          <a:r>
            <a:rPr lang="en-US" altLang="zh-CN" sz="1600" b="1" i="1"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dirty="0">
              <a:solidFill>
                <a:srgbClr val="FF0000"/>
              </a:solidFill>
              <a:latin typeface="黑体" pitchFamily="2" charset="-122"/>
              <a:ea typeface="黑体" pitchFamily="2" charset="-122"/>
              <a:cs typeface="Times New Roman" panose="02020603050405020304" pitchFamily="18" charset="0"/>
            </a:rPr>
            <a:t>AQ=E</a:t>
          </a:r>
        </a:p>
        <a:p>
          <a:r>
            <a:rPr lang="zh-CN" altLang="en-US" sz="1600" b="1" i="0" dirty="0">
              <a:solidFill>
                <a:schemeClr val="bg1"/>
              </a:solidFill>
              <a:latin typeface="黑体" pitchFamily="2" charset="-122"/>
              <a:ea typeface="黑体" pitchFamily="2" charset="-122"/>
              <a:cs typeface="Times New Roman" panose="02020603050405020304" pitchFamily="18" charset="0"/>
            </a:rPr>
            <a:t>即</a:t>
          </a:r>
          <a:r>
            <a:rPr lang="en-US" altLang="zh-CN" sz="1600" b="1" i="1" dirty="0">
              <a:solidFill>
                <a:srgbClr val="FF0000"/>
              </a:solidFill>
              <a:latin typeface="黑体" pitchFamily="2" charset="-122"/>
              <a:ea typeface="黑体" pitchFamily="2" charset="-122"/>
              <a:cs typeface="Times New Roman" panose="02020603050405020304" pitchFamily="18" charset="0"/>
            </a:rPr>
            <a:t>A</a:t>
          </a:r>
          <a:r>
            <a:rPr lang="zh-CN" altLang="en-US" sz="1600" b="1" i="0" dirty="0">
              <a:solidFill>
                <a:srgbClr val="FF0000"/>
              </a:solidFill>
              <a:latin typeface="黑体" pitchFamily="2" charset="-122"/>
              <a:ea typeface="黑体" pitchFamily="2" charset="-122"/>
              <a:cs typeface="Times New Roman" panose="02020603050405020304" pitchFamily="18" charset="0"/>
            </a:rPr>
            <a:t>与</a:t>
          </a:r>
          <a:r>
            <a:rPr lang="en-US" altLang="zh-CN" sz="1600" b="1" i="1" dirty="0">
              <a:solidFill>
                <a:srgbClr val="FF0000"/>
              </a:solidFill>
              <a:latin typeface="黑体" pitchFamily="2" charset="-122"/>
              <a:ea typeface="黑体" pitchFamily="2" charset="-122"/>
              <a:cs typeface="Times New Roman" panose="02020603050405020304" pitchFamily="18" charset="0"/>
            </a:rPr>
            <a:t>E</a:t>
          </a:r>
          <a:r>
            <a:rPr lang="zh-CN" altLang="en-US" sz="1600" b="1" i="0" dirty="0">
              <a:solidFill>
                <a:srgbClr val="FF0000"/>
              </a:solidFill>
              <a:latin typeface="黑体" pitchFamily="2" charset="-122"/>
              <a:ea typeface="黑体" pitchFamily="2" charset="-122"/>
              <a:cs typeface="Times New Roman" panose="02020603050405020304" pitchFamily="18" charset="0"/>
            </a:rPr>
            <a:t>合同</a:t>
          </a:r>
          <a:r>
            <a:rPr lang="en-US" altLang="zh-CN" sz="1600" b="1" i="0" dirty="0">
              <a:solidFill>
                <a:schemeClr val="bg1"/>
              </a:solidFill>
              <a:latin typeface="黑体" pitchFamily="2" charset="-122"/>
              <a:ea typeface="黑体" pitchFamily="2" charset="-122"/>
            </a:rPr>
            <a:t> </a:t>
          </a:r>
          <a:endParaRPr lang="zh-CN" altLang="en-US" sz="1600" b="1" i="0" dirty="0">
            <a:solidFill>
              <a:schemeClr val="bg1"/>
            </a:solidFill>
            <a:latin typeface="黑体" pitchFamily="2" charset="-122"/>
            <a:ea typeface="黑体" pitchFamily="2" charset="-122"/>
          </a:endParaRPr>
        </a:p>
      </dgm:t>
    </dgm:pt>
    <dgm:pt modelId="{AAB323CA-FD4C-4DE8-8D4D-22D4FC09DDC9}" type="parTrans" cxnId="{59DA0E55-FE07-437E-9969-9FE70B9B52C1}">
      <dgm:prSet/>
      <dgm:spPr/>
      <dgm:t>
        <a:bodyPr/>
        <a:lstStyle/>
        <a:p>
          <a:endParaRPr lang="zh-CN" altLang="en-US" b="1">
            <a:latin typeface="黑体" pitchFamily="2" charset="-122"/>
            <a:ea typeface="黑体" pitchFamily="2" charset="-122"/>
          </a:endParaRPr>
        </a:p>
      </dgm:t>
    </dgm:pt>
    <dgm:pt modelId="{9BF90C9C-ABF0-4B40-8379-225ECDC57AE2}" type="sibTrans" cxnId="{59DA0E55-FE07-437E-9969-9FE70B9B52C1}">
      <dgm:prSet/>
      <dgm:spPr/>
      <dgm:t>
        <a:bodyPr/>
        <a:lstStyle/>
        <a:p>
          <a:endParaRPr lang="zh-CN" altLang="en-US"/>
        </a:p>
      </dgm:t>
    </dgm:pt>
    <dgm:pt modelId="{7FB511A5-CA05-4873-8A30-28981858F8BD}">
      <dgm:prSet custT="1"/>
      <dgm:spPr/>
      <dgm:t>
        <a:bodyPr/>
        <a:lstStyle/>
        <a:p>
          <a:r>
            <a:rPr lang="zh-CN" altLang="zh-CN" sz="1600" b="1" dirty="0">
              <a:solidFill>
                <a:schemeClr val="bg1"/>
              </a:solidFill>
              <a:latin typeface="黑体" pitchFamily="2" charset="-122"/>
              <a:ea typeface="黑体" pitchFamily="2" charset="-122"/>
            </a:rPr>
            <a:t>存在</a:t>
          </a:r>
          <a:r>
            <a:rPr lang="zh-CN" altLang="zh-CN" sz="1600" b="1" dirty="0">
              <a:solidFill>
                <a:srgbClr val="FF0000"/>
              </a:solidFill>
              <a:latin typeface="黑体" pitchFamily="2" charset="-122"/>
              <a:ea typeface="黑体" pitchFamily="2" charset="-122"/>
            </a:rPr>
            <a:t>正定</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B</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en-US" altLang="zh-CN" sz="1600" b="1" i="1" dirty="0">
              <a:solidFill>
                <a:srgbClr val="FF0000"/>
              </a:solidFill>
              <a:latin typeface="黑体" pitchFamily="2" charset="-122"/>
              <a:ea typeface="黑体" pitchFamily="2" charset="-122"/>
              <a:cs typeface="Times New Roman" panose="02020603050405020304" pitchFamily="18" charset="0"/>
            </a:rPr>
            <a:t>B</a:t>
          </a:r>
          <a:r>
            <a:rPr lang="en-US" altLang="zh-CN" sz="1600" b="1" baseline="30000" dirty="0">
              <a:solidFill>
                <a:srgbClr val="FF0000"/>
              </a:solidFill>
              <a:latin typeface="黑体" pitchFamily="2" charset="-122"/>
              <a:ea typeface="黑体" pitchFamily="2" charset="-122"/>
              <a:cs typeface="Times New Roman" panose="02020603050405020304" pitchFamily="18" charset="0"/>
            </a:rPr>
            <a:t>2</a:t>
          </a:r>
          <a:r>
            <a:rPr lang="en-US" altLang="zh-CN" sz="1600" b="1" dirty="0">
              <a:solidFill>
                <a:srgbClr val="FF0000"/>
              </a:solidFill>
              <a:latin typeface="黑体" pitchFamily="2" charset="-122"/>
              <a:ea typeface="黑体" pitchFamily="2" charset="-122"/>
            </a:rPr>
            <a:t> </a:t>
          </a:r>
          <a:endParaRPr lang="zh-CN" altLang="en-US" sz="1600" b="1" dirty="0">
            <a:solidFill>
              <a:srgbClr val="FF0000"/>
            </a:solidFill>
            <a:latin typeface="黑体" pitchFamily="2" charset="-122"/>
            <a:ea typeface="黑体" pitchFamily="2" charset="-122"/>
          </a:endParaRPr>
        </a:p>
      </dgm:t>
    </dgm:pt>
    <dgm:pt modelId="{19417D7C-F889-47A4-9F1D-FFA98DE614CF}" type="parTrans" cxnId="{1E5E5F37-0FB5-4FEE-9A9A-5DEFAB201368}">
      <dgm:prSet/>
      <dgm:spPr/>
      <dgm:t>
        <a:bodyPr/>
        <a:lstStyle/>
        <a:p>
          <a:endParaRPr lang="zh-CN" altLang="en-US" b="1">
            <a:latin typeface="黑体" pitchFamily="2" charset="-122"/>
            <a:ea typeface="黑体" pitchFamily="2" charset="-122"/>
          </a:endParaRPr>
        </a:p>
      </dgm:t>
    </dgm:pt>
    <dgm:pt modelId="{A7818B97-A85F-447E-9775-1D28017C82D9}" type="sibTrans" cxnId="{1E5E5F37-0FB5-4FEE-9A9A-5DEFAB201368}">
      <dgm:prSet/>
      <dgm:spPr/>
      <dgm:t>
        <a:bodyPr/>
        <a:lstStyle/>
        <a:p>
          <a:endParaRPr lang="zh-CN" altLang="en-US"/>
        </a:p>
      </dgm:t>
    </dgm:pt>
    <dgm:pt modelId="{3E2B0DDB-F6FC-4C6E-B880-54F802BA350D}">
      <dgm:prSet custT="1"/>
      <dgm:spPr/>
      <dgm:t>
        <a:bodyPr/>
        <a:lstStyle/>
        <a:p>
          <a:pPr algn="l"/>
          <a:r>
            <a:rPr lang="zh-CN" altLang="en-US" sz="1600" b="1" u="sng" dirty="0">
              <a:solidFill>
                <a:schemeClr val="bg1"/>
              </a:solidFill>
              <a:latin typeface="黑体" pitchFamily="2" charset="-122"/>
              <a:ea typeface="黑体" pitchFamily="2" charset="-122"/>
            </a:rPr>
            <a:t>定义法</a:t>
          </a:r>
          <a:r>
            <a:rPr lang="zh-CN" altLang="en-US" sz="1600" b="1" dirty="0">
              <a:solidFill>
                <a:schemeClr val="bg1"/>
              </a:solidFill>
              <a:latin typeface="黑体" pitchFamily="2" charset="-122"/>
              <a:ea typeface="黑体" pitchFamily="2" charset="-122"/>
            </a:rPr>
            <a:t>：</a:t>
          </a:r>
          <a:endParaRPr lang="en-US" altLang="zh-CN" sz="1600" b="1" dirty="0">
            <a:solidFill>
              <a:schemeClr val="bg1"/>
            </a:solidFill>
            <a:latin typeface="黑体" pitchFamily="2" charset="-122"/>
            <a:ea typeface="黑体" pitchFamily="2" charset="-122"/>
          </a:endParaRPr>
        </a:p>
        <a:p>
          <a:pPr algn="ctr"/>
          <a:r>
            <a:rPr lang="zh-CN" altLang="en-US" sz="1600" b="1" dirty="0">
              <a:solidFill>
                <a:schemeClr val="bg1"/>
              </a:solidFill>
              <a:latin typeface="黑体" pitchFamily="2" charset="-122"/>
              <a:ea typeface="黑体" pitchFamily="2" charset="-122"/>
            </a:rPr>
            <a:t>对任意</a:t>
          </a:r>
          <a:r>
            <a:rPr lang="en-US" altLang="zh-CN" sz="1600" b="1" i="1" dirty="0">
              <a:solidFill>
                <a:schemeClr val="bg1"/>
              </a:solidFill>
              <a:latin typeface="黑体" pitchFamily="2" charset="-122"/>
              <a:ea typeface="黑体" pitchFamily="2" charset="-122"/>
            </a:rPr>
            <a:t>x∈R</a:t>
          </a:r>
          <a:r>
            <a:rPr lang="en-US" altLang="zh-CN" sz="1600" b="1" i="1" baseline="30000" dirty="0">
              <a:solidFill>
                <a:schemeClr val="bg1"/>
              </a:solidFill>
              <a:latin typeface="黑体" pitchFamily="2" charset="-122"/>
              <a:ea typeface="黑体" pitchFamily="2" charset="-122"/>
            </a:rPr>
            <a:t>n</a:t>
          </a:r>
          <a:r>
            <a:rPr lang="en-US" altLang="zh-CN" sz="1600" b="1" i="1" baseline="0" dirty="0">
              <a:solidFill>
                <a:schemeClr val="bg1"/>
              </a:solidFill>
              <a:latin typeface="黑体" pitchFamily="2" charset="-122"/>
              <a:ea typeface="黑体" pitchFamily="2" charset="-122"/>
            </a:rPr>
            <a:t>,</a:t>
          </a:r>
          <a:r>
            <a:rPr lang="en-US" altLang="zh-CN" sz="1600" b="1" i="1" dirty="0">
              <a:solidFill>
                <a:schemeClr val="bg1"/>
              </a:solidFill>
              <a:latin typeface="黑体" pitchFamily="2" charset="-122"/>
              <a:ea typeface="黑体" pitchFamily="2" charset="-122"/>
            </a:rPr>
            <a:t>x</a:t>
          </a:r>
          <a:r>
            <a:rPr lang="en-US" altLang="zh-CN" sz="1600" b="1" i="1" baseline="0" dirty="0">
              <a:solidFill>
                <a:schemeClr val="bg1"/>
              </a:solidFill>
              <a:latin typeface="黑体" pitchFamily="2" charset="-122"/>
              <a:ea typeface="黑体" pitchFamily="2" charset="-122"/>
            </a:rPr>
            <a:t>≠0</a:t>
          </a:r>
          <a:r>
            <a:rPr lang="zh-CN" altLang="en-US" sz="1600" b="1" dirty="0">
              <a:solidFill>
                <a:schemeClr val="bg1"/>
              </a:solidFill>
              <a:latin typeface="黑体" pitchFamily="2" charset="-122"/>
              <a:ea typeface="黑体" pitchFamily="2" charset="-122"/>
            </a:rPr>
            <a:t>，恒有</a:t>
          </a:r>
          <a:endParaRPr lang="en-US" altLang="zh-CN" sz="1600" b="1" dirty="0">
            <a:solidFill>
              <a:schemeClr val="bg1"/>
            </a:solidFill>
            <a:latin typeface="黑体" pitchFamily="2" charset="-122"/>
            <a:ea typeface="黑体" pitchFamily="2" charset="-122"/>
          </a:endParaRPr>
        </a:p>
        <a:p>
          <a:pPr algn="ctr"/>
          <a:r>
            <a:rPr lang="en-US" altLang="zh-CN" sz="1600" b="1" i="1" dirty="0">
              <a:solidFill>
                <a:srgbClr val="FF0000"/>
              </a:solidFill>
              <a:latin typeface="黑体" pitchFamily="2" charset="-122"/>
              <a:ea typeface="黑体" pitchFamily="2" charset="-122"/>
            </a:rPr>
            <a:t>f=</a:t>
          </a:r>
          <a:r>
            <a:rPr lang="en-US" altLang="zh-CN" sz="1600" b="1" i="1" dirty="0" err="1">
              <a:solidFill>
                <a:srgbClr val="FF0000"/>
              </a:solidFill>
              <a:latin typeface="黑体" pitchFamily="2" charset="-122"/>
              <a:ea typeface="黑体" pitchFamily="2" charset="-122"/>
            </a:rPr>
            <a:t>x</a:t>
          </a:r>
          <a:r>
            <a:rPr lang="en-US" altLang="zh-CN" sz="1600" b="1" i="1" baseline="30000" dirty="0" err="1">
              <a:solidFill>
                <a:srgbClr val="FF0000"/>
              </a:solidFill>
              <a:latin typeface="黑体" pitchFamily="2" charset="-122"/>
              <a:ea typeface="黑体" pitchFamily="2" charset="-122"/>
            </a:rPr>
            <a:t>T</a:t>
          </a:r>
          <a:r>
            <a:rPr lang="en-US" altLang="zh-CN" sz="1600" b="1" i="1" dirty="0" err="1">
              <a:solidFill>
                <a:srgbClr val="FF0000"/>
              </a:solidFill>
              <a:latin typeface="黑体" pitchFamily="2" charset="-122"/>
              <a:ea typeface="黑体" pitchFamily="2" charset="-122"/>
            </a:rPr>
            <a:t>Ax</a:t>
          </a:r>
          <a:r>
            <a:rPr lang="en-US" altLang="zh-CN" sz="1600" b="1" i="1" dirty="0">
              <a:solidFill>
                <a:srgbClr val="FF0000"/>
              </a:solidFill>
              <a:latin typeface="黑体" pitchFamily="2" charset="-122"/>
              <a:ea typeface="黑体" pitchFamily="2" charset="-122"/>
            </a:rPr>
            <a:t> </a:t>
          </a:r>
          <a:r>
            <a:rPr lang="en-US" altLang="zh-CN" sz="1600" b="1" i="0" dirty="0">
              <a:solidFill>
                <a:srgbClr val="FF0000"/>
              </a:solidFill>
              <a:latin typeface="黑体" pitchFamily="2" charset="-122"/>
              <a:ea typeface="黑体" pitchFamily="2" charset="-122"/>
            </a:rPr>
            <a:t>&gt;</a:t>
          </a:r>
          <a:r>
            <a:rPr lang="en-US" altLang="zh-CN" sz="1600" b="1" i="1" dirty="0">
              <a:solidFill>
                <a:srgbClr val="FF0000"/>
              </a:solidFill>
              <a:latin typeface="黑体" pitchFamily="2" charset="-122"/>
              <a:ea typeface="黑体" pitchFamily="2" charset="-122"/>
            </a:rPr>
            <a:t>0</a:t>
          </a:r>
          <a:endParaRPr lang="zh-CN" altLang="en-US" sz="1600" b="1" dirty="0">
            <a:solidFill>
              <a:srgbClr val="FF0000"/>
            </a:solidFill>
            <a:latin typeface="黑体" pitchFamily="2" charset="-122"/>
            <a:ea typeface="黑体" pitchFamily="2" charset="-122"/>
          </a:endParaRPr>
        </a:p>
      </dgm:t>
    </dgm:pt>
    <dgm:pt modelId="{BD51E3FE-5CD1-420E-893F-71E2F249C87D}" type="parTrans" cxnId="{29544E1A-CF3F-41C1-92CE-426FEA8825C7}">
      <dgm:prSet/>
      <dgm:spPr/>
      <dgm:t>
        <a:bodyPr/>
        <a:lstStyle/>
        <a:p>
          <a:endParaRPr lang="zh-CN" altLang="en-US" b="1">
            <a:latin typeface="黑体" pitchFamily="2" charset="-122"/>
            <a:ea typeface="黑体" pitchFamily="2" charset="-122"/>
          </a:endParaRPr>
        </a:p>
      </dgm:t>
    </dgm:pt>
    <dgm:pt modelId="{49675BC0-8AE5-40B0-854D-458CF78E695D}" type="sibTrans" cxnId="{29544E1A-CF3F-41C1-92CE-426FEA8825C7}">
      <dgm:prSet/>
      <dgm:spPr/>
      <dgm:t>
        <a:bodyPr/>
        <a:lstStyle/>
        <a:p>
          <a:endParaRPr lang="zh-CN" altLang="en-US"/>
        </a:p>
      </dgm:t>
    </dgm:pt>
    <dgm:pt modelId="{09E041A7-32C0-4ACB-8C99-1A11EAC73ADB}">
      <dgm:prSet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dirty="0">
              <a:solidFill>
                <a:schemeClr val="bg1"/>
              </a:solidFill>
              <a:latin typeface="黑体" pitchFamily="2" charset="-122"/>
              <a:ea typeface="黑体" pitchFamily="2" charset="-122"/>
              <a:cs typeface="Times New Roman" panose="02020603050405020304" pitchFamily="18" charset="0"/>
            </a:rPr>
            <a:t>：</a:t>
          </a:r>
          <a:endParaRPr lang="en-US" altLang="zh-CN" sz="1600" b="1" i="0" dirty="0">
            <a:solidFill>
              <a:schemeClr val="bg1"/>
            </a:solidFill>
            <a:latin typeface="黑体" pitchFamily="2" charset="-122"/>
            <a:ea typeface="黑体" pitchFamily="2" charset="-122"/>
            <a:cs typeface="Times New Roman" panose="02020603050405020304" pitchFamily="18" charset="0"/>
          </a:endParaRPr>
        </a:p>
        <a:p>
          <a:pPr algn="ct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en-US" sz="1600" b="1" dirty="0">
              <a:solidFill>
                <a:schemeClr val="bg1"/>
              </a:solidFill>
              <a:latin typeface="黑体" pitchFamily="2" charset="-122"/>
              <a:ea typeface="黑体" pitchFamily="2" charset="-122"/>
              <a:cs typeface="Times New Roman" panose="02020603050405020304" pitchFamily="18" charset="0"/>
            </a:rPr>
            <a:t>的</a:t>
          </a:r>
          <a:r>
            <a:rPr lang="zh-CN" altLang="en-US" sz="1600" b="1" dirty="0">
              <a:solidFill>
                <a:srgbClr val="FF0000"/>
              </a:solidFill>
              <a:latin typeface="黑体" pitchFamily="2" charset="-122"/>
              <a:ea typeface="黑体" pitchFamily="2" charset="-122"/>
              <a:cs typeface="Times New Roman" panose="02020603050405020304" pitchFamily="18" charset="0"/>
            </a:rPr>
            <a:t>各阶</a:t>
          </a:r>
          <a:r>
            <a:rPr lang="zh-CN" altLang="en-US" sz="1600" b="1" dirty="0">
              <a:solidFill>
                <a:schemeClr val="bg1"/>
              </a:solidFill>
              <a:latin typeface="黑体" pitchFamily="2" charset="-122"/>
              <a:ea typeface="黑体" pitchFamily="2" charset="-122"/>
              <a:cs typeface="Times New Roman" panose="02020603050405020304" pitchFamily="18" charset="0"/>
            </a:rPr>
            <a:t>顺序主子</a:t>
          </a:r>
          <a:r>
            <a:rPr lang="zh-CN" altLang="zh-CN" sz="1600" b="1" dirty="0">
              <a:solidFill>
                <a:schemeClr val="bg1"/>
              </a:solidFill>
              <a:latin typeface="黑体" pitchFamily="2" charset="-122"/>
              <a:ea typeface="黑体" pitchFamily="2" charset="-122"/>
              <a:cs typeface="Times New Roman"/>
            </a:rPr>
            <a:t>式都</a:t>
          </a:r>
          <a:r>
            <a:rPr lang="en-US" altLang="zh-CN" sz="1600" b="1" dirty="0">
              <a:solidFill>
                <a:srgbClr val="FF0000"/>
              </a:solidFill>
              <a:latin typeface="黑体" pitchFamily="2" charset="-122"/>
              <a:ea typeface="黑体" pitchFamily="2" charset="-122"/>
              <a:cs typeface="Times New Roman"/>
            </a:rPr>
            <a:t> &gt;</a:t>
          </a:r>
          <a:r>
            <a:rPr lang="en-US" altLang="zh-CN" sz="1600" b="1" i="1" dirty="0">
              <a:solidFill>
                <a:srgbClr val="FF0000"/>
              </a:solidFill>
              <a:latin typeface="黑体" pitchFamily="2" charset="-122"/>
              <a:ea typeface="黑体" pitchFamily="2" charset="-122"/>
              <a:cs typeface="Times New Roman"/>
            </a:rPr>
            <a:t>0</a:t>
          </a:r>
          <a:endParaRPr lang="zh-CN" altLang="en-US" sz="1600" b="1" i="1" dirty="0">
            <a:latin typeface="黑体" pitchFamily="2" charset="-122"/>
            <a:ea typeface="黑体" pitchFamily="2" charset="-122"/>
          </a:endParaRPr>
        </a:p>
      </dgm:t>
    </dgm:pt>
    <dgm:pt modelId="{ECA02986-30B7-4A6F-9308-60F9896572D1}" type="parTrans" cxnId="{D96C611D-8F54-4105-B763-180AEB5DD830}">
      <dgm:prSet/>
      <dgm:spPr/>
      <dgm:t>
        <a:bodyPr/>
        <a:lstStyle/>
        <a:p>
          <a:endParaRPr lang="zh-CN" altLang="en-US" b="1">
            <a:latin typeface="黑体" pitchFamily="2" charset="-122"/>
            <a:ea typeface="黑体" pitchFamily="2" charset="-122"/>
          </a:endParaRPr>
        </a:p>
      </dgm:t>
    </dgm:pt>
    <dgm:pt modelId="{2E9F6CC4-B15F-4624-9351-E1C00EB60676}" type="sibTrans" cxnId="{D96C611D-8F54-4105-B763-180AEB5DD830}">
      <dgm:prSet/>
      <dgm:spPr/>
      <dgm:t>
        <a:bodyPr/>
        <a:lstStyle/>
        <a:p>
          <a:endParaRPr lang="zh-CN" altLang="en-US"/>
        </a:p>
      </dgm:t>
    </dgm:pt>
    <dgm:pt modelId="{70A37C70-7C94-42F6-A6FF-96A16B6DC36B}">
      <dgm:prSet custT="1"/>
      <dgm:spPr/>
      <dgm:t>
        <a:bodyPr/>
        <a:lstStyle/>
        <a:p>
          <a:r>
            <a:rPr lang="zh-CN" altLang="zh-CN" sz="1600" b="1" dirty="0">
              <a:solidFill>
                <a:schemeClr val="bg1"/>
              </a:solidFill>
              <a:latin typeface="黑体" pitchFamily="2" charset="-122"/>
              <a:ea typeface="黑体" pitchFamily="2" charset="-122"/>
            </a:rPr>
            <a:t>存在</a:t>
          </a:r>
          <a:r>
            <a:rPr lang="zh-CN" altLang="en-US" sz="1600" b="1" dirty="0">
              <a:solidFill>
                <a:srgbClr val="FF0000"/>
              </a:solidFill>
              <a:latin typeface="黑体" pitchFamily="2" charset="-122"/>
              <a:ea typeface="黑体" pitchFamily="2" charset="-122"/>
            </a:rPr>
            <a:t>可逆</a:t>
          </a:r>
          <a:r>
            <a:rPr lang="zh-CN" altLang="zh-CN" sz="1600" b="1" dirty="0">
              <a:solidFill>
                <a:schemeClr val="bg1"/>
              </a:solidFill>
              <a:latin typeface="黑体" pitchFamily="2" charset="-122"/>
              <a:ea typeface="黑体" pitchFamily="2" charset="-122"/>
            </a:rPr>
            <a:t>矩阵</a:t>
          </a:r>
          <a:r>
            <a:rPr lang="en-US" altLang="zh-CN" sz="1600" b="1" i="1" dirty="0">
              <a:solidFill>
                <a:schemeClr val="bg1"/>
              </a:solidFill>
              <a:latin typeface="黑体" pitchFamily="2" charset="-122"/>
              <a:ea typeface="黑体" pitchFamily="2" charset="-122"/>
              <a:cs typeface="Times New Roman" panose="02020603050405020304" pitchFamily="18" charset="0"/>
            </a:rPr>
            <a:t>U</a:t>
          </a:r>
          <a:r>
            <a:rPr lang="zh-CN" altLang="zh-CN" sz="1600" b="1" dirty="0">
              <a:solidFill>
                <a:schemeClr val="bg1"/>
              </a:solidFill>
              <a:latin typeface="黑体" pitchFamily="2" charset="-122"/>
              <a:ea typeface="黑体" pitchFamily="2" charset="-122"/>
            </a:rPr>
            <a:t>，使</a:t>
          </a:r>
          <a:r>
            <a:rPr lang="en-US" altLang="zh-CN" sz="1600" b="1" dirty="0">
              <a:solidFill>
                <a:schemeClr val="bg1"/>
              </a:solidFill>
              <a:latin typeface="黑体" pitchFamily="2" charset="-122"/>
              <a:ea typeface="黑体" pitchFamily="2" charset="-122"/>
            </a:rPr>
            <a:t>   </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en-US" altLang="zh-CN" sz="1600" b="1" i="1" dirty="0">
              <a:solidFill>
                <a:srgbClr val="FF0000"/>
              </a:solidFill>
              <a:latin typeface="黑体" pitchFamily="2" charset="-122"/>
              <a:ea typeface="黑体" pitchFamily="2" charset="-122"/>
              <a:cs typeface="Times New Roman" panose="02020603050405020304" pitchFamily="18" charset="0"/>
            </a:rPr>
            <a:t>U</a:t>
          </a:r>
          <a:r>
            <a:rPr lang="en-US" altLang="zh-CN" sz="1600" b="1" i="1"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dirty="0">
              <a:solidFill>
                <a:srgbClr val="FF0000"/>
              </a:solidFill>
              <a:latin typeface="黑体" pitchFamily="2" charset="-122"/>
              <a:ea typeface="黑体" pitchFamily="2" charset="-122"/>
              <a:cs typeface="Times New Roman" panose="02020603050405020304" pitchFamily="18" charset="0"/>
            </a:rPr>
            <a:t>U</a:t>
          </a:r>
          <a:r>
            <a:rPr lang="en-US" altLang="zh-CN" sz="1600" b="1" dirty="0">
              <a:solidFill>
                <a:schemeClr val="bg1"/>
              </a:solidFill>
              <a:latin typeface="黑体" pitchFamily="2" charset="-122"/>
              <a:ea typeface="黑体" pitchFamily="2" charset="-122"/>
            </a:rPr>
            <a:t> </a:t>
          </a:r>
          <a:endParaRPr lang="zh-CN" altLang="en-US" sz="1600" b="1" dirty="0">
            <a:solidFill>
              <a:schemeClr val="bg1"/>
            </a:solidFill>
            <a:latin typeface="黑体" pitchFamily="2" charset="-122"/>
            <a:ea typeface="黑体" pitchFamily="2" charset="-122"/>
          </a:endParaRPr>
        </a:p>
      </dgm:t>
    </dgm:pt>
    <dgm:pt modelId="{1E3420E4-66E8-4447-AA59-EC8B73463676}" type="parTrans" cxnId="{697A5398-3BDE-4671-8569-65E06F8E8CED}">
      <dgm:prSet/>
      <dgm:spPr/>
      <dgm:t>
        <a:bodyPr/>
        <a:lstStyle/>
        <a:p>
          <a:endParaRPr lang="zh-CN" altLang="en-US" b="1">
            <a:latin typeface="黑体" pitchFamily="2" charset="-122"/>
            <a:ea typeface="黑体" pitchFamily="2" charset="-122"/>
          </a:endParaRPr>
        </a:p>
      </dgm:t>
    </dgm:pt>
    <dgm:pt modelId="{667F144F-4F6E-4200-B075-A1FF4B9D4DB8}" type="sibTrans" cxnId="{697A5398-3BDE-4671-8569-65E06F8E8CED}">
      <dgm:prSet/>
      <dgm:spPr/>
      <dgm:t>
        <a:bodyPr/>
        <a:lstStyle/>
        <a:p>
          <a:endParaRPr lang="zh-CN" altLang="en-US"/>
        </a:p>
      </dgm:t>
    </dgm:pt>
    <dgm:pt modelId="{3FBE1467-11D8-44C3-9FC4-E7DDE67F5FF4}">
      <dgm:prSet custT="1"/>
      <dgm:spPr/>
      <dgm:t>
        <a:bodyPr/>
        <a:lstStyle/>
        <a:p>
          <a:pPr algn="l"/>
          <a:r>
            <a:rPr lang="zh-CN" altLang="en-US" sz="1600" b="1" i="0" u="sng"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dirty="0">
              <a:solidFill>
                <a:schemeClr val="bg1"/>
              </a:solidFill>
              <a:latin typeface="黑体" pitchFamily="2" charset="-122"/>
              <a:ea typeface="黑体" pitchFamily="2" charset="-122"/>
              <a:cs typeface="Times New Roman" panose="02020603050405020304" pitchFamily="18" charset="0"/>
            </a:rPr>
            <a:t>：</a:t>
          </a:r>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zh-CN" sz="1600" b="1" dirty="0">
              <a:solidFill>
                <a:srgbClr val="00B050"/>
              </a:solidFill>
              <a:latin typeface="黑体" pitchFamily="2" charset="-122"/>
              <a:ea typeface="黑体" pitchFamily="2" charset="-122"/>
            </a:rPr>
            <a:t>特征值</a:t>
          </a:r>
          <a:r>
            <a:rPr lang="zh-CN" altLang="zh-CN" sz="1600" b="1" dirty="0">
              <a:solidFill>
                <a:schemeClr val="bg1"/>
              </a:solidFill>
              <a:latin typeface="黑体" pitchFamily="2" charset="-122"/>
              <a:ea typeface="黑体" pitchFamily="2" charset="-122"/>
            </a:rPr>
            <a:t>全</a:t>
          </a:r>
          <a:r>
            <a:rPr lang="en-US" altLang="zh-CN" sz="1600" b="1" dirty="0">
              <a:solidFill>
                <a:schemeClr val="bg1"/>
              </a:solidFill>
              <a:latin typeface="黑体" pitchFamily="2" charset="-122"/>
              <a:ea typeface="黑体" pitchFamily="2" charset="-122"/>
            </a:rPr>
            <a:t> </a:t>
          </a:r>
          <a:r>
            <a:rPr lang="en-US" altLang="zh-CN" sz="1600" b="1" dirty="0">
              <a:solidFill>
                <a:srgbClr val="00B050"/>
              </a:solidFill>
              <a:latin typeface="黑体" pitchFamily="2" charset="-122"/>
              <a:ea typeface="黑体" pitchFamily="2" charset="-122"/>
              <a:cs typeface="Times New Roman"/>
            </a:rPr>
            <a:t>&lt;</a:t>
          </a:r>
          <a:r>
            <a:rPr lang="en-US" altLang="zh-CN" sz="1600" b="1" i="1" dirty="0">
              <a:solidFill>
                <a:srgbClr val="00B050"/>
              </a:solidFill>
              <a:latin typeface="黑体" pitchFamily="2" charset="-122"/>
              <a:ea typeface="黑体" pitchFamily="2" charset="-122"/>
              <a:cs typeface="Times New Roman"/>
            </a:rPr>
            <a:t>0</a:t>
          </a:r>
          <a:endParaRPr lang="zh-CN" altLang="en-US" sz="1600" b="1" dirty="0">
            <a:solidFill>
              <a:srgbClr val="00B050"/>
            </a:solidFill>
            <a:latin typeface="黑体" pitchFamily="2" charset="-122"/>
            <a:ea typeface="黑体" pitchFamily="2" charset="-122"/>
          </a:endParaRPr>
        </a:p>
      </dgm:t>
    </dgm:pt>
    <dgm:pt modelId="{88CFD6DE-0F8D-431C-890F-D72D37F84373}" type="parTrans" cxnId="{09610788-3A8D-42EA-BA34-042EC0480103}">
      <dgm:prSet/>
      <dgm:spPr/>
      <dgm:t>
        <a:bodyPr/>
        <a:lstStyle/>
        <a:p>
          <a:endParaRPr lang="zh-CN" altLang="en-US"/>
        </a:p>
      </dgm:t>
    </dgm:pt>
    <dgm:pt modelId="{AA892D7B-04D4-456B-9DDD-BA1BD12A5C43}" type="sibTrans" cxnId="{09610788-3A8D-42EA-BA34-042EC0480103}">
      <dgm:prSet/>
      <dgm:spPr/>
      <dgm:t>
        <a:bodyPr/>
        <a:lstStyle/>
        <a:p>
          <a:endParaRPr lang="zh-CN" altLang="en-US"/>
        </a:p>
      </dgm:t>
    </dgm:pt>
    <dgm:pt modelId="{34D1431E-5C2B-4A18-B7B6-532E93A4D26B}">
      <dgm:prSet custT="1"/>
      <dgm:spPr/>
      <dgm:t>
        <a:bodyPr/>
        <a:lstStyle/>
        <a:p>
          <a:pPr algn="l"/>
          <a:r>
            <a:rPr lang="zh-CN" altLang="en-US" sz="1600" b="1" u="sng" dirty="0">
              <a:solidFill>
                <a:schemeClr val="bg1"/>
              </a:solidFill>
              <a:latin typeface="黑体" pitchFamily="2" charset="-122"/>
              <a:ea typeface="黑体" pitchFamily="2" charset="-122"/>
            </a:rPr>
            <a:t>定义法</a:t>
          </a:r>
          <a:r>
            <a:rPr lang="zh-CN" altLang="en-US" sz="1600" b="1" dirty="0">
              <a:solidFill>
                <a:schemeClr val="bg1"/>
              </a:solidFill>
              <a:latin typeface="黑体" pitchFamily="2" charset="-122"/>
              <a:ea typeface="黑体" pitchFamily="2" charset="-122"/>
            </a:rPr>
            <a:t>：</a:t>
          </a:r>
          <a:endParaRPr lang="en-US" altLang="zh-CN" sz="1600" b="1" dirty="0">
            <a:solidFill>
              <a:schemeClr val="bg1"/>
            </a:solidFill>
            <a:latin typeface="黑体" pitchFamily="2" charset="-122"/>
            <a:ea typeface="黑体" pitchFamily="2" charset="-122"/>
          </a:endParaRPr>
        </a:p>
        <a:p>
          <a:pPr algn="ctr"/>
          <a:r>
            <a:rPr lang="zh-CN" altLang="en-US" sz="1600" b="1" dirty="0">
              <a:solidFill>
                <a:schemeClr val="bg1"/>
              </a:solidFill>
              <a:latin typeface="黑体" pitchFamily="2" charset="-122"/>
              <a:ea typeface="黑体" pitchFamily="2" charset="-122"/>
            </a:rPr>
            <a:t>对任意</a:t>
          </a:r>
          <a:r>
            <a:rPr lang="en-US" altLang="zh-CN" sz="1600" b="1" i="1" dirty="0">
              <a:solidFill>
                <a:schemeClr val="bg1"/>
              </a:solidFill>
              <a:latin typeface="黑体" pitchFamily="2" charset="-122"/>
              <a:ea typeface="黑体" pitchFamily="2" charset="-122"/>
            </a:rPr>
            <a:t>x∈R</a:t>
          </a:r>
          <a:r>
            <a:rPr lang="en-US" altLang="zh-CN" sz="1600" b="1" i="1" baseline="30000" dirty="0">
              <a:solidFill>
                <a:schemeClr val="bg1"/>
              </a:solidFill>
              <a:latin typeface="黑体" pitchFamily="2" charset="-122"/>
              <a:ea typeface="黑体" pitchFamily="2" charset="-122"/>
            </a:rPr>
            <a:t>n</a:t>
          </a:r>
          <a:r>
            <a:rPr lang="en-US" altLang="zh-CN" sz="1600" b="1" i="1" baseline="0" dirty="0">
              <a:solidFill>
                <a:schemeClr val="bg1"/>
              </a:solidFill>
              <a:latin typeface="黑体" pitchFamily="2" charset="-122"/>
              <a:ea typeface="黑体" pitchFamily="2" charset="-122"/>
            </a:rPr>
            <a:t>,</a:t>
          </a:r>
          <a:r>
            <a:rPr lang="en-US" altLang="zh-CN" sz="1600" b="1" i="1" dirty="0">
              <a:solidFill>
                <a:schemeClr val="bg1"/>
              </a:solidFill>
              <a:latin typeface="黑体" pitchFamily="2" charset="-122"/>
              <a:ea typeface="黑体" pitchFamily="2" charset="-122"/>
            </a:rPr>
            <a:t>x</a:t>
          </a:r>
          <a:r>
            <a:rPr lang="en-US" altLang="zh-CN" sz="1600" b="1" i="1" baseline="0" dirty="0">
              <a:solidFill>
                <a:schemeClr val="bg1"/>
              </a:solidFill>
              <a:latin typeface="黑体" pitchFamily="2" charset="-122"/>
              <a:ea typeface="黑体" pitchFamily="2" charset="-122"/>
            </a:rPr>
            <a:t>≠0</a:t>
          </a:r>
          <a:r>
            <a:rPr lang="zh-CN" altLang="en-US" sz="1600" b="1" dirty="0">
              <a:solidFill>
                <a:schemeClr val="bg1"/>
              </a:solidFill>
              <a:latin typeface="黑体" pitchFamily="2" charset="-122"/>
              <a:ea typeface="黑体" pitchFamily="2" charset="-122"/>
            </a:rPr>
            <a:t>恒有</a:t>
          </a:r>
          <a:endParaRPr lang="en-US" altLang="zh-CN" sz="1600" b="1" dirty="0">
            <a:solidFill>
              <a:schemeClr val="bg1"/>
            </a:solidFill>
            <a:latin typeface="黑体" pitchFamily="2" charset="-122"/>
            <a:ea typeface="黑体" pitchFamily="2" charset="-122"/>
          </a:endParaRPr>
        </a:p>
        <a:p>
          <a:pPr algn="ctr"/>
          <a:r>
            <a:rPr lang="en-US" altLang="zh-CN" sz="1600" b="1" i="1" dirty="0">
              <a:solidFill>
                <a:srgbClr val="00B050"/>
              </a:solidFill>
              <a:latin typeface="黑体" pitchFamily="2" charset="-122"/>
              <a:ea typeface="黑体" pitchFamily="2" charset="-122"/>
            </a:rPr>
            <a:t>f=</a:t>
          </a:r>
          <a:r>
            <a:rPr lang="en-US" altLang="zh-CN" sz="1600" b="1" i="1" dirty="0" err="1">
              <a:solidFill>
                <a:srgbClr val="00B050"/>
              </a:solidFill>
              <a:latin typeface="黑体" pitchFamily="2" charset="-122"/>
              <a:ea typeface="黑体" pitchFamily="2" charset="-122"/>
            </a:rPr>
            <a:t>x</a:t>
          </a:r>
          <a:r>
            <a:rPr lang="en-US" altLang="zh-CN" sz="1600" b="1" i="1" baseline="30000" dirty="0" err="1">
              <a:solidFill>
                <a:srgbClr val="00B050"/>
              </a:solidFill>
              <a:latin typeface="黑体" pitchFamily="2" charset="-122"/>
              <a:ea typeface="黑体" pitchFamily="2" charset="-122"/>
            </a:rPr>
            <a:t>T</a:t>
          </a:r>
          <a:r>
            <a:rPr lang="en-US" altLang="zh-CN" sz="1600" b="1" i="1" dirty="0" err="1">
              <a:solidFill>
                <a:srgbClr val="00B050"/>
              </a:solidFill>
              <a:latin typeface="黑体" pitchFamily="2" charset="-122"/>
              <a:ea typeface="黑体" pitchFamily="2" charset="-122"/>
            </a:rPr>
            <a:t>Ax</a:t>
          </a:r>
          <a:r>
            <a:rPr lang="en-US" altLang="zh-CN" sz="1600" b="1" i="1" dirty="0">
              <a:solidFill>
                <a:srgbClr val="00B050"/>
              </a:solidFill>
              <a:latin typeface="黑体" pitchFamily="2" charset="-122"/>
              <a:ea typeface="黑体" pitchFamily="2" charset="-122"/>
            </a:rPr>
            <a:t> &lt;0</a:t>
          </a:r>
          <a:r>
            <a:rPr lang="zh-CN" altLang="en-US" sz="1600" b="1" dirty="0">
              <a:solidFill>
                <a:schemeClr val="bg1"/>
              </a:solidFill>
              <a:latin typeface="黑体" pitchFamily="2" charset="-122"/>
              <a:ea typeface="黑体" pitchFamily="2" charset="-122"/>
            </a:rPr>
            <a:t>             </a:t>
          </a:r>
        </a:p>
      </dgm:t>
    </dgm:pt>
    <dgm:pt modelId="{BC8550A6-2A3D-4DAC-81DF-4CB95F2E45DC}" type="parTrans" cxnId="{C7B6B9EF-7D07-4AE3-9A23-A6F558631BB1}">
      <dgm:prSet/>
      <dgm:spPr/>
      <dgm:t>
        <a:bodyPr/>
        <a:lstStyle/>
        <a:p>
          <a:endParaRPr lang="zh-CN" altLang="en-US"/>
        </a:p>
      </dgm:t>
    </dgm:pt>
    <dgm:pt modelId="{1B78CEB4-5B9B-4CBD-BAC8-B4E4CCD66F62}" type="sibTrans" cxnId="{C7B6B9EF-7D07-4AE3-9A23-A6F558631BB1}">
      <dgm:prSet/>
      <dgm:spPr/>
      <dgm:t>
        <a:bodyPr/>
        <a:lstStyle/>
        <a:p>
          <a:endParaRPr lang="zh-CN" altLang="en-US"/>
        </a:p>
      </dgm:t>
    </dgm:pt>
    <dgm:pt modelId="{F42ECD7E-C751-4C87-944C-53E9697B5864}">
      <dgm:prSet custT="1"/>
      <dgm:spPr/>
      <dgm:t>
        <a:bodyPr/>
        <a:lstStyle/>
        <a:p>
          <a:r>
            <a:rPr lang="en-US" altLang="zh-CN" sz="1600" b="1" i="1" dirty="0">
              <a:solidFill>
                <a:schemeClr val="bg1"/>
              </a:solidFill>
              <a:latin typeface="黑体" pitchFamily="2" charset="-122"/>
              <a:ea typeface="黑体" pitchFamily="2" charset="-122"/>
              <a:cs typeface="Times New Roman" panose="02020603050405020304" pitchFamily="18" charset="0"/>
            </a:rPr>
            <a:t>A</a:t>
          </a:r>
          <a:r>
            <a:rPr lang="zh-CN" altLang="en-US" sz="1600" b="1" dirty="0">
              <a:solidFill>
                <a:schemeClr val="bg1"/>
              </a:solidFill>
              <a:latin typeface="黑体" pitchFamily="2" charset="-122"/>
              <a:ea typeface="黑体" pitchFamily="2" charset="-122"/>
            </a:rPr>
            <a:t> 为</a:t>
          </a:r>
          <a:r>
            <a:rPr lang="zh-CN" altLang="en-US" sz="1600" b="1" dirty="0">
              <a:solidFill>
                <a:srgbClr val="00B050"/>
              </a:solidFill>
              <a:latin typeface="黑体" pitchFamily="2" charset="-122"/>
              <a:ea typeface="黑体" pitchFamily="2" charset="-122"/>
            </a:rPr>
            <a:t>负定矩阵</a:t>
          </a:r>
          <a:endParaRPr lang="zh-CN" altLang="en-US" sz="1600" dirty="0">
            <a:solidFill>
              <a:srgbClr val="00B050"/>
            </a:solidFill>
            <a:latin typeface="黑体" pitchFamily="2" charset="-122"/>
            <a:ea typeface="黑体" pitchFamily="2" charset="-122"/>
          </a:endParaRPr>
        </a:p>
      </dgm:t>
    </dgm:pt>
    <dgm:pt modelId="{9FC5DBD3-B3C4-4126-8E82-8E7241058A07}" type="parTrans" cxnId="{065EA707-7E7E-4C5A-A9CE-0BA58C51A5D4}">
      <dgm:prSet/>
      <dgm:spPr/>
      <dgm:t>
        <a:bodyPr/>
        <a:lstStyle/>
        <a:p>
          <a:endParaRPr lang="zh-CN" altLang="en-US"/>
        </a:p>
      </dgm:t>
    </dgm:pt>
    <dgm:pt modelId="{9B1A4B16-DE75-4280-8C5C-EDBB056E029B}" type="sibTrans" cxnId="{065EA707-7E7E-4C5A-A9CE-0BA58C51A5D4}">
      <dgm:prSet/>
      <dgm:spPr/>
      <dgm:t>
        <a:bodyPr/>
        <a:lstStyle/>
        <a:p>
          <a:endParaRPr lang="zh-CN" altLang="en-US"/>
        </a:p>
      </dgm:t>
    </dgm:pt>
    <dgm:pt modelId="{BE373981-BBFB-4246-9546-392A75E18B1B}">
      <dgm:prSet custT="1"/>
      <dgm:spPr/>
      <dgm:t>
        <a:bodyPr/>
        <a:lstStyle/>
        <a:p>
          <a:r>
            <a:rPr lang="en-US" altLang="zh-CN" sz="1600" b="1" i="1" dirty="0">
              <a:solidFill>
                <a:schemeClr val="bg1"/>
              </a:solidFill>
              <a:latin typeface="黑体" pitchFamily="2" charset="-122"/>
              <a:ea typeface="黑体" pitchFamily="2" charset="-122"/>
              <a:cs typeface="Times New Roman" panose="02020603050405020304" pitchFamily="18" charset="0"/>
            </a:rPr>
            <a:t>A </a:t>
          </a:r>
          <a:r>
            <a:rPr lang="zh-CN" altLang="zh-CN" sz="1600" b="1" dirty="0">
              <a:solidFill>
                <a:schemeClr val="bg1"/>
              </a:solidFill>
              <a:latin typeface="黑体" pitchFamily="2" charset="-122"/>
              <a:ea typeface="黑体" pitchFamily="2" charset="-122"/>
            </a:rPr>
            <a:t>的</a:t>
          </a:r>
          <a:r>
            <a:rPr lang="zh-CN" altLang="en-US" sz="1600" b="1" dirty="0">
              <a:solidFill>
                <a:srgbClr val="00B050"/>
              </a:solidFill>
              <a:latin typeface="黑体" pitchFamily="2" charset="-122"/>
              <a:ea typeface="黑体" pitchFamily="2" charset="-122"/>
            </a:rPr>
            <a:t>负</a:t>
          </a:r>
          <a:r>
            <a:rPr lang="zh-CN" altLang="zh-CN" sz="1600" b="1" dirty="0">
              <a:solidFill>
                <a:srgbClr val="00B050"/>
              </a:solidFill>
              <a:latin typeface="黑体" pitchFamily="2" charset="-122"/>
              <a:ea typeface="黑体" pitchFamily="2" charset="-122"/>
            </a:rPr>
            <a:t>惯性指数</a:t>
          </a:r>
          <a:r>
            <a:rPr lang="zh-CN" altLang="zh-CN" sz="1600" b="1" dirty="0">
              <a:solidFill>
                <a:schemeClr val="bg1"/>
              </a:solidFill>
              <a:latin typeface="黑体" pitchFamily="2" charset="-122"/>
              <a:ea typeface="黑体" pitchFamily="2" charset="-122"/>
            </a:rPr>
            <a:t>为</a:t>
          </a:r>
          <a:r>
            <a:rPr lang="en-US" altLang="zh-CN" sz="1600" b="1" dirty="0">
              <a:solidFill>
                <a:schemeClr val="bg1"/>
              </a:solidFill>
              <a:latin typeface="黑体" pitchFamily="2" charset="-122"/>
              <a:ea typeface="黑体" pitchFamily="2" charset="-122"/>
            </a:rPr>
            <a:t> </a:t>
          </a:r>
          <a:r>
            <a:rPr lang="en-US" altLang="zh-CN" sz="1600" b="1" i="1" dirty="0">
              <a:solidFill>
                <a:srgbClr val="00B050"/>
              </a:solidFill>
              <a:latin typeface="黑体" pitchFamily="2" charset="-122"/>
              <a:ea typeface="黑体" pitchFamily="2" charset="-122"/>
              <a:cs typeface="Times New Roman" panose="02020603050405020304" pitchFamily="18" charset="0"/>
            </a:rPr>
            <a:t>n</a:t>
          </a:r>
          <a:endParaRPr lang="zh-CN" altLang="en-US" sz="1600" dirty="0">
            <a:solidFill>
              <a:srgbClr val="00B050"/>
            </a:solidFill>
            <a:latin typeface="黑体" pitchFamily="2" charset="-122"/>
            <a:ea typeface="黑体" pitchFamily="2" charset="-122"/>
          </a:endParaRPr>
        </a:p>
      </dgm:t>
    </dgm:pt>
    <dgm:pt modelId="{37ADB997-EFCA-4A27-A2E1-561672B71603}" type="parTrans" cxnId="{17440D7B-125B-46FD-A750-502B473F0BBF}">
      <dgm:prSet/>
      <dgm:spPr/>
      <dgm:t>
        <a:bodyPr/>
        <a:lstStyle/>
        <a:p>
          <a:endParaRPr lang="zh-CN" altLang="en-US"/>
        </a:p>
      </dgm:t>
    </dgm:pt>
    <dgm:pt modelId="{1DBDA351-B59E-4A27-B5A1-D728646A8DC3}" type="sibTrans" cxnId="{17440D7B-125B-46FD-A750-502B473F0BBF}">
      <dgm:prSet/>
      <dgm:spPr/>
      <dgm:t>
        <a:bodyPr/>
        <a:lstStyle/>
        <a:p>
          <a:endParaRPr lang="zh-CN" altLang="en-US"/>
        </a:p>
      </dgm:t>
    </dgm:pt>
    <dgm:pt modelId="{0C2B2757-D659-4A4E-A3B9-9D381F055664}" type="pres">
      <dgm:prSet presAssocID="{98E4D211-846D-4D21-A89B-FF88D097DE09}" presName="diagram" presStyleCnt="0">
        <dgm:presLayoutVars>
          <dgm:chPref val="1"/>
          <dgm:dir/>
          <dgm:animOne val="branch"/>
          <dgm:animLvl val="lvl"/>
          <dgm:resizeHandles/>
        </dgm:presLayoutVars>
      </dgm:prSet>
      <dgm:spPr/>
    </dgm:pt>
    <dgm:pt modelId="{FFA132D0-1A5E-4C95-B8E7-0474C6E0AAF7}" type="pres">
      <dgm:prSet presAssocID="{F71A8796-60D0-42F5-BF97-EFCA7150BF5B}" presName="root" presStyleCnt="0"/>
      <dgm:spPr/>
    </dgm:pt>
    <dgm:pt modelId="{94BE3019-A0AF-454C-A3E4-811223B45791}" type="pres">
      <dgm:prSet presAssocID="{F71A8796-60D0-42F5-BF97-EFCA7150BF5B}" presName="rootComposite" presStyleCnt="0"/>
      <dgm:spPr/>
    </dgm:pt>
    <dgm:pt modelId="{6C1FD7E3-0312-4138-B05A-B7C390254360}" type="pres">
      <dgm:prSet presAssocID="{F71A8796-60D0-42F5-BF97-EFCA7150BF5B}" presName="rootText" presStyleLbl="node1" presStyleIdx="0" presStyleCnt="2" custScaleX="498865" custLinFactY="-14602" custLinFactNeighborY="-100000"/>
      <dgm:spPr/>
    </dgm:pt>
    <dgm:pt modelId="{B88304F0-2CD0-4FD9-A616-AC9CD2E5ABBB}" type="pres">
      <dgm:prSet presAssocID="{F71A8796-60D0-42F5-BF97-EFCA7150BF5B}" presName="rootConnector" presStyleLbl="node1" presStyleIdx="0" presStyleCnt="2"/>
      <dgm:spPr/>
    </dgm:pt>
    <dgm:pt modelId="{9904F166-ED4A-4A1C-BF9C-BAE931D11458}" type="pres">
      <dgm:prSet presAssocID="{F71A8796-60D0-42F5-BF97-EFCA7150BF5B}" presName="childShape" presStyleCnt="0"/>
      <dgm:spPr/>
    </dgm:pt>
    <dgm:pt modelId="{B7544E0F-4A55-4C64-A149-4C93A04C8E7F}" type="pres">
      <dgm:prSet presAssocID="{8BE42CF5-408D-4A22-BF4B-25DF121A6629}" presName="Name13" presStyleLbl="parChTrans1D2" presStyleIdx="0" presStyleCnt="13"/>
      <dgm:spPr/>
    </dgm:pt>
    <dgm:pt modelId="{B0B2E11F-B25E-4E69-A568-09FEDE8DAC47}" type="pres">
      <dgm:prSet presAssocID="{28A194FB-FE69-4494-9D23-001E64B5BDF9}" presName="childText" presStyleLbl="bgAcc1" presStyleIdx="0" presStyleCnt="13" custScaleX="477465" custLinFactNeighborY="-71246">
        <dgm:presLayoutVars>
          <dgm:bulletEnabled val="1"/>
        </dgm:presLayoutVars>
      </dgm:prSet>
      <dgm:spPr/>
    </dgm:pt>
    <dgm:pt modelId="{84032763-630A-45B9-8143-4F6E4D10CF00}" type="pres">
      <dgm:prSet presAssocID="{BD51E3FE-5CD1-420E-893F-71E2F249C87D}" presName="Name13" presStyleLbl="parChTrans1D2" presStyleIdx="1" presStyleCnt="13"/>
      <dgm:spPr/>
    </dgm:pt>
    <dgm:pt modelId="{41439787-51B3-4FB8-A305-107CB40EC2FB}" type="pres">
      <dgm:prSet presAssocID="{3E2B0DDB-F6FC-4C6E-B880-54F802BA350D}" presName="childText" presStyleLbl="bgAcc1" presStyleIdx="1" presStyleCnt="13" custScaleX="476580" custScaleY="284282" custLinFactNeighborX="1057" custLinFactNeighborY="-70934">
        <dgm:presLayoutVars>
          <dgm:bulletEnabled val="1"/>
        </dgm:presLayoutVars>
      </dgm:prSet>
      <dgm:spPr/>
    </dgm:pt>
    <dgm:pt modelId="{67E17EA9-878F-447A-90A2-0062BE02BAEB}" type="pres">
      <dgm:prSet presAssocID="{240EC2DF-6813-4CEC-869A-B6EC72344287}" presName="Name13" presStyleLbl="parChTrans1D2" presStyleIdx="2" presStyleCnt="13"/>
      <dgm:spPr/>
    </dgm:pt>
    <dgm:pt modelId="{CE0828A5-AB4D-4BCF-87A5-64EC632B85DC}" type="pres">
      <dgm:prSet presAssocID="{B9F6ABBD-712E-4CAD-9BF4-5AD8089767AC}" presName="childText" presStyleLbl="bgAcc1" presStyleIdx="2" presStyleCnt="13" custScaleX="477132" custLinFactNeighborY="-71246">
        <dgm:presLayoutVars>
          <dgm:bulletEnabled val="1"/>
        </dgm:presLayoutVars>
      </dgm:prSet>
      <dgm:spPr/>
    </dgm:pt>
    <dgm:pt modelId="{6BF3829A-85EA-413C-A262-BCA8A0738B14}" type="pres">
      <dgm:prSet presAssocID="{C9625EFA-1408-4438-892F-3DBEEE6F8194}" presName="Name13" presStyleLbl="parChTrans1D2" presStyleIdx="3" presStyleCnt="13"/>
      <dgm:spPr/>
    </dgm:pt>
    <dgm:pt modelId="{48D3AD40-EA49-4B58-BDEF-499A56DE2CA1}" type="pres">
      <dgm:prSet presAssocID="{74D88EC8-D4C5-478B-961C-622E802C0E58}" presName="childText" presStyleLbl="bgAcc1" presStyleIdx="3" presStyleCnt="13" custScaleX="477132" custLinFactNeighborY="-71246">
        <dgm:presLayoutVars>
          <dgm:bulletEnabled val="1"/>
        </dgm:presLayoutVars>
      </dgm:prSet>
      <dgm:spPr/>
    </dgm:pt>
    <dgm:pt modelId="{DC107728-231C-4401-9AA0-1949640C9CB3}" type="pres">
      <dgm:prSet presAssocID="{ECA02986-30B7-4A6F-9308-60F9896572D1}" presName="Name13" presStyleLbl="parChTrans1D2" presStyleIdx="4" presStyleCnt="13"/>
      <dgm:spPr/>
    </dgm:pt>
    <dgm:pt modelId="{CB108599-6BF3-4157-A588-773ADC36ADC9}" type="pres">
      <dgm:prSet presAssocID="{09E041A7-32C0-4ACB-8C99-1A11EAC73ADB}" presName="childText" presStyleLbl="bgAcc1" presStyleIdx="4" presStyleCnt="13" custScaleX="477573" custScaleY="143927" custLinFactNeighborY="-71246">
        <dgm:presLayoutVars>
          <dgm:bulletEnabled val="1"/>
        </dgm:presLayoutVars>
      </dgm:prSet>
      <dgm:spPr/>
    </dgm:pt>
    <dgm:pt modelId="{7D615E92-FAFA-4918-8470-9F6006A0878D}" type="pres">
      <dgm:prSet presAssocID="{19417D7C-F889-47A4-9F1D-FFA98DE614CF}" presName="Name13" presStyleLbl="parChTrans1D2" presStyleIdx="5" presStyleCnt="13"/>
      <dgm:spPr/>
    </dgm:pt>
    <dgm:pt modelId="{612B0601-5A77-4409-A712-142ECD53AD6C}" type="pres">
      <dgm:prSet presAssocID="{7FB511A5-CA05-4873-8A30-28981858F8BD}" presName="childText" presStyleLbl="bgAcc1" presStyleIdx="5" presStyleCnt="13" custScaleX="477132" custLinFactNeighborY="-71246">
        <dgm:presLayoutVars>
          <dgm:bulletEnabled val="1"/>
        </dgm:presLayoutVars>
      </dgm:prSet>
      <dgm:spPr/>
    </dgm:pt>
    <dgm:pt modelId="{55C7B6DA-DB84-4B71-8D27-3BB5B3213444}" type="pres">
      <dgm:prSet presAssocID="{1E3420E4-66E8-4447-AA59-EC8B73463676}" presName="Name13" presStyleLbl="parChTrans1D2" presStyleIdx="6" presStyleCnt="13"/>
      <dgm:spPr/>
    </dgm:pt>
    <dgm:pt modelId="{E420AE44-E893-446E-AAD6-27B5F3A08CDC}" type="pres">
      <dgm:prSet presAssocID="{70A37C70-7C94-42F6-A6FF-96A16B6DC36B}" presName="childText" presStyleLbl="bgAcc1" presStyleIdx="6" presStyleCnt="13" custScaleX="477132" custLinFactNeighborY="-71246">
        <dgm:presLayoutVars>
          <dgm:bulletEnabled val="1"/>
        </dgm:presLayoutVars>
      </dgm:prSet>
      <dgm:spPr/>
    </dgm:pt>
    <dgm:pt modelId="{D0AAE278-BE74-42FE-96F1-E08BF9136EEA}" type="pres">
      <dgm:prSet presAssocID="{AAB323CA-FD4C-4DE8-8D4D-22D4FC09DDC9}" presName="Name13" presStyleLbl="parChTrans1D2" presStyleIdx="7" presStyleCnt="13"/>
      <dgm:spPr/>
    </dgm:pt>
    <dgm:pt modelId="{0ED1C2C2-A031-4DF7-ABE7-9F555EFEB95A}" type="pres">
      <dgm:prSet presAssocID="{FC16AC34-A368-40B5-A4DF-BB896BA61DC3}" presName="childText" presStyleLbl="bgAcc1" presStyleIdx="7" presStyleCnt="13" custScaleX="479148" custScaleY="175046" custLinFactNeighborX="-1153" custLinFactNeighborY="-77149">
        <dgm:presLayoutVars>
          <dgm:bulletEnabled val="1"/>
        </dgm:presLayoutVars>
      </dgm:prSet>
      <dgm:spPr/>
    </dgm:pt>
    <dgm:pt modelId="{BA27F207-7324-41A4-A06A-C50FF68DEAFF}" type="pres">
      <dgm:prSet presAssocID="{488DAD5B-3FC6-4537-84B8-48CAB3E81413}" presName="root" presStyleCnt="0"/>
      <dgm:spPr/>
    </dgm:pt>
    <dgm:pt modelId="{2DBB7CEA-C041-4988-B8F8-A443F5D76A1B}" type="pres">
      <dgm:prSet presAssocID="{488DAD5B-3FC6-4537-84B8-48CAB3E81413}" presName="rootComposite" presStyleCnt="0"/>
      <dgm:spPr/>
    </dgm:pt>
    <dgm:pt modelId="{00779019-2429-4FE6-80E9-C291E27E1A20}" type="pres">
      <dgm:prSet presAssocID="{488DAD5B-3FC6-4537-84B8-48CAB3E81413}" presName="rootText" presStyleLbl="node1" presStyleIdx="1" presStyleCnt="2" custScaleX="535634" custLinFactNeighborY="-75529"/>
      <dgm:spPr/>
    </dgm:pt>
    <dgm:pt modelId="{09AF22F9-965E-4580-B101-845AA586C611}" type="pres">
      <dgm:prSet presAssocID="{488DAD5B-3FC6-4537-84B8-48CAB3E81413}" presName="rootConnector" presStyleLbl="node1" presStyleIdx="1" presStyleCnt="2"/>
      <dgm:spPr/>
    </dgm:pt>
    <dgm:pt modelId="{653E0A01-6D6C-4335-BBE1-3301089AECB1}" type="pres">
      <dgm:prSet presAssocID="{488DAD5B-3FC6-4537-84B8-48CAB3E81413}" presName="childShape" presStyleCnt="0"/>
      <dgm:spPr/>
    </dgm:pt>
    <dgm:pt modelId="{AF046E2B-DCB4-4CDC-8CC7-DD758EAEB61E}" type="pres">
      <dgm:prSet presAssocID="{9FC5DBD3-B3C4-4126-8E82-8E7241058A07}" presName="Name13" presStyleLbl="parChTrans1D2" presStyleIdx="8" presStyleCnt="13"/>
      <dgm:spPr/>
    </dgm:pt>
    <dgm:pt modelId="{72AD85A8-8B23-44EF-B39A-F052804D4FF0}" type="pres">
      <dgm:prSet presAssocID="{F42ECD7E-C751-4C87-944C-53E9697B5864}" presName="childText" presStyleLbl="bgAcc1" presStyleIdx="8" presStyleCnt="13" custScaleX="514885" custLinFactNeighborY="-75529">
        <dgm:presLayoutVars>
          <dgm:bulletEnabled val="1"/>
        </dgm:presLayoutVars>
      </dgm:prSet>
      <dgm:spPr/>
    </dgm:pt>
    <dgm:pt modelId="{764366CF-5C6D-45C4-B2C0-E9D1B9CC66B6}" type="pres">
      <dgm:prSet presAssocID="{BC8550A6-2A3D-4DAC-81DF-4CB95F2E45DC}" presName="Name13" presStyleLbl="parChTrans1D2" presStyleIdx="9" presStyleCnt="13"/>
      <dgm:spPr/>
    </dgm:pt>
    <dgm:pt modelId="{F32CA753-19EF-45AF-980D-387366A1ADC0}" type="pres">
      <dgm:prSet presAssocID="{34D1431E-5C2B-4A18-B7B6-532E93A4D26B}" presName="childText" presStyleLbl="bgAcc1" presStyleIdx="9" presStyleCnt="13" custScaleX="514885" custScaleY="279622" custLinFactNeighborY="-75529">
        <dgm:presLayoutVars>
          <dgm:bulletEnabled val="1"/>
        </dgm:presLayoutVars>
      </dgm:prSet>
      <dgm:spPr/>
    </dgm:pt>
    <dgm:pt modelId="{77233BFA-2407-4071-B5D1-4C42D9A89DC7}" type="pres">
      <dgm:prSet presAssocID="{37ADB997-EFCA-4A27-A2E1-561672B71603}" presName="Name13" presStyleLbl="parChTrans1D2" presStyleIdx="10" presStyleCnt="13"/>
      <dgm:spPr/>
    </dgm:pt>
    <dgm:pt modelId="{53FDB50C-79B3-4DA2-A724-E27B4605DA93}" type="pres">
      <dgm:prSet presAssocID="{BE373981-BBFB-4246-9546-392A75E18B1B}" presName="childText" presStyleLbl="bgAcc1" presStyleIdx="10" presStyleCnt="13" custScaleX="513056" custLinFactNeighborY="-75529">
        <dgm:presLayoutVars>
          <dgm:bulletEnabled val="1"/>
        </dgm:presLayoutVars>
      </dgm:prSet>
      <dgm:spPr/>
    </dgm:pt>
    <dgm:pt modelId="{041DB095-9A19-4A6D-9C49-15CB01AA8D74}" type="pres">
      <dgm:prSet presAssocID="{88CFD6DE-0F8D-431C-890F-D72D37F84373}" presName="Name13" presStyleLbl="parChTrans1D2" presStyleIdx="11" presStyleCnt="13"/>
      <dgm:spPr/>
    </dgm:pt>
    <dgm:pt modelId="{65392603-DD83-4505-A297-9AB4212EC129}" type="pres">
      <dgm:prSet presAssocID="{3FBE1467-11D8-44C3-9FC4-E7DDE67F5FF4}" presName="childText" presStyleLbl="bgAcc1" presStyleIdx="11" presStyleCnt="13" custScaleX="514885" custLinFactNeighborY="-75529">
        <dgm:presLayoutVars>
          <dgm:bulletEnabled val="1"/>
        </dgm:presLayoutVars>
      </dgm:prSet>
      <dgm:spPr/>
    </dgm:pt>
    <dgm:pt modelId="{1038A756-622B-44A3-993C-50015E8A34B4}" type="pres">
      <dgm:prSet presAssocID="{81294020-0CD3-4AE5-B275-C64D3EE996E2}" presName="Name13" presStyleLbl="parChTrans1D2" presStyleIdx="12" presStyleCnt="13"/>
      <dgm:spPr/>
    </dgm:pt>
    <dgm:pt modelId="{68A9109E-6E2F-4989-BAB3-01335A738AE5}" type="pres">
      <dgm:prSet presAssocID="{87483BFE-844D-4DBD-A184-0F6FF0B3574A}" presName="childText" presStyleLbl="bgAcc1" presStyleIdx="12" presStyleCnt="13" custScaleX="514885" custScaleY="243852" custLinFactNeighborY="-75529">
        <dgm:presLayoutVars>
          <dgm:bulletEnabled val="1"/>
        </dgm:presLayoutVars>
      </dgm:prSet>
      <dgm:spPr/>
    </dgm:pt>
  </dgm:ptLst>
  <dgm:cxnLst>
    <dgm:cxn modelId="{E2107B05-2332-43FF-BDCE-65A18AFC99CD}" type="presOf" srcId="{28A194FB-FE69-4494-9D23-001E64B5BDF9}" destId="{B0B2E11F-B25E-4E69-A568-09FEDE8DAC47}" srcOrd="0" destOrd="0" presId="urn:microsoft.com/office/officeart/2005/8/layout/hierarchy3"/>
    <dgm:cxn modelId="{065EA707-7E7E-4C5A-A9CE-0BA58C51A5D4}" srcId="{488DAD5B-3FC6-4537-84B8-48CAB3E81413}" destId="{F42ECD7E-C751-4C87-944C-53E9697B5864}" srcOrd="0" destOrd="0" parTransId="{9FC5DBD3-B3C4-4126-8E82-8E7241058A07}" sibTransId="{9B1A4B16-DE75-4280-8C5C-EDBB056E029B}"/>
    <dgm:cxn modelId="{5022F014-6F11-4EAB-82EF-47F07CE4B6E7}" type="presOf" srcId="{70A37C70-7C94-42F6-A6FF-96A16B6DC36B}" destId="{E420AE44-E893-446E-AAD6-27B5F3A08CDC}" srcOrd="0" destOrd="0" presId="urn:microsoft.com/office/officeart/2005/8/layout/hierarchy3"/>
    <dgm:cxn modelId="{29544E1A-CF3F-41C1-92CE-426FEA8825C7}" srcId="{F71A8796-60D0-42F5-BF97-EFCA7150BF5B}" destId="{3E2B0DDB-F6FC-4C6E-B880-54F802BA350D}" srcOrd="1" destOrd="0" parTransId="{BD51E3FE-5CD1-420E-893F-71E2F249C87D}" sibTransId="{49675BC0-8AE5-40B0-854D-458CF78E695D}"/>
    <dgm:cxn modelId="{D96C611D-8F54-4105-B763-180AEB5DD830}" srcId="{F71A8796-60D0-42F5-BF97-EFCA7150BF5B}" destId="{09E041A7-32C0-4ACB-8C99-1A11EAC73ADB}" srcOrd="4" destOrd="0" parTransId="{ECA02986-30B7-4A6F-9308-60F9896572D1}" sibTransId="{2E9F6CC4-B15F-4624-9351-E1C00EB60676}"/>
    <dgm:cxn modelId="{A6F62122-C5AF-4E16-AEE7-601D9A98CECF}" type="presOf" srcId="{B9F6ABBD-712E-4CAD-9BF4-5AD8089767AC}" destId="{CE0828A5-AB4D-4BCF-87A5-64EC632B85DC}" srcOrd="0" destOrd="0" presId="urn:microsoft.com/office/officeart/2005/8/layout/hierarchy3"/>
    <dgm:cxn modelId="{5904442C-76BD-4F93-8D59-4A2F2CF9A913}" srcId="{98E4D211-846D-4D21-A89B-FF88D097DE09}" destId="{F71A8796-60D0-42F5-BF97-EFCA7150BF5B}" srcOrd="0" destOrd="0" parTransId="{D9D88DB7-06DA-465B-8AA7-5A924CB69828}" sibTransId="{0293CC17-BEEF-4A62-8CE6-7E9E193FA4DB}"/>
    <dgm:cxn modelId="{39D82635-FC8E-494A-9399-58AB8D7E7066}" type="presOf" srcId="{BC8550A6-2A3D-4DAC-81DF-4CB95F2E45DC}" destId="{764366CF-5C6D-45C4-B2C0-E9D1B9CC66B6}" srcOrd="0" destOrd="0" presId="urn:microsoft.com/office/officeart/2005/8/layout/hierarchy3"/>
    <dgm:cxn modelId="{1E5E5F37-0FB5-4FEE-9A9A-5DEFAB201368}" srcId="{F71A8796-60D0-42F5-BF97-EFCA7150BF5B}" destId="{7FB511A5-CA05-4873-8A30-28981858F8BD}" srcOrd="5" destOrd="0" parTransId="{19417D7C-F889-47A4-9F1D-FFA98DE614CF}" sibTransId="{A7818B97-A85F-447E-9775-1D28017C82D9}"/>
    <dgm:cxn modelId="{1514C037-6264-4807-9B03-C8F005676432}" srcId="{F71A8796-60D0-42F5-BF97-EFCA7150BF5B}" destId="{28A194FB-FE69-4494-9D23-001E64B5BDF9}" srcOrd="0" destOrd="0" parTransId="{8BE42CF5-408D-4A22-BF4B-25DF121A6629}" sibTransId="{C2678E67-AEF2-48D8-8738-A91540E0263A}"/>
    <dgm:cxn modelId="{8555133B-296C-4EA0-93B0-4AB8F7AFC756}" type="presOf" srcId="{7FB511A5-CA05-4873-8A30-28981858F8BD}" destId="{612B0601-5A77-4409-A712-142ECD53AD6C}" srcOrd="0" destOrd="0" presId="urn:microsoft.com/office/officeart/2005/8/layout/hierarchy3"/>
    <dgm:cxn modelId="{4857013D-08AA-4397-8252-CE26CCEF7BB9}" type="presOf" srcId="{BD51E3FE-5CD1-420E-893F-71E2F249C87D}" destId="{84032763-630A-45B9-8143-4F6E4D10CF00}" srcOrd="0" destOrd="0" presId="urn:microsoft.com/office/officeart/2005/8/layout/hierarchy3"/>
    <dgm:cxn modelId="{9E9FF83F-040E-4B2C-9AE5-BC48B0DBF66D}" type="presOf" srcId="{81294020-0CD3-4AE5-B275-C64D3EE996E2}" destId="{1038A756-622B-44A3-993C-50015E8A34B4}" srcOrd="0" destOrd="0" presId="urn:microsoft.com/office/officeart/2005/8/layout/hierarchy3"/>
    <dgm:cxn modelId="{A7FE3B5B-69C9-4347-AFF6-E30E7DEA1DD4}" srcId="{F71A8796-60D0-42F5-BF97-EFCA7150BF5B}" destId="{B9F6ABBD-712E-4CAD-9BF4-5AD8089767AC}" srcOrd="2" destOrd="0" parTransId="{240EC2DF-6813-4CEC-869A-B6EC72344287}" sibTransId="{732F8A9F-1770-408B-8E9A-7D91DA9E0F7A}"/>
    <dgm:cxn modelId="{8AAB2D5C-23CE-4286-8EF2-0931E53D87F5}" type="presOf" srcId="{37ADB997-EFCA-4A27-A2E1-561672B71603}" destId="{77233BFA-2407-4071-B5D1-4C42D9A89DC7}" srcOrd="0" destOrd="0" presId="urn:microsoft.com/office/officeart/2005/8/layout/hierarchy3"/>
    <dgm:cxn modelId="{BD7BFE41-B7B3-456F-BCAD-F5F36612FAF8}" type="presOf" srcId="{8BE42CF5-408D-4A22-BF4B-25DF121A6629}" destId="{B7544E0F-4A55-4C64-A149-4C93A04C8E7F}" srcOrd="0" destOrd="0" presId="urn:microsoft.com/office/officeart/2005/8/layout/hierarchy3"/>
    <dgm:cxn modelId="{B33FE665-8C3D-4A19-A77C-B2086390A84C}" type="presOf" srcId="{F71A8796-60D0-42F5-BF97-EFCA7150BF5B}" destId="{B88304F0-2CD0-4FD9-A616-AC9CD2E5ABBB}" srcOrd="1" destOrd="0" presId="urn:microsoft.com/office/officeart/2005/8/layout/hierarchy3"/>
    <dgm:cxn modelId="{55E15046-9C86-4A64-BBF8-BEE223B7B33C}" type="presOf" srcId="{488DAD5B-3FC6-4537-84B8-48CAB3E81413}" destId="{00779019-2429-4FE6-80E9-C291E27E1A20}" srcOrd="0" destOrd="0" presId="urn:microsoft.com/office/officeart/2005/8/layout/hierarchy3"/>
    <dgm:cxn modelId="{565F6148-2548-4CE7-8914-F84F12128005}" srcId="{98E4D211-846D-4D21-A89B-FF88D097DE09}" destId="{488DAD5B-3FC6-4537-84B8-48CAB3E81413}" srcOrd="1" destOrd="0" parTransId="{BA20706E-86FB-4D13-B100-0F2072EB4E01}" sibTransId="{A729F884-FE6D-45DF-B899-B0DE2052D428}"/>
    <dgm:cxn modelId="{3EB94869-2061-43D5-BAE8-5A2BCA04852F}" type="presOf" srcId="{488DAD5B-3FC6-4537-84B8-48CAB3E81413}" destId="{09AF22F9-965E-4580-B101-845AA586C611}" srcOrd="1" destOrd="0" presId="urn:microsoft.com/office/officeart/2005/8/layout/hierarchy3"/>
    <dgm:cxn modelId="{C9B91570-237D-4D34-8AE3-12BDA5C4D833}" type="presOf" srcId="{34D1431E-5C2B-4A18-B7B6-532E93A4D26B}" destId="{F32CA753-19EF-45AF-980D-387366A1ADC0}" srcOrd="0" destOrd="0" presId="urn:microsoft.com/office/officeart/2005/8/layout/hierarchy3"/>
    <dgm:cxn modelId="{E9FFBF70-58EC-419C-BF60-1AD757638433}" type="presOf" srcId="{74D88EC8-D4C5-478B-961C-622E802C0E58}" destId="{48D3AD40-EA49-4B58-BDEF-499A56DE2CA1}" srcOrd="0" destOrd="0" presId="urn:microsoft.com/office/officeart/2005/8/layout/hierarchy3"/>
    <dgm:cxn modelId="{79A4B372-E66C-4439-8E3E-C63506959F00}" type="presOf" srcId="{F42ECD7E-C751-4C87-944C-53E9697B5864}" destId="{72AD85A8-8B23-44EF-B39A-F052804D4FF0}" srcOrd="0" destOrd="0" presId="urn:microsoft.com/office/officeart/2005/8/layout/hierarchy3"/>
    <dgm:cxn modelId="{59DA0E55-FE07-437E-9969-9FE70B9B52C1}" srcId="{F71A8796-60D0-42F5-BF97-EFCA7150BF5B}" destId="{FC16AC34-A368-40B5-A4DF-BB896BA61DC3}" srcOrd="7" destOrd="0" parTransId="{AAB323CA-FD4C-4DE8-8D4D-22D4FC09DDC9}" sibTransId="{9BF90C9C-ABF0-4B40-8379-225ECDC57AE2}"/>
    <dgm:cxn modelId="{8AAF4E7A-09A4-4C62-9F21-63C274ED47EF}" type="presOf" srcId="{3E2B0DDB-F6FC-4C6E-B880-54F802BA350D}" destId="{41439787-51B3-4FB8-A305-107CB40EC2FB}" srcOrd="0" destOrd="0" presId="urn:microsoft.com/office/officeart/2005/8/layout/hierarchy3"/>
    <dgm:cxn modelId="{17440D7B-125B-46FD-A750-502B473F0BBF}" srcId="{488DAD5B-3FC6-4537-84B8-48CAB3E81413}" destId="{BE373981-BBFB-4246-9546-392A75E18B1B}" srcOrd="2" destOrd="0" parTransId="{37ADB997-EFCA-4A27-A2E1-561672B71603}" sibTransId="{1DBDA351-B59E-4A27-B5A1-D728646A8DC3}"/>
    <dgm:cxn modelId="{1582EB81-0AB8-40D9-819C-18B37F7D4395}" type="presOf" srcId="{19417D7C-F889-47A4-9F1D-FFA98DE614CF}" destId="{7D615E92-FAFA-4918-8470-9F6006A0878D}" srcOrd="0" destOrd="0" presId="urn:microsoft.com/office/officeart/2005/8/layout/hierarchy3"/>
    <dgm:cxn modelId="{09610788-3A8D-42EA-BA34-042EC0480103}" srcId="{488DAD5B-3FC6-4537-84B8-48CAB3E81413}" destId="{3FBE1467-11D8-44C3-9FC4-E7DDE67F5FF4}" srcOrd="3" destOrd="0" parTransId="{88CFD6DE-0F8D-431C-890F-D72D37F84373}" sibTransId="{AA892D7B-04D4-456B-9DDD-BA1BD12A5C43}"/>
    <dgm:cxn modelId="{20CC048F-1B6F-4E39-A3ED-87016B3C52CB}" type="presOf" srcId="{FC16AC34-A368-40B5-A4DF-BB896BA61DC3}" destId="{0ED1C2C2-A031-4DF7-ABE7-9F555EFEB95A}" srcOrd="0" destOrd="0" presId="urn:microsoft.com/office/officeart/2005/8/layout/hierarchy3"/>
    <dgm:cxn modelId="{DD2D4195-383E-4C13-8DF5-89FCCB9BDAA9}" type="presOf" srcId="{3FBE1467-11D8-44C3-9FC4-E7DDE67F5FF4}" destId="{65392603-DD83-4505-A297-9AB4212EC129}" srcOrd="0" destOrd="0" presId="urn:microsoft.com/office/officeart/2005/8/layout/hierarchy3"/>
    <dgm:cxn modelId="{430DCD96-20BD-4E9D-8C3F-4354DD4BFC88}" type="presOf" srcId="{1E3420E4-66E8-4447-AA59-EC8B73463676}" destId="{55C7B6DA-DB84-4B71-8D27-3BB5B3213444}" srcOrd="0" destOrd="0" presId="urn:microsoft.com/office/officeart/2005/8/layout/hierarchy3"/>
    <dgm:cxn modelId="{697A5398-3BDE-4671-8569-65E06F8E8CED}" srcId="{F71A8796-60D0-42F5-BF97-EFCA7150BF5B}" destId="{70A37C70-7C94-42F6-A6FF-96A16B6DC36B}" srcOrd="6" destOrd="0" parTransId="{1E3420E4-66E8-4447-AA59-EC8B73463676}" sibTransId="{667F144F-4F6E-4200-B075-A1FF4B9D4DB8}"/>
    <dgm:cxn modelId="{4067C099-5C51-47F0-8657-AF6468C1431A}" type="presOf" srcId="{87483BFE-844D-4DBD-A184-0F6FF0B3574A}" destId="{68A9109E-6E2F-4989-BAB3-01335A738AE5}" srcOrd="0" destOrd="0" presId="urn:microsoft.com/office/officeart/2005/8/layout/hierarchy3"/>
    <dgm:cxn modelId="{75725F9D-4128-4E1A-8676-94A1AF902CFF}" type="presOf" srcId="{9FC5DBD3-B3C4-4126-8E82-8E7241058A07}" destId="{AF046E2B-DCB4-4CDC-8CC7-DD758EAEB61E}" srcOrd="0" destOrd="0" presId="urn:microsoft.com/office/officeart/2005/8/layout/hierarchy3"/>
    <dgm:cxn modelId="{FD2E22AB-D2AA-4615-95F4-E6C3612C8C3A}" type="presOf" srcId="{240EC2DF-6813-4CEC-869A-B6EC72344287}" destId="{67E17EA9-878F-447A-90A2-0062BE02BAEB}" srcOrd="0" destOrd="0" presId="urn:microsoft.com/office/officeart/2005/8/layout/hierarchy3"/>
    <dgm:cxn modelId="{165A0BB3-00E5-4D45-86AD-AB944343DF87}" type="presOf" srcId="{88CFD6DE-0F8D-431C-890F-D72D37F84373}" destId="{041DB095-9A19-4A6D-9C49-15CB01AA8D74}" srcOrd="0" destOrd="0" presId="urn:microsoft.com/office/officeart/2005/8/layout/hierarchy3"/>
    <dgm:cxn modelId="{4137C6CB-CC00-4291-8211-C8668668A5B2}" type="presOf" srcId="{ECA02986-30B7-4A6F-9308-60F9896572D1}" destId="{DC107728-231C-4401-9AA0-1949640C9CB3}" srcOrd="0" destOrd="0" presId="urn:microsoft.com/office/officeart/2005/8/layout/hierarchy3"/>
    <dgm:cxn modelId="{C5D8B9CF-5617-4BF7-AAE4-604FCC7FF419}" type="presOf" srcId="{F71A8796-60D0-42F5-BF97-EFCA7150BF5B}" destId="{6C1FD7E3-0312-4138-B05A-B7C390254360}" srcOrd="0" destOrd="0" presId="urn:microsoft.com/office/officeart/2005/8/layout/hierarchy3"/>
    <dgm:cxn modelId="{F190F4CF-1ECF-468F-B6B7-5A687F607C2F}" srcId="{F71A8796-60D0-42F5-BF97-EFCA7150BF5B}" destId="{74D88EC8-D4C5-478B-961C-622E802C0E58}" srcOrd="3" destOrd="0" parTransId="{C9625EFA-1408-4438-892F-3DBEEE6F8194}" sibTransId="{67871ED6-38BC-4809-A719-71612A844E50}"/>
    <dgm:cxn modelId="{A4B6CEDE-62A7-4D04-A207-2538E0BE3BA4}" srcId="{488DAD5B-3FC6-4537-84B8-48CAB3E81413}" destId="{87483BFE-844D-4DBD-A184-0F6FF0B3574A}" srcOrd="4" destOrd="0" parTransId="{81294020-0CD3-4AE5-B275-C64D3EE996E2}" sibTransId="{243D7683-8B39-4E53-AE4A-3FF6C3E340FC}"/>
    <dgm:cxn modelId="{02B300E2-185C-4A42-859B-9A89086A7E70}" type="presOf" srcId="{AAB323CA-FD4C-4DE8-8D4D-22D4FC09DDC9}" destId="{D0AAE278-BE74-42FE-96F1-E08BF9136EEA}" srcOrd="0" destOrd="0" presId="urn:microsoft.com/office/officeart/2005/8/layout/hierarchy3"/>
    <dgm:cxn modelId="{0E6233E2-900A-41E2-8B4F-0E7B128F2DA5}" type="presOf" srcId="{BE373981-BBFB-4246-9546-392A75E18B1B}" destId="{53FDB50C-79B3-4DA2-A724-E27B4605DA93}" srcOrd="0" destOrd="0" presId="urn:microsoft.com/office/officeart/2005/8/layout/hierarchy3"/>
    <dgm:cxn modelId="{3DCB04ED-6C75-43BC-B2BC-B0F8218DF8B9}" type="presOf" srcId="{09E041A7-32C0-4ACB-8C99-1A11EAC73ADB}" destId="{CB108599-6BF3-4157-A588-773ADC36ADC9}" srcOrd="0" destOrd="0" presId="urn:microsoft.com/office/officeart/2005/8/layout/hierarchy3"/>
    <dgm:cxn modelId="{A9D186EF-208D-41AD-AF0B-10B0DF0EAD51}" type="presOf" srcId="{C9625EFA-1408-4438-892F-3DBEEE6F8194}" destId="{6BF3829A-85EA-413C-A262-BCA8A0738B14}" srcOrd="0" destOrd="0" presId="urn:microsoft.com/office/officeart/2005/8/layout/hierarchy3"/>
    <dgm:cxn modelId="{C7B6B9EF-7D07-4AE3-9A23-A6F558631BB1}" srcId="{488DAD5B-3FC6-4537-84B8-48CAB3E81413}" destId="{34D1431E-5C2B-4A18-B7B6-532E93A4D26B}" srcOrd="1" destOrd="0" parTransId="{BC8550A6-2A3D-4DAC-81DF-4CB95F2E45DC}" sibTransId="{1B78CEB4-5B9B-4CBD-BAC8-B4E4CCD66F62}"/>
    <dgm:cxn modelId="{E0A844FD-7F30-4F0B-AB38-038F56B25AEF}" type="presOf" srcId="{98E4D211-846D-4D21-A89B-FF88D097DE09}" destId="{0C2B2757-D659-4A4E-A3B9-9D381F055664}" srcOrd="0" destOrd="0" presId="urn:microsoft.com/office/officeart/2005/8/layout/hierarchy3"/>
    <dgm:cxn modelId="{C2CA5F8A-67B9-419D-B820-85C3FC2ED16D}" type="presParOf" srcId="{0C2B2757-D659-4A4E-A3B9-9D381F055664}" destId="{FFA132D0-1A5E-4C95-B8E7-0474C6E0AAF7}" srcOrd="0" destOrd="0" presId="urn:microsoft.com/office/officeart/2005/8/layout/hierarchy3"/>
    <dgm:cxn modelId="{CD4438CB-81E0-420F-AC34-CDD6C2A8B7CD}" type="presParOf" srcId="{FFA132D0-1A5E-4C95-B8E7-0474C6E0AAF7}" destId="{94BE3019-A0AF-454C-A3E4-811223B45791}" srcOrd="0" destOrd="0" presId="urn:microsoft.com/office/officeart/2005/8/layout/hierarchy3"/>
    <dgm:cxn modelId="{E88AF701-4671-46F8-94B0-079274391711}" type="presParOf" srcId="{94BE3019-A0AF-454C-A3E4-811223B45791}" destId="{6C1FD7E3-0312-4138-B05A-B7C390254360}" srcOrd="0" destOrd="0" presId="urn:microsoft.com/office/officeart/2005/8/layout/hierarchy3"/>
    <dgm:cxn modelId="{A6A518C8-7DC9-4AFE-A90F-A649A4428811}" type="presParOf" srcId="{94BE3019-A0AF-454C-A3E4-811223B45791}" destId="{B88304F0-2CD0-4FD9-A616-AC9CD2E5ABBB}" srcOrd="1" destOrd="0" presId="urn:microsoft.com/office/officeart/2005/8/layout/hierarchy3"/>
    <dgm:cxn modelId="{6C3FE9C9-435B-4EB0-9E27-CBDD3B09AC4B}" type="presParOf" srcId="{FFA132D0-1A5E-4C95-B8E7-0474C6E0AAF7}" destId="{9904F166-ED4A-4A1C-BF9C-BAE931D11458}" srcOrd="1" destOrd="0" presId="urn:microsoft.com/office/officeart/2005/8/layout/hierarchy3"/>
    <dgm:cxn modelId="{D2D423E2-25BC-4BC9-8DC8-F77F22376DF3}" type="presParOf" srcId="{9904F166-ED4A-4A1C-BF9C-BAE931D11458}" destId="{B7544E0F-4A55-4C64-A149-4C93A04C8E7F}" srcOrd="0" destOrd="0" presId="urn:microsoft.com/office/officeart/2005/8/layout/hierarchy3"/>
    <dgm:cxn modelId="{0E7837C5-87A9-4DB5-B919-24BA1F222BDA}" type="presParOf" srcId="{9904F166-ED4A-4A1C-BF9C-BAE931D11458}" destId="{B0B2E11F-B25E-4E69-A568-09FEDE8DAC47}" srcOrd="1" destOrd="0" presId="urn:microsoft.com/office/officeart/2005/8/layout/hierarchy3"/>
    <dgm:cxn modelId="{72D24BD0-A156-466F-9F16-53F25EF297E7}" type="presParOf" srcId="{9904F166-ED4A-4A1C-BF9C-BAE931D11458}" destId="{84032763-630A-45B9-8143-4F6E4D10CF00}" srcOrd="2" destOrd="0" presId="urn:microsoft.com/office/officeart/2005/8/layout/hierarchy3"/>
    <dgm:cxn modelId="{86A249F1-7DEC-4F78-B1BB-6657ED110AFD}" type="presParOf" srcId="{9904F166-ED4A-4A1C-BF9C-BAE931D11458}" destId="{41439787-51B3-4FB8-A305-107CB40EC2FB}" srcOrd="3" destOrd="0" presId="urn:microsoft.com/office/officeart/2005/8/layout/hierarchy3"/>
    <dgm:cxn modelId="{30E9DE6F-2E08-462C-9674-54B6547BAA7A}" type="presParOf" srcId="{9904F166-ED4A-4A1C-BF9C-BAE931D11458}" destId="{67E17EA9-878F-447A-90A2-0062BE02BAEB}" srcOrd="4" destOrd="0" presId="urn:microsoft.com/office/officeart/2005/8/layout/hierarchy3"/>
    <dgm:cxn modelId="{4CA4CB75-9C42-461E-B6DE-67E16A9BF68A}" type="presParOf" srcId="{9904F166-ED4A-4A1C-BF9C-BAE931D11458}" destId="{CE0828A5-AB4D-4BCF-87A5-64EC632B85DC}" srcOrd="5" destOrd="0" presId="urn:microsoft.com/office/officeart/2005/8/layout/hierarchy3"/>
    <dgm:cxn modelId="{513696A4-A964-472F-AF4F-DCD3B92A736C}" type="presParOf" srcId="{9904F166-ED4A-4A1C-BF9C-BAE931D11458}" destId="{6BF3829A-85EA-413C-A262-BCA8A0738B14}" srcOrd="6" destOrd="0" presId="urn:microsoft.com/office/officeart/2005/8/layout/hierarchy3"/>
    <dgm:cxn modelId="{6F1E4F84-11E6-4AAF-A4B9-915AAD155CA5}" type="presParOf" srcId="{9904F166-ED4A-4A1C-BF9C-BAE931D11458}" destId="{48D3AD40-EA49-4B58-BDEF-499A56DE2CA1}" srcOrd="7" destOrd="0" presId="urn:microsoft.com/office/officeart/2005/8/layout/hierarchy3"/>
    <dgm:cxn modelId="{C2647421-241D-43F0-AFBE-7AAB84E6F9C4}" type="presParOf" srcId="{9904F166-ED4A-4A1C-BF9C-BAE931D11458}" destId="{DC107728-231C-4401-9AA0-1949640C9CB3}" srcOrd="8" destOrd="0" presId="urn:microsoft.com/office/officeart/2005/8/layout/hierarchy3"/>
    <dgm:cxn modelId="{78313F17-26B4-4120-AA56-F235559C4274}" type="presParOf" srcId="{9904F166-ED4A-4A1C-BF9C-BAE931D11458}" destId="{CB108599-6BF3-4157-A588-773ADC36ADC9}" srcOrd="9" destOrd="0" presId="urn:microsoft.com/office/officeart/2005/8/layout/hierarchy3"/>
    <dgm:cxn modelId="{9DA0407F-E22C-46CC-B36A-DA89D5D592C3}" type="presParOf" srcId="{9904F166-ED4A-4A1C-BF9C-BAE931D11458}" destId="{7D615E92-FAFA-4918-8470-9F6006A0878D}" srcOrd="10" destOrd="0" presId="urn:microsoft.com/office/officeart/2005/8/layout/hierarchy3"/>
    <dgm:cxn modelId="{FD754790-09C5-4F4C-81DC-2839AAA8C4A7}" type="presParOf" srcId="{9904F166-ED4A-4A1C-BF9C-BAE931D11458}" destId="{612B0601-5A77-4409-A712-142ECD53AD6C}" srcOrd="11" destOrd="0" presId="urn:microsoft.com/office/officeart/2005/8/layout/hierarchy3"/>
    <dgm:cxn modelId="{118465A3-88C1-4D58-BE87-02510C481C4B}" type="presParOf" srcId="{9904F166-ED4A-4A1C-BF9C-BAE931D11458}" destId="{55C7B6DA-DB84-4B71-8D27-3BB5B3213444}" srcOrd="12" destOrd="0" presId="urn:microsoft.com/office/officeart/2005/8/layout/hierarchy3"/>
    <dgm:cxn modelId="{4A3EEAFF-06A1-4CA1-BC1A-9940FA898EF4}" type="presParOf" srcId="{9904F166-ED4A-4A1C-BF9C-BAE931D11458}" destId="{E420AE44-E893-446E-AAD6-27B5F3A08CDC}" srcOrd="13" destOrd="0" presId="urn:microsoft.com/office/officeart/2005/8/layout/hierarchy3"/>
    <dgm:cxn modelId="{2E97CAA9-0619-4AFD-8432-1E84EF3FA3B7}" type="presParOf" srcId="{9904F166-ED4A-4A1C-BF9C-BAE931D11458}" destId="{D0AAE278-BE74-42FE-96F1-E08BF9136EEA}" srcOrd="14" destOrd="0" presId="urn:microsoft.com/office/officeart/2005/8/layout/hierarchy3"/>
    <dgm:cxn modelId="{7D6D4A84-9FCA-4FBE-AE96-AED44BA51C07}" type="presParOf" srcId="{9904F166-ED4A-4A1C-BF9C-BAE931D11458}" destId="{0ED1C2C2-A031-4DF7-ABE7-9F555EFEB95A}" srcOrd="15" destOrd="0" presId="urn:microsoft.com/office/officeart/2005/8/layout/hierarchy3"/>
    <dgm:cxn modelId="{9FF48A9D-08A3-4DBD-B551-725F5F6D1B22}" type="presParOf" srcId="{0C2B2757-D659-4A4E-A3B9-9D381F055664}" destId="{BA27F207-7324-41A4-A06A-C50FF68DEAFF}" srcOrd="1" destOrd="0" presId="urn:microsoft.com/office/officeart/2005/8/layout/hierarchy3"/>
    <dgm:cxn modelId="{C115A61C-CEE5-4E2D-AE03-D2427974A903}" type="presParOf" srcId="{BA27F207-7324-41A4-A06A-C50FF68DEAFF}" destId="{2DBB7CEA-C041-4988-B8F8-A443F5D76A1B}" srcOrd="0" destOrd="0" presId="urn:microsoft.com/office/officeart/2005/8/layout/hierarchy3"/>
    <dgm:cxn modelId="{7EF4074B-ABAD-4EB4-B32B-F1225E05897B}" type="presParOf" srcId="{2DBB7CEA-C041-4988-B8F8-A443F5D76A1B}" destId="{00779019-2429-4FE6-80E9-C291E27E1A20}" srcOrd="0" destOrd="0" presId="urn:microsoft.com/office/officeart/2005/8/layout/hierarchy3"/>
    <dgm:cxn modelId="{EFC4DE58-9505-4C7D-8C96-8B4822F895DC}" type="presParOf" srcId="{2DBB7CEA-C041-4988-B8F8-A443F5D76A1B}" destId="{09AF22F9-965E-4580-B101-845AA586C611}" srcOrd="1" destOrd="0" presId="urn:microsoft.com/office/officeart/2005/8/layout/hierarchy3"/>
    <dgm:cxn modelId="{E5059A7F-8701-42DC-A440-BCDFED0545BC}" type="presParOf" srcId="{BA27F207-7324-41A4-A06A-C50FF68DEAFF}" destId="{653E0A01-6D6C-4335-BBE1-3301089AECB1}" srcOrd="1" destOrd="0" presId="urn:microsoft.com/office/officeart/2005/8/layout/hierarchy3"/>
    <dgm:cxn modelId="{A9608772-5B87-4F6B-A935-CDFE82D42EAC}" type="presParOf" srcId="{653E0A01-6D6C-4335-BBE1-3301089AECB1}" destId="{AF046E2B-DCB4-4CDC-8CC7-DD758EAEB61E}" srcOrd="0" destOrd="0" presId="urn:microsoft.com/office/officeart/2005/8/layout/hierarchy3"/>
    <dgm:cxn modelId="{AD70771B-4850-42BB-AD1D-A9BCD44A7D1E}" type="presParOf" srcId="{653E0A01-6D6C-4335-BBE1-3301089AECB1}" destId="{72AD85A8-8B23-44EF-B39A-F052804D4FF0}" srcOrd="1" destOrd="0" presId="urn:microsoft.com/office/officeart/2005/8/layout/hierarchy3"/>
    <dgm:cxn modelId="{C2B6B0E8-1720-4CC6-BDC9-F2B5115D4272}" type="presParOf" srcId="{653E0A01-6D6C-4335-BBE1-3301089AECB1}" destId="{764366CF-5C6D-45C4-B2C0-E9D1B9CC66B6}" srcOrd="2" destOrd="0" presId="urn:microsoft.com/office/officeart/2005/8/layout/hierarchy3"/>
    <dgm:cxn modelId="{1C1A4EFC-CB6C-4930-9B9D-36AFF13D0EC4}" type="presParOf" srcId="{653E0A01-6D6C-4335-BBE1-3301089AECB1}" destId="{F32CA753-19EF-45AF-980D-387366A1ADC0}" srcOrd="3" destOrd="0" presId="urn:microsoft.com/office/officeart/2005/8/layout/hierarchy3"/>
    <dgm:cxn modelId="{FE75B640-5C6D-43B1-8E45-73C733A0B42A}" type="presParOf" srcId="{653E0A01-6D6C-4335-BBE1-3301089AECB1}" destId="{77233BFA-2407-4071-B5D1-4C42D9A89DC7}" srcOrd="4" destOrd="0" presId="urn:microsoft.com/office/officeart/2005/8/layout/hierarchy3"/>
    <dgm:cxn modelId="{53FDB8CA-BAF9-450E-A558-F66E552604B9}" type="presParOf" srcId="{653E0A01-6D6C-4335-BBE1-3301089AECB1}" destId="{53FDB50C-79B3-4DA2-A724-E27B4605DA93}" srcOrd="5" destOrd="0" presId="urn:microsoft.com/office/officeart/2005/8/layout/hierarchy3"/>
    <dgm:cxn modelId="{4D9F9642-109A-4527-A765-E98F0045D2A0}" type="presParOf" srcId="{653E0A01-6D6C-4335-BBE1-3301089AECB1}" destId="{041DB095-9A19-4A6D-9C49-15CB01AA8D74}" srcOrd="6" destOrd="0" presId="urn:microsoft.com/office/officeart/2005/8/layout/hierarchy3"/>
    <dgm:cxn modelId="{C86A564B-D9BF-4239-B27D-FB070C1DB4B9}" type="presParOf" srcId="{653E0A01-6D6C-4335-BBE1-3301089AECB1}" destId="{65392603-DD83-4505-A297-9AB4212EC129}" srcOrd="7" destOrd="0" presId="urn:microsoft.com/office/officeart/2005/8/layout/hierarchy3"/>
    <dgm:cxn modelId="{2D343976-38F4-489A-BB14-C3303EDF65FA}" type="presParOf" srcId="{653E0A01-6D6C-4335-BBE1-3301089AECB1}" destId="{1038A756-622B-44A3-993C-50015E8A34B4}" srcOrd="8" destOrd="0" presId="urn:microsoft.com/office/officeart/2005/8/layout/hierarchy3"/>
    <dgm:cxn modelId="{EC9C807E-736C-4CEC-B970-2F9E90CCCCFE}" type="presParOf" srcId="{653E0A01-6D6C-4335-BBE1-3301089AECB1}" destId="{68A9109E-6E2F-4989-BAB3-01335A738AE5}" srcOrd="9" destOrd="0" presId="urn:microsoft.com/office/officeart/2005/8/layout/hierarchy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E584C8-CAF4-4F3A-A494-457051CBD1BA}">
      <dsp:nvSpPr>
        <dsp:cNvPr id="0" name=""/>
        <dsp:cNvSpPr/>
      </dsp:nvSpPr>
      <dsp:spPr>
        <a:xfrm>
          <a:off x="0" y="173742"/>
          <a:ext cx="327920" cy="35760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755650" rtl="0">
            <a:lnSpc>
              <a:spcPct val="90000"/>
            </a:lnSpc>
            <a:spcBef>
              <a:spcPct val="0"/>
            </a:spcBef>
            <a:spcAft>
              <a:spcPct val="35000"/>
            </a:spcAft>
            <a:buNone/>
          </a:pPr>
          <a:r>
            <a:rPr lang="zh-CN" sz="1700" kern="1200" dirty="0"/>
            <a:t>大</a:t>
          </a:r>
        </a:p>
      </dsp:txBody>
      <dsp:txXfrm>
        <a:off x="48023" y="226112"/>
        <a:ext cx="231874" cy="25286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BBB33F-27B5-48AE-A61C-C9DE23066AD1}">
      <dsp:nvSpPr>
        <dsp:cNvPr id="0" name=""/>
        <dsp:cNvSpPr/>
      </dsp:nvSpPr>
      <dsp:spPr>
        <a:xfrm>
          <a:off x="0" y="314215"/>
          <a:ext cx="350292" cy="390871"/>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00100" rtl="0">
            <a:lnSpc>
              <a:spcPct val="90000"/>
            </a:lnSpc>
            <a:spcBef>
              <a:spcPct val="0"/>
            </a:spcBef>
            <a:spcAft>
              <a:spcPct val="35000"/>
            </a:spcAft>
            <a:buNone/>
          </a:pPr>
          <a:r>
            <a:rPr lang="zh-CN" sz="1800" kern="1200" dirty="0"/>
            <a:t>连</a:t>
          </a:r>
        </a:p>
      </dsp:txBody>
      <dsp:txXfrm>
        <a:off x="51299" y="371457"/>
        <a:ext cx="247694" cy="27638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2DD290-D500-4BE9-9525-723274617DF1}">
      <dsp:nvSpPr>
        <dsp:cNvPr id="0" name=""/>
        <dsp:cNvSpPr/>
      </dsp:nvSpPr>
      <dsp:spPr>
        <a:xfrm>
          <a:off x="-49924" y="0"/>
          <a:ext cx="594200" cy="494351"/>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1022350" rtl="0">
            <a:lnSpc>
              <a:spcPct val="90000"/>
            </a:lnSpc>
            <a:spcBef>
              <a:spcPct val="0"/>
            </a:spcBef>
            <a:spcAft>
              <a:spcPct val="35000"/>
            </a:spcAft>
            <a:buNone/>
          </a:pPr>
          <a:r>
            <a:rPr lang="zh-CN" sz="2300" kern="1200" dirty="0"/>
            <a:t>事</a:t>
          </a:r>
        </a:p>
      </dsp:txBody>
      <dsp:txXfrm>
        <a:off x="37095" y="72396"/>
        <a:ext cx="420162" cy="34955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4B3101-F142-4E5E-B80A-8D9996F097C7}">
      <dsp:nvSpPr>
        <dsp:cNvPr id="0" name=""/>
        <dsp:cNvSpPr/>
      </dsp:nvSpPr>
      <dsp:spPr>
        <a:xfrm>
          <a:off x="0" y="91645"/>
          <a:ext cx="504057" cy="504057"/>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1022350" rtl="0">
            <a:lnSpc>
              <a:spcPct val="90000"/>
            </a:lnSpc>
            <a:spcBef>
              <a:spcPct val="0"/>
            </a:spcBef>
            <a:spcAft>
              <a:spcPct val="35000"/>
            </a:spcAft>
            <a:buNone/>
          </a:pPr>
          <a:r>
            <a:rPr lang="zh-CN" sz="2300" kern="1200" dirty="0"/>
            <a:t>海</a:t>
          </a:r>
        </a:p>
      </dsp:txBody>
      <dsp:txXfrm>
        <a:off x="73817" y="165462"/>
        <a:ext cx="356423" cy="356423"/>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AFA64C-DC3D-43CC-9306-9A83B9F4FF30}">
      <dsp:nvSpPr>
        <dsp:cNvPr id="0" name=""/>
        <dsp:cNvSpPr/>
      </dsp:nvSpPr>
      <dsp:spPr>
        <a:xfrm>
          <a:off x="40739" y="144015"/>
          <a:ext cx="463315" cy="417056"/>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44550" rtl="0">
            <a:lnSpc>
              <a:spcPct val="90000"/>
            </a:lnSpc>
            <a:spcBef>
              <a:spcPct val="0"/>
            </a:spcBef>
            <a:spcAft>
              <a:spcPct val="35000"/>
            </a:spcAft>
            <a:buNone/>
          </a:pPr>
          <a:r>
            <a:rPr lang="zh-CN" sz="1900" kern="1200" dirty="0"/>
            <a:t>大</a:t>
          </a:r>
        </a:p>
      </dsp:txBody>
      <dsp:txXfrm>
        <a:off x="108590" y="205091"/>
        <a:ext cx="327613" cy="294904"/>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19629E-037B-4B5B-8915-441F51FA60BC}">
      <dsp:nvSpPr>
        <dsp:cNvPr id="0" name=""/>
        <dsp:cNvSpPr/>
      </dsp:nvSpPr>
      <dsp:spPr>
        <a:xfrm>
          <a:off x="41454" y="143050"/>
          <a:ext cx="363967" cy="532314"/>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89000" rtl="0">
            <a:lnSpc>
              <a:spcPct val="90000"/>
            </a:lnSpc>
            <a:spcBef>
              <a:spcPct val="0"/>
            </a:spcBef>
            <a:spcAft>
              <a:spcPct val="35000"/>
            </a:spcAft>
            <a:buNone/>
          </a:pPr>
          <a:r>
            <a:rPr lang="zh-CN" sz="2000" kern="1200" dirty="0"/>
            <a:t>学</a:t>
          </a:r>
        </a:p>
      </dsp:txBody>
      <dsp:txXfrm>
        <a:off x="94756" y="221006"/>
        <a:ext cx="257363" cy="376402"/>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E584C8-CAF4-4F3A-A494-457051CBD1BA}">
      <dsp:nvSpPr>
        <dsp:cNvPr id="0" name=""/>
        <dsp:cNvSpPr/>
      </dsp:nvSpPr>
      <dsp:spPr>
        <a:xfrm>
          <a:off x="0" y="173742"/>
          <a:ext cx="327920" cy="35760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755650" rtl="0">
            <a:lnSpc>
              <a:spcPct val="90000"/>
            </a:lnSpc>
            <a:spcBef>
              <a:spcPct val="0"/>
            </a:spcBef>
            <a:spcAft>
              <a:spcPct val="35000"/>
            </a:spcAft>
            <a:buNone/>
          </a:pPr>
          <a:r>
            <a:rPr lang="zh-CN" sz="1700" kern="1200" dirty="0"/>
            <a:t>大</a:t>
          </a:r>
        </a:p>
      </dsp:txBody>
      <dsp:txXfrm>
        <a:off x="48023" y="226112"/>
        <a:ext cx="231874" cy="252862"/>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BBB33F-27B5-48AE-A61C-C9DE23066AD1}">
      <dsp:nvSpPr>
        <dsp:cNvPr id="0" name=""/>
        <dsp:cNvSpPr/>
      </dsp:nvSpPr>
      <dsp:spPr>
        <a:xfrm>
          <a:off x="0" y="314215"/>
          <a:ext cx="350292" cy="390871"/>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00100" rtl="0">
            <a:lnSpc>
              <a:spcPct val="90000"/>
            </a:lnSpc>
            <a:spcBef>
              <a:spcPct val="0"/>
            </a:spcBef>
            <a:spcAft>
              <a:spcPct val="35000"/>
            </a:spcAft>
            <a:buNone/>
          </a:pPr>
          <a:r>
            <a:rPr lang="zh-CN" sz="1800" kern="1200" dirty="0"/>
            <a:t>连</a:t>
          </a:r>
        </a:p>
      </dsp:txBody>
      <dsp:txXfrm>
        <a:off x="51299" y="371457"/>
        <a:ext cx="247694" cy="276387"/>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2DD290-D500-4BE9-9525-723274617DF1}">
      <dsp:nvSpPr>
        <dsp:cNvPr id="0" name=""/>
        <dsp:cNvSpPr/>
      </dsp:nvSpPr>
      <dsp:spPr>
        <a:xfrm>
          <a:off x="-49924" y="0"/>
          <a:ext cx="594200" cy="494351"/>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1022350" rtl="0">
            <a:lnSpc>
              <a:spcPct val="90000"/>
            </a:lnSpc>
            <a:spcBef>
              <a:spcPct val="0"/>
            </a:spcBef>
            <a:spcAft>
              <a:spcPct val="35000"/>
            </a:spcAft>
            <a:buNone/>
          </a:pPr>
          <a:r>
            <a:rPr lang="zh-CN" sz="2300" kern="1200" dirty="0"/>
            <a:t>事</a:t>
          </a:r>
        </a:p>
      </dsp:txBody>
      <dsp:txXfrm>
        <a:off x="37095" y="72396"/>
        <a:ext cx="420162" cy="34955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4B3101-F142-4E5E-B80A-8D9996F097C7}">
      <dsp:nvSpPr>
        <dsp:cNvPr id="0" name=""/>
        <dsp:cNvSpPr/>
      </dsp:nvSpPr>
      <dsp:spPr>
        <a:xfrm>
          <a:off x="0" y="91645"/>
          <a:ext cx="504057" cy="504057"/>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1022350" rtl="0">
            <a:lnSpc>
              <a:spcPct val="90000"/>
            </a:lnSpc>
            <a:spcBef>
              <a:spcPct val="0"/>
            </a:spcBef>
            <a:spcAft>
              <a:spcPct val="35000"/>
            </a:spcAft>
            <a:buNone/>
          </a:pPr>
          <a:r>
            <a:rPr lang="zh-CN" sz="2300" kern="1200" dirty="0"/>
            <a:t>海</a:t>
          </a:r>
        </a:p>
      </dsp:txBody>
      <dsp:txXfrm>
        <a:off x="73817" y="165462"/>
        <a:ext cx="356423" cy="356423"/>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AFA64C-DC3D-43CC-9306-9A83B9F4FF30}">
      <dsp:nvSpPr>
        <dsp:cNvPr id="0" name=""/>
        <dsp:cNvSpPr/>
      </dsp:nvSpPr>
      <dsp:spPr>
        <a:xfrm>
          <a:off x="40739" y="144015"/>
          <a:ext cx="463315" cy="417056"/>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44550" rtl="0">
            <a:lnSpc>
              <a:spcPct val="90000"/>
            </a:lnSpc>
            <a:spcBef>
              <a:spcPct val="0"/>
            </a:spcBef>
            <a:spcAft>
              <a:spcPct val="35000"/>
            </a:spcAft>
            <a:buNone/>
          </a:pPr>
          <a:r>
            <a:rPr lang="zh-CN" sz="1900" kern="1200" dirty="0"/>
            <a:t>大</a:t>
          </a:r>
        </a:p>
      </dsp:txBody>
      <dsp:txXfrm>
        <a:off x="108590" y="205091"/>
        <a:ext cx="327613" cy="294904"/>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19629E-037B-4B5B-8915-441F51FA60BC}">
      <dsp:nvSpPr>
        <dsp:cNvPr id="0" name=""/>
        <dsp:cNvSpPr/>
      </dsp:nvSpPr>
      <dsp:spPr>
        <a:xfrm>
          <a:off x="41454" y="143050"/>
          <a:ext cx="363967" cy="532314"/>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89000" rtl="0">
            <a:lnSpc>
              <a:spcPct val="90000"/>
            </a:lnSpc>
            <a:spcBef>
              <a:spcPct val="0"/>
            </a:spcBef>
            <a:spcAft>
              <a:spcPct val="35000"/>
            </a:spcAft>
            <a:buNone/>
          </a:pPr>
          <a:r>
            <a:rPr lang="zh-CN" sz="2000" kern="1200" dirty="0"/>
            <a:t>学</a:t>
          </a:r>
        </a:p>
      </dsp:txBody>
      <dsp:txXfrm>
        <a:off x="94756" y="221006"/>
        <a:ext cx="257363" cy="376402"/>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1FD7E3-0312-4138-B05A-B7C390254360}">
      <dsp:nvSpPr>
        <dsp:cNvPr id="0" name=""/>
        <dsp:cNvSpPr/>
      </dsp:nvSpPr>
      <dsp:spPr>
        <a:xfrm>
          <a:off x="2131" y="0"/>
          <a:ext cx="5096381" cy="365619"/>
        </a:xfrm>
        <a:prstGeom prst="roundRect">
          <a:avLst>
            <a:gd name="adj" fmla="val 1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6195" tIns="24130" rIns="36195" bIns="24130" numCol="1" spcCol="1270" anchor="ctr" anchorCtr="0">
          <a:noAutofit/>
        </a:bodyPr>
        <a:lstStyle/>
        <a:p>
          <a:pPr marL="0" lvl="0" indent="0" algn="ctr" defTabSz="844550">
            <a:lnSpc>
              <a:spcPct val="90000"/>
            </a:lnSpc>
            <a:spcBef>
              <a:spcPct val="0"/>
            </a:spcBef>
            <a:spcAft>
              <a:spcPct val="35000"/>
            </a:spcAft>
            <a:buNone/>
          </a:pPr>
          <a:r>
            <a:rPr lang="zh-CN" altLang="en-US" sz="1900" b="1" kern="1200" dirty="0">
              <a:solidFill>
                <a:srgbClr val="0000FF"/>
              </a:solidFill>
              <a:latin typeface="黑体" pitchFamily="2" charset="-122"/>
              <a:ea typeface="黑体" pitchFamily="2" charset="-122"/>
            </a:rPr>
            <a:t>正定二次型</a:t>
          </a:r>
          <a:r>
            <a:rPr lang="en-US" altLang="zh-CN" sz="1900" b="1" i="1" kern="1200" dirty="0">
              <a:solidFill>
                <a:srgbClr val="0000FF"/>
              </a:solidFill>
              <a:latin typeface="黑体" pitchFamily="2" charset="-122"/>
              <a:ea typeface="黑体" pitchFamily="2" charset="-122"/>
            </a:rPr>
            <a:t>f=</a:t>
          </a:r>
          <a:r>
            <a:rPr lang="en-US" altLang="zh-CN" sz="1900" b="1" i="1" kern="1200" dirty="0" err="1">
              <a:solidFill>
                <a:srgbClr val="0000FF"/>
              </a:solidFill>
              <a:latin typeface="黑体" pitchFamily="2" charset="-122"/>
              <a:ea typeface="黑体" pitchFamily="2" charset="-122"/>
            </a:rPr>
            <a:t>x</a:t>
          </a:r>
          <a:r>
            <a:rPr lang="en-US" altLang="zh-CN" sz="1900" b="1" i="1" kern="1200" baseline="30000" dirty="0" err="1">
              <a:solidFill>
                <a:srgbClr val="0000FF"/>
              </a:solidFill>
              <a:latin typeface="黑体" pitchFamily="2" charset="-122"/>
              <a:ea typeface="黑体" pitchFamily="2" charset="-122"/>
            </a:rPr>
            <a:t>T</a:t>
          </a:r>
          <a:r>
            <a:rPr lang="en-US" altLang="zh-CN" sz="1900" b="1" i="1" kern="1200" dirty="0" err="1">
              <a:solidFill>
                <a:srgbClr val="0000FF"/>
              </a:solidFill>
              <a:latin typeface="黑体" pitchFamily="2" charset="-122"/>
              <a:ea typeface="黑体" pitchFamily="2" charset="-122"/>
            </a:rPr>
            <a:t>Ax</a:t>
          </a:r>
          <a:r>
            <a:rPr lang="en-US" altLang="zh-CN" sz="1900" b="1" i="1" kern="1200" dirty="0">
              <a:solidFill>
                <a:srgbClr val="0000FF"/>
              </a:solidFill>
              <a:latin typeface="黑体" pitchFamily="2" charset="-122"/>
              <a:ea typeface="黑体" pitchFamily="2" charset="-122"/>
            </a:rPr>
            <a:t>   /  </a:t>
          </a:r>
          <a:r>
            <a:rPr lang="en-US" altLang="zh-CN" sz="1900" b="1" i="1" kern="1200" dirty="0">
              <a:solidFill>
                <a:schemeClr val="bg1"/>
              </a:solidFill>
              <a:latin typeface="黑体" pitchFamily="2" charset="-122"/>
              <a:ea typeface="黑体" pitchFamily="2" charset="-122"/>
              <a:cs typeface="Times New Roman" panose="02020603050405020304" pitchFamily="18" charset="0"/>
            </a:rPr>
            <a:t>A</a:t>
          </a:r>
          <a:r>
            <a:rPr lang="zh-CN" altLang="en-US" sz="1900" b="1" kern="1200" dirty="0">
              <a:solidFill>
                <a:schemeClr val="bg1"/>
              </a:solidFill>
              <a:latin typeface="黑体" pitchFamily="2" charset="-122"/>
              <a:ea typeface="黑体" pitchFamily="2" charset="-122"/>
            </a:rPr>
            <a:t> 为</a:t>
          </a:r>
          <a:r>
            <a:rPr lang="zh-CN" altLang="en-US" sz="1900" b="1" kern="1200" dirty="0">
              <a:solidFill>
                <a:srgbClr val="FF0000"/>
              </a:solidFill>
              <a:latin typeface="黑体" pitchFamily="2" charset="-122"/>
              <a:ea typeface="黑体" pitchFamily="2" charset="-122"/>
            </a:rPr>
            <a:t>正定矩阵</a:t>
          </a:r>
          <a:endParaRPr lang="zh-CN" altLang="en-US" sz="1900" b="1" i="1" kern="1200" dirty="0">
            <a:solidFill>
              <a:srgbClr val="0000FF"/>
            </a:solidFill>
            <a:latin typeface="黑体" pitchFamily="2" charset="-122"/>
            <a:ea typeface="黑体" pitchFamily="2" charset="-122"/>
          </a:endParaRPr>
        </a:p>
      </dsp:txBody>
      <dsp:txXfrm>
        <a:off x="12840" y="10709"/>
        <a:ext cx="5074963" cy="344201"/>
      </dsp:txXfrm>
    </dsp:sp>
    <dsp:sp modelId="{84032763-630A-45B9-8143-4F6E4D10CF00}">
      <dsp:nvSpPr>
        <dsp:cNvPr id="0" name=""/>
        <dsp:cNvSpPr/>
      </dsp:nvSpPr>
      <dsp:spPr>
        <a:xfrm>
          <a:off x="511769" y="365619"/>
          <a:ext cx="517206" cy="247018"/>
        </a:xfrm>
        <a:custGeom>
          <a:avLst/>
          <a:gdLst/>
          <a:ahLst/>
          <a:cxnLst/>
          <a:rect l="0" t="0" r="0" b="0"/>
          <a:pathLst>
            <a:path>
              <a:moveTo>
                <a:pt x="0" y="0"/>
              </a:moveTo>
              <a:lnTo>
                <a:pt x="0" y="247018"/>
              </a:lnTo>
              <a:lnTo>
                <a:pt x="517206" y="247018"/>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1439787-51B3-4FB8-A305-107CB40EC2FB}">
      <dsp:nvSpPr>
        <dsp:cNvPr id="0" name=""/>
        <dsp:cNvSpPr/>
      </dsp:nvSpPr>
      <dsp:spPr>
        <a:xfrm>
          <a:off x="1028975" y="504528"/>
          <a:ext cx="4143088" cy="21621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u="sng" kern="1200" dirty="0">
              <a:solidFill>
                <a:schemeClr val="bg1"/>
              </a:solidFill>
              <a:latin typeface="黑体" pitchFamily="2" charset="-122"/>
              <a:ea typeface="黑体" pitchFamily="2" charset="-122"/>
            </a:rPr>
            <a:t>定义法</a:t>
          </a:r>
          <a:r>
            <a:rPr lang="zh-CN" altLang="en-US" sz="1600" b="1" kern="1200" dirty="0">
              <a:solidFill>
                <a:schemeClr val="bg1"/>
              </a:solidFill>
              <a:latin typeface="黑体" pitchFamily="2" charset="-122"/>
              <a:ea typeface="黑体" pitchFamily="2" charset="-122"/>
            </a:rPr>
            <a:t>：对任意</a:t>
          </a:r>
          <a:r>
            <a:rPr lang="en-US" altLang="zh-CN" sz="1600" b="1" i="1" kern="1200" dirty="0">
              <a:solidFill>
                <a:schemeClr val="bg1"/>
              </a:solidFill>
              <a:latin typeface="黑体" pitchFamily="2" charset="-122"/>
              <a:ea typeface="黑体" pitchFamily="2" charset="-122"/>
            </a:rPr>
            <a:t>x∈R</a:t>
          </a:r>
          <a:r>
            <a:rPr lang="en-US" altLang="zh-CN" sz="1600" b="1" i="1" kern="1200" baseline="30000" dirty="0">
              <a:solidFill>
                <a:schemeClr val="bg1"/>
              </a:solidFill>
              <a:latin typeface="黑体" pitchFamily="2" charset="-122"/>
              <a:ea typeface="黑体" pitchFamily="2" charset="-122"/>
            </a:rPr>
            <a:t>n</a:t>
          </a:r>
          <a:r>
            <a:rPr lang="en-US" altLang="zh-CN" sz="1600" b="1" i="1" kern="1200" baseline="0" dirty="0">
              <a:solidFill>
                <a:schemeClr val="bg1"/>
              </a:solidFill>
              <a:latin typeface="黑体" pitchFamily="2" charset="-122"/>
              <a:ea typeface="黑体" pitchFamily="2" charset="-122"/>
            </a:rPr>
            <a:t>,</a:t>
          </a:r>
          <a:r>
            <a:rPr lang="en-US" altLang="zh-CN" sz="1600" b="1" i="1" kern="1200" dirty="0">
              <a:solidFill>
                <a:schemeClr val="bg1"/>
              </a:solidFill>
              <a:latin typeface="黑体" pitchFamily="2" charset="-122"/>
              <a:ea typeface="黑体" pitchFamily="2" charset="-122"/>
            </a:rPr>
            <a:t>x</a:t>
          </a:r>
          <a:r>
            <a:rPr lang="en-US" altLang="zh-CN" sz="1600" b="1" i="1" kern="1200" baseline="0" dirty="0">
              <a:solidFill>
                <a:schemeClr val="bg1"/>
              </a:solidFill>
              <a:latin typeface="黑体" pitchFamily="2" charset="-122"/>
              <a:ea typeface="黑体" pitchFamily="2" charset="-122"/>
            </a:rPr>
            <a:t>≠0</a:t>
          </a:r>
          <a:r>
            <a:rPr lang="zh-CN" altLang="en-US" sz="1600" b="1" kern="1200" dirty="0">
              <a:solidFill>
                <a:schemeClr val="bg1"/>
              </a:solidFill>
              <a:latin typeface="黑体" pitchFamily="2" charset="-122"/>
              <a:ea typeface="黑体" pitchFamily="2" charset="-122"/>
            </a:rPr>
            <a:t>，恒有</a:t>
          </a:r>
          <a:r>
            <a:rPr lang="en-US" altLang="zh-CN" sz="1600" b="1" i="1" kern="1200" dirty="0">
              <a:solidFill>
                <a:srgbClr val="FF0000"/>
              </a:solidFill>
              <a:latin typeface="黑体" pitchFamily="2" charset="-122"/>
              <a:ea typeface="黑体" pitchFamily="2" charset="-122"/>
            </a:rPr>
            <a:t>f=</a:t>
          </a:r>
          <a:r>
            <a:rPr lang="en-US" altLang="zh-CN" sz="1600" b="1" i="1" kern="1200" dirty="0" err="1">
              <a:solidFill>
                <a:srgbClr val="FF0000"/>
              </a:solidFill>
              <a:latin typeface="黑体" pitchFamily="2" charset="-122"/>
              <a:ea typeface="黑体" pitchFamily="2" charset="-122"/>
            </a:rPr>
            <a:t>x</a:t>
          </a:r>
          <a:r>
            <a:rPr lang="en-US" altLang="zh-CN" sz="1600" b="1" i="1" kern="1200" baseline="30000" dirty="0" err="1">
              <a:solidFill>
                <a:srgbClr val="FF0000"/>
              </a:solidFill>
              <a:latin typeface="黑体" pitchFamily="2" charset="-122"/>
              <a:ea typeface="黑体" pitchFamily="2" charset="-122"/>
            </a:rPr>
            <a:t>T</a:t>
          </a:r>
          <a:r>
            <a:rPr lang="en-US" altLang="zh-CN" sz="1600" b="1" i="1" kern="1200" dirty="0" err="1">
              <a:solidFill>
                <a:srgbClr val="FF0000"/>
              </a:solidFill>
              <a:latin typeface="黑体" pitchFamily="2" charset="-122"/>
              <a:ea typeface="黑体" pitchFamily="2" charset="-122"/>
            </a:rPr>
            <a:t>Ax</a:t>
          </a:r>
          <a:r>
            <a:rPr lang="en-US" altLang="zh-CN" sz="1600" b="1" i="1" kern="1200" dirty="0">
              <a:solidFill>
                <a:srgbClr val="FF0000"/>
              </a:solidFill>
              <a:latin typeface="黑体" pitchFamily="2" charset="-122"/>
              <a:ea typeface="黑体" pitchFamily="2" charset="-122"/>
            </a:rPr>
            <a:t> </a:t>
          </a:r>
          <a:r>
            <a:rPr lang="en-US" altLang="zh-CN" sz="1600" b="1" i="0" kern="1200" dirty="0">
              <a:solidFill>
                <a:srgbClr val="FF0000"/>
              </a:solidFill>
              <a:latin typeface="黑体" pitchFamily="2" charset="-122"/>
              <a:ea typeface="黑体" pitchFamily="2" charset="-122"/>
            </a:rPr>
            <a:t>&gt;</a:t>
          </a:r>
          <a:r>
            <a:rPr lang="en-US" altLang="zh-CN" sz="1600" b="1" i="1" kern="1200" dirty="0">
              <a:solidFill>
                <a:srgbClr val="FF0000"/>
              </a:solidFill>
              <a:latin typeface="黑体" pitchFamily="2" charset="-122"/>
              <a:ea typeface="黑体" pitchFamily="2" charset="-122"/>
            </a:rPr>
            <a:t>0</a:t>
          </a:r>
          <a:endParaRPr lang="zh-CN" altLang="en-US" sz="1600" b="1" kern="1200" dirty="0">
            <a:solidFill>
              <a:srgbClr val="FF0000"/>
            </a:solidFill>
            <a:latin typeface="黑体" pitchFamily="2" charset="-122"/>
            <a:ea typeface="黑体" pitchFamily="2" charset="-122"/>
          </a:endParaRPr>
        </a:p>
      </dsp:txBody>
      <dsp:txXfrm>
        <a:off x="1035308" y="510861"/>
        <a:ext cx="4130422" cy="203551"/>
      </dsp:txXfrm>
    </dsp:sp>
    <dsp:sp modelId="{67E17EA9-878F-447A-90A2-0062BE02BAEB}">
      <dsp:nvSpPr>
        <dsp:cNvPr id="0" name=""/>
        <dsp:cNvSpPr/>
      </dsp:nvSpPr>
      <dsp:spPr>
        <a:xfrm>
          <a:off x="511769" y="365619"/>
          <a:ext cx="509638" cy="590052"/>
        </a:xfrm>
        <a:custGeom>
          <a:avLst/>
          <a:gdLst/>
          <a:ahLst/>
          <a:cxnLst/>
          <a:rect l="0" t="0" r="0" b="0"/>
          <a:pathLst>
            <a:path>
              <a:moveTo>
                <a:pt x="0" y="0"/>
              </a:moveTo>
              <a:lnTo>
                <a:pt x="0" y="590052"/>
              </a:lnTo>
              <a:lnTo>
                <a:pt x="509638" y="59005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E0828A5-AB4D-4BCF-87A5-64EC632B85DC}">
      <dsp:nvSpPr>
        <dsp:cNvPr id="0" name=""/>
        <dsp:cNvSpPr/>
      </dsp:nvSpPr>
      <dsp:spPr>
        <a:xfrm>
          <a:off x="1021407" y="856753"/>
          <a:ext cx="4167047" cy="19783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zh-CN" sz="1600" b="1" kern="1200" dirty="0">
              <a:solidFill>
                <a:srgbClr val="FF0000"/>
              </a:solidFill>
              <a:latin typeface="黑体" pitchFamily="2" charset="-122"/>
              <a:ea typeface="黑体" pitchFamily="2" charset="-122"/>
            </a:rPr>
            <a:t>正惯性指数</a:t>
          </a:r>
          <a:r>
            <a:rPr lang="zh-CN" altLang="zh-CN" sz="1600" b="1" kern="1200" dirty="0">
              <a:solidFill>
                <a:schemeClr val="bg1"/>
              </a:solidFill>
              <a:latin typeface="黑体" pitchFamily="2" charset="-122"/>
              <a:ea typeface="黑体" pitchFamily="2" charset="-122"/>
            </a:rPr>
            <a:t>为</a:t>
          </a:r>
          <a:r>
            <a:rPr lang="en-US" altLang="zh-CN" sz="1600" b="1" kern="1200" dirty="0">
              <a:solidFill>
                <a:schemeClr val="bg1"/>
              </a:solidFill>
              <a:latin typeface="黑体" pitchFamily="2" charset="-122"/>
              <a:ea typeface="黑体" pitchFamily="2" charset="-122"/>
            </a:rPr>
            <a:t>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n</a:t>
          </a:r>
          <a:r>
            <a:rPr lang="zh-CN" altLang="en-US" sz="1600" b="1" kern="1200" dirty="0">
              <a:latin typeface="黑体" pitchFamily="2" charset="-122"/>
              <a:ea typeface="黑体" pitchFamily="2" charset="-122"/>
              <a:cs typeface="Times New Roman" panose="02020603050405020304" pitchFamily="18" charset="0"/>
            </a:rPr>
            <a:t>；</a:t>
          </a:r>
        </a:p>
      </dsp:txBody>
      <dsp:txXfrm>
        <a:off x="1027201" y="862547"/>
        <a:ext cx="4155459" cy="186249"/>
      </dsp:txXfrm>
    </dsp:sp>
    <dsp:sp modelId="{6BF3829A-85EA-413C-A262-BCA8A0738B14}">
      <dsp:nvSpPr>
        <dsp:cNvPr id="0" name=""/>
        <dsp:cNvSpPr/>
      </dsp:nvSpPr>
      <dsp:spPr>
        <a:xfrm>
          <a:off x="511769" y="365619"/>
          <a:ext cx="488364" cy="949919"/>
        </a:xfrm>
        <a:custGeom>
          <a:avLst/>
          <a:gdLst/>
          <a:ahLst/>
          <a:cxnLst/>
          <a:rect l="0" t="0" r="0" b="0"/>
          <a:pathLst>
            <a:path>
              <a:moveTo>
                <a:pt x="0" y="0"/>
              </a:moveTo>
              <a:lnTo>
                <a:pt x="0" y="949919"/>
              </a:lnTo>
              <a:lnTo>
                <a:pt x="488364" y="94991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D3AD40-EA49-4B58-BDEF-499A56DE2CA1}">
      <dsp:nvSpPr>
        <dsp:cNvPr id="0" name=""/>
        <dsp:cNvSpPr/>
      </dsp:nvSpPr>
      <dsp:spPr>
        <a:xfrm>
          <a:off x="1000133" y="1187340"/>
          <a:ext cx="4139866" cy="25639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zh-CN" sz="1600" b="1" kern="1200" dirty="0">
              <a:solidFill>
                <a:srgbClr val="FF0000"/>
              </a:solidFill>
              <a:latin typeface="黑体" pitchFamily="2" charset="-122"/>
              <a:ea typeface="黑体" pitchFamily="2" charset="-122"/>
            </a:rPr>
            <a:t>特征值</a:t>
          </a:r>
          <a:r>
            <a:rPr lang="zh-CN" altLang="zh-CN" sz="1600" b="1" kern="1200" dirty="0">
              <a:solidFill>
                <a:schemeClr val="bg1"/>
              </a:solidFill>
              <a:latin typeface="黑体" pitchFamily="2" charset="-122"/>
              <a:ea typeface="黑体" pitchFamily="2" charset="-122"/>
            </a:rPr>
            <a:t>全</a:t>
          </a:r>
          <a:r>
            <a:rPr lang="en-US" altLang="zh-CN" sz="1600" b="1" kern="1200" dirty="0">
              <a:solidFill>
                <a:srgbClr val="FF0000"/>
              </a:solidFill>
              <a:latin typeface="黑体" pitchFamily="2" charset="-122"/>
              <a:ea typeface="黑体" pitchFamily="2" charset="-122"/>
              <a:cs typeface="Times New Roman"/>
            </a:rPr>
            <a:t>&gt;</a:t>
          </a:r>
          <a:r>
            <a:rPr lang="en-US" altLang="zh-CN" sz="1600" b="1" i="1" kern="1200" dirty="0">
              <a:solidFill>
                <a:srgbClr val="FF0000"/>
              </a:solidFill>
              <a:latin typeface="黑体" pitchFamily="2" charset="-122"/>
              <a:ea typeface="黑体" pitchFamily="2" charset="-122"/>
              <a:cs typeface="Times New Roman"/>
            </a:rPr>
            <a:t>0</a:t>
          </a:r>
          <a:endParaRPr lang="zh-CN" altLang="en-US" sz="1600" b="1" kern="1200" dirty="0">
            <a:latin typeface="黑体" pitchFamily="2" charset="-122"/>
            <a:ea typeface="黑体" pitchFamily="2" charset="-122"/>
          </a:endParaRPr>
        </a:p>
      </dsp:txBody>
      <dsp:txXfrm>
        <a:off x="1007643" y="1194850"/>
        <a:ext cx="4124846" cy="241376"/>
      </dsp:txXfrm>
    </dsp:sp>
    <dsp:sp modelId="{DC107728-231C-4401-9AA0-1949640C9CB3}">
      <dsp:nvSpPr>
        <dsp:cNvPr id="0" name=""/>
        <dsp:cNvSpPr/>
      </dsp:nvSpPr>
      <dsp:spPr>
        <a:xfrm>
          <a:off x="511769" y="365619"/>
          <a:ext cx="509638" cy="1280139"/>
        </a:xfrm>
        <a:custGeom>
          <a:avLst/>
          <a:gdLst/>
          <a:ahLst/>
          <a:cxnLst/>
          <a:rect l="0" t="0" r="0" b="0"/>
          <a:pathLst>
            <a:path>
              <a:moveTo>
                <a:pt x="0" y="0"/>
              </a:moveTo>
              <a:lnTo>
                <a:pt x="0" y="1280139"/>
              </a:lnTo>
              <a:lnTo>
                <a:pt x="509638" y="128013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B108599-6BF3-4157-A588-773ADC36ADC9}">
      <dsp:nvSpPr>
        <dsp:cNvPr id="0" name=""/>
        <dsp:cNvSpPr/>
      </dsp:nvSpPr>
      <dsp:spPr>
        <a:xfrm>
          <a:off x="1021407" y="1534749"/>
          <a:ext cx="4191435" cy="22201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en-US" sz="1600" b="1" kern="1200" dirty="0">
              <a:solidFill>
                <a:schemeClr val="bg1"/>
              </a:solidFill>
              <a:latin typeface="黑体" pitchFamily="2" charset="-122"/>
              <a:ea typeface="黑体" pitchFamily="2" charset="-122"/>
              <a:cs typeface="Times New Roman" panose="02020603050405020304" pitchFamily="18" charset="0"/>
            </a:rPr>
            <a:t>的</a:t>
          </a:r>
          <a:r>
            <a:rPr lang="zh-CN" altLang="en-US" sz="1600" b="1" kern="1200" dirty="0">
              <a:solidFill>
                <a:srgbClr val="FF0000"/>
              </a:solidFill>
              <a:latin typeface="黑体" pitchFamily="2" charset="-122"/>
              <a:ea typeface="黑体" pitchFamily="2" charset="-122"/>
              <a:cs typeface="Times New Roman" panose="02020603050405020304" pitchFamily="18" charset="0"/>
            </a:rPr>
            <a:t>各阶</a:t>
          </a:r>
          <a:r>
            <a:rPr lang="zh-CN" altLang="en-US" sz="1600" b="1" kern="1200" dirty="0">
              <a:solidFill>
                <a:schemeClr val="bg1"/>
              </a:solidFill>
              <a:latin typeface="黑体" pitchFamily="2" charset="-122"/>
              <a:ea typeface="黑体" pitchFamily="2" charset="-122"/>
              <a:cs typeface="Times New Roman" panose="02020603050405020304" pitchFamily="18" charset="0"/>
            </a:rPr>
            <a:t>顺序主子</a:t>
          </a:r>
          <a:r>
            <a:rPr lang="zh-CN" altLang="zh-CN" sz="1600" b="1" kern="1200" dirty="0">
              <a:solidFill>
                <a:schemeClr val="bg1"/>
              </a:solidFill>
              <a:latin typeface="黑体" pitchFamily="2" charset="-122"/>
              <a:ea typeface="黑体" pitchFamily="2" charset="-122"/>
              <a:cs typeface="Times New Roman"/>
            </a:rPr>
            <a:t>式都</a:t>
          </a:r>
          <a:r>
            <a:rPr lang="en-US" altLang="zh-CN" sz="1600" b="1" kern="1200" dirty="0">
              <a:solidFill>
                <a:srgbClr val="FF0000"/>
              </a:solidFill>
              <a:latin typeface="黑体" pitchFamily="2" charset="-122"/>
              <a:ea typeface="黑体" pitchFamily="2" charset="-122"/>
              <a:cs typeface="Times New Roman"/>
            </a:rPr>
            <a:t> &gt;</a:t>
          </a:r>
          <a:r>
            <a:rPr lang="en-US" altLang="zh-CN" sz="1600" b="1" i="1" kern="1200" dirty="0">
              <a:solidFill>
                <a:srgbClr val="FF0000"/>
              </a:solidFill>
              <a:latin typeface="黑体" pitchFamily="2" charset="-122"/>
              <a:ea typeface="黑体" pitchFamily="2" charset="-122"/>
              <a:cs typeface="Times New Roman"/>
            </a:rPr>
            <a:t>0</a:t>
          </a:r>
          <a:endParaRPr lang="zh-CN" altLang="en-US" sz="1600" b="1" i="1" kern="1200" dirty="0">
            <a:latin typeface="黑体" pitchFamily="2" charset="-122"/>
            <a:ea typeface="黑体" pitchFamily="2" charset="-122"/>
          </a:endParaRPr>
        </a:p>
      </dsp:txBody>
      <dsp:txXfrm>
        <a:off x="1027910" y="1541252"/>
        <a:ext cx="4178429" cy="209011"/>
      </dsp:txXfrm>
    </dsp:sp>
    <dsp:sp modelId="{7D615E92-FAFA-4918-8470-9F6006A0878D}">
      <dsp:nvSpPr>
        <dsp:cNvPr id="0" name=""/>
        <dsp:cNvSpPr/>
      </dsp:nvSpPr>
      <dsp:spPr>
        <a:xfrm>
          <a:off x="511769" y="365619"/>
          <a:ext cx="509638" cy="1633845"/>
        </a:xfrm>
        <a:custGeom>
          <a:avLst/>
          <a:gdLst/>
          <a:ahLst/>
          <a:cxnLst/>
          <a:rect l="0" t="0" r="0" b="0"/>
          <a:pathLst>
            <a:path>
              <a:moveTo>
                <a:pt x="0" y="0"/>
              </a:moveTo>
              <a:lnTo>
                <a:pt x="0" y="1633845"/>
              </a:lnTo>
              <a:lnTo>
                <a:pt x="509638" y="1633845"/>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12B0601-5A77-4409-A712-142ECD53AD6C}">
      <dsp:nvSpPr>
        <dsp:cNvPr id="0" name=""/>
        <dsp:cNvSpPr/>
      </dsp:nvSpPr>
      <dsp:spPr>
        <a:xfrm>
          <a:off x="1021407" y="1868648"/>
          <a:ext cx="4155289" cy="26163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zh-CN" sz="1600" b="1" kern="1200" dirty="0">
              <a:solidFill>
                <a:srgbClr val="FF0000"/>
              </a:solidFill>
              <a:latin typeface="黑体" pitchFamily="2" charset="-122"/>
              <a:ea typeface="黑体" pitchFamily="2" charset="-122"/>
            </a:rPr>
            <a:t>正定</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B</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B</a:t>
          </a:r>
          <a:r>
            <a:rPr lang="en-US" altLang="zh-CN" sz="1600" b="1" kern="1200" baseline="30000" dirty="0">
              <a:solidFill>
                <a:srgbClr val="FF0000"/>
              </a:solidFill>
              <a:latin typeface="黑体" pitchFamily="2" charset="-122"/>
              <a:ea typeface="黑体" pitchFamily="2" charset="-122"/>
              <a:cs typeface="Times New Roman" panose="02020603050405020304" pitchFamily="18" charset="0"/>
            </a:rPr>
            <a:t>2</a:t>
          </a:r>
          <a:r>
            <a:rPr lang="en-US" altLang="zh-CN" sz="1600" b="1" kern="1200" dirty="0">
              <a:solidFill>
                <a:srgbClr val="FF0000"/>
              </a:solidFill>
              <a:latin typeface="黑体" pitchFamily="2" charset="-122"/>
              <a:ea typeface="黑体" pitchFamily="2" charset="-122"/>
            </a:rPr>
            <a:t> </a:t>
          </a:r>
          <a:endParaRPr lang="zh-CN" altLang="en-US" sz="1600" b="1" kern="1200" dirty="0">
            <a:solidFill>
              <a:srgbClr val="FF0000"/>
            </a:solidFill>
            <a:latin typeface="黑体" pitchFamily="2" charset="-122"/>
            <a:ea typeface="黑体" pitchFamily="2" charset="-122"/>
          </a:endParaRPr>
        </a:p>
      </dsp:txBody>
      <dsp:txXfrm>
        <a:off x="1029070" y="1876311"/>
        <a:ext cx="4139963" cy="246306"/>
      </dsp:txXfrm>
    </dsp:sp>
    <dsp:sp modelId="{55C7B6DA-DB84-4B71-8D27-3BB5B3213444}">
      <dsp:nvSpPr>
        <dsp:cNvPr id="0" name=""/>
        <dsp:cNvSpPr/>
      </dsp:nvSpPr>
      <dsp:spPr>
        <a:xfrm>
          <a:off x="511769" y="365619"/>
          <a:ext cx="509638" cy="2010560"/>
        </a:xfrm>
        <a:custGeom>
          <a:avLst/>
          <a:gdLst/>
          <a:ahLst/>
          <a:cxnLst/>
          <a:rect l="0" t="0" r="0" b="0"/>
          <a:pathLst>
            <a:path>
              <a:moveTo>
                <a:pt x="0" y="0"/>
              </a:moveTo>
              <a:lnTo>
                <a:pt x="0" y="2010560"/>
              </a:lnTo>
              <a:lnTo>
                <a:pt x="509638" y="201056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420AE44-E893-446E-AAD6-27B5F3A08CDC}">
      <dsp:nvSpPr>
        <dsp:cNvPr id="0" name=""/>
        <dsp:cNvSpPr/>
      </dsp:nvSpPr>
      <dsp:spPr>
        <a:xfrm>
          <a:off x="1021407" y="2242161"/>
          <a:ext cx="4133199" cy="26803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en-US" sz="1600" b="1" kern="1200" dirty="0">
              <a:solidFill>
                <a:srgbClr val="FF0000"/>
              </a:solidFill>
              <a:latin typeface="黑体" pitchFamily="2" charset="-122"/>
              <a:ea typeface="黑体" pitchFamily="2" charset="-122"/>
            </a:rPr>
            <a:t>可逆</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P</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P</a:t>
          </a:r>
          <a:r>
            <a:rPr lang="en-US" altLang="zh-CN" sz="1600" b="1" i="1" kern="1200"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kern="1200" dirty="0">
              <a:solidFill>
                <a:srgbClr val="FF0000"/>
              </a:solidFill>
              <a:latin typeface="黑体" pitchFamily="2" charset="-122"/>
              <a:ea typeface="黑体" pitchFamily="2" charset="-122"/>
              <a:cs typeface="Times New Roman" panose="02020603050405020304" pitchFamily="18" charset="0"/>
            </a:rPr>
            <a:t>P</a:t>
          </a:r>
          <a:r>
            <a:rPr lang="en-US" altLang="zh-CN" sz="1600" b="1" kern="1200" dirty="0">
              <a:solidFill>
                <a:schemeClr val="bg1"/>
              </a:solidFill>
              <a:latin typeface="黑体" pitchFamily="2" charset="-122"/>
              <a:ea typeface="黑体" pitchFamily="2" charset="-122"/>
            </a:rPr>
            <a:t> </a:t>
          </a:r>
          <a:endParaRPr lang="zh-CN" altLang="en-US" sz="1600" b="1" kern="1200" dirty="0">
            <a:solidFill>
              <a:schemeClr val="bg1"/>
            </a:solidFill>
            <a:latin typeface="黑体" pitchFamily="2" charset="-122"/>
            <a:ea typeface="黑体" pitchFamily="2" charset="-122"/>
          </a:endParaRPr>
        </a:p>
      </dsp:txBody>
      <dsp:txXfrm>
        <a:off x="1029258" y="2250012"/>
        <a:ext cx="4117497" cy="252334"/>
      </dsp:txXfrm>
    </dsp:sp>
    <dsp:sp modelId="{D0AAE278-BE74-42FE-96F1-E08BF9136EEA}">
      <dsp:nvSpPr>
        <dsp:cNvPr id="0" name=""/>
        <dsp:cNvSpPr/>
      </dsp:nvSpPr>
      <dsp:spPr>
        <a:xfrm>
          <a:off x="511769" y="365619"/>
          <a:ext cx="501382" cy="2360532"/>
        </a:xfrm>
        <a:custGeom>
          <a:avLst/>
          <a:gdLst/>
          <a:ahLst/>
          <a:cxnLst/>
          <a:rect l="0" t="0" r="0" b="0"/>
          <a:pathLst>
            <a:path>
              <a:moveTo>
                <a:pt x="0" y="0"/>
              </a:moveTo>
              <a:lnTo>
                <a:pt x="0" y="2360532"/>
              </a:lnTo>
              <a:lnTo>
                <a:pt x="501382" y="236053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ED1C2C2-A031-4DF7-ABE7-9F555EFEB95A}">
      <dsp:nvSpPr>
        <dsp:cNvPr id="0" name=""/>
        <dsp:cNvSpPr/>
      </dsp:nvSpPr>
      <dsp:spPr>
        <a:xfrm>
          <a:off x="1013151" y="2595661"/>
          <a:ext cx="4126913" cy="260978"/>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en-US" sz="1600" b="1" kern="1200" dirty="0">
              <a:solidFill>
                <a:srgbClr val="FF0000"/>
              </a:solidFill>
              <a:latin typeface="黑体" pitchFamily="2" charset="-122"/>
              <a:ea typeface="黑体" pitchFamily="2" charset="-122"/>
            </a:rPr>
            <a:t>可逆</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Q</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Q</a:t>
          </a:r>
          <a:r>
            <a:rPr lang="en-US" altLang="zh-CN" sz="1600" b="1" i="1" kern="1200"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kern="1200" dirty="0">
              <a:solidFill>
                <a:srgbClr val="FF0000"/>
              </a:solidFill>
              <a:latin typeface="黑体" pitchFamily="2" charset="-122"/>
              <a:ea typeface="黑体" pitchFamily="2" charset="-122"/>
              <a:cs typeface="Times New Roman" panose="02020603050405020304" pitchFamily="18" charset="0"/>
            </a:rPr>
            <a:t>AQ=E</a:t>
          </a:r>
          <a:r>
            <a:rPr lang="zh-CN" altLang="en-US" sz="1600" b="1" i="0" kern="1200" dirty="0">
              <a:solidFill>
                <a:schemeClr val="bg1"/>
              </a:solidFill>
              <a:latin typeface="黑体" pitchFamily="2" charset="-122"/>
              <a:ea typeface="黑体" pitchFamily="2" charset="-122"/>
              <a:cs typeface="Times New Roman" panose="02020603050405020304" pitchFamily="18" charset="0"/>
            </a:rPr>
            <a:t>即</a:t>
          </a:r>
          <a:r>
            <a:rPr lang="en-US" altLang="zh-CN" sz="1600" b="1" i="1" kern="1200" dirty="0">
              <a:solidFill>
                <a:srgbClr val="FF0000"/>
              </a:solidFill>
              <a:latin typeface="黑体" pitchFamily="2" charset="-122"/>
              <a:ea typeface="黑体" pitchFamily="2" charset="-122"/>
              <a:cs typeface="Times New Roman" panose="02020603050405020304" pitchFamily="18" charset="0"/>
            </a:rPr>
            <a:t>A</a:t>
          </a:r>
          <a:r>
            <a:rPr lang="zh-CN" altLang="en-US" sz="1600" b="1" i="0" kern="1200" dirty="0">
              <a:solidFill>
                <a:srgbClr val="FF0000"/>
              </a:solidFill>
              <a:latin typeface="黑体" pitchFamily="2" charset="-122"/>
              <a:ea typeface="黑体" pitchFamily="2" charset="-122"/>
              <a:cs typeface="Times New Roman" panose="02020603050405020304" pitchFamily="18" charset="0"/>
            </a:rPr>
            <a:t>与</a:t>
          </a:r>
          <a:r>
            <a:rPr lang="en-US" altLang="zh-CN" sz="1600" b="1" i="1" kern="1200" dirty="0">
              <a:solidFill>
                <a:srgbClr val="FF0000"/>
              </a:solidFill>
              <a:latin typeface="黑体" pitchFamily="2" charset="-122"/>
              <a:ea typeface="黑体" pitchFamily="2" charset="-122"/>
              <a:cs typeface="Times New Roman" panose="02020603050405020304" pitchFamily="18" charset="0"/>
            </a:rPr>
            <a:t>E</a:t>
          </a:r>
          <a:r>
            <a:rPr lang="zh-CN" altLang="en-US" sz="1600" b="1" i="0" kern="1200" dirty="0">
              <a:solidFill>
                <a:srgbClr val="FF0000"/>
              </a:solidFill>
              <a:latin typeface="黑体" pitchFamily="2" charset="-122"/>
              <a:ea typeface="黑体" pitchFamily="2" charset="-122"/>
              <a:cs typeface="Times New Roman" panose="02020603050405020304" pitchFamily="18" charset="0"/>
            </a:rPr>
            <a:t>合同</a:t>
          </a:r>
          <a:r>
            <a:rPr lang="en-US" altLang="zh-CN" sz="1600" b="1" i="0" kern="1200" dirty="0">
              <a:solidFill>
                <a:schemeClr val="bg1"/>
              </a:solidFill>
              <a:latin typeface="黑体" pitchFamily="2" charset="-122"/>
              <a:ea typeface="黑体" pitchFamily="2" charset="-122"/>
            </a:rPr>
            <a:t> </a:t>
          </a:r>
          <a:endParaRPr lang="zh-CN" altLang="en-US" sz="1600" b="1" i="0" kern="1200" dirty="0">
            <a:solidFill>
              <a:schemeClr val="bg1"/>
            </a:solidFill>
            <a:latin typeface="黑体" pitchFamily="2" charset="-122"/>
            <a:ea typeface="黑体" pitchFamily="2" charset="-122"/>
          </a:endParaRPr>
        </a:p>
      </dsp:txBody>
      <dsp:txXfrm>
        <a:off x="1020795" y="2603305"/>
        <a:ext cx="4111625" cy="245690"/>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1FD7E3-0312-4138-B05A-B7C390254360}">
      <dsp:nvSpPr>
        <dsp:cNvPr id="0" name=""/>
        <dsp:cNvSpPr/>
      </dsp:nvSpPr>
      <dsp:spPr>
        <a:xfrm>
          <a:off x="1066" y="0"/>
          <a:ext cx="3968096" cy="397712"/>
        </a:xfrm>
        <a:prstGeom prst="roundRect">
          <a:avLst>
            <a:gd name="adj" fmla="val 1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0005" tIns="26670" rIns="40005" bIns="26670" numCol="1" spcCol="1270" anchor="ctr" anchorCtr="0">
          <a:noAutofit/>
        </a:bodyPr>
        <a:lstStyle/>
        <a:p>
          <a:pPr marL="0" lvl="0" indent="0" algn="ctr" defTabSz="933450">
            <a:lnSpc>
              <a:spcPct val="90000"/>
            </a:lnSpc>
            <a:spcBef>
              <a:spcPct val="0"/>
            </a:spcBef>
            <a:spcAft>
              <a:spcPct val="35000"/>
            </a:spcAft>
            <a:buNone/>
          </a:pPr>
          <a:r>
            <a:rPr lang="zh-CN" altLang="en-US" sz="2100" b="1" kern="1200" dirty="0">
              <a:solidFill>
                <a:srgbClr val="0000FF"/>
              </a:solidFill>
              <a:latin typeface="黑体" pitchFamily="2" charset="-122"/>
              <a:ea typeface="黑体" pitchFamily="2" charset="-122"/>
            </a:rPr>
            <a:t>正定二次型</a:t>
          </a:r>
          <a:r>
            <a:rPr lang="en-US" altLang="zh-CN" sz="2100" b="1" i="1" kern="1200" dirty="0">
              <a:solidFill>
                <a:srgbClr val="0000FF"/>
              </a:solidFill>
              <a:latin typeface="黑体" pitchFamily="2" charset="-122"/>
              <a:ea typeface="黑体" pitchFamily="2" charset="-122"/>
            </a:rPr>
            <a:t>f=</a:t>
          </a:r>
          <a:r>
            <a:rPr lang="en-US" altLang="zh-CN" sz="2100" b="1" i="1" kern="1200" dirty="0" err="1">
              <a:solidFill>
                <a:srgbClr val="0000FF"/>
              </a:solidFill>
              <a:latin typeface="黑体" pitchFamily="2" charset="-122"/>
              <a:ea typeface="黑体" pitchFamily="2" charset="-122"/>
            </a:rPr>
            <a:t>x</a:t>
          </a:r>
          <a:r>
            <a:rPr lang="en-US" altLang="zh-CN" sz="2100" b="1" i="1" kern="1200" baseline="30000" dirty="0" err="1">
              <a:solidFill>
                <a:srgbClr val="0000FF"/>
              </a:solidFill>
              <a:latin typeface="黑体" pitchFamily="2" charset="-122"/>
              <a:ea typeface="黑体" pitchFamily="2" charset="-122"/>
            </a:rPr>
            <a:t>T</a:t>
          </a:r>
          <a:r>
            <a:rPr lang="en-US" altLang="zh-CN" sz="2100" b="1" i="1" kern="1200" dirty="0" err="1">
              <a:solidFill>
                <a:srgbClr val="0000FF"/>
              </a:solidFill>
              <a:latin typeface="黑体" pitchFamily="2" charset="-122"/>
              <a:ea typeface="黑体" pitchFamily="2" charset="-122"/>
            </a:rPr>
            <a:t>Ax</a:t>
          </a:r>
          <a:endParaRPr lang="zh-CN" altLang="en-US" sz="2100" b="1" i="1" kern="1200" dirty="0">
            <a:solidFill>
              <a:srgbClr val="0000FF"/>
            </a:solidFill>
            <a:latin typeface="黑体" pitchFamily="2" charset="-122"/>
            <a:ea typeface="黑体" pitchFamily="2" charset="-122"/>
          </a:endParaRPr>
        </a:p>
      </dsp:txBody>
      <dsp:txXfrm>
        <a:off x="12715" y="11649"/>
        <a:ext cx="3944798" cy="374414"/>
      </dsp:txXfrm>
    </dsp:sp>
    <dsp:sp modelId="{B7544E0F-4A55-4C64-A149-4C93A04C8E7F}">
      <dsp:nvSpPr>
        <dsp:cNvPr id="0" name=""/>
        <dsp:cNvSpPr/>
      </dsp:nvSpPr>
      <dsp:spPr>
        <a:xfrm>
          <a:off x="397876" y="397712"/>
          <a:ext cx="396809" cy="296304"/>
        </a:xfrm>
        <a:custGeom>
          <a:avLst/>
          <a:gdLst/>
          <a:ahLst/>
          <a:cxnLst/>
          <a:rect l="0" t="0" r="0" b="0"/>
          <a:pathLst>
            <a:path>
              <a:moveTo>
                <a:pt x="0" y="0"/>
              </a:moveTo>
              <a:lnTo>
                <a:pt x="0" y="296304"/>
              </a:lnTo>
              <a:lnTo>
                <a:pt x="396809" y="2963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0B2E11F-B25E-4E69-A568-09FEDE8DAC47}">
      <dsp:nvSpPr>
        <dsp:cNvPr id="0" name=""/>
        <dsp:cNvSpPr/>
      </dsp:nvSpPr>
      <dsp:spPr>
        <a:xfrm>
          <a:off x="794685" y="495160"/>
          <a:ext cx="3038300"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a:t>
          </a:r>
          <a:r>
            <a:rPr lang="zh-CN" altLang="en-US" sz="1600" b="1" kern="1200" dirty="0">
              <a:solidFill>
                <a:schemeClr val="bg1"/>
              </a:solidFill>
              <a:latin typeface="黑体" pitchFamily="2" charset="-122"/>
              <a:ea typeface="黑体" pitchFamily="2" charset="-122"/>
            </a:rPr>
            <a:t> 为</a:t>
          </a:r>
          <a:r>
            <a:rPr lang="zh-CN" altLang="en-US" sz="1600" b="1" kern="1200" dirty="0">
              <a:solidFill>
                <a:srgbClr val="FF0000"/>
              </a:solidFill>
              <a:latin typeface="黑体" pitchFamily="2" charset="-122"/>
              <a:ea typeface="黑体" pitchFamily="2" charset="-122"/>
            </a:rPr>
            <a:t>正定矩阵</a:t>
          </a:r>
          <a:endParaRPr lang="zh-CN" altLang="en-US" sz="1600" b="1" kern="1200" dirty="0">
            <a:solidFill>
              <a:srgbClr val="0000FF"/>
            </a:solidFill>
            <a:latin typeface="黑体" pitchFamily="2" charset="-122"/>
            <a:ea typeface="黑体" pitchFamily="2" charset="-122"/>
          </a:endParaRPr>
        </a:p>
      </dsp:txBody>
      <dsp:txXfrm>
        <a:off x="806334" y="506809"/>
        <a:ext cx="3015002" cy="374414"/>
      </dsp:txXfrm>
    </dsp:sp>
    <dsp:sp modelId="{84032763-630A-45B9-8143-4F6E4D10CF00}">
      <dsp:nvSpPr>
        <dsp:cNvPr id="0" name=""/>
        <dsp:cNvSpPr/>
      </dsp:nvSpPr>
      <dsp:spPr>
        <a:xfrm>
          <a:off x="397876" y="397712"/>
          <a:ext cx="403535" cy="1161141"/>
        </a:xfrm>
        <a:custGeom>
          <a:avLst/>
          <a:gdLst/>
          <a:ahLst/>
          <a:cxnLst/>
          <a:rect l="0" t="0" r="0" b="0"/>
          <a:pathLst>
            <a:path>
              <a:moveTo>
                <a:pt x="0" y="0"/>
              </a:moveTo>
              <a:lnTo>
                <a:pt x="0" y="1161141"/>
              </a:lnTo>
              <a:lnTo>
                <a:pt x="403535" y="1161141"/>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1439787-51B3-4FB8-A305-107CB40EC2FB}">
      <dsp:nvSpPr>
        <dsp:cNvPr id="0" name=""/>
        <dsp:cNvSpPr/>
      </dsp:nvSpPr>
      <dsp:spPr>
        <a:xfrm>
          <a:off x="801411" y="993541"/>
          <a:ext cx="3032668" cy="1130624"/>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u="sng" kern="1200" dirty="0">
              <a:solidFill>
                <a:schemeClr val="bg1"/>
              </a:solidFill>
              <a:latin typeface="黑体" pitchFamily="2" charset="-122"/>
              <a:ea typeface="黑体" pitchFamily="2" charset="-122"/>
            </a:rPr>
            <a:t>定义法</a:t>
          </a:r>
          <a:r>
            <a:rPr lang="zh-CN" altLang="en-US" sz="1600" b="1" kern="1200" dirty="0">
              <a:solidFill>
                <a:schemeClr val="bg1"/>
              </a:solidFill>
              <a:latin typeface="黑体" pitchFamily="2" charset="-122"/>
              <a:ea typeface="黑体" pitchFamily="2" charset="-122"/>
            </a:rPr>
            <a:t>：</a:t>
          </a:r>
          <a:endParaRPr lang="en-US" altLang="zh-CN" sz="1600" b="1" kern="1200" dirty="0">
            <a:solidFill>
              <a:schemeClr val="bg1"/>
            </a:solidFill>
            <a:latin typeface="黑体" pitchFamily="2" charset="-122"/>
            <a:ea typeface="黑体" pitchFamily="2" charset="-122"/>
          </a:endParaRPr>
        </a:p>
        <a:p>
          <a:pPr marL="0" lvl="0" indent="0" algn="ctr" defTabSz="711200">
            <a:lnSpc>
              <a:spcPct val="90000"/>
            </a:lnSpc>
            <a:spcBef>
              <a:spcPct val="0"/>
            </a:spcBef>
            <a:spcAft>
              <a:spcPct val="35000"/>
            </a:spcAft>
            <a:buNone/>
          </a:pPr>
          <a:r>
            <a:rPr lang="zh-CN" altLang="en-US" sz="1600" b="1" kern="1200" dirty="0">
              <a:solidFill>
                <a:schemeClr val="bg1"/>
              </a:solidFill>
              <a:latin typeface="黑体" pitchFamily="2" charset="-122"/>
              <a:ea typeface="黑体" pitchFamily="2" charset="-122"/>
            </a:rPr>
            <a:t>对任意</a:t>
          </a:r>
          <a:r>
            <a:rPr lang="en-US" altLang="zh-CN" sz="1600" b="1" i="1" kern="1200" dirty="0">
              <a:solidFill>
                <a:schemeClr val="bg1"/>
              </a:solidFill>
              <a:latin typeface="黑体" pitchFamily="2" charset="-122"/>
              <a:ea typeface="黑体" pitchFamily="2" charset="-122"/>
            </a:rPr>
            <a:t>x∈R</a:t>
          </a:r>
          <a:r>
            <a:rPr lang="en-US" altLang="zh-CN" sz="1600" b="1" i="1" kern="1200" baseline="30000" dirty="0">
              <a:solidFill>
                <a:schemeClr val="bg1"/>
              </a:solidFill>
              <a:latin typeface="黑体" pitchFamily="2" charset="-122"/>
              <a:ea typeface="黑体" pitchFamily="2" charset="-122"/>
            </a:rPr>
            <a:t>n</a:t>
          </a:r>
          <a:r>
            <a:rPr lang="en-US" altLang="zh-CN" sz="1600" b="1" i="1" kern="1200" baseline="0" dirty="0">
              <a:solidFill>
                <a:schemeClr val="bg1"/>
              </a:solidFill>
              <a:latin typeface="黑体" pitchFamily="2" charset="-122"/>
              <a:ea typeface="黑体" pitchFamily="2" charset="-122"/>
            </a:rPr>
            <a:t>,</a:t>
          </a:r>
          <a:r>
            <a:rPr lang="en-US" altLang="zh-CN" sz="1600" b="1" i="1" kern="1200" dirty="0">
              <a:solidFill>
                <a:schemeClr val="bg1"/>
              </a:solidFill>
              <a:latin typeface="黑体" pitchFamily="2" charset="-122"/>
              <a:ea typeface="黑体" pitchFamily="2" charset="-122"/>
            </a:rPr>
            <a:t>x</a:t>
          </a:r>
          <a:r>
            <a:rPr lang="en-US" altLang="zh-CN" sz="1600" b="1" i="1" kern="1200" baseline="0" dirty="0">
              <a:solidFill>
                <a:schemeClr val="bg1"/>
              </a:solidFill>
              <a:latin typeface="黑体" pitchFamily="2" charset="-122"/>
              <a:ea typeface="黑体" pitchFamily="2" charset="-122"/>
            </a:rPr>
            <a:t>≠0</a:t>
          </a:r>
          <a:r>
            <a:rPr lang="zh-CN" altLang="en-US" sz="1600" b="1" kern="1200" dirty="0">
              <a:solidFill>
                <a:schemeClr val="bg1"/>
              </a:solidFill>
              <a:latin typeface="黑体" pitchFamily="2" charset="-122"/>
              <a:ea typeface="黑体" pitchFamily="2" charset="-122"/>
            </a:rPr>
            <a:t>，恒有</a:t>
          </a:r>
          <a:endParaRPr lang="en-US" altLang="zh-CN" sz="1600" b="1" kern="1200" dirty="0">
            <a:solidFill>
              <a:schemeClr val="bg1"/>
            </a:solidFill>
            <a:latin typeface="黑体" pitchFamily="2" charset="-122"/>
            <a:ea typeface="黑体" pitchFamily="2" charset="-122"/>
          </a:endParaRPr>
        </a:p>
        <a:p>
          <a:pPr marL="0" lvl="0" indent="0" algn="ctr" defTabSz="711200">
            <a:lnSpc>
              <a:spcPct val="90000"/>
            </a:lnSpc>
            <a:spcBef>
              <a:spcPct val="0"/>
            </a:spcBef>
            <a:spcAft>
              <a:spcPct val="35000"/>
            </a:spcAft>
            <a:buNone/>
          </a:pPr>
          <a:r>
            <a:rPr lang="en-US" altLang="zh-CN" sz="1600" b="1" i="1" kern="1200" dirty="0">
              <a:solidFill>
                <a:srgbClr val="FF0000"/>
              </a:solidFill>
              <a:latin typeface="黑体" pitchFamily="2" charset="-122"/>
              <a:ea typeface="黑体" pitchFamily="2" charset="-122"/>
            </a:rPr>
            <a:t>f=</a:t>
          </a:r>
          <a:r>
            <a:rPr lang="en-US" altLang="zh-CN" sz="1600" b="1" i="1" kern="1200" dirty="0" err="1">
              <a:solidFill>
                <a:srgbClr val="FF0000"/>
              </a:solidFill>
              <a:latin typeface="黑体" pitchFamily="2" charset="-122"/>
              <a:ea typeface="黑体" pitchFamily="2" charset="-122"/>
            </a:rPr>
            <a:t>x</a:t>
          </a:r>
          <a:r>
            <a:rPr lang="en-US" altLang="zh-CN" sz="1600" b="1" i="1" kern="1200" baseline="30000" dirty="0" err="1">
              <a:solidFill>
                <a:srgbClr val="FF0000"/>
              </a:solidFill>
              <a:latin typeface="黑体" pitchFamily="2" charset="-122"/>
              <a:ea typeface="黑体" pitchFamily="2" charset="-122"/>
            </a:rPr>
            <a:t>T</a:t>
          </a:r>
          <a:r>
            <a:rPr lang="en-US" altLang="zh-CN" sz="1600" b="1" i="1" kern="1200" dirty="0" err="1">
              <a:solidFill>
                <a:srgbClr val="FF0000"/>
              </a:solidFill>
              <a:latin typeface="黑体" pitchFamily="2" charset="-122"/>
              <a:ea typeface="黑体" pitchFamily="2" charset="-122"/>
            </a:rPr>
            <a:t>Ax</a:t>
          </a:r>
          <a:r>
            <a:rPr lang="en-US" altLang="zh-CN" sz="1600" b="1" i="1" kern="1200" dirty="0">
              <a:solidFill>
                <a:srgbClr val="FF0000"/>
              </a:solidFill>
              <a:latin typeface="黑体" pitchFamily="2" charset="-122"/>
              <a:ea typeface="黑体" pitchFamily="2" charset="-122"/>
            </a:rPr>
            <a:t> </a:t>
          </a:r>
          <a:r>
            <a:rPr lang="en-US" altLang="zh-CN" sz="1600" b="1" i="0" kern="1200" dirty="0">
              <a:solidFill>
                <a:srgbClr val="FF0000"/>
              </a:solidFill>
              <a:latin typeface="黑体" pitchFamily="2" charset="-122"/>
              <a:ea typeface="黑体" pitchFamily="2" charset="-122"/>
            </a:rPr>
            <a:t>&gt;</a:t>
          </a:r>
          <a:r>
            <a:rPr lang="en-US" altLang="zh-CN" sz="1600" b="1" i="1" kern="1200" dirty="0">
              <a:solidFill>
                <a:srgbClr val="FF0000"/>
              </a:solidFill>
              <a:latin typeface="黑体" pitchFamily="2" charset="-122"/>
              <a:ea typeface="黑体" pitchFamily="2" charset="-122"/>
            </a:rPr>
            <a:t>0</a:t>
          </a:r>
          <a:endParaRPr lang="zh-CN" altLang="en-US" sz="1600" b="1" kern="1200" dirty="0">
            <a:solidFill>
              <a:srgbClr val="FF0000"/>
            </a:solidFill>
            <a:latin typeface="黑体" pitchFamily="2" charset="-122"/>
            <a:ea typeface="黑体" pitchFamily="2" charset="-122"/>
          </a:endParaRPr>
        </a:p>
      </dsp:txBody>
      <dsp:txXfrm>
        <a:off x="834526" y="1026656"/>
        <a:ext cx="2966438" cy="1064394"/>
      </dsp:txXfrm>
    </dsp:sp>
    <dsp:sp modelId="{67E17EA9-878F-447A-90A2-0062BE02BAEB}">
      <dsp:nvSpPr>
        <dsp:cNvPr id="0" name=""/>
        <dsp:cNvSpPr/>
      </dsp:nvSpPr>
      <dsp:spPr>
        <a:xfrm>
          <a:off x="397876" y="397712"/>
          <a:ext cx="396809" cy="2023497"/>
        </a:xfrm>
        <a:custGeom>
          <a:avLst/>
          <a:gdLst/>
          <a:ahLst/>
          <a:cxnLst/>
          <a:rect l="0" t="0" r="0" b="0"/>
          <a:pathLst>
            <a:path>
              <a:moveTo>
                <a:pt x="0" y="0"/>
              </a:moveTo>
              <a:lnTo>
                <a:pt x="0" y="2023497"/>
              </a:lnTo>
              <a:lnTo>
                <a:pt x="396809" y="202349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E0828A5-AB4D-4BCF-87A5-64EC632B85DC}">
      <dsp:nvSpPr>
        <dsp:cNvPr id="0" name=""/>
        <dsp:cNvSpPr/>
      </dsp:nvSpPr>
      <dsp:spPr>
        <a:xfrm>
          <a:off x="794685" y="2222353"/>
          <a:ext cx="3036181"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zh-CN" sz="1600" b="1" kern="1200" dirty="0">
              <a:solidFill>
                <a:srgbClr val="FF0000"/>
              </a:solidFill>
              <a:latin typeface="黑体" pitchFamily="2" charset="-122"/>
              <a:ea typeface="黑体" pitchFamily="2" charset="-122"/>
            </a:rPr>
            <a:t>正惯性指数</a:t>
          </a:r>
          <a:r>
            <a:rPr lang="zh-CN" altLang="zh-CN" sz="1600" b="1" kern="1200" dirty="0">
              <a:solidFill>
                <a:schemeClr val="bg1"/>
              </a:solidFill>
              <a:latin typeface="黑体" pitchFamily="2" charset="-122"/>
              <a:ea typeface="黑体" pitchFamily="2" charset="-122"/>
            </a:rPr>
            <a:t>为</a:t>
          </a:r>
          <a:r>
            <a:rPr lang="en-US" altLang="zh-CN" sz="1600" b="1" kern="1200" dirty="0">
              <a:solidFill>
                <a:schemeClr val="bg1"/>
              </a:solidFill>
              <a:latin typeface="黑体" pitchFamily="2" charset="-122"/>
              <a:ea typeface="黑体" pitchFamily="2" charset="-122"/>
            </a:rPr>
            <a:t>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n</a:t>
          </a:r>
          <a:r>
            <a:rPr lang="zh-CN" altLang="en-US" sz="1600" b="1" kern="1200" dirty="0">
              <a:latin typeface="黑体" pitchFamily="2" charset="-122"/>
              <a:ea typeface="黑体" pitchFamily="2" charset="-122"/>
              <a:cs typeface="Times New Roman" panose="02020603050405020304" pitchFamily="18" charset="0"/>
            </a:rPr>
            <a:t>；</a:t>
          </a:r>
        </a:p>
      </dsp:txBody>
      <dsp:txXfrm>
        <a:off x="806334" y="2234002"/>
        <a:ext cx="3012883" cy="374414"/>
      </dsp:txXfrm>
    </dsp:sp>
    <dsp:sp modelId="{6BF3829A-85EA-413C-A262-BCA8A0738B14}">
      <dsp:nvSpPr>
        <dsp:cNvPr id="0" name=""/>
        <dsp:cNvSpPr/>
      </dsp:nvSpPr>
      <dsp:spPr>
        <a:xfrm>
          <a:off x="397876" y="397712"/>
          <a:ext cx="396809" cy="2520638"/>
        </a:xfrm>
        <a:custGeom>
          <a:avLst/>
          <a:gdLst/>
          <a:ahLst/>
          <a:cxnLst/>
          <a:rect l="0" t="0" r="0" b="0"/>
          <a:pathLst>
            <a:path>
              <a:moveTo>
                <a:pt x="0" y="0"/>
              </a:moveTo>
              <a:lnTo>
                <a:pt x="0" y="2520638"/>
              </a:lnTo>
              <a:lnTo>
                <a:pt x="396809" y="2520638"/>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D3AD40-EA49-4B58-BDEF-499A56DE2CA1}">
      <dsp:nvSpPr>
        <dsp:cNvPr id="0" name=""/>
        <dsp:cNvSpPr/>
      </dsp:nvSpPr>
      <dsp:spPr>
        <a:xfrm>
          <a:off x="794685" y="2719494"/>
          <a:ext cx="3036181"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zh-CN" sz="1600" b="1" kern="1200" dirty="0">
              <a:solidFill>
                <a:srgbClr val="FF0000"/>
              </a:solidFill>
              <a:latin typeface="黑体" pitchFamily="2" charset="-122"/>
              <a:ea typeface="黑体" pitchFamily="2" charset="-122"/>
            </a:rPr>
            <a:t>特征值</a:t>
          </a:r>
          <a:r>
            <a:rPr lang="zh-CN" altLang="zh-CN" sz="1600" b="1" kern="1200" dirty="0">
              <a:solidFill>
                <a:schemeClr val="bg1"/>
              </a:solidFill>
              <a:latin typeface="黑体" pitchFamily="2" charset="-122"/>
              <a:ea typeface="黑体" pitchFamily="2" charset="-122"/>
            </a:rPr>
            <a:t>全</a:t>
          </a:r>
          <a:r>
            <a:rPr lang="en-US" altLang="zh-CN" sz="1600" b="1" kern="1200" dirty="0">
              <a:solidFill>
                <a:srgbClr val="FF0000"/>
              </a:solidFill>
              <a:latin typeface="黑体" pitchFamily="2" charset="-122"/>
              <a:ea typeface="黑体" pitchFamily="2" charset="-122"/>
              <a:cs typeface="Times New Roman"/>
            </a:rPr>
            <a:t>&gt;</a:t>
          </a:r>
          <a:r>
            <a:rPr lang="en-US" altLang="zh-CN" sz="1600" b="1" i="1" kern="1200" dirty="0">
              <a:solidFill>
                <a:srgbClr val="FF0000"/>
              </a:solidFill>
              <a:latin typeface="黑体" pitchFamily="2" charset="-122"/>
              <a:ea typeface="黑体" pitchFamily="2" charset="-122"/>
              <a:cs typeface="Times New Roman"/>
            </a:rPr>
            <a:t>0</a:t>
          </a:r>
          <a:endParaRPr lang="zh-CN" altLang="en-US" sz="1600" b="1" kern="1200" dirty="0">
            <a:latin typeface="黑体" pitchFamily="2" charset="-122"/>
            <a:ea typeface="黑体" pitchFamily="2" charset="-122"/>
          </a:endParaRPr>
        </a:p>
      </dsp:txBody>
      <dsp:txXfrm>
        <a:off x="806334" y="2731143"/>
        <a:ext cx="3012883" cy="374414"/>
      </dsp:txXfrm>
    </dsp:sp>
    <dsp:sp modelId="{DC107728-231C-4401-9AA0-1949640C9CB3}">
      <dsp:nvSpPr>
        <dsp:cNvPr id="0" name=""/>
        <dsp:cNvSpPr/>
      </dsp:nvSpPr>
      <dsp:spPr>
        <a:xfrm>
          <a:off x="397876" y="397712"/>
          <a:ext cx="396809" cy="3105130"/>
        </a:xfrm>
        <a:custGeom>
          <a:avLst/>
          <a:gdLst/>
          <a:ahLst/>
          <a:cxnLst/>
          <a:rect l="0" t="0" r="0" b="0"/>
          <a:pathLst>
            <a:path>
              <a:moveTo>
                <a:pt x="0" y="0"/>
              </a:moveTo>
              <a:lnTo>
                <a:pt x="0" y="3105130"/>
              </a:lnTo>
              <a:lnTo>
                <a:pt x="396809" y="310513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B108599-6BF3-4157-A588-773ADC36ADC9}">
      <dsp:nvSpPr>
        <dsp:cNvPr id="0" name=""/>
        <dsp:cNvSpPr/>
      </dsp:nvSpPr>
      <dsp:spPr>
        <a:xfrm>
          <a:off x="794685" y="3216635"/>
          <a:ext cx="3038987" cy="572415"/>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endParaRPr lang="en-US" altLang="zh-CN" sz="1600" b="1" i="0" kern="1200" dirty="0">
            <a:solidFill>
              <a:schemeClr val="bg1"/>
            </a:solidFill>
            <a:latin typeface="黑体" pitchFamily="2" charset="-122"/>
            <a:ea typeface="黑体" pitchFamily="2" charset="-122"/>
            <a:cs typeface="Times New Roman" panose="02020603050405020304" pitchFamily="18" charset="0"/>
          </a:endParaRPr>
        </a:p>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en-US" sz="1600" b="1" kern="1200" dirty="0">
              <a:solidFill>
                <a:schemeClr val="bg1"/>
              </a:solidFill>
              <a:latin typeface="黑体" pitchFamily="2" charset="-122"/>
              <a:ea typeface="黑体" pitchFamily="2" charset="-122"/>
              <a:cs typeface="Times New Roman" panose="02020603050405020304" pitchFamily="18" charset="0"/>
            </a:rPr>
            <a:t>的</a:t>
          </a:r>
          <a:r>
            <a:rPr lang="zh-CN" altLang="en-US" sz="1600" b="1" kern="1200" dirty="0">
              <a:solidFill>
                <a:srgbClr val="FF0000"/>
              </a:solidFill>
              <a:latin typeface="黑体" pitchFamily="2" charset="-122"/>
              <a:ea typeface="黑体" pitchFamily="2" charset="-122"/>
              <a:cs typeface="Times New Roman" panose="02020603050405020304" pitchFamily="18" charset="0"/>
            </a:rPr>
            <a:t>各阶</a:t>
          </a:r>
          <a:r>
            <a:rPr lang="zh-CN" altLang="en-US" sz="1600" b="1" kern="1200" dirty="0">
              <a:solidFill>
                <a:schemeClr val="bg1"/>
              </a:solidFill>
              <a:latin typeface="黑体" pitchFamily="2" charset="-122"/>
              <a:ea typeface="黑体" pitchFamily="2" charset="-122"/>
              <a:cs typeface="Times New Roman" panose="02020603050405020304" pitchFamily="18" charset="0"/>
            </a:rPr>
            <a:t>顺序主子</a:t>
          </a:r>
          <a:r>
            <a:rPr lang="zh-CN" altLang="zh-CN" sz="1600" b="1" kern="1200" dirty="0">
              <a:solidFill>
                <a:schemeClr val="bg1"/>
              </a:solidFill>
              <a:latin typeface="黑体" pitchFamily="2" charset="-122"/>
              <a:ea typeface="黑体" pitchFamily="2" charset="-122"/>
              <a:cs typeface="Times New Roman"/>
            </a:rPr>
            <a:t>式都</a:t>
          </a:r>
          <a:r>
            <a:rPr lang="en-US" altLang="zh-CN" sz="1600" b="1" kern="1200" dirty="0">
              <a:solidFill>
                <a:srgbClr val="FF0000"/>
              </a:solidFill>
              <a:latin typeface="黑体" pitchFamily="2" charset="-122"/>
              <a:ea typeface="黑体" pitchFamily="2" charset="-122"/>
              <a:cs typeface="Times New Roman"/>
            </a:rPr>
            <a:t> &gt;</a:t>
          </a:r>
          <a:r>
            <a:rPr lang="en-US" altLang="zh-CN" sz="1600" b="1" i="1" kern="1200" dirty="0">
              <a:solidFill>
                <a:srgbClr val="FF0000"/>
              </a:solidFill>
              <a:latin typeface="黑体" pitchFamily="2" charset="-122"/>
              <a:ea typeface="黑体" pitchFamily="2" charset="-122"/>
              <a:cs typeface="Times New Roman"/>
            </a:rPr>
            <a:t>0</a:t>
          </a:r>
          <a:endParaRPr lang="zh-CN" altLang="en-US" sz="1600" b="1" i="1" kern="1200" dirty="0">
            <a:latin typeface="黑体" pitchFamily="2" charset="-122"/>
            <a:ea typeface="黑体" pitchFamily="2" charset="-122"/>
          </a:endParaRPr>
        </a:p>
      </dsp:txBody>
      <dsp:txXfrm>
        <a:off x="811450" y="3233400"/>
        <a:ext cx="3005457" cy="538885"/>
      </dsp:txXfrm>
    </dsp:sp>
    <dsp:sp modelId="{7D615E92-FAFA-4918-8470-9F6006A0878D}">
      <dsp:nvSpPr>
        <dsp:cNvPr id="0" name=""/>
        <dsp:cNvSpPr/>
      </dsp:nvSpPr>
      <dsp:spPr>
        <a:xfrm>
          <a:off x="397876" y="397712"/>
          <a:ext cx="396809" cy="3689622"/>
        </a:xfrm>
        <a:custGeom>
          <a:avLst/>
          <a:gdLst/>
          <a:ahLst/>
          <a:cxnLst/>
          <a:rect l="0" t="0" r="0" b="0"/>
          <a:pathLst>
            <a:path>
              <a:moveTo>
                <a:pt x="0" y="0"/>
              </a:moveTo>
              <a:lnTo>
                <a:pt x="0" y="3689622"/>
              </a:lnTo>
              <a:lnTo>
                <a:pt x="396809" y="368962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12B0601-5A77-4409-A712-142ECD53AD6C}">
      <dsp:nvSpPr>
        <dsp:cNvPr id="0" name=""/>
        <dsp:cNvSpPr/>
      </dsp:nvSpPr>
      <dsp:spPr>
        <a:xfrm>
          <a:off x="794685" y="3888478"/>
          <a:ext cx="3036181"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zh-CN" sz="1600" b="1" kern="1200" dirty="0">
              <a:solidFill>
                <a:srgbClr val="FF0000"/>
              </a:solidFill>
              <a:latin typeface="黑体" pitchFamily="2" charset="-122"/>
              <a:ea typeface="黑体" pitchFamily="2" charset="-122"/>
            </a:rPr>
            <a:t>正定</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B</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B</a:t>
          </a:r>
          <a:r>
            <a:rPr lang="en-US" altLang="zh-CN" sz="1600" b="1" kern="1200" baseline="30000" dirty="0">
              <a:solidFill>
                <a:srgbClr val="FF0000"/>
              </a:solidFill>
              <a:latin typeface="黑体" pitchFamily="2" charset="-122"/>
              <a:ea typeface="黑体" pitchFamily="2" charset="-122"/>
              <a:cs typeface="Times New Roman" panose="02020603050405020304" pitchFamily="18" charset="0"/>
            </a:rPr>
            <a:t>2</a:t>
          </a:r>
          <a:r>
            <a:rPr lang="en-US" altLang="zh-CN" sz="1600" b="1" kern="1200" dirty="0">
              <a:solidFill>
                <a:srgbClr val="FF0000"/>
              </a:solidFill>
              <a:latin typeface="黑体" pitchFamily="2" charset="-122"/>
              <a:ea typeface="黑体" pitchFamily="2" charset="-122"/>
            </a:rPr>
            <a:t> </a:t>
          </a:r>
          <a:endParaRPr lang="zh-CN" altLang="en-US" sz="1600" b="1" kern="1200" dirty="0">
            <a:solidFill>
              <a:srgbClr val="FF0000"/>
            </a:solidFill>
            <a:latin typeface="黑体" pitchFamily="2" charset="-122"/>
            <a:ea typeface="黑体" pitchFamily="2" charset="-122"/>
          </a:endParaRPr>
        </a:p>
      </dsp:txBody>
      <dsp:txXfrm>
        <a:off x="806334" y="3900127"/>
        <a:ext cx="3012883" cy="374414"/>
      </dsp:txXfrm>
    </dsp:sp>
    <dsp:sp modelId="{55C7B6DA-DB84-4B71-8D27-3BB5B3213444}">
      <dsp:nvSpPr>
        <dsp:cNvPr id="0" name=""/>
        <dsp:cNvSpPr/>
      </dsp:nvSpPr>
      <dsp:spPr>
        <a:xfrm>
          <a:off x="397876" y="397712"/>
          <a:ext cx="396809" cy="4186763"/>
        </a:xfrm>
        <a:custGeom>
          <a:avLst/>
          <a:gdLst/>
          <a:ahLst/>
          <a:cxnLst/>
          <a:rect l="0" t="0" r="0" b="0"/>
          <a:pathLst>
            <a:path>
              <a:moveTo>
                <a:pt x="0" y="0"/>
              </a:moveTo>
              <a:lnTo>
                <a:pt x="0" y="4186763"/>
              </a:lnTo>
              <a:lnTo>
                <a:pt x="396809" y="4186763"/>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420AE44-E893-446E-AAD6-27B5F3A08CDC}">
      <dsp:nvSpPr>
        <dsp:cNvPr id="0" name=""/>
        <dsp:cNvSpPr/>
      </dsp:nvSpPr>
      <dsp:spPr>
        <a:xfrm>
          <a:off x="794685" y="4385619"/>
          <a:ext cx="3036181"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en-US" sz="1600" b="1" kern="1200" dirty="0">
              <a:solidFill>
                <a:srgbClr val="FF0000"/>
              </a:solidFill>
              <a:latin typeface="黑体" pitchFamily="2" charset="-122"/>
              <a:ea typeface="黑体" pitchFamily="2" charset="-122"/>
            </a:rPr>
            <a:t>可逆</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U</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U</a:t>
          </a:r>
          <a:r>
            <a:rPr lang="en-US" altLang="zh-CN" sz="1600" b="1" i="1" kern="1200"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kern="1200" dirty="0">
              <a:solidFill>
                <a:srgbClr val="FF0000"/>
              </a:solidFill>
              <a:latin typeface="黑体" pitchFamily="2" charset="-122"/>
              <a:ea typeface="黑体" pitchFamily="2" charset="-122"/>
              <a:cs typeface="Times New Roman" panose="02020603050405020304" pitchFamily="18" charset="0"/>
            </a:rPr>
            <a:t>U</a:t>
          </a:r>
          <a:r>
            <a:rPr lang="en-US" altLang="zh-CN" sz="1600" b="1" kern="1200" dirty="0">
              <a:solidFill>
                <a:schemeClr val="bg1"/>
              </a:solidFill>
              <a:latin typeface="黑体" pitchFamily="2" charset="-122"/>
              <a:ea typeface="黑体" pitchFamily="2" charset="-122"/>
            </a:rPr>
            <a:t> </a:t>
          </a:r>
          <a:endParaRPr lang="zh-CN" altLang="en-US" sz="1600" b="1" kern="1200" dirty="0">
            <a:solidFill>
              <a:schemeClr val="bg1"/>
            </a:solidFill>
            <a:latin typeface="黑体" pitchFamily="2" charset="-122"/>
            <a:ea typeface="黑体" pitchFamily="2" charset="-122"/>
          </a:endParaRPr>
        </a:p>
      </dsp:txBody>
      <dsp:txXfrm>
        <a:off x="806334" y="4397268"/>
        <a:ext cx="3012883" cy="374414"/>
      </dsp:txXfrm>
    </dsp:sp>
    <dsp:sp modelId="{D0AAE278-BE74-42FE-96F1-E08BF9136EEA}">
      <dsp:nvSpPr>
        <dsp:cNvPr id="0" name=""/>
        <dsp:cNvSpPr/>
      </dsp:nvSpPr>
      <dsp:spPr>
        <a:xfrm>
          <a:off x="397876" y="397712"/>
          <a:ext cx="389472" cy="4809660"/>
        </a:xfrm>
        <a:custGeom>
          <a:avLst/>
          <a:gdLst/>
          <a:ahLst/>
          <a:cxnLst/>
          <a:rect l="0" t="0" r="0" b="0"/>
          <a:pathLst>
            <a:path>
              <a:moveTo>
                <a:pt x="0" y="0"/>
              </a:moveTo>
              <a:lnTo>
                <a:pt x="0" y="4809660"/>
              </a:lnTo>
              <a:lnTo>
                <a:pt x="389472" y="480966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ED1C2C2-A031-4DF7-ABE7-9F555EFEB95A}">
      <dsp:nvSpPr>
        <dsp:cNvPr id="0" name=""/>
        <dsp:cNvSpPr/>
      </dsp:nvSpPr>
      <dsp:spPr>
        <a:xfrm>
          <a:off x="787348" y="4859283"/>
          <a:ext cx="3049010" cy="69617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zh-CN" altLang="zh-CN" sz="1600" b="1" kern="1200" dirty="0">
              <a:solidFill>
                <a:schemeClr val="bg1"/>
              </a:solidFill>
              <a:latin typeface="黑体" pitchFamily="2" charset="-122"/>
              <a:ea typeface="黑体" pitchFamily="2" charset="-122"/>
            </a:rPr>
            <a:t>存在</a:t>
          </a:r>
          <a:r>
            <a:rPr lang="zh-CN" altLang="en-US" sz="1600" b="1" kern="1200" dirty="0">
              <a:solidFill>
                <a:srgbClr val="FF0000"/>
              </a:solidFill>
              <a:latin typeface="黑体" pitchFamily="2" charset="-122"/>
              <a:ea typeface="黑体" pitchFamily="2" charset="-122"/>
            </a:rPr>
            <a:t>可逆</a:t>
          </a:r>
          <a:r>
            <a:rPr lang="zh-CN" altLang="zh-CN" sz="1600" b="1" kern="1200" dirty="0">
              <a:solidFill>
                <a:schemeClr val="bg1"/>
              </a:solidFill>
              <a:latin typeface="黑体" pitchFamily="2" charset="-122"/>
              <a:ea typeface="黑体" pitchFamily="2" charset="-122"/>
            </a:rPr>
            <a:t>矩阵</a:t>
          </a:r>
          <a:r>
            <a:rPr lang="en-US" altLang="zh-CN" sz="1600" b="1" i="1" kern="1200" dirty="0">
              <a:solidFill>
                <a:schemeClr val="bg1"/>
              </a:solidFill>
              <a:latin typeface="黑体" pitchFamily="2" charset="-122"/>
              <a:ea typeface="黑体" pitchFamily="2" charset="-122"/>
              <a:cs typeface="Times New Roman" panose="02020603050405020304" pitchFamily="18" charset="0"/>
            </a:rPr>
            <a:t>Q</a:t>
          </a:r>
          <a:r>
            <a:rPr lang="zh-CN" altLang="zh-CN" sz="1600" b="1" kern="1200" dirty="0">
              <a:solidFill>
                <a:schemeClr val="bg1"/>
              </a:solidFill>
              <a:latin typeface="黑体" pitchFamily="2" charset="-122"/>
              <a:ea typeface="黑体" pitchFamily="2" charset="-122"/>
            </a:rPr>
            <a:t>，使</a:t>
          </a:r>
          <a:r>
            <a:rPr lang="en-US" altLang="zh-CN" sz="1600" b="1" kern="1200" dirty="0">
              <a:solidFill>
                <a:schemeClr val="bg1"/>
              </a:solidFill>
              <a:latin typeface="黑体" pitchFamily="2" charset="-122"/>
              <a:ea typeface="黑体" pitchFamily="2" charset="-122"/>
            </a:rPr>
            <a:t>   </a:t>
          </a:r>
          <a:r>
            <a:rPr lang="en-US" altLang="zh-CN" sz="1600" b="1" i="1" kern="1200" dirty="0">
              <a:solidFill>
                <a:schemeClr val="bg1"/>
              </a:solidFill>
              <a:latin typeface="黑体" pitchFamily="2" charset="-122"/>
              <a:ea typeface="黑体" pitchFamily="2" charset="-122"/>
              <a:cs typeface="Times New Roman" panose="02020603050405020304" pitchFamily="18" charset="0"/>
            </a:rPr>
            <a:t> </a:t>
          </a:r>
          <a:r>
            <a:rPr lang="en-US" altLang="zh-CN" sz="1600" b="1" i="1" kern="1200" dirty="0">
              <a:solidFill>
                <a:srgbClr val="FF0000"/>
              </a:solidFill>
              <a:latin typeface="黑体" pitchFamily="2" charset="-122"/>
              <a:ea typeface="黑体" pitchFamily="2" charset="-122"/>
              <a:cs typeface="Times New Roman" panose="02020603050405020304" pitchFamily="18" charset="0"/>
            </a:rPr>
            <a:t>Q</a:t>
          </a:r>
          <a:r>
            <a:rPr lang="en-US" altLang="zh-CN" sz="1600" b="1" i="1" kern="1200" baseline="30000" dirty="0">
              <a:solidFill>
                <a:srgbClr val="FF0000"/>
              </a:solidFill>
              <a:latin typeface="黑体" pitchFamily="2" charset="-122"/>
              <a:ea typeface="黑体" pitchFamily="2" charset="-122"/>
              <a:cs typeface="Times New Roman" panose="02020603050405020304" pitchFamily="18" charset="0"/>
            </a:rPr>
            <a:t>T</a:t>
          </a:r>
          <a:r>
            <a:rPr lang="en-US" altLang="zh-CN" sz="1600" b="1" i="1" kern="1200" dirty="0">
              <a:solidFill>
                <a:srgbClr val="FF0000"/>
              </a:solidFill>
              <a:latin typeface="黑体" pitchFamily="2" charset="-122"/>
              <a:ea typeface="黑体" pitchFamily="2" charset="-122"/>
              <a:cs typeface="Times New Roman" panose="02020603050405020304" pitchFamily="18" charset="0"/>
            </a:rPr>
            <a:t>AQ=E</a:t>
          </a:r>
        </a:p>
        <a:p>
          <a:pPr marL="0" lvl="0" indent="0" algn="ctr" defTabSz="711200">
            <a:lnSpc>
              <a:spcPct val="90000"/>
            </a:lnSpc>
            <a:spcBef>
              <a:spcPct val="0"/>
            </a:spcBef>
            <a:spcAft>
              <a:spcPct val="35000"/>
            </a:spcAft>
            <a:buNone/>
          </a:pPr>
          <a:r>
            <a:rPr lang="zh-CN" altLang="en-US" sz="1600" b="1" i="0" kern="1200" dirty="0">
              <a:solidFill>
                <a:schemeClr val="bg1"/>
              </a:solidFill>
              <a:latin typeface="黑体" pitchFamily="2" charset="-122"/>
              <a:ea typeface="黑体" pitchFamily="2" charset="-122"/>
              <a:cs typeface="Times New Roman" panose="02020603050405020304" pitchFamily="18" charset="0"/>
            </a:rPr>
            <a:t>即</a:t>
          </a:r>
          <a:r>
            <a:rPr lang="en-US" altLang="zh-CN" sz="1600" b="1" i="1" kern="1200" dirty="0">
              <a:solidFill>
                <a:srgbClr val="FF0000"/>
              </a:solidFill>
              <a:latin typeface="黑体" pitchFamily="2" charset="-122"/>
              <a:ea typeface="黑体" pitchFamily="2" charset="-122"/>
              <a:cs typeface="Times New Roman" panose="02020603050405020304" pitchFamily="18" charset="0"/>
            </a:rPr>
            <a:t>A</a:t>
          </a:r>
          <a:r>
            <a:rPr lang="zh-CN" altLang="en-US" sz="1600" b="1" i="0" kern="1200" dirty="0">
              <a:solidFill>
                <a:srgbClr val="FF0000"/>
              </a:solidFill>
              <a:latin typeface="黑体" pitchFamily="2" charset="-122"/>
              <a:ea typeface="黑体" pitchFamily="2" charset="-122"/>
              <a:cs typeface="Times New Roman" panose="02020603050405020304" pitchFamily="18" charset="0"/>
            </a:rPr>
            <a:t>与</a:t>
          </a:r>
          <a:r>
            <a:rPr lang="en-US" altLang="zh-CN" sz="1600" b="1" i="1" kern="1200" dirty="0">
              <a:solidFill>
                <a:srgbClr val="FF0000"/>
              </a:solidFill>
              <a:latin typeface="黑体" pitchFamily="2" charset="-122"/>
              <a:ea typeface="黑体" pitchFamily="2" charset="-122"/>
              <a:cs typeface="Times New Roman" panose="02020603050405020304" pitchFamily="18" charset="0"/>
            </a:rPr>
            <a:t>E</a:t>
          </a:r>
          <a:r>
            <a:rPr lang="zh-CN" altLang="en-US" sz="1600" b="1" i="0" kern="1200" dirty="0">
              <a:solidFill>
                <a:srgbClr val="FF0000"/>
              </a:solidFill>
              <a:latin typeface="黑体" pitchFamily="2" charset="-122"/>
              <a:ea typeface="黑体" pitchFamily="2" charset="-122"/>
              <a:cs typeface="Times New Roman" panose="02020603050405020304" pitchFamily="18" charset="0"/>
            </a:rPr>
            <a:t>合同</a:t>
          </a:r>
          <a:r>
            <a:rPr lang="en-US" altLang="zh-CN" sz="1600" b="1" i="0" kern="1200" dirty="0">
              <a:solidFill>
                <a:schemeClr val="bg1"/>
              </a:solidFill>
              <a:latin typeface="黑体" pitchFamily="2" charset="-122"/>
              <a:ea typeface="黑体" pitchFamily="2" charset="-122"/>
            </a:rPr>
            <a:t> </a:t>
          </a:r>
          <a:endParaRPr lang="zh-CN" altLang="en-US" sz="1600" b="1" i="0" kern="1200" dirty="0">
            <a:solidFill>
              <a:schemeClr val="bg1"/>
            </a:solidFill>
            <a:latin typeface="黑体" pitchFamily="2" charset="-122"/>
            <a:ea typeface="黑体" pitchFamily="2" charset="-122"/>
          </a:endParaRPr>
        </a:p>
      </dsp:txBody>
      <dsp:txXfrm>
        <a:off x="807738" y="4879673"/>
        <a:ext cx="3008230" cy="655399"/>
      </dsp:txXfrm>
    </dsp:sp>
    <dsp:sp modelId="{00779019-2429-4FE6-80E9-C291E27E1A20}">
      <dsp:nvSpPr>
        <dsp:cNvPr id="0" name=""/>
        <dsp:cNvSpPr/>
      </dsp:nvSpPr>
      <dsp:spPr>
        <a:xfrm>
          <a:off x="4168019" y="0"/>
          <a:ext cx="4260566" cy="397712"/>
        </a:xfrm>
        <a:prstGeom prst="roundRect">
          <a:avLst>
            <a:gd name="adj" fmla="val 1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0005" tIns="26670" rIns="40005" bIns="26670" numCol="1" spcCol="1270" anchor="ctr" anchorCtr="0">
          <a:noAutofit/>
        </a:bodyPr>
        <a:lstStyle/>
        <a:p>
          <a:pPr marL="0" lvl="0" indent="0" algn="ctr" defTabSz="933450">
            <a:lnSpc>
              <a:spcPct val="90000"/>
            </a:lnSpc>
            <a:spcBef>
              <a:spcPct val="0"/>
            </a:spcBef>
            <a:spcAft>
              <a:spcPct val="35000"/>
            </a:spcAft>
            <a:buNone/>
          </a:pPr>
          <a:r>
            <a:rPr lang="zh-CN" altLang="en-US" sz="2100" b="1" kern="1200" dirty="0">
              <a:solidFill>
                <a:srgbClr val="008000"/>
              </a:solidFill>
              <a:latin typeface="黑体" pitchFamily="2" charset="-122"/>
              <a:ea typeface="黑体" pitchFamily="2" charset="-122"/>
            </a:rPr>
            <a:t>负定二次型</a:t>
          </a:r>
          <a:r>
            <a:rPr lang="en-US" altLang="zh-CN" sz="2100" b="1" i="1" kern="1200" dirty="0">
              <a:solidFill>
                <a:srgbClr val="008000"/>
              </a:solidFill>
              <a:latin typeface="黑体" pitchFamily="2" charset="-122"/>
              <a:ea typeface="黑体" pitchFamily="2" charset="-122"/>
            </a:rPr>
            <a:t>f=</a:t>
          </a:r>
          <a:r>
            <a:rPr lang="en-US" altLang="zh-CN" sz="2100" b="1" i="1" kern="1200" dirty="0" err="1">
              <a:solidFill>
                <a:srgbClr val="008000"/>
              </a:solidFill>
              <a:latin typeface="黑体" pitchFamily="2" charset="-122"/>
              <a:ea typeface="黑体" pitchFamily="2" charset="-122"/>
            </a:rPr>
            <a:t>x</a:t>
          </a:r>
          <a:r>
            <a:rPr lang="en-US" altLang="zh-CN" sz="2100" b="1" i="1" kern="1200" baseline="30000" dirty="0" err="1">
              <a:solidFill>
                <a:srgbClr val="008000"/>
              </a:solidFill>
              <a:latin typeface="黑体" pitchFamily="2" charset="-122"/>
              <a:ea typeface="黑体" pitchFamily="2" charset="-122"/>
            </a:rPr>
            <a:t>T</a:t>
          </a:r>
          <a:r>
            <a:rPr lang="en-US" altLang="zh-CN" sz="2100" b="1" i="1" kern="1200" dirty="0" err="1">
              <a:solidFill>
                <a:srgbClr val="008000"/>
              </a:solidFill>
              <a:latin typeface="黑体" pitchFamily="2" charset="-122"/>
              <a:ea typeface="黑体" pitchFamily="2" charset="-122"/>
            </a:rPr>
            <a:t>Ax</a:t>
          </a:r>
          <a:endParaRPr lang="zh-CN" altLang="en-US" sz="2100" b="1" kern="1200" dirty="0">
            <a:solidFill>
              <a:srgbClr val="008000"/>
            </a:solidFill>
            <a:latin typeface="黑体" pitchFamily="2" charset="-122"/>
            <a:ea typeface="黑体" pitchFamily="2" charset="-122"/>
          </a:endParaRPr>
        </a:p>
      </dsp:txBody>
      <dsp:txXfrm>
        <a:off x="4179668" y="11649"/>
        <a:ext cx="4237268" cy="374414"/>
      </dsp:txXfrm>
    </dsp:sp>
    <dsp:sp modelId="{AF046E2B-DCB4-4CDC-8CC7-DD758EAEB61E}">
      <dsp:nvSpPr>
        <dsp:cNvPr id="0" name=""/>
        <dsp:cNvSpPr/>
      </dsp:nvSpPr>
      <dsp:spPr>
        <a:xfrm>
          <a:off x="4594075" y="397712"/>
          <a:ext cx="426056" cy="279270"/>
        </a:xfrm>
        <a:custGeom>
          <a:avLst/>
          <a:gdLst/>
          <a:ahLst/>
          <a:cxnLst/>
          <a:rect l="0" t="0" r="0" b="0"/>
          <a:pathLst>
            <a:path>
              <a:moveTo>
                <a:pt x="0" y="0"/>
              </a:moveTo>
              <a:lnTo>
                <a:pt x="0" y="279270"/>
              </a:lnTo>
              <a:lnTo>
                <a:pt x="426056" y="27927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2AD85A8-8B23-44EF-B39A-F052804D4FF0}">
      <dsp:nvSpPr>
        <dsp:cNvPr id="0" name=""/>
        <dsp:cNvSpPr/>
      </dsp:nvSpPr>
      <dsp:spPr>
        <a:xfrm>
          <a:off x="5020132" y="478126"/>
          <a:ext cx="3276418"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a:t>
          </a:r>
          <a:r>
            <a:rPr lang="zh-CN" altLang="en-US" sz="1600" b="1" kern="1200" dirty="0">
              <a:solidFill>
                <a:schemeClr val="bg1"/>
              </a:solidFill>
              <a:latin typeface="黑体" pitchFamily="2" charset="-122"/>
              <a:ea typeface="黑体" pitchFamily="2" charset="-122"/>
            </a:rPr>
            <a:t> 为</a:t>
          </a:r>
          <a:r>
            <a:rPr lang="zh-CN" altLang="en-US" sz="1600" b="1" kern="1200" dirty="0">
              <a:solidFill>
                <a:srgbClr val="00B050"/>
              </a:solidFill>
              <a:latin typeface="黑体" pitchFamily="2" charset="-122"/>
              <a:ea typeface="黑体" pitchFamily="2" charset="-122"/>
            </a:rPr>
            <a:t>负定矩阵</a:t>
          </a:r>
          <a:endParaRPr lang="zh-CN" altLang="en-US" sz="1600" kern="1200" dirty="0">
            <a:solidFill>
              <a:srgbClr val="00B050"/>
            </a:solidFill>
            <a:latin typeface="黑体" pitchFamily="2" charset="-122"/>
            <a:ea typeface="黑体" pitchFamily="2" charset="-122"/>
          </a:endParaRPr>
        </a:p>
      </dsp:txBody>
      <dsp:txXfrm>
        <a:off x="5031781" y="489775"/>
        <a:ext cx="3253120" cy="374414"/>
      </dsp:txXfrm>
    </dsp:sp>
    <dsp:sp modelId="{764366CF-5C6D-45C4-B2C0-E9D1B9CC66B6}">
      <dsp:nvSpPr>
        <dsp:cNvPr id="0" name=""/>
        <dsp:cNvSpPr/>
      </dsp:nvSpPr>
      <dsp:spPr>
        <a:xfrm>
          <a:off x="4594075" y="397712"/>
          <a:ext cx="426056" cy="1133600"/>
        </a:xfrm>
        <a:custGeom>
          <a:avLst/>
          <a:gdLst/>
          <a:ahLst/>
          <a:cxnLst/>
          <a:rect l="0" t="0" r="0" b="0"/>
          <a:pathLst>
            <a:path>
              <a:moveTo>
                <a:pt x="0" y="0"/>
              </a:moveTo>
              <a:lnTo>
                <a:pt x="0" y="1133600"/>
              </a:lnTo>
              <a:lnTo>
                <a:pt x="426056" y="113360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32CA753-19EF-45AF-980D-387366A1ADC0}">
      <dsp:nvSpPr>
        <dsp:cNvPr id="0" name=""/>
        <dsp:cNvSpPr/>
      </dsp:nvSpPr>
      <dsp:spPr>
        <a:xfrm>
          <a:off x="5020132" y="975266"/>
          <a:ext cx="3276418" cy="1112091"/>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u="sng" kern="1200" dirty="0">
              <a:solidFill>
                <a:schemeClr val="bg1"/>
              </a:solidFill>
              <a:latin typeface="黑体" pitchFamily="2" charset="-122"/>
              <a:ea typeface="黑体" pitchFamily="2" charset="-122"/>
            </a:rPr>
            <a:t>定义法</a:t>
          </a:r>
          <a:r>
            <a:rPr lang="zh-CN" altLang="en-US" sz="1600" b="1" kern="1200" dirty="0">
              <a:solidFill>
                <a:schemeClr val="bg1"/>
              </a:solidFill>
              <a:latin typeface="黑体" pitchFamily="2" charset="-122"/>
              <a:ea typeface="黑体" pitchFamily="2" charset="-122"/>
            </a:rPr>
            <a:t>：</a:t>
          </a:r>
          <a:endParaRPr lang="en-US" altLang="zh-CN" sz="1600" b="1" kern="1200" dirty="0">
            <a:solidFill>
              <a:schemeClr val="bg1"/>
            </a:solidFill>
            <a:latin typeface="黑体" pitchFamily="2" charset="-122"/>
            <a:ea typeface="黑体" pitchFamily="2" charset="-122"/>
          </a:endParaRPr>
        </a:p>
        <a:p>
          <a:pPr marL="0" lvl="0" indent="0" algn="ctr" defTabSz="711200">
            <a:lnSpc>
              <a:spcPct val="90000"/>
            </a:lnSpc>
            <a:spcBef>
              <a:spcPct val="0"/>
            </a:spcBef>
            <a:spcAft>
              <a:spcPct val="35000"/>
            </a:spcAft>
            <a:buNone/>
          </a:pPr>
          <a:r>
            <a:rPr lang="zh-CN" altLang="en-US" sz="1600" b="1" kern="1200" dirty="0">
              <a:solidFill>
                <a:schemeClr val="bg1"/>
              </a:solidFill>
              <a:latin typeface="黑体" pitchFamily="2" charset="-122"/>
              <a:ea typeface="黑体" pitchFamily="2" charset="-122"/>
            </a:rPr>
            <a:t>对任意</a:t>
          </a:r>
          <a:r>
            <a:rPr lang="en-US" altLang="zh-CN" sz="1600" b="1" i="1" kern="1200" dirty="0">
              <a:solidFill>
                <a:schemeClr val="bg1"/>
              </a:solidFill>
              <a:latin typeface="黑体" pitchFamily="2" charset="-122"/>
              <a:ea typeface="黑体" pitchFamily="2" charset="-122"/>
            </a:rPr>
            <a:t>x∈R</a:t>
          </a:r>
          <a:r>
            <a:rPr lang="en-US" altLang="zh-CN" sz="1600" b="1" i="1" kern="1200" baseline="30000" dirty="0">
              <a:solidFill>
                <a:schemeClr val="bg1"/>
              </a:solidFill>
              <a:latin typeface="黑体" pitchFamily="2" charset="-122"/>
              <a:ea typeface="黑体" pitchFamily="2" charset="-122"/>
            </a:rPr>
            <a:t>n</a:t>
          </a:r>
          <a:r>
            <a:rPr lang="en-US" altLang="zh-CN" sz="1600" b="1" i="1" kern="1200" baseline="0" dirty="0">
              <a:solidFill>
                <a:schemeClr val="bg1"/>
              </a:solidFill>
              <a:latin typeface="黑体" pitchFamily="2" charset="-122"/>
              <a:ea typeface="黑体" pitchFamily="2" charset="-122"/>
            </a:rPr>
            <a:t>,</a:t>
          </a:r>
          <a:r>
            <a:rPr lang="en-US" altLang="zh-CN" sz="1600" b="1" i="1" kern="1200" dirty="0">
              <a:solidFill>
                <a:schemeClr val="bg1"/>
              </a:solidFill>
              <a:latin typeface="黑体" pitchFamily="2" charset="-122"/>
              <a:ea typeface="黑体" pitchFamily="2" charset="-122"/>
            </a:rPr>
            <a:t>x</a:t>
          </a:r>
          <a:r>
            <a:rPr lang="en-US" altLang="zh-CN" sz="1600" b="1" i="1" kern="1200" baseline="0" dirty="0">
              <a:solidFill>
                <a:schemeClr val="bg1"/>
              </a:solidFill>
              <a:latin typeface="黑体" pitchFamily="2" charset="-122"/>
              <a:ea typeface="黑体" pitchFamily="2" charset="-122"/>
            </a:rPr>
            <a:t>≠0</a:t>
          </a:r>
          <a:r>
            <a:rPr lang="zh-CN" altLang="en-US" sz="1600" b="1" kern="1200" dirty="0">
              <a:solidFill>
                <a:schemeClr val="bg1"/>
              </a:solidFill>
              <a:latin typeface="黑体" pitchFamily="2" charset="-122"/>
              <a:ea typeface="黑体" pitchFamily="2" charset="-122"/>
            </a:rPr>
            <a:t>恒有</a:t>
          </a:r>
          <a:endParaRPr lang="en-US" altLang="zh-CN" sz="1600" b="1" kern="1200" dirty="0">
            <a:solidFill>
              <a:schemeClr val="bg1"/>
            </a:solidFill>
            <a:latin typeface="黑体" pitchFamily="2" charset="-122"/>
            <a:ea typeface="黑体" pitchFamily="2" charset="-122"/>
          </a:endParaRPr>
        </a:p>
        <a:p>
          <a:pPr marL="0" lvl="0" indent="0" algn="ctr" defTabSz="711200">
            <a:lnSpc>
              <a:spcPct val="90000"/>
            </a:lnSpc>
            <a:spcBef>
              <a:spcPct val="0"/>
            </a:spcBef>
            <a:spcAft>
              <a:spcPct val="35000"/>
            </a:spcAft>
            <a:buNone/>
          </a:pPr>
          <a:r>
            <a:rPr lang="en-US" altLang="zh-CN" sz="1600" b="1" i="1" kern="1200" dirty="0">
              <a:solidFill>
                <a:srgbClr val="00B050"/>
              </a:solidFill>
              <a:latin typeface="黑体" pitchFamily="2" charset="-122"/>
              <a:ea typeface="黑体" pitchFamily="2" charset="-122"/>
            </a:rPr>
            <a:t>f=</a:t>
          </a:r>
          <a:r>
            <a:rPr lang="en-US" altLang="zh-CN" sz="1600" b="1" i="1" kern="1200" dirty="0" err="1">
              <a:solidFill>
                <a:srgbClr val="00B050"/>
              </a:solidFill>
              <a:latin typeface="黑体" pitchFamily="2" charset="-122"/>
              <a:ea typeface="黑体" pitchFamily="2" charset="-122"/>
            </a:rPr>
            <a:t>x</a:t>
          </a:r>
          <a:r>
            <a:rPr lang="en-US" altLang="zh-CN" sz="1600" b="1" i="1" kern="1200" baseline="30000" dirty="0" err="1">
              <a:solidFill>
                <a:srgbClr val="00B050"/>
              </a:solidFill>
              <a:latin typeface="黑体" pitchFamily="2" charset="-122"/>
              <a:ea typeface="黑体" pitchFamily="2" charset="-122"/>
            </a:rPr>
            <a:t>T</a:t>
          </a:r>
          <a:r>
            <a:rPr lang="en-US" altLang="zh-CN" sz="1600" b="1" i="1" kern="1200" dirty="0" err="1">
              <a:solidFill>
                <a:srgbClr val="00B050"/>
              </a:solidFill>
              <a:latin typeface="黑体" pitchFamily="2" charset="-122"/>
              <a:ea typeface="黑体" pitchFamily="2" charset="-122"/>
            </a:rPr>
            <a:t>Ax</a:t>
          </a:r>
          <a:r>
            <a:rPr lang="en-US" altLang="zh-CN" sz="1600" b="1" i="1" kern="1200" dirty="0">
              <a:solidFill>
                <a:srgbClr val="00B050"/>
              </a:solidFill>
              <a:latin typeface="黑体" pitchFamily="2" charset="-122"/>
              <a:ea typeface="黑体" pitchFamily="2" charset="-122"/>
            </a:rPr>
            <a:t> &lt;0</a:t>
          </a:r>
          <a:r>
            <a:rPr lang="zh-CN" altLang="en-US" sz="1600" b="1" kern="1200" dirty="0">
              <a:solidFill>
                <a:schemeClr val="bg1"/>
              </a:solidFill>
              <a:latin typeface="黑体" pitchFamily="2" charset="-122"/>
              <a:ea typeface="黑体" pitchFamily="2" charset="-122"/>
            </a:rPr>
            <a:t>             </a:t>
          </a:r>
        </a:p>
      </dsp:txBody>
      <dsp:txXfrm>
        <a:off x="5052704" y="1007838"/>
        <a:ext cx="3211274" cy="1046947"/>
      </dsp:txXfrm>
    </dsp:sp>
    <dsp:sp modelId="{77233BFA-2407-4071-B5D1-4C42D9A89DC7}">
      <dsp:nvSpPr>
        <dsp:cNvPr id="0" name=""/>
        <dsp:cNvSpPr/>
      </dsp:nvSpPr>
      <dsp:spPr>
        <a:xfrm>
          <a:off x="4594075" y="397712"/>
          <a:ext cx="426056" cy="1987930"/>
        </a:xfrm>
        <a:custGeom>
          <a:avLst/>
          <a:gdLst/>
          <a:ahLst/>
          <a:cxnLst/>
          <a:rect l="0" t="0" r="0" b="0"/>
          <a:pathLst>
            <a:path>
              <a:moveTo>
                <a:pt x="0" y="0"/>
              </a:moveTo>
              <a:lnTo>
                <a:pt x="0" y="1987930"/>
              </a:lnTo>
              <a:lnTo>
                <a:pt x="426056" y="198793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3FDB50C-79B3-4DA2-A724-E27B4605DA93}">
      <dsp:nvSpPr>
        <dsp:cNvPr id="0" name=""/>
        <dsp:cNvSpPr/>
      </dsp:nvSpPr>
      <dsp:spPr>
        <a:xfrm>
          <a:off x="5020132" y="2186786"/>
          <a:ext cx="3264780"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en-US" sz="1600" b="1" kern="1200" dirty="0">
              <a:solidFill>
                <a:srgbClr val="00B050"/>
              </a:solidFill>
              <a:latin typeface="黑体" pitchFamily="2" charset="-122"/>
              <a:ea typeface="黑体" pitchFamily="2" charset="-122"/>
            </a:rPr>
            <a:t>负</a:t>
          </a:r>
          <a:r>
            <a:rPr lang="zh-CN" altLang="zh-CN" sz="1600" b="1" kern="1200" dirty="0">
              <a:solidFill>
                <a:srgbClr val="00B050"/>
              </a:solidFill>
              <a:latin typeface="黑体" pitchFamily="2" charset="-122"/>
              <a:ea typeface="黑体" pitchFamily="2" charset="-122"/>
            </a:rPr>
            <a:t>惯性指数</a:t>
          </a:r>
          <a:r>
            <a:rPr lang="zh-CN" altLang="zh-CN" sz="1600" b="1" kern="1200" dirty="0">
              <a:solidFill>
                <a:schemeClr val="bg1"/>
              </a:solidFill>
              <a:latin typeface="黑体" pitchFamily="2" charset="-122"/>
              <a:ea typeface="黑体" pitchFamily="2" charset="-122"/>
            </a:rPr>
            <a:t>为</a:t>
          </a:r>
          <a:r>
            <a:rPr lang="en-US" altLang="zh-CN" sz="1600" b="1" kern="1200" dirty="0">
              <a:solidFill>
                <a:schemeClr val="bg1"/>
              </a:solidFill>
              <a:latin typeface="黑体" pitchFamily="2" charset="-122"/>
              <a:ea typeface="黑体" pitchFamily="2" charset="-122"/>
            </a:rPr>
            <a:t> </a:t>
          </a:r>
          <a:r>
            <a:rPr lang="en-US" altLang="zh-CN" sz="1600" b="1" i="1" kern="1200" dirty="0">
              <a:solidFill>
                <a:srgbClr val="00B050"/>
              </a:solidFill>
              <a:latin typeface="黑体" pitchFamily="2" charset="-122"/>
              <a:ea typeface="黑体" pitchFamily="2" charset="-122"/>
              <a:cs typeface="Times New Roman" panose="02020603050405020304" pitchFamily="18" charset="0"/>
            </a:rPr>
            <a:t>n</a:t>
          </a:r>
          <a:endParaRPr lang="zh-CN" altLang="en-US" sz="1600" kern="1200" dirty="0">
            <a:solidFill>
              <a:srgbClr val="00B050"/>
            </a:solidFill>
            <a:latin typeface="黑体" pitchFamily="2" charset="-122"/>
            <a:ea typeface="黑体" pitchFamily="2" charset="-122"/>
          </a:endParaRPr>
        </a:p>
      </dsp:txBody>
      <dsp:txXfrm>
        <a:off x="5031781" y="2198435"/>
        <a:ext cx="3241482" cy="374414"/>
      </dsp:txXfrm>
    </dsp:sp>
    <dsp:sp modelId="{041DB095-9A19-4A6D-9C49-15CB01AA8D74}">
      <dsp:nvSpPr>
        <dsp:cNvPr id="0" name=""/>
        <dsp:cNvSpPr/>
      </dsp:nvSpPr>
      <dsp:spPr>
        <a:xfrm>
          <a:off x="4594075" y="397712"/>
          <a:ext cx="426056" cy="2485070"/>
        </a:xfrm>
        <a:custGeom>
          <a:avLst/>
          <a:gdLst/>
          <a:ahLst/>
          <a:cxnLst/>
          <a:rect l="0" t="0" r="0" b="0"/>
          <a:pathLst>
            <a:path>
              <a:moveTo>
                <a:pt x="0" y="0"/>
              </a:moveTo>
              <a:lnTo>
                <a:pt x="0" y="2485070"/>
              </a:lnTo>
              <a:lnTo>
                <a:pt x="426056" y="248507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5392603-DD83-4505-A297-9AB4212EC129}">
      <dsp:nvSpPr>
        <dsp:cNvPr id="0" name=""/>
        <dsp:cNvSpPr/>
      </dsp:nvSpPr>
      <dsp:spPr>
        <a:xfrm>
          <a:off x="5020132" y="2683927"/>
          <a:ext cx="3276418" cy="397712"/>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特征值法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zh-CN" sz="1600" b="1" kern="1200" dirty="0">
              <a:solidFill>
                <a:schemeClr val="bg1"/>
              </a:solidFill>
              <a:latin typeface="黑体" pitchFamily="2" charset="-122"/>
              <a:ea typeface="黑体" pitchFamily="2" charset="-122"/>
            </a:rPr>
            <a:t>的</a:t>
          </a:r>
          <a:r>
            <a:rPr lang="zh-CN" altLang="zh-CN" sz="1600" b="1" kern="1200" dirty="0">
              <a:solidFill>
                <a:srgbClr val="00B050"/>
              </a:solidFill>
              <a:latin typeface="黑体" pitchFamily="2" charset="-122"/>
              <a:ea typeface="黑体" pitchFamily="2" charset="-122"/>
            </a:rPr>
            <a:t>特征值</a:t>
          </a:r>
          <a:r>
            <a:rPr lang="zh-CN" altLang="zh-CN" sz="1600" b="1" kern="1200" dirty="0">
              <a:solidFill>
                <a:schemeClr val="bg1"/>
              </a:solidFill>
              <a:latin typeface="黑体" pitchFamily="2" charset="-122"/>
              <a:ea typeface="黑体" pitchFamily="2" charset="-122"/>
            </a:rPr>
            <a:t>全</a:t>
          </a:r>
          <a:r>
            <a:rPr lang="en-US" altLang="zh-CN" sz="1600" b="1" kern="1200" dirty="0">
              <a:solidFill>
                <a:schemeClr val="bg1"/>
              </a:solidFill>
              <a:latin typeface="黑体" pitchFamily="2" charset="-122"/>
              <a:ea typeface="黑体" pitchFamily="2" charset="-122"/>
            </a:rPr>
            <a:t> </a:t>
          </a:r>
          <a:r>
            <a:rPr lang="en-US" altLang="zh-CN" sz="1600" b="1" kern="1200" dirty="0">
              <a:solidFill>
                <a:srgbClr val="00B050"/>
              </a:solidFill>
              <a:latin typeface="黑体" pitchFamily="2" charset="-122"/>
              <a:ea typeface="黑体" pitchFamily="2" charset="-122"/>
              <a:cs typeface="Times New Roman"/>
            </a:rPr>
            <a:t>&lt;</a:t>
          </a:r>
          <a:r>
            <a:rPr lang="en-US" altLang="zh-CN" sz="1600" b="1" i="1" kern="1200" dirty="0">
              <a:solidFill>
                <a:srgbClr val="00B050"/>
              </a:solidFill>
              <a:latin typeface="黑体" pitchFamily="2" charset="-122"/>
              <a:ea typeface="黑体" pitchFamily="2" charset="-122"/>
              <a:cs typeface="Times New Roman"/>
            </a:rPr>
            <a:t>0</a:t>
          </a:r>
          <a:endParaRPr lang="zh-CN" altLang="en-US" sz="1600" b="1" kern="1200" dirty="0">
            <a:solidFill>
              <a:srgbClr val="00B050"/>
            </a:solidFill>
            <a:latin typeface="黑体" pitchFamily="2" charset="-122"/>
            <a:ea typeface="黑体" pitchFamily="2" charset="-122"/>
          </a:endParaRPr>
        </a:p>
      </dsp:txBody>
      <dsp:txXfrm>
        <a:off x="5031781" y="2695576"/>
        <a:ext cx="3253120" cy="374414"/>
      </dsp:txXfrm>
    </dsp:sp>
    <dsp:sp modelId="{1038A756-622B-44A3-993C-50015E8A34B4}">
      <dsp:nvSpPr>
        <dsp:cNvPr id="0" name=""/>
        <dsp:cNvSpPr/>
      </dsp:nvSpPr>
      <dsp:spPr>
        <a:xfrm>
          <a:off x="4594075" y="397712"/>
          <a:ext cx="426056" cy="3268270"/>
        </a:xfrm>
        <a:custGeom>
          <a:avLst/>
          <a:gdLst/>
          <a:ahLst/>
          <a:cxnLst/>
          <a:rect l="0" t="0" r="0" b="0"/>
          <a:pathLst>
            <a:path>
              <a:moveTo>
                <a:pt x="0" y="0"/>
              </a:moveTo>
              <a:lnTo>
                <a:pt x="0" y="3268270"/>
              </a:lnTo>
              <a:lnTo>
                <a:pt x="426056" y="326827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A9109E-6E2F-4989-BAB3-01335A738AE5}">
      <dsp:nvSpPr>
        <dsp:cNvPr id="0" name=""/>
        <dsp:cNvSpPr/>
      </dsp:nvSpPr>
      <dsp:spPr>
        <a:xfrm>
          <a:off x="5020132" y="3181067"/>
          <a:ext cx="3276418" cy="96982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20320" rIns="30480" bIns="20320" numCol="1" spcCol="1270" anchor="ctr" anchorCtr="0">
          <a:noAutofit/>
        </a:bodyPr>
        <a:lstStyle/>
        <a:p>
          <a:pPr marL="0" lvl="0" indent="0" algn="l" defTabSz="711200">
            <a:lnSpc>
              <a:spcPct val="90000"/>
            </a:lnSpc>
            <a:spcBef>
              <a:spcPct val="0"/>
            </a:spcBef>
            <a:spcAft>
              <a:spcPct val="35000"/>
            </a:spcAft>
            <a:buNone/>
          </a:pPr>
          <a:r>
            <a:rPr lang="zh-CN" altLang="en-US" sz="1600" b="1" i="0" u="sng" kern="1200" dirty="0">
              <a:solidFill>
                <a:schemeClr val="bg1"/>
              </a:solidFill>
              <a:latin typeface="黑体" pitchFamily="2" charset="-122"/>
              <a:ea typeface="黑体" pitchFamily="2" charset="-122"/>
              <a:cs typeface="Times New Roman" panose="02020603050405020304" pitchFamily="18" charset="0"/>
            </a:rPr>
            <a:t>主子式法</a:t>
          </a:r>
          <a:r>
            <a:rPr lang="zh-CN" altLang="en-US" sz="1600" b="1" i="0" kern="1200" dirty="0">
              <a:solidFill>
                <a:schemeClr val="bg1"/>
              </a:solidFill>
              <a:latin typeface="黑体" pitchFamily="2" charset="-122"/>
              <a:ea typeface="黑体" pitchFamily="2" charset="-122"/>
              <a:cs typeface="Times New Roman" panose="02020603050405020304" pitchFamily="18" charset="0"/>
            </a:rPr>
            <a:t>：</a:t>
          </a:r>
          <a:endParaRPr lang="en-US" altLang="zh-CN" sz="1600" b="1" i="0" kern="1200" dirty="0">
            <a:solidFill>
              <a:schemeClr val="bg1"/>
            </a:solidFill>
            <a:latin typeface="黑体" pitchFamily="2" charset="-122"/>
            <a:ea typeface="黑体" pitchFamily="2" charset="-122"/>
            <a:cs typeface="Times New Roman" panose="02020603050405020304" pitchFamily="18" charset="0"/>
          </a:endParaRPr>
        </a:p>
        <a:p>
          <a:pPr marL="0" lvl="0" indent="0" algn="ctr" defTabSz="711200">
            <a:lnSpc>
              <a:spcPct val="90000"/>
            </a:lnSpc>
            <a:spcBef>
              <a:spcPct val="0"/>
            </a:spcBef>
            <a:spcAft>
              <a:spcPct val="35000"/>
            </a:spcAft>
            <a:buNone/>
          </a:pPr>
          <a:r>
            <a:rPr lang="en-US" altLang="zh-CN" sz="1600" b="1" i="1" kern="1200" dirty="0">
              <a:solidFill>
                <a:schemeClr val="bg1"/>
              </a:solidFill>
              <a:latin typeface="黑体" pitchFamily="2" charset="-122"/>
              <a:ea typeface="黑体" pitchFamily="2" charset="-122"/>
              <a:cs typeface="Times New Roman" panose="02020603050405020304" pitchFamily="18" charset="0"/>
            </a:rPr>
            <a:t>A </a:t>
          </a:r>
          <a:r>
            <a:rPr lang="zh-CN" altLang="en-US" sz="1600" b="1" kern="1200" dirty="0">
              <a:solidFill>
                <a:schemeClr val="bg1"/>
              </a:solidFill>
              <a:latin typeface="黑体" pitchFamily="2" charset="-122"/>
              <a:ea typeface="黑体" pitchFamily="2" charset="-122"/>
              <a:cs typeface="Times New Roman" panose="02020603050405020304" pitchFamily="18" charset="0"/>
            </a:rPr>
            <a:t>的</a:t>
          </a:r>
          <a:r>
            <a:rPr lang="zh-CN" altLang="en-US" sz="1600" b="1" kern="1200" dirty="0">
              <a:solidFill>
                <a:srgbClr val="00B050"/>
              </a:solidFill>
              <a:latin typeface="黑体" pitchFamily="2" charset="-122"/>
              <a:ea typeface="黑体" pitchFamily="2" charset="-122"/>
              <a:cs typeface="Times New Roman" panose="02020603050405020304" pitchFamily="18" charset="0"/>
            </a:rPr>
            <a:t>奇数阶</a:t>
          </a:r>
          <a:r>
            <a:rPr lang="zh-CN" altLang="en-US" sz="1600" b="1" kern="1200" dirty="0">
              <a:solidFill>
                <a:schemeClr val="bg1"/>
              </a:solidFill>
              <a:latin typeface="黑体" pitchFamily="2" charset="-122"/>
              <a:ea typeface="黑体" pitchFamily="2" charset="-122"/>
              <a:cs typeface="Times New Roman" panose="02020603050405020304" pitchFamily="18" charset="0"/>
            </a:rPr>
            <a:t>顺序主子式都 </a:t>
          </a:r>
          <a:r>
            <a:rPr lang="en-US" altLang="zh-CN" sz="1600" b="1" kern="1200" dirty="0">
              <a:solidFill>
                <a:srgbClr val="00B050"/>
              </a:solidFill>
              <a:latin typeface="黑体" pitchFamily="2" charset="-122"/>
              <a:ea typeface="黑体" pitchFamily="2" charset="-122"/>
              <a:cs typeface="Times New Roman"/>
            </a:rPr>
            <a:t>&lt;</a:t>
          </a:r>
          <a:r>
            <a:rPr lang="en-US" altLang="zh-CN" sz="1600" b="1" i="1" kern="1200" dirty="0">
              <a:solidFill>
                <a:srgbClr val="00B050"/>
              </a:solidFill>
              <a:latin typeface="黑体" pitchFamily="2" charset="-122"/>
              <a:ea typeface="黑体" pitchFamily="2" charset="-122"/>
              <a:cs typeface="Times New Roman"/>
            </a:rPr>
            <a:t>0</a:t>
          </a:r>
          <a:endParaRPr lang="en-US" altLang="zh-CN" sz="1600" b="1" kern="1200" dirty="0">
            <a:solidFill>
              <a:schemeClr val="bg1"/>
            </a:solidFill>
            <a:latin typeface="黑体" pitchFamily="2" charset="-122"/>
            <a:ea typeface="黑体" pitchFamily="2" charset="-122"/>
            <a:cs typeface="Times New Roman" panose="02020603050405020304" pitchFamily="18" charset="0"/>
          </a:endParaRPr>
        </a:p>
        <a:p>
          <a:pPr marL="0" lvl="0" indent="0" algn="ctr" defTabSz="711200">
            <a:lnSpc>
              <a:spcPct val="90000"/>
            </a:lnSpc>
            <a:spcBef>
              <a:spcPct val="0"/>
            </a:spcBef>
            <a:spcAft>
              <a:spcPct val="35000"/>
            </a:spcAft>
            <a:buNone/>
          </a:pPr>
          <a:r>
            <a:rPr lang="zh-CN" altLang="en-US" sz="1600" b="1" kern="1200" baseline="0" dirty="0">
              <a:solidFill>
                <a:schemeClr val="bg1"/>
              </a:solidFill>
              <a:latin typeface="黑体" pitchFamily="2" charset="-122"/>
              <a:ea typeface="黑体" pitchFamily="2" charset="-122"/>
              <a:cs typeface="Times New Roman" panose="02020603050405020304" pitchFamily="18" charset="0"/>
            </a:rPr>
            <a:t>    </a:t>
          </a:r>
          <a:r>
            <a:rPr lang="zh-CN" altLang="en-US" sz="1600" b="1" kern="1200" dirty="0">
              <a:solidFill>
                <a:schemeClr val="bg2">
                  <a:lumMod val="60000"/>
                  <a:lumOff val="40000"/>
                </a:schemeClr>
              </a:solidFill>
              <a:latin typeface="黑体" pitchFamily="2" charset="-122"/>
              <a:ea typeface="黑体" pitchFamily="2" charset="-122"/>
              <a:cs typeface="Times New Roman" panose="02020603050405020304" pitchFamily="18" charset="0"/>
            </a:rPr>
            <a:t>偶数阶</a:t>
          </a:r>
          <a:r>
            <a:rPr lang="zh-CN" altLang="en-US" sz="1600" b="1" kern="1200" dirty="0">
              <a:solidFill>
                <a:schemeClr val="bg1"/>
              </a:solidFill>
              <a:latin typeface="黑体" pitchFamily="2" charset="-122"/>
              <a:ea typeface="黑体" pitchFamily="2" charset="-122"/>
              <a:cs typeface="Times New Roman" panose="02020603050405020304" pitchFamily="18" charset="0"/>
            </a:rPr>
            <a:t>顺序主子式都 </a:t>
          </a:r>
          <a:r>
            <a:rPr lang="en-US" altLang="zh-CN" sz="1600" b="1" kern="1200" dirty="0">
              <a:solidFill>
                <a:schemeClr val="bg1">
                  <a:lumMod val="60000"/>
                  <a:lumOff val="40000"/>
                </a:schemeClr>
              </a:solidFill>
              <a:latin typeface="黑体" pitchFamily="2" charset="-122"/>
              <a:ea typeface="黑体" pitchFamily="2" charset="-122"/>
              <a:cs typeface="Times New Roman" panose="02020603050405020304" pitchFamily="18" charset="0"/>
            </a:rPr>
            <a:t>&gt;</a:t>
          </a:r>
          <a:r>
            <a:rPr lang="en-US" altLang="zh-CN" sz="1600" b="1" i="1" kern="1200" dirty="0">
              <a:solidFill>
                <a:schemeClr val="bg1">
                  <a:lumMod val="60000"/>
                  <a:lumOff val="40000"/>
                </a:schemeClr>
              </a:solidFill>
              <a:latin typeface="黑体" pitchFamily="2" charset="-122"/>
              <a:ea typeface="黑体" pitchFamily="2" charset="-122"/>
              <a:cs typeface="Times New Roman"/>
            </a:rPr>
            <a:t>0</a:t>
          </a:r>
          <a:r>
            <a:rPr lang="zh-CN" altLang="en-US" sz="1600" b="1" kern="1200" dirty="0">
              <a:solidFill>
                <a:schemeClr val="bg1"/>
              </a:solidFill>
              <a:latin typeface="黑体" pitchFamily="2" charset="-122"/>
              <a:ea typeface="黑体" pitchFamily="2" charset="-122"/>
              <a:cs typeface="Times New Roman" panose="02020603050405020304" pitchFamily="18" charset="0"/>
            </a:rPr>
            <a:t> </a:t>
          </a:r>
          <a:endParaRPr lang="zh-CN" altLang="en-US" sz="1600" b="1" kern="1200" dirty="0">
            <a:solidFill>
              <a:schemeClr val="bg1"/>
            </a:solidFill>
            <a:latin typeface="黑体" pitchFamily="2" charset="-122"/>
            <a:ea typeface="黑体" pitchFamily="2" charset="-122"/>
          </a:endParaRPr>
        </a:p>
      </dsp:txBody>
      <dsp:txXfrm>
        <a:off x="5048537" y="3209472"/>
        <a:ext cx="3219608" cy="913019"/>
      </dsp:txXfrm>
    </dsp:sp>
  </dsp:spTree>
</dsp:drawing>
</file>

<file path=ppt/diagrams/layout1.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4.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7.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8.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9.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10.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11.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12.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1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4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7" name="Rectangle 5"/>
          <p:cNvSpPr>
            <a:spLocks noChangeArrowheads="1"/>
          </p:cNvSpPr>
          <p:nvPr/>
        </p:nvSpPr>
        <p:spPr bwMode="auto">
          <a:xfrm>
            <a:off x="76200" y="8823325"/>
            <a:ext cx="6705600" cy="274638"/>
          </a:xfrm>
          <a:prstGeom prst="rect">
            <a:avLst/>
          </a:prstGeom>
          <a:noFill/>
          <a:ln w="12700">
            <a:noFill/>
            <a:miter lim="800000"/>
            <a:headEnd/>
            <a:tailEnd/>
          </a:ln>
          <a:effectLst/>
        </p:spPr>
        <p:txBody>
          <a:bodyPr wrap="none" anchor="ctr"/>
          <a:lstStyle/>
          <a:p>
            <a:endParaRPr lang="zh-CN" altLang="en-US" dirty="0">
              <a:ea typeface="黑体" pitchFamily="2" charset="-122"/>
            </a:endParaRPr>
          </a:p>
        </p:txBody>
      </p:sp>
      <p:sp>
        <p:nvSpPr>
          <p:cNvPr id="3086" name="Rectangle 14"/>
          <p:cNvSpPr>
            <a:spLocks noChangeArrowheads="1"/>
          </p:cNvSpPr>
          <p:nvPr/>
        </p:nvSpPr>
        <p:spPr bwMode="auto">
          <a:xfrm>
            <a:off x="71438" y="55563"/>
            <a:ext cx="6715125" cy="243656"/>
          </a:xfrm>
          <a:prstGeom prst="rect">
            <a:avLst/>
          </a:prstGeom>
          <a:noFill/>
          <a:ln w="12700">
            <a:noFill/>
            <a:miter lim="800000"/>
            <a:headEnd/>
            <a:tailEnd/>
          </a:ln>
          <a:effectLst/>
        </p:spPr>
        <p:txBody>
          <a:bodyPr lIns="90488" tIns="44450" rIns="90488" bIns="44450">
            <a:spAutoFit/>
          </a:bodyPr>
          <a:lstStyle/>
          <a:p>
            <a:pPr>
              <a:tabLst>
                <a:tab pos="285750" algn="l"/>
                <a:tab pos="3257550" algn="ctr"/>
                <a:tab pos="6457950" algn="r"/>
              </a:tabLst>
            </a:pPr>
            <a:r>
              <a:rPr lang="en-US" altLang="zh-CN" sz="1000" dirty="0">
                <a:latin typeface="Arial" charset="0"/>
                <a:ea typeface="黑体" pitchFamily="2" charset="-122"/>
              </a:rPr>
              <a:t>                                                                               </a:t>
            </a:r>
            <a:r>
              <a:rPr lang="zh-CN" altLang="en-US" sz="1000" dirty="0">
                <a:latin typeface="Arial" charset="0"/>
                <a:ea typeface="黑体" pitchFamily="2" charset="-122"/>
              </a:rPr>
              <a:t>线性代数</a:t>
            </a:r>
            <a:endParaRPr lang="en-US" altLang="zh-CN" sz="1200" dirty="0">
              <a:latin typeface="Arial" charset="0"/>
              <a:ea typeface="黑体" pitchFamily="2" charset="-122"/>
            </a:endParaRPr>
          </a:p>
        </p:txBody>
      </p:sp>
      <p:sp>
        <p:nvSpPr>
          <p:cNvPr id="3087" name="Rectangle 15"/>
          <p:cNvSpPr>
            <a:spLocks noChangeArrowheads="1"/>
          </p:cNvSpPr>
          <p:nvPr/>
        </p:nvSpPr>
        <p:spPr bwMode="auto">
          <a:xfrm>
            <a:off x="71438" y="8818563"/>
            <a:ext cx="6715125" cy="241300"/>
          </a:xfrm>
          <a:prstGeom prst="rect">
            <a:avLst/>
          </a:prstGeom>
          <a:noFill/>
          <a:ln w="12700">
            <a:noFill/>
            <a:miter lim="800000"/>
            <a:headEnd/>
            <a:tailEnd/>
          </a:ln>
          <a:effectLst/>
        </p:spPr>
        <p:txBody>
          <a:bodyPr lIns="90488" tIns="44450" rIns="90488" bIns="44450">
            <a:spAutoFit/>
          </a:bodyPr>
          <a:lstStyle/>
          <a:p>
            <a:pPr>
              <a:tabLst>
                <a:tab pos="285750" algn="l"/>
                <a:tab pos="6457950" algn="r"/>
              </a:tabLst>
            </a:pPr>
            <a:r>
              <a:rPr lang="en-US" altLang="zh-CN" sz="1000" dirty="0">
                <a:latin typeface="Arial" charset="0"/>
                <a:ea typeface="黑体" pitchFamily="2" charset="-122"/>
              </a:rPr>
              <a:t>                                                                   </a:t>
            </a:r>
            <a:r>
              <a:rPr lang="zh-CN" altLang="en-US" sz="1000" dirty="0">
                <a:latin typeface="Arial" charset="0"/>
                <a:ea typeface="黑体" pitchFamily="2" charset="-122"/>
              </a:rPr>
              <a:t>大连海事大学数学系 </a:t>
            </a:r>
            <a:r>
              <a:rPr lang="en-US" altLang="zh-CN" sz="1000" dirty="0">
                <a:latin typeface="Arial" charset="0"/>
                <a:ea typeface="黑体" pitchFamily="2" charset="-122"/>
              </a:rPr>
              <a:t>(2005.11.28)</a:t>
            </a:r>
          </a:p>
        </p:txBody>
      </p:sp>
    </p:spTree>
    <p:extLst>
      <p:ext uri="{BB962C8B-B14F-4D97-AF65-F5344CB8AC3E}">
        <p14:creationId xmlns:p14="http://schemas.microsoft.com/office/powerpoint/2010/main" val="424813183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1" name="Rectangle 3"/>
          <p:cNvSpPr>
            <a:spLocks noGrp="1" noRot="1" noChangeAspect="1" noChangeArrowheads="1" noTextEdit="1"/>
          </p:cNvSpPr>
          <p:nvPr>
            <p:ph type="sldImg" idx="2"/>
          </p:nvPr>
        </p:nvSpPr>
        <p:spPr bwMode="auto">
          <a:xfrm>
            <a:off x="1149350" y="692150"/>
            <a:ext cx="4559300" cy="3416300"/>
          </a:xfrm>
          <a:prstGeom prst="rect">
            <a:avLst/>
          </a:prstGeom>
          <a:noFill/>
          <a:ln w="12700">
            <a:solidFill>
              <a:schemeClr val="tx1"/>
            </a:solidFill>
            <a:miter lim="800000"/>
            <a:headEnd/>
            <a:tailEnd/>
          </a:ln>
          <a:effectLst/>
        </p:spPr>
      </p:sp>
      <p:sp>
        <p:nvSpPr>
          <p:cNvPr id="2052" name="Line 4"/>
          <p:cNvSpPr>
            <a:spLocks noChangeShapeType="1"/>
          </p:cNvSpPr>
          <p:nvPr/>
        </p:nvSpPr>
        <p:spPr bwMode="auto">
          <a:xfrm>
            <a:off x="1114425" y="35814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3" name="Line 5"/>
          <p:cNvSpPr>
            <a:spLocks noChangeShapeType="1"/>
          </p:cNvSpPr>
          <p:nvPr/>
        </p:nvSpPr>
        <p:spPr bwMode="auto">
          <a:xfrm>
            <a:off x="1114425" y="38862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4" name="Line 6"/>
          <p:cNvSpPr>
            <a:spLocks noChangeShapeType="1"/>
          </p:cNvSpPr>
          <p:nvPr/>
        </p:nvSpPr>
        <p:spPr bwMode="auto">
          <a:xfrm>
            <a:off x="1114425" y="41910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5" name="Line 7"/>
          <p:cNvSpPr>
            <a:spLocks noChangeShapeType="1"/>
          </p:cNvSpPr>
          <p:nvPr/>
        </p:nvSpPr>
        <p:spPr bwMode="auto">
          <a:xfrm>
            <a:off x="1114425" y="44958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6" name="Line 8"/>
          <p:cNvSpPr>
            <a:spLocks noChangeShapeType="1"/>
          </p:cNvSpPr>
          <p:nvPr/>
        </p:nvSpPr>
        <p:spPr bwMode="auto">
          <a:xfrm>
            <a:off x="1114425" y="48006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7" name="Line 9"/>
          <p:cNvSpPr>
            <a:spLocks noChangeShapeType="1"/>
          </p:cNvSpPr>
          <p:nvPr/>
        </p:nvSpPr>
        <p:spPr bwMode="auto">
          <a:xfrm>
            <a:off x="1114425" y="51054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8" name="Line 10"/>
          <p:cNvSpPr>
            <a:spLocks noChangeShapeType="1"/>
          </p:cNvSpPr>
          <p:nvPr/>
        </p:nvSpPr>
        <p:spPr bwMode="auto">
          <a:xfrm>
            <a:off x="1114425" y="51054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59" name="Line 11"/>
          <p:cNvSpPr>
            <a:spLocks noChangeShapeType="1"/>
          </p:cNvSpPr>
          <p:nvPr/>
        </p:nvSpPr>
        <p:spPr bwMode="auto">
          <a:xfrm>
            <a:off x="1114425" y="54102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0" name="Line 12"/>
          <p:cNvSpPr>
            <a:spLocks noChangeShapeType="1"/>
          </p:cNvSpPr>
          <p:nvPr/>
        </p:nvSpPr>
        <p:spPr bwMode="auto">
          <a:xfrm>
            <a:off x="1114425" y="57150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1" name="Line 13"/>
          <p:cNvSpPr>
            <a:spLocks noChangeShapeType="1"/>
          </p:cNvSpPr>
          <p:nvPr/>
        </p:nvSpPr>
        <p:spPr bwMode="auto">
          <a:xfrm>
            <a:off x="1114425" y="60198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2" name="Line 14"/>
          <p:cNvSpPr>
            <a:spLocks noChangeShapeType="1"/>
          </p:cNvSpPr>
          <p:nvPr/>
        </p:nvSpPr>
        <p:spPr bwMode="auto">
          <a:xfrm>
            <a:off x="1114425" y="63246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3" name="Line 15"/>
          <p:cNvSpPr>
            <a:spLocks noChangeShapeType="1"/>
          </p:cNvSpPr>
          <p:nvPr/>
        </p:nvSpPr>
        <p:spPr bwMode="auto">
          <a:xfrm>
            <a:off x="1114425" y="66294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4" name="Line 16"/>
          <p:cNvSpPr>
            <a:spLocks noChangeShapeType="1"/>
          </p:cNvSpPr>
          <p:nvPr/>
        </p:nvSpPr>
        <p:spPr bwMode="auto">
          <a:xfrm>
            <a:off x="1114425" y="69342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5" name="Line 17"/>
          <p:cNvSpPr>
            <a:spLocks noChangeShapeType="1"/>
          </p:cNvSpPr>
          <p:nvPr/>
        </p:nvSpPr>
        <p:spPr bwMode="auto">
          <a:xfrm>
            <a:off x="1114425" y="72390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6" name="Line 18"/>
          <p:cNvSpPr>
            <a:spLocks noChangeShapeType="1"/>
          </p:cNvSpPr>
          <p:nvPr/>
        </p:nvSpPr>
        <p:spPr bwMode="auto">
          <a:xfrm>
            <a:off x="1114425" y="75438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7" name="Line 19"/>
          <p:cNvSpPr>
            <a:spLocks noChangeShapeType="1"/>
          </p:cNvSpPr>
          <p:nvPr/>
        </p:nvSpPr>
        <p:spPr bwMode="auto">
          <a:xfrm>
            <a:off x="1114425" y="78486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8" name="Line 20"/>
          <p:cNvSpPr>
            <a:spLocks noChangeShapeType="1"/>
          </p:cNvSpPr>
          <p:nvPr/>
        </p:nvSpPr>
        <p:spPr bwMode="auto">
          <a:xfrm>
            <a:off x="1114425" y="81534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69" name="Line 21"/>
          <p:cNvSpPr>
            <a:spLocks noChangeShapeType="1"/>
          </p:cNvSpPr>
          <p:nvPr/>
        </p:nvSpPr>
        <p:spPr bwMode="auto">
          <a:xfrm>
            <a:off x="1114425" y="8458200"/>
            <a:ext cx="4670425" cy="0"/>
          </a:xfrm>
          <a:prstGeom prst="line">
            <a:avLst/>
          </a:prstGeom>
          <a:noFill/>
          <a:ln w="12700">
            <a:solidFill>
              <a:schemeClr val="folHlink"/>
            </a:solidFill>
            <a:round/>
            <a:headEnd/>
            <a:tailEnd/>
          </a:ln>
          <a:effectLst/>
        </p:spPr>
        <p:txBody>
          <a:bodyPr/>
          <a:lstStyle/>
          <a:p>
            <a:endParaRPr lang="zh-CN" altLang="en-US" dirty="0">
              <a:ea typeface="黑体" pitchFamily="2" charset="-122"/>
            </a:endParaRPr>
          </a:p>
        </p:txBody>
      </p:sp>
      <p:sp>
        <p:nvSpPr>
          <p:cNvPr id="2075" name="Rectangle 27"/>
          <p:cNvSpPr>
            <a:spLocks noChangeArrowheads="1"/>
          </p:cNvSpPr>
          <p:nvPr/>
        </p:nvSpPr>
        <p:spPr bwMode="auto">
          <a:xfrm>
            <a:off x="71438" y="55563"/>
            <a:ext cx="6715125" cy="274434"/>
          </a:xfrm>
          <a:prstGeom prst="rect">
            <a:avLst/>
          </a:prstGeom>
          <a:noFill/>
          <a:ln w="12700">
            <a:noFill/>
            <a:miter lim="800000"/>
            <a:headEnd/>
            <a:tailEnd/>
          </a:ln>
          <a:effectLst/>
        </p:spPr>
        <p:txBody>
          <a:bodyPr lIns="90488" tIns="44450" rIns="90488" bIns="44450">
            <a:spAutoFit/>
          </a:bodyPr>
          <a:lstStyle/>
          <a:p>
            <a:pPr>
              <a:tabLst>
                <a:tab pos="285750" algn="l"/>
                <a:tab pos="3257550" algn="ctr"/>
                <a:tab pos="6457950" algn="r"/>
              </a:tabLst>
            </a:pPr>
            <a:r>
              <a:rPr lang="en-US" altLang="zh-CN" sz="1000" dirty="0">
                <a:latin typeface="Arial" charset="0"/>
                <a:ea typeface="黑体" pitchFamily="2" charset="-122"/>
              </a:rPr>
              <a:t>                                                                               </a:t>
            </a:r>
            <a:r>
              <a:rPr lang="zh-CN" altLang="en-US" sz="1000" dirty="0">
                <a:latin typeface="Arial" charset="0"/>
                <a:ea typeface="黑体" pitchFamily="2" charset="-122"/>
              </a:rPr>
              <a:t>运筹学基础及应用                                                                      </a:t>
            </a:r>
            <a:r>
              <a:rPr lang="en-US" altLang="zh-CN" sz="1200" dirty="0">
                <a:latin typeface="Arial" charset="0"/>
                <a:ea typeface="黑体" pitchFamily="2" charset="-122"/>
              </a:rPr>
              <a:t>11.1</a:t>
            </a:r>
          </a:p>
        </p:txBody>
      </p:sp>
      <p:sp>
        <p:nvSpPr>
          <p:cNvPr id="2076" name="Rectangle 28"/>
          <p:cNvSpPr>
            <a:spLocks noChangeArrowheads="1"/>
          </p:cNvSpPr>
          <p:nvPr/>
        </p:nvSpPr>
        <p:spPr bwMode="auto">
          <a:xfrm>
            <a:off x="71438" y="8818563"/>
            <a:ext cx="6715125" cy="241300"/>
          </a:xfrm>
          <a:prstGeom prst="rect">
            <a:avLst/>
          </a:prstGeom>
          <a:noFill/>
          <a:ln w="12700">
            <a:noFill/>
            <a:miter lim="800000"/>
            <a:headEnd/>
            <a:tailEnd/>
          </a:ln>
          <a:effectLst/>
        </p:spPr>
        <p:txBody>
          <a:bodyPr lIns="90488" tIns="44450" rIns="90488" bIns="44450">
            <a:spAutoFit/>
          </a:bodyPr>
          <a:lstStyle/>
          <a:p>
            <a:pPr>
              <a:tabLst>
                <a:tab pos="285750" algn="l"/>
                <a:tab pos="6457950" algn="r"/>
              </a:tabLst>
            </a:pPr>
            <a:r>
              <a:rPr lang="en-US" altLang="zh-CN" sz="1000" dirty="0">
                <a:latin typeface="Arial" charset="0"/>
                <a:ea typeface="黑体" pitchFamily="2" charset="-122"/>
              </a:rPr>
              <a:t>                                                                   </a:t>
            </a:r>
            <a:r>
              <a:rPr lang="zh-CN" altLang="en-US" sz="1000" dirty="0">
                <a:latin typeface="Arial" charset="0"/>
                <a:ea typeface="黑体" pitchFamily="2" charset="-122"/>
              </a:rPr>
              <a:t>大连海事大学数学系 </a:t>
            </a:r>
            <a:r>
              <a:rPr lang="en-US" altLang="zh-CN" sz="1000" dirty="0">
                <a:latin typeface="Arial" charset="0"/>
                <a:ea typeface="黑体" pitchFamily="2" charset="-122"/>
              </a:rPr>
              <a:t>(2005.11.28)</a:t>
            </a:r>
          </a:p>
        </p:txBody>
      </p:sp>
    </p:spTree>
    <p:extLst>
      <p:ext uri="{BB962C8B-B14F-4D97-AF65-F5344CB8AC3E}">
        <p14:creationId xmlns:p14="http://schemas.microsoft.com/office/powerpoint/2010/main" val="65129884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kumimoji="1" sz="1400" kern="1200">
        <a:solidFill>
          <a:schemeClr val="tx1"/>
        </a:solidFill>
        <a:latin typeface="Arial" charset="0"/>
        <a:ea typeface="宋体" pitchFamily="2" charset="-122"/>
        <a:cs typeface="+mn-cs"/>
      </a:defRPr>
    </a:lvl1pPr>
    <a:lvl2pPr marL="457200" algn="l" rtl="0" eaLnBrk="0" fontAlgn="base" hangingPunct="0">
      <a:spcBef>
        <a:spcPct val="30000"/>
      </a:spcBef>
      <a:spcAft>
        <a:spcPct val="0"/>
      </a:spcAft>
      <a:defRPr kumimoji="1" sz="1400" kern="1200">
        <a:solidFill>
          <a:schemeClr val="tx1"/>
        </a:solidFill>
        <a:latin typeface="Arial" charset="0"/>
        <a:ea typeface="宋体" pitchFamily="2" charset="-122"/>
        <a:cs typeface="+mn-cs"/>
      </a:defRPr>
    </a:lvl2pPr>
    <a:lvl3pPr marL="914400" algn="l" rtl="0" eaLnBrk="0" fontAlgn="base" hangingPunct="0">
      <a:spcBef>
        <a:spcPct val="30000"/>
      </a:spcBef>
      <a:spcAft>
        <a:spcPct val="0"/>
      </a:spcAft>
      <a:defRPr kumimoji="1" sz="1400" kern="1200">
        <a:solidFill>
          <a:schemeClr val="tx1"/>
        </a:solidFill>
        <a:latin typeface="Arial" charset="0"/>
        <a:ea typeface="宋体" pitchFamily="2" charset="-122"/>
        <a:cs typeface="+mn-cs"/>
      </a:defRPr>
    </a:lvl3pPr>
    <a:lvl4pPr marL="1371600" algn="l" rtl="0" eaLnBrk="0" fontAlgn="base" hangingPunct="0">
      <a:spcBef>
        <a:spcPct val="30000"/>
      </a:spcBef>
      <a:spcAft>
        <a:spcPct val="0"/>
      </a:spcAft>
      <a:defRPr kumimoji="1" sz="1400" kern="1200">
        <a:solidFill>
          <a:schemeClr val="tx1"/>
        </a:solidFill>
        <a:latin typeface="Arial" charset="0"/>
        <a:ea typeface="宋体" pitchFamily="2" charset="-122"/>
        <a:cs typeface="+mn-cs"/>
      </a:defRPr>
    </a:lvl4pPr>
    <a:lvl5pPr marL="1828800" algn="l" rtl="0" eaLnBrk="0" fontAlgn="base" hangingPunct="0">
      <a:spcBef>
        <a:spcPct val="30000"/>
      </a:spcBef>
      <a:spcAft>
        <a:spcPct val="0"/>
      </a:spcAft>
      <a:defRPr kumimoji="1" sz="1400" kern="1200">
        <a:solidFill>
          <a:schemeClr val="tx1"/>
        </a:solidFill>
        <a:latin typeface="Arial"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EABC3E-2EB2-86B9-AB0A-4931D3D09A2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7345C25-34B3-2B91-CF68-AA81A0AA85D9}"/>
              </a:ext>
            </a:extLst>
          </p:cNvPr>
          <p:cNvSpPr>
            <a:spLocks noGrp="1" noRot="1" noChangeAspect="1"/>
          </p:cNvSpPr>
          <p:nvPr>
            <p:ph type="sldImg"/>
          </p:nvPr>
        </p:nvSpPr>
        <p:spPr>
          <a:xfrm>
            <a:off x="1150938" y="692150"/>
            <a:ext cx="4556125" cy="3416300"/>
          </a:xfrm>
        </p:spPr>
      </p:sp>
      <p:sp>
        <p:nvSpPr>
          <p:cNvPr id="3" name="备注占位符 2">
            <a:extLst>
              <a:ext uri="{FF2B5EF4-FFF2-40B4-BE49-F238E27FC236}">
                <a16:creationId xmlns:a16="http://schemas.microsoft.com/office/drawing/2014/main" id="{CAE4EA92-E1C1-6172-CB7D-C698895423AC}"/>
              </a:ext>
            </a:extLst>
          </p:cNvPr>
          <p:cNvSpPr>
            <a:spLocks noGrp="1"/>
          </p:cNvSpPr>
          <p:nvPr>
            <p:ph type="body" idx="1"/>
          </p:nvPr>
        </p:nvSpPr>
        <p:spPr>
          <a:xfrm>
            <a:off x="685800" y="4343400"/>
            <a:ext cx="5486400" cy="4114800"/>
          </a:xfrm>
          <a:prstGeom prst="rect">
            <a:avLst/>
          </a:prstGeom>
        </p:spPr>
        <p:txBody>
          <a:bodyPr>
            <a:normAutofit/>
          </a:bodyPr>
          <a:lstStyle/>
          <a:p>
            <a:r>
              <a:rPr lang="zh-CN" altLang="en-US" b="1" dirty="0">
                <a:solidFill>
                  <a:schemeClr val="tx2"/>
                </a:solidFill>
                <a:latin typeface="微软雅黑" pitchFamily="34" charset="-122"/>
                <a:ea typeface="微软雅黑" pitchFamily="34" charset="-122"/>
              </a:rPr>
              <a:t>第一题让学生自己尝试着做一下 </a:t>
            </a:r>
            <a:endParaRPr lang="en-US" altLang="zh-CN" b="1" dirty="0">
              <a:solidFill>
                <a:schemeClr val="tx2"/>
              </a:solidFill>
              <a:latin typeface="微软雅黑" pitchFamily="34" charset="-122"/>
              <a:ea typeface="微软雅黑" pitchFamily="34" charset="-122"/>
            </a:endParaRPr>
          </a:p>
          <a:p>
            <a:r>
              <a:rPr lang="zh-CN" altLang="en-US" b="1" dirty="0">
                <a:solidFill>
                  <a:schemeClr val="tx2"/>
                </a:solidFill>
                <a:latin typeface="微软雅黑" pitchFamily="34" charset="-122"/>
                <a:ea typeface="微软雅黑" pitchFamily="34" charset="-122"/>
              </a:rPr>
              <a:t>逆序数就是一个排列经多少次相邻对换可得标准次序的数目。</a:t>
            </a:r>
            <a:endParaRPr lang="zh-CN" altLang="en-US" dirty="0">
              <a:ea typeface="微软雅黑" pitchFamily="34" charset="-122"/>
            </a:endParaRPr>
          </a:p>
        </p:txBody>
      </p:sp>
    </p:spTree>
    <p:extLst>
      <p:ext uri="{BB962C8B-B14F-4D97-AF65-F5344CB8AC3E}">
        <p14:creationId xmlns:p14="http://schemas.microsoft.com/office/powerpoint/2010/main" val="204912532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p:cNvSpPr>
            <a:spLocks noGrp="1" noRot="1" noChangeAspect="1" noChangeArrowheads="1" noTextEdit="1"/>
          </p:cNvSpPr>
          <p:nvPr>
            <p:ph type="sldImg"/>
          </p:nvPr>
        </p:nvSpPr>
        <p:spPr>
          <a:xfrm>
            <a:off x="1150938" y="692150"/>
            <a:ext cx="4556125" cy="3416300"/>
          </a:xfrm>
          <a:ln/>
        </p:spPr>
      </p:sp>
      <p:sp>
        <p:nvSpPr>
          <p:cNvPr id="23142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黑体" pitchFamily="2" charset="-122"/>
              </a:rPr>
              <a:t>将高等数学的教学次序与产生次序进行对比</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sz="1400" b="1" dirty="0">
                <a:ea typeface="微软雅黑" pitchFamily="34" charset="-122"/>
              </a:rPr>
              <a:t>那么</a:t>
            </a:r>
            <a:r>
              <a:rPr lang="en-US" altLang="zh-CN" sz="1400" b="1" dirty="0">
                <a:ea typeface="微软雅黑" pitchFamily="34" charset="-122"/>
              </a:rPr>
              <a:t>15342</a:t>
            </a:r>
            <a:r>
              <a:rPr lang="zh-CN" altLang="en-US" sz="1400" b="1" dirty="0">
                <a:ea typeface="微软雅黑" pitchFamily="34" charset="-122"/>
              </a:rPr>
              <a:t>有几个逆序呢，有几个逆序就称为逆序数是几，逆序数后面</a:t>
            </a:r>
            <a:endParaRPr lang="zh-CN" altLang="en-US" sz="1400" b="1" dirty="0">
              <a:solidFill>
                <a:schemeClr val="accent5">
                  <a:lumMod val="75000"/>
                </a:schemeClr>
              </a:solidFill>
              <a:latin typeface="微软雅黑" pitchFamily="34" charset="-122"/>
              <a:ea typeface="微软雅黑" pitchFamily="34" charset="-122"/>
            </a:endParaRPr>
          </a:p>
          <a:p>
            <a:endParaRPr lang="zh-CN" altLang="en-US" dirty="0">
              <a:ea typeface="微软雅黑" pitchFamily="34" charset="-122"/>
            </a:endParaRPr>
          </a:p>
        </p:txBody>
      </p:sp>
    </p:spTree>
    <p:extLst>
      <p:ext uri="{BB962C8B-B14F-4D97-AF65-F5344CB8AC3E}">
        <p14:creationId xmlns:p14="http://schemas.microsoft.com/office/powerpoint/2010/main" val="322087241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3311582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18337254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400331517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264304541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21875474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sz="1400" dirty="0">
                <a:solidFill>
                  <a:schemeClr val="tx1"/>
                </a:solidFill>
                <a:ea typeface="微软雅黑" pitchFamily="34" charset="-122"/>
              </a:rPr>
              <a:t>每项的正负号都取决于列下标排列的逆序数  （</a:t>
            </a:r>
            <a:r>
              <a:rPr lang="zh-CN" altLang="en-US" sz="1400" dirty="0">
                <a:solidFill>
                  <a:srgbClr val="0000FF"/>
                </a:solidFill>
                <a:ea typeface="微软雅黑" pitchFamily="34" charset="-122"/>
              </a:rPr>
              <a:t>行下标按从小到大排列</a:t>
            </a:r>
            <a:r>
              <a:rPr lang="zh-CN" altLang="en-US" sz="1400" dirty="0">
                <a:solidFill>
                  <a:schemeClr val="tx1"/>
                </a:solidFill>
                <a:ea typeface="微软雅黑" pitchFamily="34" charset="-122"/>
              </a:rPr>
              <a:t>）．</a:t>
            </a:r>
          </a:p>
          <a:p>
            <a:endParaRPr lang="zh-CN" altLang="zh-CN" dirty="0">
              <a:ea typeface="黑体" pitchFamily="2" charset="-122"/>
            </a:endParaRPr>
          </a:p>
        </p:txBody>
      </p:sp>
    </p:spTree>
    <p:extLst>
      <p:ext uri="{BB962C8B-B14F-4D97-AF65-F5344CB8AC3E}">
        <p14:creationId xmlns:p14="http://schemas.microsoft.com/office/powerpoint/2010/main" val="298429599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dirty="0">
              <a:ea typeface="黑体" pitchFamily="2" charset="-122"/>
            </a:endParaRPr>
          </a:p>
        </p:txBody>
      </p:sp>
    </p:spTree>
    <p:extLst>
      <p:ext uri="{BB962C8B-B14F-4D97-AF65-F5344CB8AC3E}">
        <p14:creationId xmlns:p14="http://schemas.microsoft.com/office/powerpoint/2010/main" val="413727932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1150938" y="692150"/>
            <a:ext cx="4556125" cy="3416300"/>
          </a:xfrm>
          <a:ln/>
        </p:spPr>
      </p:sp>
      <p:sp>
        <p:nvSpPr>
          <p:cNvPr id="2365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dirty="0">
              <a:ea typeface="黑体" pitchFamily="2" charset="-122"/>
            </a:endParaRPr>
          </a:p>
        </p:txBody>
      </p:sp>
    </p:spTree>
    <p:extLst>
      <p:ext uri="{BB962C8B-B14F-4D97-AF65-F5344CB8AC3E}">
        <p14:creationId xmlns:p14="http://schemas.microsoft.com/office/powerpoint/2010/main" val="39038019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b="1" dirty="0">
                <a:solidFill>
                  <a:schemeClr val="tx2"/>
                </a:solidFill>
                <a:latin typeface="微软雅黑" pitchFamily="34" charset="-122"/>
                <a:ea typeface="微软雅黑" pitchFamily="34" charset="-122"/>
              </a:rPr>
              <a:t>第一题让学生自己尝试着做一下 </a:t>
            </a:r>
            <a:endParaRPr lang="en-US" altLang="zh-CN" b="1" dirty="0">
              <a:solidFill>
                <a:schemeClr val="tx2"/>
              </a:solidFill>
              <a:latin typeface="微软雅黑" pitchFamily="34" charset="-122"/>
              <a:ea typeface="微软雅黑" pitchFamily="34" charset="-122"/>
            </a:endParaRPr>
          </a:p>
          <a:p>
            <a:r>
              <a:rPr lang="zh-CN" altLang="en-US" b="1" dirty="0">
                <a:solidFill>
                  <a:schemeClr val="tx2"/>
                </a:solidFill>
                <a:latin typeface="微软雅黑" pitchFamily="34" charset="-122"/>
                <a:ea typeface="微软雅黑" pitchFamily="34" charset="-122"/>
              </a:rPr>
              <a:t>逆序数就是一个排列经多少次相邻对换可得标准次序的数目。</a:t>
            </a:r>
            <a:endParaRPr lang="zh-CN" altLang="en-US" dirty="0">
              <a:ea typeface="微软雅黑" pitchFamily="34"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lstStyle/>
          <a:p>
            <a:endParaRPr lang="zh-CN" altLang="en-US" dirty="0">
              <a:ea typeface="微软雅黑" pitchFamily="34" charset="-122"/>
            </a:endParaRPr>
          </a:p>
        </p:txBody>
      </p:sp>
    </p:spTree>
    <p:extLst>
      <p:ext uri="{BB962C8B-B14F-4D97-AF65-F5344CB8AC3E}">
        <p14:creationId xmlns:p14="http://schemas.microsoft.com/office/powerpoint/2010/main" val="349850690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次序可以改变，但要视特殊情况而定</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lstStyle/>
          <a:p>
            <a:r>
              <a:rPr lang="zh-CN" altLang="en-US" dirty="0">
                <a:ea typeface="微软雅黑" pitchFamily="34" charset="-122"/>
              </a:rPr>
              <a:t>可以做为公式记下来</a:t>
            </a:r>
          </a:p>
        </p:txBody>
      </p:sp>
    </p:spTree>
    <p:extLst>
      <p:ext uri="{BB962C8B-B14F-4D97-AF65-F5344CB8AC3E}">
        <p14:creationId xmlns:p14="http://schemas.microsoft.com/office/powerpoint/2010/main" val="17935357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kumimoji="1" lang="zh-CN" altLang="en-US" sz="1400" b="1" kern="1200" dirty="0">
                <a:solidFill>
                  <a:schemeClr val="tx1"/>
                </a:solidFill>
                <a:latin typeface="微软雅黑" pitchFamily="34" charset="-122"/>
                <a:ea typeface="微软雅黑" pitchFamily="34" charset="-122"/>
                <a:cs typeface="+mn-cs"/>
              </a:rPr>
              <a:t>此行列式的特征</a:t>
            </a:r>
            <a:r>
              <a:rPr kumimoji="1" lang="en-US" altLang="zh-CN" sz="1400" b="1" kern="1200" dirty="0">
                <a:solidFill>
                  <a:schemeClr val="tx1"/>
                </a:solidFill>
                <a:latin typeface="微软雅黑" pitchFamily="34" charset="-122"/>
                <a:ea typeface="微软雅黑" pitchFamily="34" charset="-122"/>
                <a:cs typeface="+mn-cs"/>
              </a:rPr>
              <a:t>: </a:t>
            </a:r>
            <a:r>
              <a:rPr kumimoji="1" lang="zh-CN" altLang="en-US" sz="1400" b="1" kern="1200" dirty="0">
                <a:solidFill>
                  <a:schemeClr val="tx1"/>
                </a:solidFill>
                <a:latin typeface="微软雅黑" pitchFamily="34" charset="-122"/>
                <a:ea typeface="微软雅黑" pitchFamily="34" charset="-122"/>
                <a:cs typeface="+mn-cs"/>
              </a:rPr>
              <a:t>大部分元素为 </a:t>
            </a:r>
            <a:r>
              <a:rPr kumimoji="1" lang="en-US" altLang="zh-CN" sz="1400" b="1" kern="1200" dirty="0">
                <a:solidFill>
                  <a:schemeClr val="tx1"/>
                </a:solidFill>
                <a:latin typeface="微软雅黑" pitchFamily="34" charset="-122"/>
                <a:ea typeface="微软雅黑" pitchFamily="34" charset="-122"/>
                <a:cs typeface="+mn-cs"/>
              </a:rPr>
              <a:t>1 </a:t>
            </a:r>
            <a:r>
              <a:rPr kumimoji="1" lang="zh-CN" altLang="en-US" sz="1400" b="1" kern="1200" dirty="0">
                <a:solidFill>
                  <a:schemeClr val="tx1"/>
                </a:solidFill>
                <a:latin typeface="微软雅黑" pitchFamily="34" charset="-122"/>
                <a:ea typeface="微软雅黑" pitchFamily="34" charset="-122"/>
                <a:cs typeface="+mn-cs"/>
              </a:rPr>
              <a:t>。</a:t>
            </a:r>
          </a:p>
          <a:p>
            <a:r>
              <a:rPr lang="zh-CN" altLang="en-US" dirty="0">
                <a:ea typeface="微软雅黑" pitchFamily="34" charset="-122"/>
              </a:rPr>
              <a:t>红</a:t>
            </a:r>
            <a:r>
              <a:rPr lang="en-US" altLang="zh-CN" dirty="0">
                <a:ea typeface="微软雅黑" pitchFamily="34" charset="-122"/>
              </a:rPr>
              <a:t>1</a:t>
            </a:r>
            <a:r>
              <a:rPr lang="zh-CN" altLang="en-US" dirty="0">
                <a:ea typeface="微软雅黑" pitchFamily="34" charset="-122"/>
              </a:rPr>
              <a:t>是固定值，蓝</a:t>
            </a:r>
            <a:r>
              <a:rPr lang="en-US" altLang="zh-CN" dirty="0">
                <a:ea typeface="微软雅黑" pitchFamily="34" charset="-122"/>
              </a:rPr>
              <a:t>1</a:t>
            </a:r>
            <a:r>
              <a:rPr lang="zh-CN" altLang="en-US" dirty="0">
                <a:ea typeface="微软雅黑" pitchFamily="34" charset="-122"/>
              </a:rPr>
              <a:t>则代表公共元素。</a:t>
            </a:r>
          </a:p>
        </p:txBody>
      </p:sp>
    </p:spTree>
    <p:extLst>
      <p:ext uri="{BB962C8B-B14F-4D97-AF65-F5344CB8AC3E}">
        <p14:creationId xmlns:p14="http://schemas.microsoft.com/office/powerpoint/2010/main" val="17436001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ea typeface="微软雅黑" pitchFamily="34" charset="-122"/>
              </a:rPr>
              <a:t>将三阶降为二阶，计算难度降低，但代价是计算规模扩大</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ea typeface="微软雅黑" pitchFamily="34" charset="-122"/>
              </a:rPr>
              <a:t>计算行列式时，通常是性质与</a:t>
            </a:r>
            <a:r>
              <a:rPr lang="en-US" altLang="zh-CN" dirty="0">
                <a:ea typeface="微软雅黑" pitchFamily="34" charset="-122"/>
              </a:rPr>
              <a:t>L</a:t>
            </a:r>
            <a:r>
              <a:rPr lang="zh-CN" altLang="en-US" dirty="0">
                <a:ea typeface="微软雅黑" pitchFamily="34" charset="-122"/>
              </a:rPr>
              <a:t>氏展开法结合使用</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上下两个行列式第一行元素的代数余子式</a:t>
            </a:r>
            <a:r>
              <a:rPr lang="en-US" altLang="zh-CN" dirty="0"/>
              <a:t>A1j</a:t>
            </a:r>
            <a:r>
              <a:rPr lang="zh-CN" altLang="en-US" dirty="0"/>
              <a:t>都相同，</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上下两个行列式第一行元素的代数余子式</a:t>
            </a:r>
            <a:r>
              <a:rPr lang="en-US" altLang="zh-CN" dirty="0"/>
              <a:t>A1j</a:t>
            </a:r>
            <a:r>
              <a:rPr lang="zh-CN" altLang="en-US" dirty="0"/>
              <a:t>都相同，</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ea typeface="微软雅黑" pitchFamily="34" charset="-122"/>
              </a:rPr>
              <a:t>高位指标</a:t>
            </a:r>
            <a:r>
              <a:rPr lang="en-US" altLang="zh-CN" dirty="0">
                <a:ea typeface="微软雅黑" pitchFamily="34" charset="-122"/>
              </a:rPr>
              <a:t>-</a:t>
            </a:r>
            <a:r>
              <a:rPr lang="zh-CN" altLang="en-US" dirty="0">
                <a:ea typeface="微软雅黑" pitchFamily="34" charset="-122"/>
              </a:rPr>
              <a:t>低位指标的连乘，只与第一行元素有关，只与位置有关</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Rot="1" noChangeAspect="1" noChangeArrowheads="1" noTextEdit="1"/>
          </p:cNvSpPr>
          <p:nvPr>
            <p:ph type="sldImg"/>
          </p:nvPr>
        </p:nvSpPr>
        <p:spPr>
          <a:xfrm>
            <a:off x="1150938" y="692150"/>
            <a:ext cx="4556125" cy="3416300"/>
          </a:xfrm>
          <a:ln/>
        </p:spPr>
      </p:sp>
      <p:sp>
        <p:nvSpPr>
          <p:cNvPr id="6758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dirty="0">
              <a:ea typeface="微软雅黑" pitchFamily="34" charset="-122"/>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Rot="1" noChangeAspect="1" noChangeArrowheads="1" noTextEdit="1"/>
          </p:cNvSpPr>
          <p:nvPr>
            <p:ph type="sldImg"/>
          </p:nvPr>
        </p:nvSpPr>
        <p:spPr>
          <a:xfrm>
            <a:off x="1150938" y="692150"/>
            <a:ext cx="4556125" cy="3416300"/>
          </a:xfrm>
          <a:ln/>
        </p:spPr>
      </p:sp>
      <p:sp>
        <p:nvSpPr>
          <p:cNvPr id="635907"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pPr>
              <a:defRPr/>
            </a:pPr>
            <a:r>
              <a:rPr lang="zh-CN" altLang="en-US" b="1">
                <a:effectLst>
                  <a:outerShdw blurRad="38100" dist="38100" dir="2700000" algn="tl">
                    <a:srgbClr val="C0C0C0"/>
                  </a:outerShdw>
                </a:effectLst>
              </a:rPr>
              <a:t>说明后证伴随阵，伴随阵的伴随阵由下表证明</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Rot="1" noChangeAspect="1" noChangeArrowheads="1" noTextEdit="1"/>
          </p:cNvSpPr>
          <p:nvPr>
            <p:ph type="sldImg"/>
          </p:nvPr>
        </p:nvSpPr>
        <p:spPr>
          <a:xfrm>
            <a:off x="1150938" y="692150"/>
            <a:ext cx="4556125" cy="3416300"/>
          </a:xfrm>
          <a:ln/>
        </p:spPr>
      </p:sp>
      <p:sp>
        <p:nvSpPr>
          <p:cNvPr id="487427"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pPr>
              <a:defRPr/>
            </a:pPr>
            <a:endParaRPr lang="zh-CN" altLang="zh-CN" b="1" dirty="0">
              <a:effectLst>
                <a:outerShdw blurRad="38100" dist="38100" dir="2700000" algn="tl">
                  <a:srgbClr val="C0C0C0"/>
                </a:outerShdw>
              </a:effectLst>
              <a:ea typeface="微软雅黑" pitchFamily="34" charset="-122"/>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kumimoji="0" lang="zh-CN" altLang="zh-CN" sz="1600" b="1" u="none" strike="noStrike" kern="1200" cap="none" normalizeH="0" baseline="0" dirty="0">
              <a:ln>
                <a:noFill/>
              </a:ln>
              <a:solidFill>
                <a:srgbClr val="FFFF00"/>
              </a:solidFill>
              <a:effectLst/>
              <a:latin typeface="微软雅黑" pitchFamily="34" charset="-122"/>
              <a:ea typeface="微软雅黑" pitchFamily="34" charset="-122"/>
              <a:cs typeface="+mn-cs"/>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微软雅黑" pitchFamily="34" charset="-122"/>
              </a:rPr>
              <a:t>说明方阵的时候</a:t>
            </a:r>
            <a:r>
              <a:rPr lang="en-US" altLang="zh-CN" dirty="0">
                <a:ea typeface="微软雅黑" pitchFamily="34" charset="-122"/>
              </a:rPr>
              <a:t>E</a:t>
            </a:r>
            <a:r>
              <a:rPr lang="zh-CN" altLang="en-US" dirty="0">
                <a:ea typeface="微软雅黑" pitchFamily="34" charset="-122"/>
              </a:rPr>
              <a:t>与</a:t>
            </a:r>
            <a:r>
              <a:rPr lang="en-US" altLang="zh-CN" dirty="0">
                <a:ea typeface="微软雅黑" pitchFamily="34" charset="-122"/>
              </a:rPr>
              <a:t>A</a:t>
            </a:r>
            <a:r>
              <a:rPr lang="zh-CN" altLang="en-US" dirty="0">
                <a:ea typeface="微软雅黑" pitchFamily="34" charset="-122"/>
              </a:rPr>
              <a:t>的交换律成立</a:t>
            </a:r>
            <a:endParaRPr lang="en-US" altLang="zh-CN" dirty="0">
              <a:ea typeface="微软雅黑" pitchFamily="34" charset="-122"/>
            </a:endParaRPr>
          </a:p>
          <a:p>
            <a:r>
              <a:rPr lang="zh-CN" altLang="en-US" dirty="0">
                <a:ea typeface="微软雅黑" pitchFamily="34" charset="-122"/>
              </a:rPr>
              <a:t>多项式运算时，对对角阵做什么就相当于对对角元做什么</a:t>
            </a:r>
            <a:endParaRPr lang="zh-CN" altLang="zh-CN" dirty="0">
              <a:ea typeface="微软雅黑" pitchFamily="34" charset="-122"/>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dirty="0">
              <a:ea typeface="微软雅黑" pitchFamily="34" charset="-122"/>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p:cNvSpPr>
            <a:spLocks noGrp="1" noRot="1" noChangeAspect="1" noChangeArrowheads="1" noTextEdit="1"/>
          </p:cNvSpPr>
          <p:nvPr>
            <p:ph type="sldImg"/>
          </p:nvPr>
        </p:nvSpPr>
        <p:spPr>
          <a:xfrm>
            <a:off x="1150938" y="692150"/>
            <a:ext cx="4556125" cy="3416300"/>
          </a:xfrm>
          <a:ln/>
        </p:spPr>
      </p:sp>
      <p:sp>
        <p:nvSpPr>
          <p:cNvPr id="7987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宋体" charset="-122"/>
              </a:rPr>
              <a:t>验证方法：常数待定法</a:t>
            </a:r>
            <a:endParaRPr lang="zh-CN" altLang="zh-CN" dirty="0">
              <a:ea typeface="宋体" charset="-122"/>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p:cNvSpPr>
            <a:spLocks noGrp="1" noRot="1" noChangeAspect="1" noChangeArrowheads="1" noTextEdit="1"/>
          </p:cNvSpPr>
          <p:nvPr>
            <p:ph type="sldImg"/>
          </p:nvPr>
        </p:nvSpPr>
        <p:spPr>
          <a:xfrm>
            <a:off x="1150938" y="692150"/>
            <a:ext cx="4556125" cy="3416300"/>
          </a:xfrm>
          <a:ln/>
        </p:spPr>
      </p:sp>
      <p:sp>
        <p:nvSpPr>
          <p:cNvPr id="7987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宋体" charset="-122"/>
              </a:rPr>
              <a:t>验证方法：常数待定法</a:t>
            </a:r>
            <a:endParaRPr lang="zh-CN" altLang="zh-CN" dirty="0">
              <a:ea typeface="宋体" charset="-122"/>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p:cNvSpPr>
            <a:spLocks noGrp="1" noRot="1" noChangeAspect="1" noChangeArrowheads="1" noTextEdit="1"/>
          </p:cNvSpPr>
          <p:nvPr>
            <p:ph type="sldImg"/>
          </p:nvPr>
        </p:nvSpPr>
        <p:spPr>
          <a:xfrm>
            <a:off x="1150938" y="692150"/>
            <a:ext cx="4556125" cy="3416300"/>
          </a:xfrm>
          <a:ln/>
        </p:spPr>
      </p:sp>
      <p:sp>
        <p:nvSpPr>
          <p:cNvPr id="7987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a:ea typeface="宋体" charset="-122"/>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幻灯片图像占位符 1"/>
          <p:cNvSpPr>
            <a:spLocks noGrp="1" noRot="1" noChangeAspect="1" noTextEdit="1"/>
          </p:cNvSpPr>
          <p:nvPr>
            <p:ph type="sldImg"/>
          </p:nvPr>
        </p:nvSpPr>
        <p:spPr>
          <a:xfrm>
            <a:off x="1150938" y="692150"/>
            <a:ext cx="4556125" cy="3416300"/>
          </a:xfrm>
          <a:ln/>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pPr>
              <a:defRPr/>
            </a:pPr>
            <a:r>
              <a:rPr lang="en-US" altLang="zh-CN" i="1" dirty="0">
                <a:effectLst>
                  <a:outerShdw blurRad="38100" dist="38100" dir="2700000" algn="tl">
                    <a:srgbClr val="FFFFFF"/>
                  </a:outerShdw>
                </a:effectLst>
                <a:latin typeface="Times New Roman" charset="0"/>
                <a:sym typeface="Symbol" pitchFamily="18" charset="2"/>
              </a:rPr>
              <a:t>A</a:t>
            </a:r>
            <a:r>
              <a:rPr lang="zh-CN" altLang="en-US" dirty="0">
                <a:effectLst>
                  <a:outerShdw blurRad="38100" dist="38100" dir="2700000" algn="tl">
                    <a:srgbClr val="FFFFFF"/>
                  </a:outerShdw>
                </a:effectLst>
                <a:latin typeface="Times New Roman" charset="0"/>
                <a:sym typeface="Symbol" pitchFamily="18" charset="2"/>
              </a:rPr>
              <a:t>是否相似于对角矩阵？如果相似于对角矩阵，并求对角矩阵及相应的相似变换矩阵</a:t>
            </a:r>
            <a:r>
              <a:rPr lang="en-US" altLang="zh-CN" dirty="0">
                <a:effectLst>
                  <a:outerShdw blurRad="38100" dist="38100" dir="2700000" algn="tl">
                    <a:srgbClr val="FFFFFF"/>
                  </a:outerShdw>
                </a:effectLst>
                <a:latin typeface="Times New Roman" charset="0"/>
                <a:sym typeface="Symbol" pitchFamily="18" charset="2"/>
              </a:rPr>
              <a:t>. </a:t>
            </a:r>
            <a:endParaRPr lang="zh-CN" altLang="en-US" dirty="0">
              <a:effectLst>
                <a:outerShdw blurRad="38100" dist="38100" dir="2700000" algn="tl">
                  <a:srgbClr val="FFFFFF"/>
                </a:outerShdw>
              </a:effectLst>
              <a:latin typeface="Times New Roman" charset="0"/>
              <a:sym typeface="Symbol" pitchFamily="18" charset="2"/>
            </a:endParaRPr>
          </a:p>
          <a:p>
            <a:pPr>
              <a:defRPr/>
            </a:pPr>
            <a:endParaRPr lang="zh-CN" altLang="en-US" dirty="0"/>
          </a:p>
        </p:txBody>
      </p:sp>
    </p:spTree>
    <p:extLst>
      <p:ext uri="{BB962C8B-B14F-4D97-AF65-F5344CB8AC3E}">
        <p14:creationId xmlns:p14="http://schemas.microsoft.com/office/powerpoint/2010/main" val="33410193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Rot="1" noChangeAspect="1" noChangeArrowheads="1" noTextEdit="1"/>
          </p:cNvSpPr>
          <p:nvPr>
            <p:ph type="sldImg"/>
          </p:nvPr>
        </p:nvSpPr>
        <p:spPr>
          <a:xfrm>
            <a:off x="1150938" y="692150"/>
            <a:ext cx="4556125" cy="3416300"/>
          </a:xfrm>
          <a:ln/>
        </p:spPr>
      </p:sp>
      <p:sp>
        <p:nvSpPr>
          <p:cNvPr id="7168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宋体" charset="-122"/>
              </a:rPr>
              <a:t>配方，因式分解</a:t>
            </a:r>
            <a:endParaRPr lang="en-US" altLang="zh-CN" dirty="0">
              <a:ea typeface="宋体" charset="-122"/>
            </a:endParaRPr>
          </a:p>
          <a:p>
            <a:r>
              <a:rPr kumimoji="1" lang="zh-CN" altLang="zh-CN" sz="1400" kern="1200" dirty="0">
                <a:solidFill>
                  <a:schemeClr val="tx1"/>
                </a:solidFill>
                <a:latin typeface="Arial" charset="0"/>
                <a:ea typeface="宋体" pitchFamily="2" charset="-122"/>
                <a:cs typeface="+mn-cs"/>
              </a:rPr>
              <a:t>原则：其中一项一定是</a:t>
            </a:r>
            <a:r>
              <a:rPr kumimoji="1" lang="en-US" altLang="zh-CN" sz="1400" kern="1200" dirty="0">
                <a:solidFill>
                  <a:schemeClr val="tx1"/>
                </a:solidFill>
                <a:latin typeface="Arial" charset="0"/>
                <a:ea typeface="宋体" pitchFamily="2" charset="-122"/>
                <a:cs typeface="+mn-cs"/>
              </a:rPr>
              <a:t>A </a:t>
            </a:r>
            <a:r>
              <a:rPr kumimoji="1" lang="zh-CN" altLang="zh-CN" sz="1400" kern="1200" dirty="0">
                <a:solidFill>
                  <a:schemeClr val="tx1"/>
                </a:solidFill>
                <a:latin typeface="Arial" charset="0"/>
                <a:ea typeface="宋体" pitchFamily="2" charset="-122"/>
                <a:cs typeface="+mn-cs"/>
              </a:rPr>
              <a:t>，等号右端一定是单位矩阵</a:t>
            </a:r>
            <a:r>
              <a:rPr kumimoji="1" lang="en-US" altLang="zh-CN" sz="1400" i="1" kern="1200" dirty="0">
                <a:solidFill>
                  <a:schemeClr val="tx1"/>
                </a:solidFill>
                <a:latin typeface="Arial" charset="0"/>
                <a:ea typeface="宋体" pitchFamily="2" charset="-122"/>
                <a:cs typeface="+mn-cs"/>
              </a:rPr>
              <a:t>E</a:t>
            </a:r>
            <a:endParaRPr lang="zh-CN" altLang="en-US" dirty="0">
              <a:ea typeface="宋体" charset="-122"/>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Rot="1" noChangeAspect="1" noChangeArrowheads="1" noTextEdit="1"/>
          </p:cNvSpPr>
          <p:nvPr>
            <p:ph type="sldImg"/>
          </p:nvPr>
        </p:nvSpPr>
        <p:spPr>
          <a:xfrm>
            <a:off x="1150938" y="692150"/>
            <a:ext cx="4556125" cy="3416300"/>
          </a:xfrm>
          <a:ln/>
        </p:spPr>
      </p:sp>
      <p:sp>
        <p:nvSpPr>
          <p:cNvPr id="7168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宋体" charset="-122"/>
              </a:rPr>
              <a:t>（</a:t>
            </a:r>
            <a:r>
              <a:rPr lang="en-US" altLang="zh-CN" dirty="0">
                <a:ea typeface="宋体" charset="-122"/>
              </a:rPr>
              <a:t>3</a:t>
            </a:r>
            <a:r>
              <a:rPr lang="zh-CN" altLang="en-US" dirty="0">
                <a:ea typeface="宋体" charset="-122"/>
              </a:rPr>
              <a:t>）因式分解</a:t>
            </a:r>
            <a:r>
              <a:rPr kumimoji="1" lang="zh-CN" altLang="zh-CN" sz="1400" kern="1200" dirty="0">
                <a:solidFill>
                  <a:schemeClr val="tx1"/>
                </a:solidFill>
                <a:latin typeface="Arial" charset="0"/>
                <a:ea typeface="宋体" pitchFamily="2" charset="-122"/>
                <a:cs typeface="+mn-cs"/>
              </a:rPr>
              <a:t>原则：其中一项一定是</a:t>
            </a:r>
            <a:r>
              <a:rPr kumimoji="1" lang="zh-CN" altLang="en-US" sz="1400" kern="1200" dirty="0">
                <a:solidFill>
                  <a:schemeClr val="tx1"/>
                </a:solidFill>
                <a:latin typeface="Arial" charset="0"/>
                <a:ea typeface="宋体" pitchFamily="2" charset="-122"/>
                <a:cs typeface="+mn-cs"/>
              </a:rPr>
              <a:t>所求与</a:t>
            </a:r>
            <a:r>
              <a:rPr kumimoji="1" lang="en-US" altLang="zh-CN" sz="1400" kern="1200" dirty="0">
                <a:solidFill>
                  <a:schemeClr val="tx1"/>
                </a:solidFill>
                <a:latin typeface="Arial" charset="0"/>
                <a:ea typeface="宋体" pitchFamily="2" charset="-122"/>
                <a:cs typeface="+mn-cs"/>
              </a:rPr>
              <a:t>A</a:t>
            </a:r>
            <a:r>
              <a:rPr kumimoji="1" lang="zh-CN" altLang="en-US" sz="1400" kern="1200" dirty="0">
                <a:solidFill>
                  <a:schemeClr val="tx1"/>
                </a:solidFill>
                <a:latin typeface="Arial" charset="0"/>
                <a:ea typeface="宋体" pitchFamily="2" charset="-122"/>
                <a:cs typeface="+mn-cs"/>
              </a:rPr>
              <a:t>相关的式子</a:t>
            </a:r>
            <a:r>
              <a:rPr kumimoji="1" lang="en-US" altLang="zh-CN" sz="1400" kern="1200" dirty="0">
                <a:solidFill>
                  <a:schemeClr val="tx1"/>
                </a:solidFill>
                <a:latin typeface="Arial" charset="0"/>
                <a:ea typeface="宋体" pitchFamily="2" charset="-122"/>
                <a:cs typeface="+mn-cs"/>
              </a:rPr>
              <a:t> </a:t>
            </a:r>
            <a:r>
              <a:rPr kumimoji="1" lang="zh-CN" altLang="zh-CN" sz="1400" kern="1200" dirty="0">
                <a:solidFill>
                  <a:schemeClr val="tx1"/>
                </a:solidFill>
                <a:latin typeface="Arial" charset="0"/>
                <a:ea typeface="宋体" pitchFamily="2" charset="-122"/>
                <a:cs typeface="+mn-cs"/>
              </a:rPr>
              <a:t>，等号右端一定是单位矩阵</a:t>
            </a:r>
            <a:r>
              <a:rPr kumimoji="1" lang="en-US" altLang="zh-CN" sz="1400" i="1" kern="1200" dirty="0">
                <a:solidFill>
                  <a:schemeClr val="tx1"/>
                </a:solidFill>
                <a:latin typeface="Arial" charset="0"/>
                <a:ea typeface="宋体" pitchFamily="2" charset="-122"/>
                <a:cs typeface="+mn-cs"/>
              </a:rPr>
              <a:t>E</a:t>
            </a:r>
            <a:endParaRPr lang="zh-CN" altLang="en-US" dirty="0">
              <a:ea typeface="宋体" charset="-122"/>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Rot="1" noChangeAspect="1" noChangeArrowheads="1" noTextEdit="1"/>
          </p:cNvSpPr>
          <p:nvPr>
            <p:ph type="sldImg"/>
          </p:nvPr>
        </p:nvSpPr>
        <p:spPr>
          <a:xfrm>
            <a:off x="1150938" y="692150"/>
            <a:ext cx="4556125" cy="3416300"/>
          </a:xfrm>
          <a:ln/>
        </p:spPr>
      </p:sp>
      <p:sp>
        <p:nvSpPr>
          <p:cNvPr id="6758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dirty="0">
              <a:ea typeface="微软雅黑" pitchFamily="34" charset="-122"/>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a:ea typeface="微软雅黑" pitchFamily="34" charset="-122"/>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zh-CN">
              <a:ea typeface="微软雅黑" pitchFamily="34" charset="-122"/>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xfrm>
            <a:off x="1150938" y="692150"/>
            <a:ext cx="4556125" cy="3416300"/>
          </a:xfrm>
          <a:ln/>
        </p:spPr>
      </p:sp>
      <p:sp>
        <p:nvSpPr>
          <p:cNvPr id="8499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solidFill>
                  <a:srgbClr val="FFFF00"/>
                </a:solidFill>
                <a:ea typeface="黑体" pitchFamily="49" charset="-122"/>
              </a:rPr>
              <a:t>两个新的充要条件</a:t>
            </a:r>
            <a:endParaRPr lang="zh-CN" altLang="en-US" dirty="0">
              <a:ea typeface="微软雅黑" pitchFamily="34" charset="-122"/>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Rot="1" noChangeAspect="1" noChangeArrowheads="1" noTextEdit="1"/>
          </p:cNvSpPr>
          <p:nvPr>
            <p:ph type="sldImg"/>
          </p:nvPr>
        </p:nvSpPr>
        <p:spPr>
          <a:xfrm>
            <a:off x="1150938" y="692150"/>
            <a:ext cx="4556125" cy="3416300"/>
          </a:xfrm>
          <a:ln/>
        </p:spPr>
      </p:sp>
      <p:sp>
        <p:nvSpPr>
          <p:cNvPr id="7270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ea typeface="微软雅黑" pitchFamily="34" charset="-122"/>
              </a:rPr>
              <a:t>与行列式相等相比较</a:t>
            </a:r>
            <a:endParaRPr lang="zh-CN" altLang="zh-CN" b="1" dirty="0">
              <a:ea typeface="微软雅黑" pitchFamily="34" charset="-122"/>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dirty="0">
                <a:ea typeface="微软雅黑" pitchFamily="34" charset="-122"/>
              </a:rPr>
              <a:t>（</a:t>
            </a:r>
            <a:r>
              <a:rPr lang="en-US" altLang="zh-CN" dirty="0">
                <a:ea typeface="微软雅黑" pitchFamily="34" charset="-122"/>
              </a:rPr>
              <a:t>2</a:t>
            </a:r>
            <a:r>
              <a:rPr lang="zh-CN" altLang="en-US" dirty="0">
                <a:ea typeface="微软雅黑" pitchFamily="34" charset="-122"/>
              </a:rPr>
              <a:t>）定义的简化形式，可证明一下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a:ea typeface="微软雅黑" pitchFamily="34" charset="-122"/>
              </a:rPr>
              <a:t>（4）A</a:t>
            </a:r>
            <a:r>
              <a:rPr lang="zh-CN" altLang="en-US" dirty="0">
                <a:ea typeface="微软雅黑" pitchFamily="34" charset="-122"/>
              </a:rPr>
              <a:t>可逆，则满足消去律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dirty="0">
                <a:ea typeface="微软雅黑" pitchFamily="34" charset="-122"/>
              </a:rPr>
              <a:t>（</a:t>
            </a:r>
            <a:r>
              <a:rPr lang="en-US" altLang="zh-CN" dirty="0">
                <a:ea typeface="微软雅黑" pitchFamily="34" charset="-122"/>
              </a:rPr>
              <a:t>2</a:t>
            </a:r>
            <a:r>
              <a:rPr lang="zh-CN" altLang="en-US" dirty="0">
                <a:ea typeface="微软雅黑" pitchFamily="34" charset="-122"/>
              </a:rPr>
              <a:t>）定义的简化形式，可证明一下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a:ea typeface="微软雅黑" pitchFamily="34" charset="-122"/>
              </a:rPr>
              <a:t>（4）A</a:t>
            </a:r>
            <a:r>
              <a:rPr lang="zh-CN" altLang="en-US" dirty="0">
                <a:ea typeface="微软雅黑" pitchFamily="34" charset="-122"/>
              </a:rPr>
              <a:t>可逆，则满足消去律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dirty="0">
                <a:ea typeface="微软雅黑" pitchFamily="34" charset="-122"/>
              </a:rPr>
              <a:t>（</a:t>
            </a:r>
            <a:r>
              <a:rPr lang="en-US" altLang="zh-CN" dirty="0">
                <a:ea typeface="微软雅黑" pitchFamily="34" charset="-122"/>
              </a:rPr>
              <a:t>2</a:t>
            </a:r>
            <a:r>
              <a:rPr lang="zh-CN" altLang="en-US" dirty="0">
                <a:ea typeface="微软雅黑" pitchFamily="34" charset="-122"/>
              </a:rPr>
              <a:t>）定义的简化形式，可证明一下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a:ea typeface="微软雅黑" pitchFamily="34" charset="-122"/>
              </a:rPr>
              <a:t>（4）A</a:t>
            </a:r>
            <a:r>
              <a:rPr lang="zh-CN" altLang="en-US" dirty="0">
                <a:ea typeface="微软雅黑" pitchFamily="34" charset="-122"/>
              </a:rPr>
              <a:t>可逆，则满足消去律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en-US" altLang="zh-CN" dirty="0"/>
              <a:t>P</a:t>
            </a:r>
            <a:r>
              <a:rPr lang="zh-CN" altLang="en-US" dirty="0"/>
              <a:t>不唯一</a:t>
            </a: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第四个矩阵属于顺手将上面的</a:t>
            </a:r>
            <a:r>
              <a:rPr lang="en-US" altLang="zh-CN" dirty="0"/>
              <a:t>2</a:t>
            </a:r>
            <a:r>
              <a:rPr lang="zh-CN" altLang="en-US" dirty="0"/>
              <a:t>化为</a:t>
            </a:r>
            <a:r>
              <a:rPr lang="en-US" altLang="zh-CN" dirty="0"/>
              <a:t>0</a:t>
            </a:r>
            <a:endParaRPr lang="zh-CN" altLang="en-US"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说明什么叫矩阵方程：系数相同而常数项不同的线性方程组</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xfrm>
            <a:off x="1150938" y="692150"/>
            <a:ext cx="4556125" cy="3416300"/>
          </a:xfrm>
          <a:ln/>
        </p:spPr>
      </p:sp>
      <p:sp>
        <p:nvSpPr>
          <p:cNvPr id="8499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solidFill>
                  <a:srgbClr val="FFFF00"/>
                </a:solidFill>
                <a:ea typeface="黑体" pitchFamily="49" charset="-122"/>
              </a:rPr>
              <a:t>阶梯 数代表了有效方程个数</a:t>
            </a:r>
            <a:r>
              <a:rPr lang="en-US" altLang="zh-CN" b="1" dirty="0">
                <a:solidFill>
                  <a:srgbClr val="FFFF00"/>
                </a:solidFill>
                <a:ea typeface="黑体" pitchFamily="49" charset="-122"/>
              </a:rPr>
              <a:t>,</a:t>
            </a:r>
            <a:r>
              <a:rPr lang="zh-CN" altLang="en-US" b="1" dirty="0">
                <a:solidFill>
                  <a:srgbClr val="FFFF00"/>
                </a:solidFill>
                <a:ea typeface="黑体" pitchFamily="49" charset="-122"/>
              </a:rPr>
              <a:t>矩阵的秩</a:t>
            </a:r>
            <a:endParaRPr lang="en-US" altLang="zh-CN" b="1" dirty="0">
              <a:solidFill>
                <a:srgbClr val="FFFF00"/>
              </a:solidFill>
              <a:ea typeface="黑体" pitchFamily="49" charset="-122"/>
            </a:endParaRPr>
          </a:p>
          <a:p>
            <a:r>
              <a:rPr lang="zh-CN" altLang="en-US" b="1" dirty="0">
                <a:solidFill>
                  <a:srgbClr val="FFFF00"/>
                </a:solidFill>
                <a:ea typeface="黑体" pitchFamily="49" charset="-122"/>
              </a:rPr>
              <a:t>说明：非零子式都是</a:t>
            </a:r>
            <a:endParaRPr lang="zh-CN" altLang="en-US" dirty="0">
              <a:ea typeface="微软雅黑" pitchFamily="34" charset="-122"/>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xfrm>
            <a:off x="1150938" y="692150"/>
            <a:ext cx="4556125" cy="3416300"/>
          </a:xfrm>
          <a:ln/>
        </p:spPr>
      </p:sp>
      <p:sp>
        <p:nvSpPr>
          <p:cNvPr id="8499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solidFill>
                  <a:srgbClr val="FFFF00"/>
                </a:solidFill>
                <a:ea typeface="黑体" pitchFamily="49" charset="-122"/>
              </a:rPr>
              <a:t>两个新的充要条件</a:t>
            </a:r>
            <a:endParaRPr lang="zh-CN" altLang="en-US" dirty="0">
              <a:ea typeface="微软雅黑" pitchFamily="34" charset="-122"/>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400550"/>
            <a:ext cx="5486400" cy="3600450"/>
          </a:xfrm>
          <a:prstGeom prst="rect">
            <a:avLst/>
          </a:prstGeom>
        </p:spPr>
        <p:txBody>
          <a:bodyPr/>
          <a:lstStyle/>
          <a:p>
            <a:endParaRPr lang="zh-CN" altLang="en-US" dirty="0"/>
          </a:p>
        </p:txBody>
      </p:sp>
    </p:spTree>
    <p:extLst>
      <p:ext uri="{BB962C8B-B14F-4D97-AF65-F5344CB8AC3E}">
        <p14:creationId xmlns:p14="http://schemas.microsoft.com/office/powerpoint/2010/main" val="27701903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977FF5-1158-354A-58DC-BE4333EC4F6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00C8A84-03A5-BE27-DEEC-D023D0310D35}"/>
              </a:ext>
            </a:extLst>
          </p:cNvPr>
          <p:cNvSpPr>
            <a:spLocks noGrp="1" noRot="1" noChangeAspect="1"/>
          </p:cNvSpPr>
          <p:nvPr>
            <p:ph type="sldImg"/>
          </p:nvPr>
        </p:nvSpPr>
        <p:spPr>
          <a:xfrm>
            <a:off x="1150938" y="692150"/>
            <a:ext cx="4556125" cy="3416300"/>
          </a:xfrm>
        </p:spPr>
      </p:sp>
      <p:sp>
        <p:nvSpPr>
          <p:cNvPr id="3" name="备注占位符 2">
            <a:extLst>
              <a:ext uri="{FF2B5EF4-FFF2-40B4-BE49-F238E27FC236}">
                <a16:creationId xmlns:a16="http://schemas.microsoft.com/office/drawing/2014/main" id="{F1F89AC5-3063-7FA7-A080-760E7A809EE3}"/>
              </a:ext>
            </a:extLst>
          </p:cNvPr>
          <p:cNvSpPr>
            <a:spLocks noGrp="1"/>
          </p:cNvSpPr>
          <p:nvPr>
            <p:ph type="body" idx="1"/>
          </p:nvPr>
        </p:nvSpPr>
        <p:spPr>
          <a:xfrm>
            <a:off x="685800" y="4400550"/>
            <a:ext cx="5486400" cy="3600450"/>
          </a:xfrm>
          <a:prstGeom prst="rect">
            <a:avLst/>
          </a:prstGeom>
        </p:spPr>
        <p:txBody>
          <a:bodyPr/>
          <a:lstStyle/>
          <a:p>
            <a:endParaRPr lang="zh-CN" altLang="en-US" dirty="0"/>
          </a:p>
        </p:txBody>
      </p:sp>
    </p:spTree>
    <p:extLst>
      <p:ext uri="{BB962C8B-B14F-4D97-AF65-F5344CB8AC3E}">
        <p14:creationId xmlns:p14="http://schemas.microsoft.com/office/powerpoint/2010/main" val="296557539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xfrm>
            <a:off x="1150938" y="692150"/>
            <a:ext cx="4556125" cy="3416300"/>
          </a:xfrm>
          <a:ln/>
        </p:spPr>
      </p:sp>
      <p:sp>
        <p:nvSpPr>
          <p:cNvPr id="8499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微软雅黑" pitchFamily="34" charset="-122"/>
              </a:rPr>
              <a:t>结论</a:t>
            </a:r>
            <a:r>
              <a:rPr lang="en-US" altLang="zh-CN" dirty="0">
                <a:ea typeface="微软雅黑" pitchFamily="34" charset="-122"/>
              </a:rPr>
              <a:t>1，</a:t>
            </a:r>
            <a:r>
              <a:rPr lang="zh-CN" altLang="en-US" dirty="0">
                <a:ea typeface="微软雅黑" pitchFamily="34" charset="-122"/>
              </a:rPr>
              <a:t>显然</a:t>
            </a:r>
            <a:r>
              <a:rPr lang="en-US" altLang="zh-CN" dirty="0">
                <a:ea typeface="微软雅黑" pitchFamily="34" charset="-122"/>
              </a:rPr>
              <a:t>A</a:t>
            </a:r>
            <a:r>
              <a:rPr lang="zh-CN" altLang="en-US" dirty="0">
                <a:ea typeface="微软雅黑" pitchFamily="34" charset="-122"/>
              </a:rPr>
              <a:t>可逆，结论必成立</a:t>
            </a: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dirty="0">
                <a:ea typeface="微软雅黑" pitchFamily="34" charset="-122"/>
              </a:rPr>
              <a:t>（</a:t>
            </a:r>
            <a:r>
              <a:rPr lang="en-US" altLang="zh-CN" dirty="0">
                <a:ea typeface="微软雅黑" pitchFamily="34" charset="-122"/>
              </a:rPr>
              <a:t>2</a:t>
            </a:r>
            <a:r>
              <a:rPr lang="zh-CN" altLang="en-US" dirty="0">
                <a:ea typeface="微软雅黑" pitchFamily="34" charset="-122"/>
              </a:rPr>
              <a:t>）定义的简化形式，可证明一下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a:ea typeface="微软雅黑" pitchFamily="34" charset="-122"/>
              </a:rPr>
              <a:t>（4）A</a:t>
            </a:r>
            <a:r>
              <a:rPr lang="zh-CN" altLang="en-US" dirty="0">
                <a:ea typeface="微软雅黑" pitchFamily="34" charset="-122"/>
              </a:rPr>
              <a:t>可逆，则满足消去律</a:t>
            </a:r>
            <a:endParaRPr lang="en-US" altLang="zh-CN" dirty="0">
              <a:ea typeface="微软雅黑" pitchFamily="34" charset="-122"/>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Rot="1" noChangeAspect="1" noChangeArrowheads="1" noTextEdit="1"/>
          </p:cNvSpPr>
          <p:nvPr>
            <p:ph type="sldImg"/>
          </p:nvPr>
        </p:nvSpPr>
        <p:spPr>
          <a:xfrm>
            <a:off x="1150938" y="692150"/>
            <a:ext cx="4556125" cy="3416300"/>
          </a:xfrm>
          <a:ln/>
        </p:spPr>
      </p:sp>
      <p:sp>
        <p:nvSpPr>
          <p:cNvPr id="6758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dirty="0">
              <a:ea typeface="微软雅黑" pitchFamily="34" charset="-122"/>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Rectangle 2"/>
          <p:cNvSpPr>
            <a:spLocks noGrp="1" noRot="1" noChangeAspect="1" noChangeArrowheads="1" noTextEdit="1"/>
          </p:cNvSpPr>
          <p:nvPr>
            <p:ph type="sldImg"/>
          </p:nvPr>
        </p:nvSpPr>
        <p:spPr>
          <a:xfrm>
            <a:off x="1150938" y="692150"/>
            <a:ext cx="4556125" cy="3416300"/>
          </a:xfrm>
          <a:ln/>
        </p:spPr>
      </p:sp>
      <p:sp>
        <p:nvSpPr>
          <p:cNvPr id="672771"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t>批量处理</a:t>
            </a: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Rectangle 2"/>
          <p:cNvSpPr>
            <a:spLocks noGrp="1" noRot="1" noChangeAspect="1" noChangeArrowheads="1" noTextEdit="1"/>
          </p:cNvSpPr>
          <p:nvPr>
            <p:ph type="sldImg"/>
          </p:nvPr>
        </p:nvSpPr>
        <p:spPr>
          <a:xfrm>
            <a:off x="1150938" y="692150"/>
            <a:ext cx="4556125" cy="3416300"/>
          </a:xfrm>
          <a:ln/>
        </p:spPr>
      </p:sp>
      <p:sp>
        <p:nvSpPr>
          <p:cNvPr id="67072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6866" name="Rectangle 2"/>
          <p:cNvSpPr>
            <a:spLocks noGrp="1" noRot="1" noChangeAspect="1" noChangeArrowheads="1" noTextEdit="1"/>
          </p:cNvSpPr>
          <p:nvPr>
            <p:ph type="sldImg"/>
          </p:nvPr>
        </p:nvSpPr>
        <p:spPr>
          <a:xfrm>
            <a:off x="1150938" y="692150"/>
            <a:ext cx="4556125" cy="3416300"/>
          </a:xfrm>
          <a:ln/>
        </p:spPr>
      </p:sp>
      <p:sp>
        <p:nvSpPr>
          <p:cNvPr id="6768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R(A|B) ≡R(B|A)</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因为它们之间是列向量的交换互相可得</a:t>
            </a: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故等价</a:t>
            </a: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即秩相等</a:t>
            </a:r>
            <a:endParaRPr kumimoji="0" lang="en-US" altLang="zh-CN" sz="1400" b="1" i="0" u="none" strike="noStrike" cap="none" normalizeH="0" baseline="0" dirty="0">
              <a:ln>
                <a:noFill/>
              </a:ln>
              <a:solidFill>
                <a:schemeClr val="bg1"/>
              </a:solidFill>
              <a:effectLst/>
              <a:latin typeface="微软雅黑" pitchFamily="34" charset="-122"/>
              <a:ea typeface="微软雅黑" pitchFamily="34" charset="-122"/>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秩相等且同型的矩阵等价</a:t>
            </a: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Rot="1" noChangeAspect="1" noChangeArrowheads="1" noTextEdit="1"/>
          </p:cNvSpPr>
          <p:nvPr>
            <p:ph type="sldImg"/>
          </p:nvPr>
        </p:nvSpPr>
        <p:spPr>
          <a:xfrm>
            <a:off x="1150938" y="692150"/>
            <a:ext cx="4556125" cy="3416300"/>
          </a:xfrm>
          <a:ln/>
        </p:spPr>
      </p:sp>
      <p:sp>
        <p:nvSpPr>
          <p:cNvPr id="8192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en-US" altLang="zh-CN" dirty="0">
                <a:ea typeface="宋体" charset="-122"/>
              </a:rPr>
              <a:t>3、</a:t>
            </a:r>
            <a:r>
              <a:rPr lang="zh-CN" altLang="en-US" dirty="0">
                <a:ea typeface="宋体" charset="-122"/>
              </a:rPr>
              <a:t>就是同型矩阵同秩就等价</a:t>
            </a:r>
            <a:endParaRPr lang="zh-CN" altLang="zh-CN" dirty="0">
              <a:ea typeface="宋体" charset="-122"/>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Rot="1" noChangeAspect="1" noChangeArrowheads="1" noTextEdit="1"/>
          </p:cNvSpPr>
          <p:nvPr>
            <p:ph type="sldImg"/>
          </p:nvPr>
        </p:nvSpPr>
        <p:spPr>
          <a:xfrm>
            <a:off x="1150938" y="692150"/>
            <a:ext cx="4556125" cy="3416300"/>
          </a:xfrm>
          <a:ln/>
        </p:spPr>
      </p:sp>
      <p:sp>
        <p:nvSpPr>
          <p:cNvPr id="8192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en-US" altLang="zh-CN" dirty="0">
                <a:ea typeface="宋体" charset="-122"/>
              </a:rPr>
              <a:t>3、</a:t>
            </a:r>
            <a:r>
              <a:rPr lang="zh-CN" altLang="en-US" dirty="0">
                <a:ea typeface="宋体" charset="-122"/>
              </a:rPr>
              <a:t>就是同型矩阵同秩就等价</a:t>
            </a:r>
            <a:endParaRPr lang="zh-CN" altLang="zh-CN" dirty="0">
              <a:ea typeface="宋体" charset="-122"/>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Rot="1" noChangeAspect="1" noChangeArrowheads="1" noTextEdit="1"/>
          </p:cNvSpPr>
          <p:nvPr>
            <p:ph type="sldImg"/>
          </p:nvPr>
        </p:nvSpPr>
        <p:spPr>
          <a:xfrm>
            <a:off x="1150938" y="692150"/>
            <a:ext cx="4556125" cy="3416300"/>
          </a:xfrm>
          <a:ln/>
        </p:spPr>
      </p:sp>
      <p:sp>
        <p:nvSpPr>
          <p:cNvPr id="439299"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endParaRPr kumimoji="1" lang="zh-CN" altLang="zh-CN" sz="1400" kern="1200" dirty="0">
              <a:solidFill>
                <a:schemeClr val="tx1"/>
              </a:solidFill>
              <a:latin typeface="Arial" charset="0"/>
              <a:ea typeface="宋体" pitchFamily="2" charset="-122"/>
              <a:cs typeface="+mn-cs"/>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extLst>
      <p:ext uri="{BB962C8B-B14F-4D97-AF65-F5344CB8AC3E}">
        <p14:creationId xmlns:p14="http://schemas.microsoft.com/office/powerpoint/2010/main" val="424018961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Rot="1" noChangeAspect="1" noChangeArrowheads="1" noTextEdit="1"/>
          </p:cNvSpPr>
          <p:nvPr>
            <p:ph type="sldImg"/>
          </p:nvPr>
        </p:nvSpPr>
        <p:spPr>
          <a:xfrm>
            <a:off x="1150938" y="692150"/>
            <a:ext cx="4556125" cy="3416300"/>
          </a:xfrm>
          <a:ln/>
        </p:spPr>
      </p:sp>
      <p:sp>
        <p:nvSpPr>
          <p:cNvPr id="439299"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endParaRPr kumimoji="1" lang="zh-CN" altLang="zh-CN" sz="1400" kern="1200" dirty="0">
              <a:solidFill>
                <a:schemeClr val="tx1"/>
              </a:solidFill>
              <a:latin typeface="Arial" charset="0"/>
              <a:ea typeface="宋体" pitchFamily="2" charset="-122"/>
              <a:cs typeface="+mn-cs"/>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b="1" dirty="0">
                <a:solidFill>
                  <a:schemeClr val="accent1"/>
                </a:solidFill>
                <a:latin typeface="微软雅黑" pitchFamily="34" charset="-122"/>
                <a:ea typeface="微软雅黑" pitchFamily="34" charset="-122"/>
              </a:rPr>
              <a:t>由</a:t>
            </a:r>
            <a:r>
              <a:rPr lang="en-US" altLang="zh-CN" b="1" dirty="0">
                <a:solidFill>
                  <a:schemeClr val="accent1"/>
                </a:solidFill>
                <a:latin typeface="微软雅黑" pitchFamily="34" charset="-122"/>
                <a:ea typeface="微软雅黑" pitchFamily="34" charset="-122"/>
              </a:rPr>
              <a:t>“</a:t>
            </a:r>
            <a:r>
              <a:rPr lang="zh-CN" altLang="en-US" b="1" dirty="0">
                <a:solidFill>
                  <a:schemeClr val="accent1"/>
                </a:solidFill>
                <a:latin typeface="微软雅黑" pitchFamily="34" charset="-122"/>
                <a:ea typeface="微软雅黑" pitchFamily="34" charset="-122"/>
              </a:rPr>
              <a:t>部分向量组总能由原向量组线性表示</a:t>
            </a:r>
            <a:r>
              <a:rPr lang="en-US" altLang="zh-CN" b="1" dirty="0">
                <a:solidFill>
                  <a:schemeClr val="accent1"/>
                </a:solidFill>
                <a:latin typeface="微软雅黑" pitchFamily="34" charset="-122"/>
                <a:ea typeface="微软雅黑" pitchFamily="34" charset="-122"/>
              </a:rPr>
              <a:t>”</a:t>
            </a: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由行阶梯阵的整理过程，即行初等变换就是行向量之间的线性组合，最后一行正是由前面各行经线性组合化为</a:t>
            </a:r>
            <a:r>
              <a:rPr lang="en-US" altLang="zh-CN" dirty="0"/>
              <a:t>0</a:t>
            </a:r>
            <a:r>
              <a:rPr lang="zh-CN" altLang="en-US" dirty="0"/>
              <a:t>向量</a:t>
            </a: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6866" name="Rectangle 2"/>
          <p:cNvSpPr>
            <a:spLocks noGrp="1" noRot="1" noChangeAspect="1" noChangeArrowheads="1" noTextEdit="1"/>
          </p:cNvSpPr>
          <p:nvPr>
            <p:ph type="sldImg"/>
          </p:nvPr>
        </p:nvSpPr>
        <p:spPr>
          <a:xfrm>
            <a:off x="1150938" y="692150"/>
            <a:ext cx="4556125" cy="3416300"/>
          </a:xfrm>
          <a:ln/>
        </p:spPr>
      </p:sp>
      <p:sp>
        <p:nvSpPr>
          <p:cNvPr id="6768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R(A|B) ≡R(B|A)</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因为它们之间是列向量的交换互相可得</a:t>
            </a: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故等价</a:t>
            </a:r>
            <a:r>
              <a:rPr kumimoji="0" lang="en-US" altLang="zh-CN" sz="14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即秩相等</a:t>
            </a:r>
            <a:endParaRPr kumimoji="0" lang="en-US" altLang="zh-CN" sz="1400" b="1" i="0" u="none" strike="noStrike" cap="none" normalizeH="0" baseline="0" dirty="0">
              <a:ln>
                <a:noFill/>
              </a:ln>
              <a:solidFill>
                <a:schemeClr val="bg1"/>
              </a:solidFill>
              <a:effectLst/>
              <a:latin typeface="微软雅黑" pitchFamily="34" charset="-122"/>
              <a:ea typeface="微软雅黑" pitchFamily="34" charset="-122"/>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a:ea typeface="微软雅黑" pitchFamily="34" charset="-122"/>
              </a:rPr>
              <a:t>解的线性组合仍是方程的解</a:t>
            </a: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由已知，基础解必为</a:t>
            </a:r>
            <a:r>
              <a:rPr lang="en-US" altLang="zh-CN" dirty="0"/>
              <a:t>3</a:t>
            </a:r>
            <a:r>
              <a:rPr lang="zh-CN" altLang="en-US" dirty="0"/>
              <a:t>个</a:t>
            </a: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说明</a:t>
            </a:r>
            <a:r>
              <a:rPr lang="en-US" altLang="zh-CN" dirty="0"/>
              <a:t>:</a:t>
            </a:r>
          </a:p>
          <a:p>
            <a:r>
              <a:rPr lang="en-US" altLang="zh-CN" dirty="0"/>
              <a:t>1、</a:t>
            </a:r>
            <a:r>
              <a:rPr lang="zh-CN" altLang="en-US" dirty="0"/>
              <a:t>齐次方程组的基础解系如何取得</a:t>
            </a:r>
            <a:r>
              <a:rPr lang="en-US" altLang="zh-CN" dirty="0"/>
              <a:t>,</a:t>
            </a:r>
            <a:r>
              <a:rPr lang="zh-CN" altLang="en-US" dirty="0"/>
              <a:t>通解的构成</a:t>
            </a:r>
            <a:endParaRPr lang="en-US" altLang="zh-CN" dirty="0"/>
          </a:p>
          <a:p>
            <a:r>
              <a:rPr lang="en-US" altLang="zh-CN" dirty="0"/>
              <a:t>2、</a:t>
            </a:r>
            <a:r>
              <a:rPr lang="zh-CN" altLang="en-US" dirty="0"/>
              <a:t>秩之间的关系</a:t>
            </a: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如果</a:t>
            </a:r>
            <a:r>
              <a:rPr lang="en-US" altLang="zh-CN" dirty="0"/>
              <a:t>B</a:t>
            </a:r>
            <a:r>
              <a:rPr lang="zh-CN" altLang="en-US" dirty="0"/>
              <a:t>是齐次方程组的系数阵，那么解是什么形式</a:t>
            </a: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dirty="0">
              <a:ea typeface="微软雅黑" pitchFamily="34" charset="-122"/>
            </a:endParaRPr>
          </a:p>
          <a:p>
            <a:endParaRPr lang="zh-CN" altLang="en-US" dirty="0">
              <a:ea typeface="微软雅黑" pitchFamily="34" charset="-122"/>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dirty="0">
                <a:ea typeface="微软雅黑" pitchFamily="34" charset="-122"/>
              </a:rPr>
              <a:t>所谓通解要满足两个条件：首先本身一定是解，同时还要包含所有的解</a:t>
            </a:r>
          </a:p>
          <a:p>
            <a:endParaRPr lang="zh-CN" altLang="en-US" dirty="0">
              <a:ea typeface="微软雅黑" pitchFamily="34" charset="-122"/>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先做齐次通解，再做非齐次特解</a:t>
            </a: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如果</a:t>
            </a:r>
            <a:r>
              <a:rPr lang="en-US" altLang="zh-CN" dirty="0"/>
              <a:t>B</a:t>
            </a:r>
            <a:r>
              <a:rPr lang="zh-CN" altLang="en-US" dirty="0"/>
              <a:t>是齐次方程组的系数阵，那么解是什么形式</a:t>
            </a: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如果</a:t>
            </a:r>
            <a:r>
              <a:rPr lang="en-US" altLang="zh-CN" dirty="0"/>
              <a:t>B</a:t>
            </a:r>
            <a:r>
              <a:rPr lang="zh-CN" altLang="en-US" dirty="0"/>
              <a:t>是齐次方程组的系数阵，那么解是什么形式</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Rot="1" noChangeAspect="1" noChangeArrowheads="1" noTextEdit="1"/>
          </p:cNvSpPr>
          <p:nvPr>
            <p:ph type="sldImg"/>
          </p:nvPr>
        </p:nvSpPr>
        <p:spPr>
          <a:xfrm>
            <a:off x="1150938" y="692150"/>
            <a:ext cx="4556125" cy="3416300"/>
          </a:xfrm>
          <a:ln/>
        </p:spPr>
      </p:sp>
      <p:sp>
        <p:nvSpPr>
          <p:cNvPr id="7270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latin typeface="Arial" pitchFamily="34" charset="0"/>
              </a:rPr>
              <a:t>本章中主要内容都是针对方阵</a:t>
            </a: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Rot="1" noChangeAspect="1" noChangeArrowheads="1" noTextEdit="1"/>
          </p:cNvSpPr>
          <p:nvPr>
            <p:ph type="sldImg"/>
          </p:nvPr>
        </p:nvSpPr>
        <p:spPr>
          <a:xfrm>
            <a:off x="1150938" y="692150"/>
            <a:ext cx="4556125" cy="3416300"/>
          </a:xfrm>
          <a:ln/>
        </p:spPr>
      </p:sp>
      <p:sp>
        <p:nvSpPr>
          <p:cNvPr id="7475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latin typeface="Arial" pitchFamily="34"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p:cNvSpPr>
            <a:spLocks noGrp="1" noRot="1" noChangeAspect="1" noChangeArrowheads="1" noTextEdit="1"/>
          </p:cNvSpPr>
          <p:nvPr>
            <p:ph type="sldImg"/>
          </p:nvPr>
        </p:nvSpPr>
        <p:spPr>
          <a:xfrm>
            <a:off x="1150938" y="692150"/>
            <a:ext cx="4556125" cy="3416300"/>
          </a:xfrm>
          <a:ln/>
        </p:spPr>
      </p:sp>
      <p:sp>
        <p:nvSpPr>
          <p:cNvPr id="80899"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latin typeface="Arial" pitchFamily="34"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Rot="1" noChangeAspect="1" noChangeArrowheads="1" noTextEdit="1"/>
          </p:cNvSpPr>
          <p:nvPr>
            <p:ph type="sldImg"/>
          </p:nvPr>
        </p:nvSpPr>
        <p:spPr>
          <a:xfrm>
            <a:off x="1150938" y="692150"/>
            <a:ext cx="4556125" cy="3416300"/>
          </a:xfrm>
          <a:ln/>
        </p:spPr>
      </p:sp>
      <p:sp>
        <p:nvSpPr>
          <p:cNvPr id="8192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latin typeface="Arial" pitchFamily="34"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Rot="1" noChangeAspect="1" noChangeArrowheads="1" noTextEdit="1"/>
          </p:cNvSpPr>
          <p:nvPr>
            <p:ph type="sldImg"/>
          </p:nvPr>
        </p:nvSpPr>
        <p:spPr>
          <a:xfrm>
            <a:off x="1150938" y="692150"/>
            <a:ext cx="4556125" cy="3416300"/>
          </a:xfrm>
          <a:ln/>
        </p:spPr>
      </p:sp>
      <p:sp>
        <p:nvSpPr>
          <p:cNvPr id="8192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latin typeface="Arial" pitchFamily="34"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Rot="1" noChangeAspect="1" noChangeArrowheads="1" noTextEdit="1"/>
          </p:cNvSpPr>
          <p:nvPr>
            <p:ph type="sldImg"/>
          </p:nvPr>
        </p:nvSpPr>
        <p:spPr>
          <a:xfrm>
            <a:off x="1150938" y="692150"/>
            <a:ext cx="4556125" cy="3416300"/>
          </a:xfrm>
          <a:ln/>
        </p:spPr>
      </p:sp>
      <p:sp>
        <p:nvSpPr>
          <p:cNvPr id="8294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solidFill>
                  <a:srgbClr val="FFFF00"/>
                </a:solidFill>
                <a:latin typeface="微软雅黑" pitchFamily="34" charset="-122"/>
                <a:ea typeface="微软雅黑" pitchFamily="34" charset="-122"/>
                <a:cs typeface="楷体_GB2312" pitchFamily="49" charset="-122"/>
              </a:rPr>
              <a:t>规范正交基：注意这是充要条件，即正交给出的是天然规范正交基，而规范正交基放到一个矩阵中也必然是一个正交阵</a:t>
            </a:r>
            <a:endParaRPr lang="zh-CN" altLang="en-US" b="1" dirty="0">
              <a:latin typeface="Arial" pitchFamily="34" charset="0"/>
              <a:ea typeface="微软雅黑" pitchFamily="34" charset="-122"/>
              <a:cs typeface="楷体_GB2312" pitchFamily="49" charset="-122"/>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Rot="1" noChangeAspect="1" noChangeArrowheads="1" noTextEdit="1"/>
          </p:cNvSpPr>
          <p:nvPr>
            <p:ph type="sldImg"/>
          </p:nvPr>
        </p:nvSpPr>
        <p:spPr>
          <a:xfrm>
            <a:off x="1150938" y="692150"/>
            <a:ext cx="4556125" cy="3416300"/>
          </a:xfrm>
          <a:ln/>
        </p:spPr>
      </p:sp>
      <p:sp>
        <p:nvSpPr>
          <p:cNvPr id="83971"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圆经过正交变换后仍是圆，形状完全不发生变化</a:t>
            </a: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xfrm>
            <a:off x="1150938" y="692150"/>
            <a:ext cx="4556125" cy="3416300"/>
          </a:xfrm>
          <a:ln/>
        </p:spPr>
      </p:sp>
      <p:sp>
        <p:nvSpPr>
          <p:cNvPr id="87043"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ea typeface="微软雅黑" pitchFamily="34" charset="-122"/>
              </a:rPr>
              <a:t>正交相当于代数中的垂直</a:t>
            </a:r>
            <a:endParaRPr lang="zh-CN" altLang="zh-CN" dirty="0">
              <a:ea typeface="微软雅黑" pitchFamily="34" charset="-122"/>
            </a:endParaRPr>
          </a:p>
        </p:txBody>
      </p:sp>
    </p:spTree>
    <p:extLst>
      <p:ext uri="{BB962C8B-B14F-4D97-AF65-F5344CB8AC3E}">
        <p14:creationId xmlns:p14="http://schemas.microsoft.com/office/powerpoint/2010/main" val="130920740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幻灯片图像占位符 1"/>
          <p:cNvSpPr>
            <a:spLocks noGrp="1" noRot="1" noChangeAspect="1" noTextEdit="1"/>
          </p:cNvSpPr>
          <p:nvPr>
            <p:ph type="sldImg"/>
          </p:nvPr>
        </p:nvSpPr>
        <p:spPr>
          <a:xfrm>
            <a:off x="1150938" y="692150"/>
            <a:ext cx="4556125" cy="3416300"/>
          </a:xfrm>
          <a:ln/>
        </p:spPr>
      </p:sp>
      <p:sp>
        <p:nvSpPr>
          <p:cNvPr id="81923" name="备注占位符 2"/>
          <p:cNvSpPr>
            <a:spLocks noGrp="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latin typeface="Arial" pitchFamily="34" charset="0"/>
              </a:rPr>
              <a:t>基础解系中的解线性无关，又都与</a:t>
            </a:r>
            <a:r>
              <a:rPr lang="en-US" altLang="zh-CN" b="0" dirty="0">
                <a:latin typeface="微软雅黑" pitchFamily="34" charset="-122"/>
                <a:ea typeface="微软雅黑" pitchFamily="34" charset="-122"/>
              </a:rPr>
              <a:t>α</a:t>
            </a:r>
            <a:r>
              <a:rPr lang="en-US" altLang="zh-CN" b="0" baseline="-25000" dirty="0">
                <a:latin typeface="微软雅黑" pitchFamily="34" charset="-122"/>
                <a:ea typeface="微软雅黑" pitchFamily="34" charset="-122"/>
              </a:rPr>
              <a:t>1</a:t>
            </a:r>
            <a:r>
              <a:rPr lang="zh-CN" altLang="en-US" b="0" dirty="0">
                <a:latin typeface="微软雅黑" pitchFamily="34" charset="-122"/>
                <a:ea typeface="微软雅黑" pitchFamily="34" charset="-122"/>
              </a:rPr>
              <a:t>正交，故也无关，于是三向量线性无关</a:t>
            </a:r>
            <a:endParaRPr lang="zh-CN" altLang="en-US" b="0" dirty="0">
              <a:latin typeface="Arial"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幻灯片图像占位符 1"/>
          <p:cNvSpPr>
            <a:spLocks noGrp="1" noRot="1" noChangeAspect="1" noTextEdit="1"/>
          </p:cNvSpPr>
          <p:nvPr>
            <p:ph type="sldImg"/>
          </p:nvPr>
        </p:nvSpPr>
        <p:spPr>
          <a:xfrm>
            <a:off x="1150938" y="692150"/>
            <a:ext cx="4556125" cy="3416300"/>
          </a:xfrm>
          <a:ln/>
        </p:spPr>
      </p:sp>
      <p:sp>
        <p:nvSpPr>
          <p:cNvPr id="87043" name="备注占位符 2"/>
          <p:cNvSpPr>
            <a:spLocks noGrp="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latin typeface="Arial" pitchFamily="34" charset="0"/>
              </a:rPr>
              <a:t>与通解相区分</a:t>
            </a:r>
            <a:endParaRPr lang="en-US" altLang="zh-CN" dirty="0">
              <a:latin typeface="Arial" pitchFamily="34" charset="0"/>
            </a:endParaRPr>
          </a:p>
          <a:p>
            <a:r>
              <a:rPr lang="zh-CN" altLang="en-US" dirty="0">
                <a:latin typeface="Arial" pitchFamily="34" charset="0"/>
              </a:rPr>
              <a:t>关注两个解正交关系</a:t>
            </a:r>
          </a:p>
        </p:txBody>
      </p:sp>
    </p:spTree>
    <p:extLst>
      <p:ext uri="{BB962C8B-B14F-4D97-AF65-F5344CB8AC3E}">
        <p14:creationId xmlns:p14="http://schemas.microsoft.com/office/powerpoint/2010/main" val="15212645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Grp="1" noRot="1" noChangeAspect="1" noChangeArrowheads="1" noTextEdit="1"/>
          </p:cNvSpPr>
          <p:nvPr>
            <p:ph type="sldImg"/>
          </p:nvPr>
        </p:nvSpPr>
        <p:spPr>
          <a:xfrm>
            <a:off x="1150938" y="692150"/>
            <a:ext cx="4556125" cy="3416300"/>
          </a:xfrm>
          <a:ln/>
        </p:spPr>
      </p:sp>
      <p:sp>
        <p:nvSpPr>
          <p:cNvPr id="86019"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一个向量输入方阵后输出的向量必同维，但大小和方向都会发性改变，大小的改变还好，都是在一条线上伸缩，而方向的变化就不可控了，三维空间中可以向各个方向偏移。</a:t>
            </a:r>
            <a:endParaRPr lang="en-US" altLang="zh-CN" b="1" dirty="0">
              <a:latin typeface="Arial" pitchFamily="34" charset="0"/>
            </a:endParaRPr>
          </a:p>
          <a:p>
            <a:r>
              <a:rPr kumimoji="1" lang="zh-CN" altLang="zh-CN" sz="1400" b="1" kern="1200" dirty="0">
                <a:solidFill>
                  <a:schemeClr val="tx1"/>
                </a:solidFill>
                <a:latin typeface="Arial" charset="0"/>
                <a:ea typeface="宋体" pitchFamily="2" charset="-122"/>
                <a:cs typeface="+mn-cs"/>
              </a:rPr>
              <a:t>求特征值的目的就是看看一个线性变换对一些非零向量的作用是否能够相当于一个数乘变换，特征值就是这个数乘变换的变换比，这样的一些非零向量就是特征向量，其实我们更关心的是特征向量，希望能把原先的线性空间分解成一些和特征向量相关的子空间的直和，这样我们的研究就可以分别限定在这些子空间上来进行，这和物理中在研究运动的时候将运动分解成水平方向和垂直方向的做法是一个道理</a:t>
            </a:r>
            <a:r>
              <a:rPr kumimoji="1" lang="en-US" altLang="zh-CN" sz="1400" b="1" kern="1200">
                <a:solidFill>
                  <a:schemeClr val="tx1"/>
                </a:solidFill>
                <a:latin typeface="Arial" charset="0"/>
                <a:ea typeface="宋体" pitchFamily="2" charset="-122"/>
                <a:cs typeface="+mn-cs"/>
              </a:rPr>
              <a:t>.</a:t>
            </a:r>
            <a:endParaRPr kumimoji="1" lang="en-US" altLang="zh-CN" sz="1400" b="1" kern="1200" dirty="0">
              <a:solidFill>
                <a:schemeClr val="tx1"/>
              </a:solidFill>
              <a:latin typeface="Arial" charset="0"/>
              <a:ea typeface="宋体" pitchFamily="2" charset="-122"/>
              <a:cs typeface="+mn-cs"/>
            </a:endParaRPr>
          </a:p>
          <a:p>
            <a:r>
              <a:rPr lang="zh-CN" altLang="en-US" b="1" dirty="0">
                <a:latin typeface="Arial" pitchFamily="34" charset="0"/>
              </a:rPr>
              <a:t>特征向量就是那些线性变换后不改变方向的量</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幻灯片图像占位符 1"/>
          <p:cNvSpPr>
            <a:spLocks noGrp="1" noRot="1" noChangeAspect="1" noTextEdit="1"/>
          </p:cNvSpPr>
          <p:nvPr>
            <p:ph type="sldImg"/>
          </p:nvPr>
        </p:nvSpPr>
        <p:spPr>
          <a:xfrm>
            <a:off x="1150938" y="692150"/>
            <a:ext cx="4556125" cy="3416300"/>
          </a:xfrm>
          <a:ln/>
        </p:spPr>
      </p:sp>
      <p:sp>
        <p:nvSpPr>
          <p:cNvPr id="87043" name="备注占位符 2"/>
          <p:cNvSpPr>
            <a:spLocks noGrp="1"/>
          </p:cNvSpPr>
          <p:nvPr>
            <p:ph type="body" idx="1"/>
          </p:nvPr>
        </p:nvSpPr>
        <p:spPr bwMode="auto">
          <a:xfrm>
            <a:off x="685800" y="4343400"/>
            <a:ext cx="5486400" cy="4114800"/>
          </a:xfrm>
          <a:prstGeom prst="rect">
            <a:avLst/>
          </a:prstGeom>
          <a:noFill/>
          <a:ln>
            <a:miter lim="800000"/>
            <a:headEnd/>
            <a:tailEnd/>
          </a:ln>
        </p:spPr>
        <p:txBody>
          <a:bodyPr/>
          <a:lstStyle/>
          <a:p>
            <a:r>
              <a:rPr lang="zh-CN" altLang="en-US" dirty="0">
                <a:latin typeface="Arial" pitchFamily="34" charset="0"/>
              </a:rPr>
              <a:t>与通解相区分</a:t>
            </a:r>
            <a:endParaRPr lang="en-US" altLang="zh-CN" dirty="0">
              <a:latin typeface="Arial" pitchFamily="34" charset="0"/>
            </a:endParaRPr>
          </a:p>
          <a:p>
            <a:r>
              <a:rPr lang="zh-CN" altLang="en-US" dirty="0">
                <a:latin typeface="Arial" pitchFamily="34" charset="0"/>
              </a:rPr>
              <a:t>关注两个解正交关系</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xfrm>
            <a:off x="1150938" y="692150"/>
            <a:ext cx="4556125" cy="3416300"/>
          </a:xfrm>
          <a:ln/>
        </p:spPr>
      </p:sp>
      <p:sp>
        <p:nvSpPr>
          <p:cNvPr id="8806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en-US" altLang="zh-CN" b="1" dirty="0">
                <a:latin typeface="Arial" pitchFamily="34" charset="0"/>
              </a:rPr>
              <a:t>1、</a:t>
            </a:r>
            <a:r>
              <a:rPr lang="zh-CN" altLang="en-US" b="1" dirty="0">
                <a:latin typeface="Arial" pitchFamily="34" charset="0"/>
              </a:rPr>
              <a:t>几阶阵就有几个特征值</a:t>
            </a:r>
            <a:endParaRPr lang="en-US" altLang="zh-CN" b="1">
              <a:latin typeface="Arial" pitchFamily="34" charset="0"/>
            </a:endParaRPr>
          </a:p>
          <a:p>
            <a:endParaRPr lang="en-US" altLang="zh-CN" b="1">
              <a:latin typeface="Arial" pitchFamily="34" charset="0"/>
            </a:endParaRPr>
          </a:p>
          <a:p>
            <a:endParaRPr lang="zh-CN" altLang="en-US" b="1" dirty="0">
              <a:latin typeface="Arial" pitchFamily="34"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Rot="1" noChangeAspect="1" noChangeArrowheads="1" noTextEdit="1"/>
          </p:cNvSpPr>
          <p:nvPr>
            <p:ph type="sldImg"/>
          </p:nvPr>
        </p:nvSpPr>
        <p:spPr>
          <a:xfrm>
            <a:off x="1150938" y="692150"/>
            <a:ext cx="4556125" cy="3416300"/>
          </a:xfrm>
          <a:ln/>
        </p:spPr>
      </p:sp>
      <p:sp>
        <p:nvSpPr>
          <p:cNvPr id="479235"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pPr>
              <a:defRPr/>
            </a:pPr>
            <a:r>
              <a:rPr lang="zh-CN" altLang="en-US" b="1" dirty="0">
                <a:effectLst>
                  <a:outerShdw blurRad="38100" dist="38100" dir="2700000" algn="tl">
                    <a:srgbClr val="C0C0C0"/>
                  </a:outerShdw>
                </a:effectLst>
                <a:ea typeface="微软雅黑" pitchFamily="34" charset="-122"/>
              </a:rPr>
              <a:t>行列式即是特征值之积</a:t>
            </a:r>
            <a:endParaRPr lang="en-US" altLang="zh-CN" b="1" dirty="0">
              <a:effectLst>
                <a:outerShdw blurRad="38100" dist="38100" dir="2700000" algn="tl">
                  <a:srgbClr val="C0C0C0"/>
                </a:outerShdw>
              </a:effectLst>
              <a:ea typeface="微软雅黑" pitchFamily="34" charset="-122"/>
            </a:endParaRPr>
          </a:p>
          <a:p>
            <a:pPr>
              <a:defRPr/>
            </a:pPr>
            <a:r>
              <a:rPr lang="zh-CN" altLang="en-US" b="1" dirty="0">
                <a:effectLst>
                  <a:outerShdw blurRad="38100" dist="38100" dir="2700000" algn="tl">
                    <a:srgbClr val="C0C0C0"/>
                  </a:outerShdw>
                </a:effectLst>
                <a:ea typeface="微软雅黑" pitchFamily="34" charset="-122"/>
              </a:rPr>
              <a:t>幂的特征</a:t>
            </a:r>
            <a:endParaRPr lang="zh-CN" altLang="zh-CN" b="1" dirty="0">
              <a:effectLst>
                <a:outerShdw blurRad="38100" dist="38100" dir="2700000" algn="tl">
                  <a:srgbClr val="C0C0C0"/>
                </a:outerShdw>
              </a:effectLst>
              <a:ea typeface="微软雅黑" pitchFamily="34" charset="-122"/>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xfrm>
            <a:off x="1150938" y="692150"/>
            <a:ext cx="4556125" cy="3416300"/>
          </a:xfrm>
          <a:ln/>
        </p:spPr>
      </p:sp>
      <p:sp>
        <p:nvSpPr>
          <p:cNvPr id="479235" name="Rectangle 3"/>
          <p:cNvSpPr>
            <a:spLocks noGrp="1" noChangeArrowheads="1"/>
          </p:cNvSpPr>
          <p:nvPr>
            <p:ph type="body" idx="1"/>
          </p:nvPr>
        </p:nvSpPr>
        <p:spPr bwMode="auto">
          <a:xfrm>
            <a:off x="685800" y="4343400"/>
            <a:ext cx="5486400" cy="4114800"/>
          </a:xfrm>
          <a:prstGeom prst="rect">
            <a:avLst/>
          </a:prstGeom>
          <a:ln>
            <a:miter lim="800000"/>
            <a:headEnd/>
            <a:tailEnd/>
          </a:ln>
        </p:spPr>
        <p:txBody>
          <a:bodyPr/>
          <a:lstStyle/>
          <a:p>
            <a:pPr>
              <a:defRPr/>
            </a:pPr>
            <a:endParaRPr lang="zh-CN" altLang="zh-CN" b="1" dirty="0">
              <a:effectLst>
                <a:outerShdw blurRad="38100" dist="38100" dir="2700000" algn="tl">
                  <a:srgbClr val="C0C0C0"/>
                </a:outerShdw>
              </a:effectLst>
              <a:ea typeface="微软雅黑" pitchFamily="34" charset="-122"/>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Rot="1" noChangeAspect="1" noChangeArrowheads="1" noTextEdit="1"/>
          </p:cNvSpPr>
          <p:nvPr>
            <p:ph type="sldImg"/>
          </p:nvPr>
        </p:nvSpPr>
        <p:spPr>
          <a:xfrm>
            <a:off x="1150938" y="692150"/>
            <a:ext cx="4556125" cy="3416300"/>
          </a:xfrm>
          <a:ln/>
        </p:spPr>
      </p:sp>
      <p:sp>
        <p:nvSpPr>
          <p:cNvPr id="91139"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无习惯意义下的特征向量</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Rot="1" noChangeAspect="1" noChangeArrowheads="1" noTextEdit="1"/>
          </p:cNvSpPr>
          <p:nvPr>
            <p:ph type="sldImg"/>
          </p:nvPr>
        </p:nvSpPr>
        <p:spPr>
          <a:xfrm>
            <a:off x="1150938" y="692150"/>
            <a:ext cx="4556125" cy="3416300"/>
          </a:xfrm>
          <a:ln/>
        </p:spPr>
      </p:sp>
      <p:sp>
        <p:nvSpPr>
          <p:cNvPr id="91139"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无习惯意义下的特征向量</a:t>
            </a: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Rot="1" noChangeAspect="1" noChangeArrowheads="1" noTextEdit="1"/>
          </p:cNvSpPr>
          <p:nvPr>
            <p:ph type="sldImg"/>
          </p:nvPr>
        </p:nvSpPr>
        <p:spPr>
          <a:xfrm>
            <a:off x="1150938" y="692150"/>
            <a:ext cx="4556125" cy="3416300"/>
          </a:xfrm>
          <a:ln/>
        </p:spPr>
      </p:sp>
      <p:sp>
        <p:nvSpPr>
          <p:cNvPr id="94211"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微软雅黑" pitchFamily="34" charset="-122"/>
                <a:ea typeface="微软雅黑" pitchFamily="34" charset="-122"/>
              </a:rPr>
              <a:t>即</a:t>
            </a:r>
            <a:r>
              <a:rPr lang="en-US" altLang="zh-CN" b="1" dirty="0">
                <a:solidFill>
                  <a:schemeClr val="tx1">
                    <a:lumMod val="75000"/>
                  </a:schemeClr>
                </a:solidFill>
                <a:latin typeface="微软雅黑" pitchFamily="34" charset="-122"/>
                <a:ea typeface="微软雅黑" pitchFamily="34" charset="-122"/>
              </a:rPr>
              <a:t>A</a:t>
            </a:r>
            <a:r>
              <a:rPr lang="zh-CN" altLang="en-US" b="1" dirty="0">
                <a:latin typeface="微软雅黑" pitchFamily="34" charset="-122"/>
                <a:ea typeface="微软雅黑" pitchFamily="34" charset="-122"/>
              </a:rPr>
              <a:t>对应于</a:t>
            </a:r>
            <a:r>
              <a:rPr lang="en-US" altLang="zh-CN" b="1" kern="0" dirty="0">
                <a:solidFill>
                  <a:srgbClr val="FFFFCC">
                    <a:lumMod val="75000"/>
                  </a:srgbClr>
                </a:solidFill>
                <a:latin typeface="微软雅黑" pitchFamily="34" charset="-122"/>
                <a:ea typeface="微软雅黑" pitchFamily="34" charset="-122"/>
              </a:rPr>
              <a:t>λ</a:t>
            </a:r>
            <a:r>
              <a:rPr lang="zh-CN" altLang="en-US" b="1" kern="0" dirty="0">
                <a:solidFill>
                  <a:schemeClr val="accent5"/>
                </a:solidFill>
                <a:latin typeface="微软雅黑" pitchFamily="34" charset="-122"/>
                <a:ea typeface="微软雅黑" pitchFamily="34" charset="-122"/>
              </a:rPr>
              <a:t>的</a:t>
            </a:r>
            <a:r>
              <a:rPr lang="zh-CN" altLang="en-US" b="1" dirty="0">
                <a:latin typeface="微软雅黑" pitchFamily="34" charset="-122"/>
                <a:ea typeface="微软雅黑" pitchFamily="34" charset="-122"/>
              </a:rPr>
              <a:t>特征向量为</a:t>
            </a:r>
            <a:r>
              <a:rPr lang="en-US" altLang="zh-CN" b="1" i="1" dirty="0">
                <a:solidFill>
                  <a:srgbClr val="FFFF00"/>
                </a:solidFill>
                <a:latin typeface="微软雅黑" pitchFamily="34" charset="-122"/>
                <a:ea typeface="微软雅黑" pitchFamily="34" charset="-122"/>
              </a:rPr>
              <a:t>P </a:t>
            </a:r>
            <a:r>
              <a:rPr kumimoji="0" lang="en-US" altLang="zh-CN" b="1" kern="0" dirty="0">
                <a:solidFill>
                  <a:schemeClr val="accent2">
                    <a:lumMod val="20000"/>
                    <a:lumOff val="80000"/>
                  </a:schemeClr>
                </a:solidFill>
                <a:latin typeface="微软雅黑" pitchFamily="34" charset="-122"/>
                <a:ea typeface="微软雅黑" pitchFamily="34" charset="-122"/>
              </a:rPr>
              <a:t>α</a:t>
            </a:r>
          </a:p>
          <a:p>
            <a:r>
              <a:rPr kumimoji="0" lang="zh-CN" altLang="en-US" b="1" kern="0" dirty="0">
                <a:solidFill>
                  <a:schemeClr val="accent2">
                    <a:lumMod val="20000"/>
                    <a:lumOff val="80000"/>
                  </a:schemeClr>
                </a:solidFill>
                <a:latin typeface="微软雅黑" pitchFamily="34" charset="-122"/>
                <a:ea typeface="微软雅黑" pitchFamily="34" charset="-122"/>
              </a:rPr>
              <a:t>补充：五版</a:t>
            </a:r>
            <a:r>
              <a:rPr kumimoji="0" lang="en-US" altLang="zh-CN" b="1" kern="0" dirty="0">
                <a:solidFill>
                  <a:schemeClr val="accent2">
                    <a:lumMod val="20000"/>
                    <a:lumOff val="80000"/>
                  </a:schemeClr>
                </a:solidFill>
                <a:latin typeface="微软雅黑" pitchFamily="34" charset="-122"/>
                <a:ea typeface="微软雅黑" pitchFamily="34" charset="-122"/>
              </a:rPr>
              <a:t>122</a:t>
            </a:r>
            <a:r>
              <a:rPr kumimoji="0" lang="zh-CN" altLang="en-US" b="1" kern="0" dirty="0">
                <a:solidFill>
                  <a:schemeClr val="accent2">
                    <a:lumMod val="20000"/>
                    <a:lumOff val="80000"/>
                  </a:schemeClr>
                </a:solidFill>
                <a:latin typeface="微软雅黑" pitchFamily="34" charset="-122"/>
                <a:ea typeface="微软雅黑" pitchFamily="34" charset="-122"/>
              </a:rPr>
              <a:t>页</a:t>
            </a:r>
            <a:endParaRPr kumimoji="0" lang="en-US" altLang="zh-CN" b="1" kern="0" dirty="0">
              <a:solidFill>
                <a:schemeClr val="accent2">
                  <a:lumMod val="20000"/>
                  <a:lumOff val="80000"/>
                </a:schemeClr>
              </a:solidFill>
              <a:latin typeface="微软雅黑" pitchFamily="34" charset="-122"/>
              <a:ea typeface="微软雅黑" pitchFamily="34" charset="-122"/>
            </a:endParaRPr>
          </a:p>
          <a:p>
            <a:r>
              <a:rPr lang="zh-CN" altLang="en-US" b="1" i="0" dirty="0">
                <a:cs typeface="Times New Roman" pitchFamily="18" charset="0"/>
              </a:rPr>
              <a:t>由</a:t>
            </a:r>
            <a:r>
              <a:rPr lang="en-US" altLang="zh-CN" b="1" i="1" dirty="0">
                <a:solidFill>
                  <a:schemeClr val="accent1"/>
                </a:solidFill>
              </a:rPr>
              <a:t>P</a:t>
            </a:r>
            <a:r>
              <a:rPr lang="zh-CN" altLang="en-US" b="1" i="1" dirty="0">
                <a:solidFill>
                  <a:schemeClr val="accent1"/>
                </a:solidFill>
              </a:rPr>
              <a:t> </a:t>
            </a:r>
            <a:r>
              <a:rPr lang="en-US" altLang="en-US" b="1" i="1" baseline="30000" dirty="0">
                <a:solidFill>
                  <a:schemeClr val="accent1"/>
                </a:solidFill>
              </a:rPr>
              <a:t>−</a:t>
            </a:r>
            <a:r>
              <a:rPr lang="en-US" altLang="zh-CN" b="1" baseline="30000" dirty="0">
                <a:solidFill>
                  <a:schemeClr val="accent1"/>
                </a:solidFill>
              </a:rPr>
              <a:t>1</a:t>
            </a:r>
            <a:r>
              <a:rPr lang="en-US" altLang="zh-CN" b="1" i="1" dirty="0">
                <a:solidFill>
                  <a:schemeClr val="accent1"/>
                </a:solidFill>
              </a:rPr>
              <a:t>AP</a:t>
            </a:r>
            <a:r>
              <a:rPr lang="en-US" altLang="zh-CN" b="1" dirty="0">
                <a:solidFill>
                  <a:schemeClr val="accent1"/>
                </a:solidFill>
              </a:rPr>
              <a:t> = </a:t>
            </a:r>
            <a:r>
              <a:rPr lang="en-US" altLang="zh-CN" b="1" i="1" dirty="0">
                <a:solidFill>
                  <a:schemeClr val="accent1"/>
                </a:solidFill>
              </a:rPr>
              <a:t>B</a:t>
            </a:r>
            <a:r>
              <a:rPr lang="zh-CN" altLang="en-US" b="1" i="1" dirty="0">
                <a:solidFill>
                  <a:schemeClr val="accent1"/>
                </a:solidFill>
              </a:rPr>
              <a:t>，</a:t>
            </a:r>
            <a:r>
              <a:rPr lang="zh-CN" altLang="en-US" b="1" i="0" dirty="0">
                <a:solidFill>
                  <a:schemeClr val="accent1"/>
                </a:solidFill>
              </a:rPr>
              <a:t>且矩阵乘可逆阵秩不变，可得</a:t>
            </a:r>
            <a:r>
              <a:rPr lang="en-US" altLang="zh-CN" b="1" i="1" dirty="0">
                <a:cs typeface="Times New Roman" pitchFamily="18" charset="0"/>
              </a:rPr>
              <a:t>R </a:t>
            </a:r>
            <a:r>
              <a:rPr lang="en-US" altLang="zh-CN" b="1" dirty="0">
                <a:cs typeface="Times New Roman" pitchFamily="18" charset="0"/>
              </a:rPr>
              <a:t>(</a:t>
            </a:r>
            <a:r>
              <a:rPr lang="en-US" altLang="zh-CN" b="1" i="1" dirty="0">
                <a:cs typeface="Times New Roman" pitchFamily="18" charset="0"/>
              </a:rPr>
              <a:t>A</a:t>
            </a:r>
            <a:r>
              <a:rPr lang="en-US" altLang="zh-CN" b="1" dirty="0">
                <a:cs typeface="Times New Roman" pitchFamily="18" charset="0"/>
              </a:rPr>
              <a:t>)</a:t>
            </a:r>
            <a:r>
              <a:rPr lang="en-US" altLang="zh-CN" b="1" i="1" dirty="0">
                <a:cs typeface="Times New Roman" pitchFamily="18" charset="0"/>
              </a:rPr>
              <a:t> </a:t>
            </a:r>
            <a:r>
              <a:rPr lang="en-US" altLang="zh-CN" b="1" dirty="0">
                <a:cs typeface="Times New Roman" pitchFamily="18" charset="0"/>
                <a:sym typeface="Symbol"/>
              </a:rPr>
              <a:t>=</a:t>
            </a:r>
            <a:r>
              <a:rPr lang="en-US" altLang="zh-CN" b="1" dirty="0">
                <a:cs typeface="Times New Roman" pitchFamily="18" charset="0"/>
              </a:rPr>
              <a:t> </a:t>
            </a:r>
            <a:r>
              <a:rPr lang="en-US" altLang="zh-CN" b="1" i="1" dirty="0">
                <a:cs typeface="Times New Roman" pitchFamily="18" charset="0"/>
              </a:rPr>
              <a:t>R </a:t>
            </a:r>
            <a:r>
              <a:rPr lang="en-US" altLang="zh-CN" b="1" dirty="0">
                <a:cs typeface="Times New Roman" pitchFamily="18" charset="0"/>
              </a:rPr>
              <a:t>(</a:t>
            </a:r>
            <a:r>
              <a:rPr lang="en-US" altLang="zh-CN" b="1" i="1" dirty="0">
                <a:cs typeface="Times New Roman" pitchFamily="18" charset="0"/>
              </a:rPr>
              <a:t>B</a:t>
            </a:r>
            <a:r>
              <a:rPr lang="en-US" altLang="zh-CN" b="1" dirty="0">
                <a:cs typeface="Times New Roman" pitchFamily="18" charset="0"/>
              </a:rPr>
              <a:t>)</a:t>
            </a:r>
            <a:endParaRPr lang="zh-CN" altLang="en-US" b="1" dirty="0">
              <a:latin typeface="Arial" pitchFamily="34"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lstStyle/>
          <a:p>
            <a:endParaRPr lang="zh-CN" altLang="en-US" dirty="0"/>
          </a:p>
        </p:txBody>
      </p:sp>
      <p:sp>
        <p:nvSpPr>
          <p:cNvPr id="4" name="灯片编号占位符 3"/>
          <p:cNvSpPr>
            <a:spLocks noGrp="1"/>
          </p:cNvSpPr>
          <p:nvPr>
            <p:ph type="sldNum" sz="quarter" idx="10"/>
          </p:nvPr>
        </p:nvSpPr>
        <p:spPr>
          <a:xfrm>
            <a:off x="3884613" y="8685213"/>
            <a:ext cx="2971800" cy="457200"/>
          </a:xfrm>
          <a:prstGeom prst="rect">
            <a:avLst/>
          </a:prstGeo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fld id="{71E13D55-DCD2-4DC9-92A0-B622F5591CB7}" type="slidenum">
              <a:rPr kumimoji="1" lang="zh-CN" altLang="en-US" sz="2400" b="0" i="0" u="none" strike="noStrike" kern="1200" cap="none" spc="0" normalizeH="0" baseline="0" noProof="0" smtClean="0">
                <a:ln>
                  <a:noFill/>
                </a:ln>
                <a:solidFill>
                  <a:srgbClr val="000000"/>
                </a:solidFill>
                <a:effectLst/>
                <a:uLnTx/>
                <a:uFillTx/>
                <a:latin typeface="Times New Roman" pitchFamily="18" charset="0"/>
                <a:ea typeface="宋体" pitchFamily="2" charset="-122"/>
                <a:cs typeface="+mn-cs"/>
              </a:rPr>
              <a:pPr marL="0" marR="0" lvl="0" indent="0" algn="l" defTabSz="914400" rtl="0" eaLnBrk="1" fontAlgn="base" latinLnBrk="0" hangingPunct="1">
                <a:lnSpc>
                  <a:spcPct val="100000"/>
                </a:lnSpc>
                <a:spcBef>
                  <a:spcPct val="0"/>
                </a:spcBef>
                <a:spcAft>
                  <a:spcPct val="0"/>
                </a:spcAft>
                <a:buClrTx/>
                <a:buSzTx/>
                <a:buFontTx/>
                <a:buNone/>
                <a:tabLst/>
                <a:defRPr/>
              </a:pPr>
              <a:t>128</a:t>
            </a:fld>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extLst>
      <p:ext uri="{BB962C8B-B14F-4D97-AF65-F5344CB8AC3E}">
        <p14:creationId xmlns:p14="http://schemas.microsoft.com/office/powerpoint/2010/main" val="359450639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幻灯片图像占位符 1"/>
          <p:cNvSpPr>
            <a:spLocks noGrp="1" noRot="1" noChangeAspect="1" noTextEdit="1"/>
          </p:cNvSpPr>
          <p:nvPr>
            <p:ph type="sldImg"/>
          </p:nvPr>
        </p:nvSpPr>
        <p:spPr>
          <a:xfrm>
            <a:off x="1150938" y="692150"/>
            <a:ext cx="4556125" cy="3416300"/>
          </a:xfrm>
          <a:ln/>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pPr>
              <a:defRPr/>
            </a:pPr>
            <a:r>
              <a:rPr lang="zh-CN" altLang="en-US" dirty="0">
                <a:effectLst>
                  <a:outerShdw blurRad="38100" dist="38100" dir="2700000" algn="tl">
                    <a:srgbClr val="FFFFFF"/>
                  </a:outerShdw>
                </a:effectLst>
                <a:latin typeface="Times New Roman" charset="0"/>
              </a:rPr>
              <a:t>特征值</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effectLst>
                  <a:outerShdw blurRad="38100" dist="38100" dir="2700000" algn="tl">
                    <a:srgbClr val="FFFFFF"/>
                  </a:outerShdw>
                </a:effectLst>
                <a:latin typeface="Times New Roman" charset="0"/>
              </a:rPr>
              <a:t>的重数</a:t>
            </a:r>
            <a:r>
              <a:rPr lang="en-US" altLang="zh-CN" i="1" dirty="0">
                <a:effectLst>
                  <a:outerShdw blurRad="38100" dist="38100" dir="2700000" algn="tl">
                    <a:srgbClr val="FFFFFF"/>
                  </a:outerShdw>
                </a:effectLst>
                <a:latin typeface="Times New Roman" charset="0"/>
              </a:rPr>
              <a:t>k</a:t>
            </a:r>
            <a:r>
              <a:rPr lang="zh-CN" altLang="en-US" dirty="0">
                <a:effectLst>
                  <a:outerShdw blurRad="38100" dist="38100" dir="2700000" algn="tl">
                    <a:srgbClr val="FFFFFF"/>
                  </a:outerShdw>
                </a:effectLst>
                <a:latin typeface="Times New Roman" charset="0"/>
              </a:rPr>
              <a:t>称为</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effectLst>
                  <a:outerShdw blurRad="38100" dist="38100" dir="2700000" algn="tl">
                    <a:srgbClr val="FFFFFF"/>
                  </a:outerShdw>
                </a:effectLst>
                <a:latin typeface="Times New Roman" charset="0"/>
              </a:rPr>
              <a:t>的</a:t>
            </a:r>
            <a:r>
              <a:rPr lang="zh-CN" altLang="en-US" dirty="0">
                <a:solidFill>
                  <a:srgbClr val="FF0000"/>
                </a:solidFill>
                <a:latin typeface="黑体" pitchFamily="2" charset="-122"/>
                <a:ea typeface="黑体" pitchFamily="2" charset="-122"/>
              </a:rPr>
              <a:t>代数重数</a:t>
            </a:r>
            <a:r>
              <a:rPr lang="en-US" altLang="zh-CN" dirty="0">
                <a:latin typeface="黑体" pitchFamily="2" charset="-122"/>
                <a:ea typeface="黑体" pitchFamily="2" charset="-122"/>
              </a:rPr>
              <a:t>,</a:t>
            </a:r>
            <a:r>
              <a:rPr lang="zh-CN" altLang="en-US" dirty="0">
                <a:latin typeface="Times New Roman" charset="0"/>
              </a:rPr>
              <a:t>其对应的</a:t>
            </a:r>
            <a:r>
              <a:rPr lang="zh-CN" altLang="en-US" dirty="0">
                <a:effectLst>
                  <a:outerShdw blurRad="38100" dist="38100" dir="2700000" algn="tl">
                    <a:srgbClr val="FFFFFF"/>
                  </a:outerShdw>
                </a:effectLst>
                <a:latin typeface="Times New Roman"/>
                <a:cs typeface="Times New Roman"/>
              </a:rPr>
              <a:t>线性无关</a:t>
            </a:r>
            <a:r>
              <a:rPr lang="zh-CN" altLang="en-US" dirty="0">
                <a:latin typeface="Times New Roman" charset="0"/>
              </a:rPr>
              <a:t>特征向量的最大个数称之为</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latin typeface="Times New Roman" charset="0"/>
              </a:rPr>
              <a:t>的</a:t>
            </a:r>
            <a:r>
              <a:rPr lang="zh-CN" altLang="en-US" dirty="0">
                <a:solidFill>
                  <a:srgbClr val="FF0000"/>
                </a:solidFill>
                <a:latin typeface="黑体" pitchFamily="2" charset="-122"/>
                <a:ea typeface="黑体" pitchFamily="2" charset="-122"/>
              </a:rPr>
              <a:t>几何重数</a:t>
            </a:r>
            <a:r>
              <a:rPr lang="en-US" altLang="zh-CN" dirty="0">
                <a:latin typeface="Times New Roman" charset="0"/>
              </a:rPr>
              <a:t>.</a:t>
            </a:r>
          </a:p>
          <a:p>
            <a:pPr>
              <a:lnSpc>
                <a:spcPct val="110000"/>
              </a:lnSpc>
              <a:defRPr/>
            </a:pPr>
            <a:r>
              <a:rPr lang="en-US" altLang="zh-CN" i="1" dirty="0">
                <a:effectLst>
                  <a:outerShdw blurRad="38100" dist="38100" dir="2700000" algn="tl">
                    <a:srgbClr val="FFFFFF"/>
                  </a:outerShdw>
                </a:effectLst>
                <a:latin typeface="Times New Roman" charset="0"/>
              </a:rPr>
              <a:t>n</a:t>
            </a:r>
            <a:r>
              <a:rPr lang="zh-CN" altLang="en-US" dirty="0">
                <a:effectLst>
                  <a:outerShdw blurRad="38100" dist="38100" dir="2700000" algn="tl">
                    <a:srgbClr val="FFFFFF"/>
                  </a:outerShdw>
                </a:effectLst>
                <a:latin typeface="Times New Roman" charset="0"/>
              </a:rPr>
              <a:t>阶方阵</a:t>
            </a:r>
            <a:r>
              <a:rPr lang="en-US" altLang="zh-CN" i="1" dirty="0">
                <a:effectLst>
                  <a:outerShdw blurRad="38100" dist="38100" dir="2700000" algn="tl">
                    <a:srgbClr val="FFFFFF"/>
                  </a:outerShdw>
                </a:effectLst>
                <a:latin typeface="Times New Roman" charset="0"/>
              </a:rPr>
              <a:t>A</a:t>
            </a:r>
            <a:r>
              <a:rPr lang="zh-CN" altLang="en-US" dirty="0">
                <a:effectLst>
                  <a:outerShdw blurRad="38100" dist="38100" dir="2700000" algn="tl">
                    <a:srgbClr val="FFFFFF"/>
                  </a:outerShdw>
                </a:effectLst>
                <a:latin typeface="Times New Roman" charset="0"/>
              </a:rPr>
              <a:t>与对角矩阵相似的充要条件是</a:t>
            </a:r>
            <a:r>
              <a:rPr lang="en-US" altLang="zh-CN" i="1" dirty="0">
                <a:effectLst>
                  <a:outerShdw blurRad="38100" dist="38100" dir="2700000" algn="tl">
                    <a:srgbClr val="FFFFFF"/>
                  </a:outerShdw>
                </a:effectLst>
                <a:latin typeface="Times New Roman" charset="0"/>
              </a:rPr>
              <a:t>A</a:t>
            </a:r>
            <a:r>
              <a:rPr lang="zh-CN" altLang="en-US" dirty="0">
                <a:effectLst>
                  <a:outerShdw blurRad="38100" dist="38100" dir="2700000" algn="tl">
                    <a:srgbClr val="FFFFFF"/>
                  </a:outerShdw>
                </a:effectLst>
                <a:latin typeface="Times New Roman" charset="0"/>
              </a:rPr>
              <a:t>的每个特征值的代数重数等于几何重数</a:t>
            </a:r>
            <a:r>
              <a:rPr lang="en-US" altLang="zh-CN" dirty="0">
                <a:effectLst>
                  <a:outerShdw blurRad="38100" dist="38100" dir="2700000" algn="tl">
                    <a:srgbClr val="FFFFFF"/>
                  </a:outerShdw>
                </a:effectLst>
                <a:latin typeface="Times New Roman" charset="0"/>
              </a:rPr>
              <a:t>.   μ</a:t>
            </a:r>
          </a:p>
          <a:p>
            <a:pPr>
              <a:defRPr/>
            </a:pPr>
            <a:endParaRPr lang="zh-CN" altLang="en-US" dirty="0">
              <a:solidFill>
                <a:srgbClr val="FF0000"/>
              </a:solidFill>
              <a:latin typeface="黑体" pitchFamily="2" charset="-122"/>
              <a:ea typeface="黑体" pitchFamily="2" charset="-122"/>
            </a:endParaRPr>
          </a:p>
        </p:txBody>
      </p:sp>
    </p:spTree>
    <p:extLst>
      <p:ext uri="{BB962C8B-B14F-4D97-AF65-F5344CB8AC3E}">
        <p14:creationId xmlns:p14="http://schemas.microsoft.com/office/powerpoint/2010/main" val="383139270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Rot="1" noChangeAspect="1" noChangeArrowheads="1" noTextEdit="1"/>
          </p:cNvSpPr>
          <p:nvPr>
            <p:ph type="sldImg"/>
          </p:nvPr>
        </p:nvSpPr>
        <p:spPr>
          <a:xfrm>
            <a:off x="1150938" y="692150"/>
            <a:ext cx="4556125" cy="3416300"/>
          </a:xfrm>
          <a:ln/>
        </p:spPr>
      </p:sp>
      <p:sp>
        <p:nvSpPr>
          <p:cNvPr id="9523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a:latin typeface="Arial" pitchFamily="34" charset="0"/>
              </a:rPr>
              <a:t>判断相似的第一个充要条件，但是不方便，不具体</a:t>
            </a:r>
            <a:endParaRPr lang="zh-CN" altLang="en-US" b="1">
              <a:latin typeface="Arial" pitchFamily="34" charset="0"/>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幻灯片图像占位符 1"/>
          <p:cNvSpPr>
            <a:spLocks noGrp="1" noRot="1" noChangeAspect="1" noTextEdit="1"/>
          </p:cNvSpPr>
          <p:nvPr>
            <p:ph type="sldImg"/>
          </p:nvPr>
        </p:nvSpPr>
        <p:spPr>
          <a:xfrm>
            <a:off x="1150938" y="692150"/>
            <a:ext cx="4556125" cy="3416300"/>
          </a:xfrm>
          <a:ln/>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pPr>
              <a:defRPr/>
            </a:pPr>
            <a:r>
              <a:rPr lang="zh-CN" altLang="en-US" dirty="0">
                <a:effectLst>
                  <a:outerShdw blurRad="38100" dist="38100" dir="2700000" algn="tl">
                    <a:srgbClr val="FFFFFF"/>
                  </a:outerShdw>
                </a:effectLst>
                <a:latin typeface="Times New Roman" charset="0"/>
              </a:rPr>
              <a:t>特征值</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effectLst>
                  <a:outerShdw blurRad="38100" dist="38100" dir="2700000" algn="tl">
                    <a:srgbClr val="FFFFFF"/>
                  </a:outerShdw>
                </a:effectLst>
                <a:latin typeface="Times New Roman" charset="0"/>
              </a:rPr>
              <a:t>的重数</a:t>
            </a:r>
            <a:r>
              <a:rPr lang="en-US" altLang="zh-CN" i="1" dirty="0">
                <a:effectLst>
                  <a:outerShdw blurRad="38100" dist="38100" dir="2700000" algn="tl">
                    <a:srgbClr val="FFFFFF"/>
                  </a:outerShdw>
                </a:effectLst>
                <a:latin typeface="Times New Roman" charset="0"/>
              </a:rPr>
              <a:t>k</a:t>
            </a:r>
            <a:r>
              <a:rPr lang="zh-CN" altLang="en-US" dirty="0">
                <a:effectLst>
                  <a:outerShdw blurRad="38100" dist="38100" dir="2700000" algn="tl">
                    <a:srgbClr val="FFFFFF"/>
                  </a:outerShdw>
                </a:effectLst>
                <a:latin typeface="Times New Roman" charset="0"/>
              </a:rPr>
              <a:t>称为</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effectLst>
                  <a:outerShdw blurRad="38100" dist="38100" dir="2700000" algn="tl">
                    <a:srgbClr val="FFFFFF"/>
                  </a:outerShdw>
                </a:effectLst>
                <a:latin typeface="Times New Roman" charset="0"/>
              </a:rPr>
              <a:t>的</a:t>
            </a:r>
            <a:r>
              <a:rPr lang="zh-CN" altLang="en-US" dirty="0">
                <a:solidFill>
                  <a:srgbClr val="FF0000"/>
                </a:solidFill>
                <a:latin typeface="黑体" pitchFamily="2" charset="-122"/>
                <a:ea typeface="黑体" pitchFamily="2" charset="-122"/>
              </a:rPr>
              <a:t>代数重数</a:t>
            </a:r>
            <a:r>
              <a:rPr lang="en-US" altLang="zh-CN" dirty="0">
                <a:latin typeface="黑体" pitchFamily="2" charset="-122"/>
                <a:ea typeface="黑体" pitchFamily="2" charset="-122"/>
              </a:rPr>
              <a:t>,</a:t>
            </a:r>
            <a:r>
              <a:rPr lang="zh-CN" altLang="en-US" dirty="0">
                <a:latin typeface="Times New Roman" charset="0"/>
              </a:rPr>
              <a:t>其对应的</a:t>
            </a:r>
            <a:r>
              <a:rPr lang="zh-CN" altLang="en-US" dirty="0">
                <a:effectLst>
                  <a:outerShdw blurRad="38100" dist="38100" dir="2700000" algn="tl">
                    <a:srgbClr val="FFFFFF"/>
                  </a:outerShdw>
                </a:effectLst>
                <a:latin typeface="Times New Roman"/>
                <a:cs typeface="Times New Roman"/>
              </a:rPr>
              <a:t>线性无关</a:t>
            </a:r>
            <a:r>
              <a:rPr lang="zh-CN" altLang="en-US" dirty="0">
                <a:latin typeface="Times New Roman" charset="0"/>
              </a:rPr>
              <a:t>特征向量的最大个数称之为</a:t>
            </a:r>
            <a:r>
              <a:rPr lang="zh-CN" altLang="en-US" i="1" dirty="0">
                <a:effectLst>
                  <a:outerShdw blurRad="38100" dist="38100" dir="2700000" algn="tl">
                    <a:srgbClr val="FFFFFF"/>
                  </a:outerShdw>
                </a:effectLst>
                <a:latin typeface="Times New Roman" charset="0"/>
                <a:sym typeface="Symbol" pitchFamily="18" charset="2"/>
              </a:rPr>
              <a:t></a:t>
            </a:r>
            <a:r>
              <a:rPr lang="en-US" altLang="zh-CN" i="1" baseline="-25000" dirty="0">
                <a:effectLst>
                  <a:outerShdw blurRad="38100" dist="38100" dir="2700000" algn="tl">
                    <a:srgbClr val="FFFFFF"/>
                  </a:outerShdw>
                </a:effectLst>
                <a:latin typeface="Times New Roman" charset="0"/>
                <a:sym typeface="Symbol" pitchFamily="18" charset="2"/>
              </a:rPr>
              <a:t>0</a:t>
            </a:r>
            <a:r>
              <a:rPr lang="zh-CN" altLang="en-US" dirty="0">
                <a:latin typeface="Times New Roman" charset="0"/>
              </a:rPr>
              <a:t>的</a:t>
            </a:r>
            <a:r>
              <a:rPr lang="zh-CN" altLang="en-US" dirty="0">
                <a:solidFill>
                  <a:srgbClr val="FF0000"/>
                </a:solidFill>
                <a:latin typeface="黑体" pitchFamily="2" charset="-122"/>
                <a:ea typeface="黑体" pitchFamily="2" charset="-122"/>
              </a:rPr>
              <a:t>几何重数</a:t>
            </a:r>
            <a:r>
              <a:rPr lang="en-US" altLang="zh-CN" dirty="0">
                <a:latin typeface="Times New Roman" charset="0"/>
              </a:rPr>
              <a:t>.</a:t>
            </a:r>
          </a:p>
          <a:p>
            <a:pPr>
              <a:lnSpc>
                <a:spcPct val="110000"/>
              </a:lnSpc>
              <a:defRPr/>
            </a:pPr>
            <a:r>
              <a:rPr lang="en-US" altLang="zh-CN" i="1" dirty="0">
                <a:effectLst>
                  <a:outerShdw blurRad="38100" dist="38100" dir="2700000" algn="tl">
                    <a:srgbClr val="FFFFFF"/>
                  </a:outerShdw>
                </a:effectLst>
                <a:latin typeface="Times New Roman" charset="0"/>
              </a:rPr>
              <a:t>n</a:t>
            </a:r>
            <a:r>
              <a:rPr lang="zh-CN" altLang="en-US" dirty="0">
                <a:effectLst>
                  <a:outerShdw blurRad="38100" dist="38100" dir="2700000" algn="tl">
                    <a:srgbClr val="FFFFFF"/>
                  </a:outerShdw>
                </a:effectLst>
                <a:latin typeface="Times New Roman" charset="0"/>
              </a:rPr>
              <a:t>阶方阵</a:t>
            </a:r>
            <a:r>
              <a:rPr lang="en-US" altLang="zh-CN" i="1" dirty="0">
                <a:effectLst>
                  <a:outerShdw blurRad="38100" dist="38100" dir="2700000" algn="tl">
                    <a:srgbClr val="FFFFFF"/>
                  </a:outerShdw>
                </a:effectLst>
                <a:latin typeface="Times New Roman" charset="0"/>
              </a:rPr>
              <a:t>A</a:t>
            </a:r>
            <a:r>
              <a:rPr lang="zh-CN" altLang="en-US" dirty="0">
                <a:effectLst>
                  <a:outerShdw blurRad="38100" dist="38100" dir="2700000" algn="tl">
                    <a:srgbClr val="FFFFFF"/>
                  </a:outerShdw>
                </a:effectLst>
                <a:latin typeface="Times New Roman" charset="0"/>
              </a:rPr>
              <a:t>与对角矩阵相似的充要条件是</a:t>
            </a:r>
            <a:r>
              <a:rPr lang="en-US" altLang="zh-CN" i="1" dirty="0">
                <a:effectLst>
                  <a:outerShdw blurRad="38100" dist="38100" dir="2700000" algn="tl">
                    <a:srgbClr val="FFFFFF"/>
                  </a:outerShdw>
                </a:effectLst>
                <a:latin typeface="Times New Roman" charset="0"/>
              </a:rPr>
              <a:t>A</a:t>
            </a:r>
            <a:r>
              <a:rPr lang="zh-CN" altLang="en-US" dirty="0">
                <a:effectLst>
                  <a:outerShdw blurRad="38100" dist="38100" dir="2700000" algn="tl">
                    <a:srgbClr val="FFFFFF"/>
                  </a:outerShdw>
                </a:effectLst>
                <a:latin typeface="Times New Roman" charset="0"/>
              </a:rPr>
              <a:t>的每个特征值的代数重数等于几何重数</a:t>
            </a:r>
            <a:r>
              <a:rPr lang="en-US" altLang="zh-CN" dirty="0">
                <a:effectLst>
                  <a:outerShdw blurRad="38100" dist="38100" dir="2700000" algn="tl">
                    <a:srgbClr val="FFFFFF"/>
                  </a:outerShdw>
                </a:effectLst>
                <a:latin typeface="Times New Roman" charset="0"/>
              </a:rPr>
              <a:t>.   </a:t>
            </a:r>
          </a:p>
          <a:p>
            <a:pPr>
              <a:defRPr/>
            </a:pPr>
            <a:endParaRPr lang="zh-CN" altLang="en-US" dirty="0">
              <a:solidFill>
                <a:srgbClr val="FF0000"/>
              </a:solidFill>
              <a:latin typeface="黑体" pitchFamily="2" charset="-122"/>
              <a:ea typeface="黑体" pitchFamily="2" charset="-122"/>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r>
              <a:rPr lang="zh-CN" altLang="en-US" dirty="0"/>
              <a:t>单根意味着只有一个基础解</a:t>
            </a: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lstStyle/>
          <a:p>
            <a:r>
              <a:rPr lang="zh-CN" altLang="en-US" sz="1400" b="1" dirty="0">
                <a:solidFill>
                  <a:srgbClr val="FFFFCC"/>
                </a:solidFill>
                <a:latin typeface="黑体" pitchFamily="2" charset="-122"/>
                <a:ea typeface="黑体" pitchFamily="2" charset="-122"/>
              </a:rPr>
              <a:t>实对称阵一定可对角化</a:t>
            </a:r>
            <a:endParaRPr lang="zh-CN" altLang="en-US" dirty="0"/>
          </a:p>
        </p:txBody>
      </p:sp>
      <p:sp>
        <p:nvSpPr>
          <p:cNvPr id="4" name="灯片编号占位符 3"/>
          <p:cNvSpPr>
            <a:spLocks noGrp="1"/>
          </p:cNvSpPr>
          <p:nvPr>
            <p:ph type="sldNum" sz="quarter" idx="10"/>
          </p:nvPr>
        </p:nvSpPr>
        <p:spPr>
          <a:xfrm>
            <a:off x="3884613" y="8685213"/>
            <a:ext cx="2971800" cy="457200"/>
          </a:xfrm>
          <a:prstGeom prst="rect">
            <a:avLst/>
          </a:prstGeo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fld id="{71E13D55-DCD2-4DC9-92A0-B622F5591CB7}" type="slidenum">
              <a:rPr kumimoji="1" lang="zh-CN" altLang="en-US" sz="2400" b="0" i="0" u="none" strike="noStrike" kern="1200" cap="none" spc="0" normalizeH="0" baseline="0" noProof="0" smtClean="0">
                <a:ln>
                  <a:noFill/>
                </a:ln>
                <a:solidFill>
                  <a:prstClr val="black"/>
                </a:solidFill>
                <a:effectLst/>
                <a:uLnTx/>
                <a:uFillTx/>
                <a:latin typeface="Times New Roman" pitchFamily="18" charset="0"/>
                <a:ea typeface="宋体" pitchFamily="2" charset="-122"/>
                <a:cs typeface="+mn-cs"/>
              </a:rPr>
              <a:pPr marL="0" marR="0" lvl="0" indent="0" algn="l" defTabSz="914400" rtl="0" eaLnBrk="1" fontAlgn="base" latinLnBrk="0" hangingPunct="1">
                <a:lnSpc>
                  <a:spcPct val="100000"/>
                </a:lnSpc>
                <a:spcBef>
                  <a:spcPct val="0"/>
                </a:spcBef>
                <a:spcAft>
                  <a:spcPct val="0"/>
                </a:spcAft>
                <a:buClrTx/>
                <a:buSzTx/>
                <a:buFontTx/>
                <a:buNone/>
                <a:tabLst/>
                <a:defRPr/>
              </a:pPr>
              <a:t>136</a:t>
            </a:fld>
            <a:endParaRPr kumimoji="1" lang="zh-CN" altLang="en-US" sz="2400" b="0" i="0" u="none" strike="noStrike" kern="1200" cap="none" spc="0" normalizeH="0" baseline="0" noProof="0">
              <a:ln>
                <a:noFill/>
              </a:ln>
              <a:solidFill>
                <a:prstClr val="black"/>
              </a:solidFill>
              <a:effectLst/>
              <a:uLnTx/>
              <a:uFillTx/>
              <a:latin typeface="Times New Roman" pitchFamily="18" charset="0"/>
              <a:ea typeface="宋体" pitchFamily="2" charset="-122"/>
              <a:cs typeface="+mn-cs"/>
            </a:endParaRPr>
          </a:p>
        </p:txBody>
      </p:sp>
    </p:spTree>
    <p:extLst>
      <p:ext uri="{BB962C8B-B14F-4D97-AF65-F5344CB8AC3E}">
        <p14:creationId xmlns:p14="http://schemas.microsoft.com/office/powerpoint/2010/main" val="359450639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Rot="1" noChangeAspect="1" noChangeArrowheads="1" noTextEdit="1"/>
          </p:cNvSpPr>
          <p:nvPr>
            <p:ph type="sldImg"/>
          </p:nvPr>
        </p:nvSpPr>
        <p:spPr>
          <a:xfrm>
            <a:off x="1150938" y="692150"/>
            <a:ext cx="4556125" cy="3416300"/>
          </a:xfrm>
          <a:ln/>
        </p:spPr>
      </p:sp>
      <p:sp>
        <p:nvSpPr>
          <p:cNvPr id="10035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可对角化的矩阵的秩的特性</a:t>
            </a: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p:cNvSpPr>
            <a:spLocks noGrp="1" noRot="1" noChangeAspect="1" noChangeArrowheads="1" noTextEdit="1"/>
          </p:cNvSpPr>
          <p:nvPr>
            <p:ph type="sldImg"/>
          </p:nvPr>
        </p:nvSpPr>
        <p:spPr>
          <a:xfrm>
            <a:off x="1150938" y="692150"/>
            <a:ext cx="4556125" cy="3416300"/>
          </a:xfrm>
          <a:ln/>
        </p:spPr>
      </p:sp>
      <p:sp>
        <p:nvSpPr>
          <p:cNvPr id="103427"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批量处理</a:t>
            </a: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p:cNvSpPr>
            <a:spLocks noGrp="1" noRot="1" noChangeAspect="1" noChangeArrowheads="1" noTextEdit="1"/>
          </p:cNvSpPr>
          <p:nvPr>
            <p:ph type="sldImg"/>
          </p:nvPr>
        </p:nvSpPr>
        <p:spPr>
          <a:xfrm>
            <a:off x="1150938" y="692150"/>
            <a:ext cx="4556125" cy="3416300"/>
          </a:xfrm>
          <a:ln/>
        </p:spPr>
      </p:sp>
      <p:sp>
        <p:nvSpPr>
          <p:cNvPr id="101379"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a:latin typeface="Arial" pitchFamily="34" charset="0"/>
              </a:rPr>
              <a:t>说明对称阵不同的特征值对应的特征向量相交</a:t>
            </a: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Rot="1" noChangeAspect="1" noChangeArrowheads="1" noTextEdit="1"/>
          </p:cNvSpPr>
          <p:nvPr>
            <p:ph type="sldImg"/>
          </p:nvPr>
        </p:nvSpPr>
        <p:spPr>
          <a:xfrm>
            <a:off x="1150938" y="692150"/>
            <a:ext cx="4556125" cy="3416300"/>
          </a:xfrm>
          <a:ln/>
        </p:spPr>
      </p:sp>
      <p:sp>
        <p:nvSpPr>
          <p:cNvPr id="104451"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批量处理</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幻灯片图像占位符 1"/>
          <p:cNvSpPr>
            <a:spLocks noGrp="1" noRot="1" noChangeAspect="1" noTextEdit="1"/>
          </p:cNvSpPr>
          <p:nvPr>
            <p:ph type="sldImg"/>
          </p:nvPr>
        </p:nvSpPr>
        <p:spPr>
          <a:xfrm>
            <a:off x="1150938" y="692150"/>
            <a:ext cx="4556125" cy="3416300"/>
          </a:xfrm>
          <a:ln/>
        </p:spPr>
      </p:sp>
      <p:sp>
        <p:nvSpPr>
          <p:cNvPr id="105475" name="备注占位符 2"/>
          <p:cNvSpPr>
            <a:spLocks noGrp="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a:latin typeface="Arial" pitchFamily="34" charset="0"/>
            </a:endParaRPr>
          </a:p>
        </p:txBody>
      </p:sp>
      <p:sp>
        <p:nvSpPr>
          <p:cNvPr id="105476" name="灯片编号占位符 3"/>
          <p:cNvSpPr>
            <a:spLocks noGrp="1"/>
          </p:cNvSpPr>
          <p:nvPr>
            <p:ph type="sldNum" sz="quarter" idx="4294967295"/>
          </p:nvPr>
        </p:nvSpPr>
        <p:spPr bwMode="auto">
          <a:xfrm>
            <a:off x="3884613" y="8685213"/>
            <a:ext cx="2971800" cy="457200"/>
          </a:xfrm>
          <a:prstGeom prst="rect">
            <a:avLst/>
          </a:prstGeom>
          <a:noFill/>
          <a:ln>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fld id="{89BA067D-0D88-4A15-9321-B0C030556E30}" type="slidenum">
              <a:rPr kumimoji="1" lang="en-US"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rPr>
              <a:pPr marL="0" marR="0" lvl="0" indent="0" algn="l" defTabSz="914400" rtl="0" eaLnBrk="1" fontAlgn="base" latinLnBrk="0" hangingPunct="1">
                <a:lnSpc>
                  <a:spcPct val="100000"/>
                </a:lnSpc>
                <a:spcBef>
                  <a:spcPct val="0"/>
                </a:spcBef>
                <a:spcAft>
                  <a:spcPct val="0"/>
                </a:spcAft>
                <a:buClrTx/>
                <a:buSzTx/>
                <a:buFontTx/>
                <a:buNone/>
                <a:tabLst/>
                <a:defRPr/>
              </a:pPr>
              <a:t>145</a:t>
            </a:fld>
            <a:endParaRPr kumimoji="1" lang="en-US"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幻灯片图像占位符 1"/>
          <p:cNvSpPr>
            <a:spLocks noGrp="1" noRot="1" noChangeAspect="1" noTextEdit="1"/>
          </p:cNvSpPr>
          <p:nvPr>
            <p:ph type="sldImg"/>
          </p:nvPr>
        </p:nvSpPr>
        <p:spPr>
          <a:xfrm>
            <a:off x="1150938" y="692150"/>
            <a:ext cx="4556125" cy="3416300"/>
          </a:xfrm>
          <a:ln/>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pPr>
              <a:defRPr/>
            </a:pPr>
            <a:endParaRPr lang="zh-CN" altLang="en-US" dirty="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Rot="1" noChangeAspect="1" noChangeArrowheads="1" noTextEdit="1"/>
          </p:cNvSpPr>
          <p:nvPr>
            <p:ph type="sldImg"/>
          </p:nvPr>
        </p:nvSpPr>
        <p:spPr>
          <a:xfrm>
            <a:off x="1150938" y="692150"/>
            <a:ext cx="4556125" cy="3416300"/>
          </a:xfrm>
          <a:ln/>
        </p:spPr>
      </p:sp>
      <p:sp>
        <p:nvSpPr>
          <p:cNvPr id="7475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r>
              <a:rPr lang="zh-CN" altLang="en-US" b="1" dirty="0">
                <a:latin typeface="Arial" pitchFamily="34" charset="0"/>
              </a:rPr>
              <a:t>按定义出现次序逐步对例子提问</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Rot="1" noChangeAspect="1" noChangeArrowheads="1" noTextEdit="1"/>
          </p:cNvSpPr>
          <p:nvPr>
            <p:ph type="sldImg"/>
          </p:nvPr>
        </p:nvSpPr>
        <p:spPr>
          <a:xfrm>
            <a:off x="1150938" y="692150"/>
            <a:ext cx="4556125" cy="3416300"/>
          </a:xfrm>
          <a:ln/>
        </p:spPr>
      </p:sp>
      <p:sp>
        <p:nvSpPr>
          <p:cNvPr id="74755" name="Rectangle 3"/>
          <p:cNvSpPr>
            <a:spLocks noGrp="1" noChangeArrowheads="1"/>
          </p:cNvSpPr>
          <p:nvPr>
            <p:ph type="body" idx="1"/>
          </p:nvPr>
        </p:nvSpPr>
        <p:spPr bwMode="auto">
          <a:xfrm>
            <a:off x="685800" y="4343400"/>
            <a:ext cx="5486400" cy="4114800"/>
          </a:xfrm>
          <a:prstGeom prst="rect">
            <a:avLst/>
          </a:prstGeom>
          <a:noFill/>
          <a:ln>
            <a:miter lim="800000"/>
            <a:headEnd/>
            <a:tailEnd/>
          </a:ln>
        </p:spPr>
        <p:txBody>
          <a:bodyPr/>
          <a:lstStyle/>
          <a:p>
            <a:endParaRPr lang="zh-CN" altLang="en-US" b="1" dirty="0">
              <a:latin typeface="Arial" pitchFamily="34"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150938" y="692150"/>
            <a:ext cx="4556125" cy="3416300"/>
          </a:xfrm>
        </p:spPr>
      </p:sp>
      <p:sp>
        <p:nvSpPr>
          <p:cNvPr id="3" name="备注占位符 2"/>
          <p:cNvSpPr>
            <a:spLocks noGrp="1"/>
          </p:cNvSpPr>
          <p:nvPr>
            <p:ph type="body" idx="1"/>
          </p:nvPr>
        </p:nvSpPr>
        <p:spPr>
          <a:xfrm>
            <a:off x="685800" y="4343400"/>
            <a:ext cx="5486400" cy="4114800"/>
          </a:xfrm>
          <a:prstGeom prst="rect">
            <a:avLst/>
          </a:prstGeom>
        </p:spPr>
        <p:txBody>
          <a:bodyPr>
            <a:normAutofit/>
          </a:bodyPr>
          <a:lstStyle/>
          <a:p>
            <a:endParaRPr lang="zh-CN" alt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88.xml.rels><?xml version="1.0" encoding="UTF-8" standalone="yes"?>
<Relationships xmlns="http://schemas.openxmlformats.org/package/2006/relationships"><Relationship Id="rId13" Type="http://schemas.openxmlformats.org/officeDocument/2006/relationships/diagramLayout" Target="../diagrams/layout3.xml"/><Relationship Id="rId18" Type="http://schemas.openxmlformats.org/officeDocument/2006/relationships/diagramLayout" Target="../diagrams/layout4.xml"/><Relationship Id="rId26" Type="http://schemas.microsoft.com/office/2007/relationships/diagramDrawing" Target="../diagrams/drawing5.xml"/><Relationship Id="rId3" Type="http://schemas.openxmlformats.org/officeDocument/2006/relationships/diagramLayout" Target="../diagrams/layout1.xml"/><Relationship Id="rId21" Type="http://schemas.microsoft.com/office/2007/relationships/diagramDrawing" Target="../diagrams/drawing4.xml"/><Relationship Id="rId7" Type="http://schemas.openxmlformats.org/officeDocument/2006/relationships/diagramData" Target="../diagrams/data2.xml"/><Relationship Id="rId12" Type="http://schemas.openxmlformats.org/officeDocument/2006/relationships/diagramData" Target="../diagrams/data3.xml"/><Relationship Id="rId17" Type="http://schemas.openxmlformats.org/officeDocument/2006/relationships/diagramData" Target="../diagrams/data4.xml"/><Relationship Id="rId25" Type="http://schemas.openxmlformats.org/officeDocument/2006/relationships/diagramColors" Target="../diagrams/colors5.xml"/><Relationship Id="rId33" Type="http://schemas.microsoft.com/office/2007/relationships/hdphoto" Target="../media/hdphoto1.wdp"/><Relationship Id="rId2" Type="http://schemas.openxmlformats.org/officeDocument/2006/relationships/diagramData" Target="../diagrams/data1.xml"/><Relationship Id="rId16" Type="http://schemas.microsoft.com/office/2007/relationships/diagramDrawing" Target="../diagrams/drawing3.xml"/><Relationship Id="rId20" Type="http://schemas.openxmlformats.org/officeDocument/2006/relationships/diagramColors" Target="../diagrams/colors4.xml"/><Relationship Id="rId29" Type="http://schemas.openxmlformats.org/officeDocument/2006/relationships/diagramQuickStyle" Target="../diagrams/quickStyle6.xml"/><Relationship Id="rId1" Type="http://schemas.openxmlformats.org/officeDocument/2006/relationships/slideMaster" Target="../slideMasters/slideMaster33.xml"/><Relationship Id="rId6" Type="http://schemas.microsoft.com/office/2007/relationships/diagramDrawing" Target="../diagrams/drawing1.xml"/><Relationship Id="rId11" Type="http://schemas.microsoft.com/office/2007/relationships/diagramDrawing" Target="../diagrams/drawing2.xml"/><Relationship Id="rId24" Type="http://schemas.openxmlformats.org/officeDocument/2006/relationships/diagramQuickStyle" Target="../diagrams/quickStyle5.xml"/><Relationship Id="rId32" Type="http://schemas.openxmlformats.org/officeDocument/2006/relationships/image" Target="../media/image3.png"/><Relationship Id="rId5" Type="http://schemas.openxmlformats.org/officeDocument/2006/relationships/diagramColors" Target="../diagrams/colors1.xml"/><Relationship Id="rId15" Type="http://schemas.openxmlformats.org/officeDocument/2006/relationships/diagramColors" Target="../diagrams/colors3.xml"/><Relationship Id="rId23" Type="http://schemas.openxmlformats.org/officeDocument/2006/relationships/diagramLayout" Target="../diagrams/layout5.xml"/><Relationship Id="rId28" Type="http://schemas.openxmlformats.org/officeDocument/2006/relationships/diagramLayout" Target="../diagrams/layout6.xml"/><Relationship Id="rId10" Type="http://schemas.openxmlformats.org/officeDocument/2006/relationships/diagramColors" Target="../diagrams/colors2.xml"/><Relationship Id="rId19" Type="http://schemas.openxmlformats.org/officeDocument/2006/relationships/diagramQuickStyle" Target="../diagrams/quickStyle4.xml"/><Relationship Id="rId31" Type="http://schemas.microsoft.com/office/2007/relationships/diagramDrawing" Target="../diagrams/drawing6.xml"/><Relationship Id="rId4" Type="http://schemas.openxmlformats.org/officeDocument/2006/relationships/diagramQuickStyle" Target="../diagrams/quickStyle1.xml"/><Relationship Id="rId9" Type="http://schemas.openxmlformats.org/officeDocument/2006/relationships/diagramQuickStyle" Target="../diagrams/quickStyle2.xml"/><Relationship Id="rId14" Type="http://schemas.openxmlformats.org/officeDocument/2006/relationships/diagramQuickStyle" Target="../diagrams/quickStyle3.xml"/><Relationship Id="rId22" Type="http://schemas.openxmlformats.org/officeDocument/2006/relationships/diagramData" Target="../diagrams/data5.xml"/><Relationship Id="rId27" Type="http://schemas.openxmlformats.org/officeDocument/2006/relationships/diagramData" Target="../diagrams/data6.xml"/><Relationship Id="rId30" Type="http://schemas.openxmlformats.org/officeDocument/2006/relationships/diagramColors" Target="../diagrams/colors6.xml"/><Relationship Id="rId8" Type="http://schemas.openxmlformats.org/officeDocument/2006/relationships/diagramLayout" Target="../diagrams/layout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23.xml.rels><?xml version="1.0" encoding="UTF-8" standalone="yes"?>
<Relationships xmlns="http://schemas.openxmlformats.org/package/2006/relationships"><Relationship Id="rId13" Type="http://schemas.openxmlformats.org/officeDocument/2006/relationships/diagramLayout" Target="../diagrams/layout9.xml"/><Relationship Id="rId18" Type="http://schemas.openxmlformats.org/officeDocument/2006/relationships/diagramLayout" Target="../diagrams/layout10.xml"/><Relationship Id="rId26" Type="http://schemas.microsoft.com/office/2007/relationships/diagramDrawing" Target="../diagrams/drawing11.xml"/><Relationship Id="rId3" Type="http://schemas.openxmlformats.org/officeDocument/2006/relationships/diagramLayout" Target="../diagrams/layout7.xml"/><Relationship Id="rId21" Type="http://schemas.microsoft.com/office/2007/relationships/diagramDrawing" Target="../diagrams/drawing10.xml"/><Relationship Id="rId7" Type="http://schemas.openxmlformats.org/officeDocument/2006/relationships/diagramData" Target="../diagrams/data8.xml"/><Relationship Id="rId12" Type="http://schemas.openxmlformats.org/officeDocument/2006/relationships/diagramData" Target="../diagrams/data9.xml"/><Relationship Id="rId17" Type="http://schemas.openxmlformats.org/officeDocument/2006/relationships/diagramData" Target="../diagrams/data10.xml"/><Relationship Id="rId25" Type="http://schemas.openxmlformats.org/officeDocument/2006/relationships/diagramColors" Target="../diagrams/colors11.xml"/><Relationship Id="rId33" Type="http://schemas.microsoft.com/office/2007/relationships/hdphoto" Target="../media/hdphoto1.wdp"/><Relationship Id="rId2" Type="http://schemas.openxmlformats.org/officeDocument/2006/relationships/diagramData" Target="../diagrams/data7.xml"/><Relationship Id="rId16" Type="http://schemas.microsoft.com/office/2007/relationships/diagramDrawing" Target="../diagrams/drawing9.xml"/><Relationship Id="rId20" Type="http://schemas.openxmlformats.org/officeDocument/2006/relationships/diagramColors" Target="../diagrams/colors10.xml"/><Relationship Id="rId29" Type="http://schemas.openxmlformats.org/officeDocument/2006/relationships/diagramQuickStyle" Target="../diagrams/quickStyle12.xml"/><Relationship Id="rId1" Type="http://schemas.openxmlformats.org/officeDocument/2006/relationships/slideMaster" Target="../slideMasters/slideMaster36.xml"/><Relationship Id="rId6" Type="http://schemas.microsoft.com/office/2007/relationships/diagramDrawing" Target="../diagrams/drawing7.xml"/><Relationship Id="rId11" Type="http://schemas.microsoft.com/office/2007/relationships/diagramDrawing" Target="../diagrams/drawing8.xml"/><Relationship Id="rId24" Type="http://schemas.openxmlformats.org/officeDocument/2006/relationships/diagramQuickStyle" Target="../diagrams/quickStyle11.xml"/><Relationship Id="rId32" Type="http://schemas.openxmlformats.org/officeDocument/2006/relationships/image" Target="../media/image3.png"/><Relationship Id="rId5" Type="http://schemas.openxmlformats.org/officeDocument/2006/relationships/diagramColors" Target="../diagrams/colors7.xml"/><Relationship Id="rId15" Type="http://schemas.openxmlformats.org/officeDocument/2006/relationships/diagramColors" Target="../diagrams/colors9.xml"/><Relationship Id="rId23" Type="http://schemas.openxmlformats.org/officeDocument/2006/relationships/diagramLayout" Target="../diagrams/layout11.xml"/><Relationship Id="rId28" Type="http://schemas.openxmlformats.org/officeDocument/2006/relationships/diagramLayout" Target="../diagrams/layout12.xml"/><Relationship Id="rId10" Type="http://schemas.openxmlformats.org/officeDocument/2006/relationships/diagramColors" Target="../diagrams/colors8.xml"/><Relationship Id="rId19" Type="http://schemas.openxmlformats.org/officeDocument/2006/relationships/diagramQuickStyle" Target="../diagrams/quickStyle10.xml"/><Relationship Id="rId31" Type="http://schemas.microsoft.com/office/2007/relationships/diagramDrawing" Target="../diagrams/drawing12.xml"/><Relationship Id="rId4" Type="http://schemas.openxmlformats.org/officeDocument/2006/relationships/diagramQuickStyle" Target="../diagrams/quickStyle7.xml"/><Relationship Id="rId9" Type="http://schemas.openxmlformats.org/officeDocument/2006/relationships/diagramQuickStyle" Target="../diagrams/quickStyle8.xml"/><Relationship Id="rId14" Type="http://schemas.openxmlformats.org/officeDocument/2006/relationships/diagramQuickStyle" Target="../diagrams/quickStyle9.xml"/><Relationship Id="rId22" Type="http://schemas.openxmlformats.org/officeDocument/2006/relationships/diagramData" Target="../diagrams/data11.xml"/><Relationship Id="rId27" Type="http://schemas.openxmlformats.org/officeDocument/2006/relationships/diagramData" Target="../diagrams/data12.xml"/><Relationship Id="rId30" Type="http://schemas.openxmlformats.org/officeDocument/2006/relationships/diagramColors" Target="../diagrams/colors12.xml"/><Relationship Id="rId8" Type="http://schemas.openxmlformats.org/officeDocument/2006/relationships/diagramLayout" Target="../diagrams/layout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atin typeface="微软雅黑" pitchFamily="34" charset="-122"/>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2486465650"/>
      </p:ext>
    </p:extLst>
  </p:cSld>
  <p:clrMapOvr>
    <a:masterClrMapping/>
  </p:clrMapOvr>
  <p:transition>
    <p:wipe/>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782714838"/>
      </p:ext>
    </p:extLst>
  </p:cSld>
  <p:clrMapOvr>
    <a:masterClrMapping/>
  </p:clrMapOvr>
  <p:transition>
    <p:wipe/>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atin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atin typeface="微软雅黑" pitchFamily="34" charset="-122"/>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1132901799"/>
      </p:ext>
    </p:extLst>
  </p:cSld>
  <p:clrMapOvr>
    <a:masterClrMapping/>
  </p:clrMapOvr>
  <p:transition>
    <p:wipe/>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atin typeface="微软雅黑" pitchFamily="34" charset="-122"/>
                <a:ea typeface="微软雅黑" pitchFamily="34" charset="-122"/>
              </a:defRPr>
            </a:lvl1pPr>
            <a:lvl2pPr>
              <a:defRPr sz="2400">
                <a:latin typeface="微软雅黑" pitchFamily="34" charset="-122"/>
                <a:ea typeface="微软雅黑" pitchFamily="34" charset="-122"/>
              </a:defRPr>
            </a:lvl2pPr>
            <a:lvl3pPr>
              <a:defRPr sz="2000">
                <a:latin typeface="微软雅黑" pitchFamily="34" charset="-122"/>
                <a:ea typeface="微软雅黑" pitchFamily="34" charset="-122"/>
              </a:defRPr>
            </a:lvl3pPr>
            <a:lvl4pPr>
              <a:defRPr sz="1800">
                <a:latin typeface="微软雅黑" pitchFamily="34" charset="-122"/>
                <a:ea typeface="微软雅黑" pitchFamily="34" charset="-122"/>
              </a:defRPr>
            </a:lvl4pPr>
            <a:lvl5pPr>
              <a:defRPr sz="1800">
                <a:latin typeface="微软雅黑" pitchFamily="34" charset="-122"/>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atin typeface="微软雅黑" pitchFamily="34" charset="-122"/>
                <a:ea typeface="微软雅黑" pitchFamily="34" charset="-122"/>
              </a:defRPr>
            </a:lvl1pPr>
            <a:lvl2pPr>
              <a:defRPr sz="2400">
                <a:latin typeface="微软雅黑" pitchFamily="34" charset="-122"/>
                <a:ea typeface="微软雅黑" pitchFamily="34" charset="-122"/>
              </a:defRPr>
            </a:lvl2pPr>
            <a:lvl3pPr>
              <a:defRPr sz="2000">
                <a:latin typeface="微软雅黑" pitchFamily="34" charset="-122"/>
                <a:ea typeface="微软雅黑" pitchFamily="34" charset="-122"/>
              </a:defRPr>
            </a:lvl3pPr>
            <a:lvl4pPr>
              <a:defRPr sz="1800">
                <a:latin typeface="微软雅黑" pitchFamily="34" charset="-122"/>
                <a:ea typeface="微软雅黑" pitchFamily="34" charset="-122"/>
              </a:defRPr>
            </a:lvl4pPr>
            <a:lvl5pPr>
              <a:defRPr sz="1800">
                <a:latin typeface="微软雅黑" pitchFamily="34" charset="-122"/>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300420330"/>
      </p:ext>
    </p:extLst>
  </p:cSld>
  <p:clrMapOvr>
    <a:masterClrMapping/>
  </p:clrMapOvr>
  <p:transition>
    <p:wipe/>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atin typeface="微软雅黑" pitchFamily="34" charset="-122"/>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atin typeface="微软雅黑" pitchFamily="34" charset="-122"/>
                <a:ea typeface="微软雅黑" pitchFamily="34" charset="-122"/>
              </a:defRPr>
            </a:lvl1pPr>
            <a:lvl2pPr>
              <a:defRPr sz="2000">
                <a:latin typeface="微软雅黑" pitchFamily="34" charset="-122"/>
                <a:ea typeface="微软雅黑" pitchFamily="34" charset="-122"/>
              </a:defRPr>
            </a:lvl2pPr>
            <a:lvl3pPr>
              <a:defRPr sz="1800">
                <a:latin typeface="微软雅黑" pitchFamily="34" charset="-122"/>
                <a:ea typeface="微软雅黑" pitchFamily="34" charset="-122"/>
              </a:defRPr>
            </a:lvl3pPr>
            <a:lvl4pPr>
              <a:defRPr sz="1600">
                <a:latin typeface="微软雅黑" pitchFamily="34" charset="-122"/>
                <a:ea typeface="微软雅黑" pitchFamily="34" charset="-122"/>
              </a:defRPr>
            </a:lvl4pPr>
            <a:lvl5pPr>
              <a:defRPr sz="1600">
                <a:latin typeface="微软雅黑" pitchFamily="34" charset="-122"/>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atin typeface="微软雅黑" pitchFamily="34" charset="-122"/>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atin typeface="微软雅黑" pitchFamily="34" charset="-122"/>
                <a:ea typeface="微软雅黑" pitchFamily="34" charset="-122"/>
              </a:defRPr>
            </a:lvl1pPr>
            <a:lvl2pPr>
              <a:defRPr sz="2000">
                <a:latin typeface="微软雅黑" pitchFamily="34" charset="-122"/>
                <a:ea typeface="微软雅黑" pitchFamily="34" charset="-122"/>
              </a:defRPr>
            </a:lvl2pPr>
            <a:lvl3pPr>
              <a:defRPr sz="1800">
                <a:latin typeface="微软雅黑" pitchFamily="34" charset="-122"/>
                <a:ea typeface="微软雅黑" pitchFamily="34" charset="-122"/>
              </a:defRPr>
            </a:lvl3pPr>
            <a:lvl4pPr>
              <a:defRPr sz="1600">
                <a:latin typeface="微软雅黑" pitchFamily="34" charset="-122"/>
                <a:ea typeface="微软雅黑" pitchFamily="34" charset="-122"/>
              </a:defRPr>
            </a:lvl4pPr>
            <a:lvl5pPr>
              <a:defRPr sz="1600">
                <a:latin typeface="微软雅黑" pitchFamily="34" charset="-122"/>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912308074"/>
      </p:ext>
    </p:extLst>
  </p:cSld>
  <p:clrMapOvr>
    <a:masterClrMapping/>
  </p:clrMapOvr>
  <p:transition>
    <p:wipe/>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349941612"/>
      </p:ext>
    </p:extLst>
  </p:cSld>
  <p:clrMapOvr>
    <a:masterClrMapping/>
  </p:clrMapOvr>
  <p:transition>
    <p:wipe/>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780343126"/>
      </p:ext>
    </p:extLst>
  </p:cSld>
  <p:clrMapOvr>
    <a:masterClrMapping/>
  </p:clrMapOvr>
  <p:transition>
    <p:wipe/>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atin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atin typeface="微软雅黑" pitchFamily="34" charset="-122"/>
                <a:ea typeface="微软雅黑" pitchFamily="34" charset="-122"/>
              </a:defRPr>
            </a:lvl1pPr>
            <a:lvl2pPr>
              <a:defRPr sz="2800">
                <a:latin typeface="微软雅黑" pitchFamily="34" charset="-122"/>
                <a:ea typeface="微软雅黑" pitchFamily="34" charset="-122"/>
              </a:defRPr>
            </a:lvl2pPr>
            <a:lvl3pPr>
              <a:defRPr sz="2400">
                <a:latin typeface="微软雅黑" pitchFamily="34" charset="-122"/>
                <a:ea typeface="微软雅黑" pitchFamily="34" charset="-122"/>
              </a:defRPr>
            </a:lvl3pPr>
            <a:lvl4pPr>
              <a:defRPr sz="2000">
                <a:latin typeface="微软雅黑" pitchFamily="34" charset="-122"/>
                <a:ea typeface="微软雅黑" pitchFamily="34" charset="-122"/>
              </a:defRPr>
            </a:lvl4pPr>
            <a:lvl5pPr>
              <a:defRPr sz="2000">
                <a:latin typeface="微软雅黑" pitchFamily="34" charset="-122"/>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atin typeface="微软雅黑" pitchFamily="34" charset="-122"/>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3558993586"/>
      </p:ext>
    </p:extLst>
  </p:cSld>
  <p:clrMapOvr>
    <a:masterClrMapping/>
  </p:clrMapOvr>
  <p:transition>
    <p:wipe/>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atin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atin typeface="微软雅黑" pitchFamily="34" charset="-122"/>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atin typeface="微软雅黑" pitchFamily="34" charset="-122"/>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335459478"/>
      </p:ext>
    </p:extLst>
  </p:cSld>
  <p:clrMapOvr>
    <a:masterClrMapping/>
  </p:clrMapOvr>
  <p:transition>
    <p:wipe/>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975920995"/>
      </p:ext>
    </p:extLst>
  </p:cSld>
  <p:clrMapOvr>
    <a:masterClrMapping/>
  </p:clrMapOvr>
  <p:transition>
    <p:wipe/>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latin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863870375"/>
      </p:ext>
    </p:extLst>
  </p:cSld>
  <p:clrMapOvr>
    <a:masterClrMapping/>
  </p:clrMapOvr>
  <p:transition>
    <p:wipe/>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atin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327458889"/>
      </p:ext>
    </p:extLst>
  </p:cSld>
  <p:clrMapOvr>
    <a:masterClrMapping/>
  </p:clrMapOvr>
  <p:transition>
    <p:wipe/>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latin typeface="微软雅黑" pitchFamily="34" charset="-122"/>
                <a:ea typeface="微软雅黑" pitchFamily="34" charset="-122"/>
              </a:defRPr>
            </a:lvl1pPr>
            <a:lvl2pPr>
              <a:defRPr>
                <a:latin typeface="微软雅黑" pitchFamily="34" charset="-122"/>
                <a:ea typeface="微软雅黑" pitchFamily="34" charset="-122"/>
              </a:defRPr>
            </a:lvl2pPr>
            <a:lvl3pPr>
              <a:defRPr>
                <a:latin typeface="微软雅黑" pitchFamily="34" charset="-122"/>
                <a:ea typeface="微软雅黑" pitchFamily="34" charset="-122"/>
              </a:defRPr>
            </a:lvl3pPr>
            <a:lvl4pPr>
              <a:defRPr>
                <a:latin typeface="微软雅黑" pitchFamily="34" charset="-122"/>
                <a:ea typeface="微软雅黑" pitchFamily="34" charset="-122"/>
              </a:defRPr>
            </a:lvl4pPr>
            <a:lvl5pPr>
              <a:defRPr>
                <a:latin typeface="微软雅黑" pitchFamily="34" charset="-122"/>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822966685"/>
      </p:ext>
    </p:extLst>
  </p:cSld>
  <p:clrMapOvr>
    <a:masterClrMapping/>
  </p:clrMapOvr>
  <p:transition>
    <p:wipe/>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黑体" pitchFamily="2"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黑体" pitchFamily="2"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黑体" pitchFamily="2" charset="-122"/>
              </a:defRPr>
            </a:lvl1pPr>
            <a:lvl2pPr>
              <a:defRPr sz="2400">
                <a:ea typeface="黑体" pitchFamily="2" charset="-122"/>
              </a:defRPr>
            </a:lvl2pPr>
            <a:lvl3pPr>
              <a:defRPr sz="2000">
                <a:ea typeface="黑体" pitchFamily="2" charset="-122"/>
              </a:defRPr>
            </a:lvl3pPr>
            <a:lvl4pPr>
              <a:defRPr sz="1800">
                <a:ea typeface="黑体" pitchFamily="2" charset="-122"/>
              </a:defRPr>
            </a:lvl4pPr>
            <a:lvl5pPr>
              <a:defRPr sz="1800">
                <a:ea typeface="黑体" pitchFamily="2"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黑体" pitchFamily="2" charset="-122"/>
              </a:defRPr>
            </a:lvl1pPr>
            <a:lvl2pPr>
              <a:defRPr sz="2000">
                <a:ea typeface="黑体" pitchFamily="2" charset="-122"/>
              </a:defRPr>
            </a:lvl2pPr>
            <a:lvl3pPr>
              <a:defRPr sz="1800">
                <a:ea typeface="黑体" pitchFamily="2" charset="-122"/>
              </a:defRPr>
            </a:lvl3pPr>
            <a:lvl4pPr>
              <a:defRPr sz="1600">
                <a:ea typeface="黑体" pitchFamily="2" charset="-122"/>
              </a:defRPr>
            </a:lvl4pPr>
            <a:lvl5pPr>
              <a:defRPr sz="1600">
                <a:ea typeface="黑体" pitchFamily="2"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黑体" pitchFamily="2" charset="-122"/>
              </a:defRPr>
            </a:lvl1pPr>
            <a:lvl2pPr>
              <a:defRPr sz="2800">
                <a:ea typeface="黑体" pitchFamily="2" charset="-122"/>
              </a:defRPr>
            </a:lvl2pPr>
            <a:lvl3pPr>
              <a:defRPr sz="2400">
                <a:ea typeface="黑体" pitchFamily="2" charset="-122"/>
              </a:defRPr>
            </a:lvl3pPr>
            <a:lvl4pPr>
              <a:defRPr sz="2000">
                <a:ea typeface="黑体" pitchFamily="2" charset="-122"/>
              </a:defRPr>
            </a:lvl4pPr>
            <a:lvl5pPr>
              <a:defRPr sz="2000">
                <a:ea typeface="黑体" pitchFamily="2"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黑体" pitchFamily="2"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黑体" pitchFamily="2"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黑体" pitchFamily="2"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黑体" pitchFamily="2"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黑体" pitchFamily="2"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黑体" pitchFamily="2" charset="-122"/>
              </a:defRPr>
            </a:lvl1pPr>
            <a:lvl2pPr>
              <a:defRPr>
                <a:ea typeface="黑体" pitchFamily="2" charset="-122"/>
              </a:defRPr>
            </a:lvl2pPr>
            <a:lvl3pPr>
              <a:defRPr>
                <a:ea typeface="黑体" pitchFamily="2" charset="-122"/>
              </a:defRPr>
            </a:lvl3pPr>
            <a:lvl4pPr>
              <a:defRPr>
                <a:ea typeface="黑体" pitchFamily="2" charset="-122"/>
              </a:defRPr>
            </a:lvl4pPr>
            <a:lvl5pPr>
              <a:defRPr>
                <a:ea typeface="黑体" pitchFamily="2"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664130775"/>
      </p:ext>
    </p:extLst>
  </p:cSld>
  <p:clrMapOvr>
    <a:masterClrMapping/>
  </p:clrMapOvr>
  <p:transition>
    <p:wipe/>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619335943"/>
      </p:ext>
    </p:extLst>
  </p:cSld>
  <p:clrMapOvr>
    <a:masterClrMapping/>
  </p:clrMapOvr>
  <p:transition>
    <p:wip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2253016123"/>
      </p:ext>
    </p:extLst>
  </p:cSld>
  <p:clrMapOvr>
    <a:masterClrMapping/>
  </p:clrMapOvr>
  <p:transition>
    <p:wipe/>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035938776"/>
      </p:ext>
    </p:extLst>
  </p:cSld>
  <p:clrMapOvr>
    <a:masterClrMapping/>
  </p:clrMapOvr>
  <p:transition>
    <p:wipe/>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010569718"/>
      </p:ext>
    </p:extLst>
  </p:cSld>
  <p:clrMapOvr>
    <a:masterClrMapping/>
  </p:clrMapOvr>
  <p:transition>
    <p:wipe/>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31005466"/>
      </p:ext>
    </p:extLst>
  </p:cSld>
  <p:clrMapOvr>
    <a:masterClrMapping/>
  </p:clrMapOvr>
  <p:transition>
    <p:wipe/>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0640868"/>
      </p:ext>
    </p:extLst>
  </p:cSld>
  <p:clrMapOvr>
    <a:masterClrMapping/>
  </p:clrMapOvr>
  <p:transition>
    <p:wipe/>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652745245"/>
      </p:ext>
    </p:extLst>
  </p:cSld>
  <p:clrMapOvr>
    <a:masterClrMapping/>
  </p:clrMapOvr>
  <p:transition>
    <p:wipe/>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589677271"/>
      </p:ext>
    </p:extLst>
  </p:cSld>
  <p:clrMapOvr>
    <a:masterClrMapping/>
  </p:clrMapOvr>
  <p:transition>
    <p:wipe/>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307384215"/>
      </p:ext>
    </p:extLst>
  </p:cSld>
  <p:clrMapOvr>
    <a:masterClrMapping/>
  </p:clrMapOvr>
  <p:transition>
    <p:wipe/>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089486123"/>
      </p:ext>
    </p:extLst>
  </p:cSld>
  <p:clrMapOvr>
    <a:masterClrMapping/>
  </p:clrMapOvr>
  <p:transition>
    <p:wipe/>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949405647"/>
      </p:ext>
    </p:extLst>
  </p:cSld>
  <p:clrMapOvr>
    <a:masterClrMapping/>
  </p:clrMapOvr>
  <p:transition>
    <p:wipe/>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132037651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428045159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168090425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01159981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125418534"/>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233440397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6474414"/>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363787081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203494568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32012024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4033175546"/>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569423910"/>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1043275536"/>
      </p:ext>
    </p:extLst>
  </p:cSld>
  <p:clrMapOvr>
    <a:masterClrMapping/>
  </p:clrMapOvr>
  <p:transition>
    <p:wipe/>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074884528"/>
      </p:ext>
    </p:extLst>
  </p:cSld>
  <p:clrMapOvr>
    <a:masterClrMapping/>
  </p:clrMapOvr>
  <p:transition>
    <p:wipe/>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3387284855"/>
      </p:ext>
    </p:extLst>
  </p:cSld>
  <p:clrMapOvr>
    <a:masterClrMapping/>
  </p:clrMapOvr>
  <p:transition>
    <p:wipe/>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479056818"/>
      </p:ext>
    </p:extLst>
  </p:cSld>
  <p:clrMapOvr>
    <a:masterClrMapping/>
  </p:clrMapOvr>
  <p:transition>
    <p:wipe/>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833869610"/>
      </p:ext>
    </p:extLst>
  </p:cSld>
  <p:clrMapOvr>
    <a:masterClrMapping/>
  </p:clrMapOvr>
  <p:transition>
    <p:wipe/>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738333327"/>
      </p:ext>
    </p:extLst>
  </p:cSld>
  <p:clrMapOvr>
    <a:masterClrMapping/>
  </p:clrMapOvr>
  <p:transition>
    <p:wipe/>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8818880"/>
      </p:ext>
    </p:extLst>
  </p:cSld>
  <p:clrMapOvr>
    <a:masterClrMapping/>
  </p:clrMapOvr>
  <p:transition>
    <p:wipe/>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4119645769"/>
      </p:ext>
    </p:extLst>
  </p:cSld>
  <p:clrMapOvr>
    <a:masterClrMapping/>
  </p:clrMapOvr>
  <p:transition>
    <p:wipe/>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734164349"/>
      </p:ext>
    </p:extLst>
  </p:cSld>
  <p:clrMapOvr>
    <a:masterClrMapping/>
  </p:clrMapOvr>
  <p:transition>
    <p:wipe/>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355782246"/>
      </p:ext>
    </p:extLst>
  </p:cSld>
  <p:clrMapOvr>
    <a:masterClrMapping/>
  </p:clrMapOvr>
  <p:transition>
    <p:wipe/>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843167872"/>
      </p:ext>
    </p:extLst>
  </p:cSld>
  <p:clrMapOvr>
    <a:masterClrMapping/>
  </p:clrMapOvr>
  <p:transition>
    <p:wipe/>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38497282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488893864"/>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597019250"/>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72839066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100401514"/>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244901933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90807568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808346165"/>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63562353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726167480"/>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003907165"/>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435976703"/>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47300115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68251341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149817724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423916490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45924929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60220542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275013"/>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0468415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002471162"/>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555763538"/>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4889272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85033339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705871493"/>
      </p:ext>
    </p:extLst>
  </p:cSld>
  <p:clrMapOvr>
    <a:masterClrMapping/>
  </p:clrMapOvr>
  <p:transition>
    <p:wipe/>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831695894"/>
      </p:ext>
    </p:extLst>
  </p:cSld>
  <p:clrMapOvr>
    <a:masterClrMapping/>
  </p:clrMapOvr>
  <p:transition>
    <p:wipe/>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1461564338"/>
      </p:ext>
    </p:extLst>
  </p:cSld>
  <p:clrMapOvr>
    <a:masterClrMapping/>
  </p:clrMapOvr>
  <p:transition>
    <p:wipe/>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202742666"/>
      </p:ext>
    </p:extLst>
  </p:cSld>
  <p:clrMapOvr>
    <a:masterClrMapping/>
  </p:clrMapOvr>
  <p:transition>
    <p:wipe/>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469999417"/>
      </p:ext>
    </p:extLst>
  </p:cSld>
  <p:clrMapOvr>
    <a:masterClrMapping/>
  </p:clrMapOvr>
  <p:transition>
    <p:wipe/>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34645571"/>
      </p:ext>
    </p:extLst>
  </p:cSld>
  <p:clrMapOvr>
    <a:masterClrMapping/>
  </p:clrMapOvr>
  <p:transition>
    <p:wipe/>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6156121"/>
      </p:ext>
    </p:extLst>
  </p:cSld>
  <p:clrMapOvr>
    <a:masterClrMapping/>
  </p:clrMapOvr>
  <p:transition>
    <p:wipe/>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4176526047"/>
      </p:ext>
    </p:extLst>
  </p:cSld>
  <p:clrMapOvr>
    <a:masterClrMapping/>
  </p:clrMapOvr>
  <p:transition>
    <p:wipe/>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212141465"/>
      </p:ext>
    </p:extLst>
  </p:cSld>
  <p:clrMapOvr>
    <a:masterClrMapping/>
  </p:clrMapOvr>
  <p:transition>
    <p:wipe/>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394740436"/>
      </p:ext>
    </p:extLst>
  </p:cSld>
  <p:clrMapOvr>
    <a:masterClrMapping/>
  </p:clrMapOvr>
  <p:transition>
    <p:wipe/>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863899170"/>
      </p:ext>
    </p:extLst>
  </p:cSld>
  <p:clrMapOvr>
    <a:masterClrMapping/>
  </p:clrMapOvr>
  <p:transition>
    <p:wipe/>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549636366"/>
      </p:ext>
    </p:extLst>
  </p:cSld>
  <p:clrMapOvr>
    <a:masterClrMapping/>
  </p:clrMapOvr>
  <p:transition>
    <p:wipe/>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705590036"/>
      </p:ext>
    </p:extLst>
  </p:cSld>
  <p:clrMapOvr>
    <a:masterClrMapping/>
  </p:clrMapOvr>
  <p:transition>
    <p:wipe/>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3748987892"/>
      </p:ext>
    </p:extLst>
  </p:cSld>
  <p:clrMapOvr>
    <a:masterClrMapping/>
  </p:clrMapOvr>
  <p:transition>
    <p:wipe/>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92050967"/>
      </p:ext>
    </p:extLst>
  </p:cSld>
  <p:clrMapOvr>
    <a:masterClrMapping/>
  </p:clrMapOvr>
  <p:transition>
    <p:wipe/>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67797892"/>
      </p:ext>
    </p:extLst>
  </p:cSld>
  <p:clrMapOvr>
    <a:masterClrMapping/>
  </p:clrMapOvr>
  <p:transition>
    <p:wipe/>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753931408"/>
      </p:ext>
    </p:extLst>
  </p:cSld>
  <p:clrMapOvr>
    <a:masterClrMapping/>
  </p:clrMapOvr>
  <p:transition>
    <p:wipe/>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6413266"/>
      </p:ext>
    </p:extLst>
  </p:cSld>
  <p:clrMapOvr>
    <a:masterClrMapping/>
  </p:clrMapOvr>
  <p:transition>
    <p:wipe/>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851086638"/>
      </p:ext>
    </p:extLst>
  </p:cSld>
  <p:clrMapOvr>
    <a:masterClrMapping/>
  </p:clrMapOvr>
  <p:transition>
    <p:wipe/>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4224433895"/>
      </p:ext>
    </p:extLst>
  </p:cSld>
  <p:clrMapOvr>
    <a:masterClrMapping/>
  </p:clrMapOvr>
  <p:transition>
    <p:wip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788442381"/>
      </p:ext>
    </p:extLst>
  </p:cSld>
  <p:clrMapOvr>
    <a:masterClrMapping/>
  </p:clrMapOvr>
  <p:transition>
    <p:wipe/>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83990163"/>
      </p:ext>
    </p:extLst>
  </p:cSld>
  <p:clrMapOvr>
    <a:masterClrMapping/>
  </p:clrMapOvr>
  <p:transition>
    <p:wipe/>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21070236"/>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094156496"/>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77750738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5362354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96759835"/>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50813604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05475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57627051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00894821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775926211"/>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15815895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20168400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478925563"/>
      </p:ext>
    </p:extLst>
  </p:cSld>
  <p:clrMapOvr>
    <a:masterClrMapping/>
  </p:clrMapOvr>
  <p:transition>
    <p:wipe/>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22189457"/>
      </p:ext>
    </p:extLst>
  </p:cSld>
  <p:clrMapOvr>
    <a:masterClrMapping/>
  </p:clrMapOvr>
  <p:transition>
    <p:wipe/>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2490760728"/>
      </p:ext>
    </p:extLst>
  </p:cSld>
  <p:clrMapOvr>
    <a:masterClrMapping/>
  </p:clrMapOvr>
  <p:transition>
    <p:wipe/>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103269465"/>
      </p:ext>
    </p:extLst>
  </p:cSld>
  <p:clrMapOvr>
    <a:masterClrMapping/>
  </p:clrMapOvr>
  <p:transition>
    <p:wipe/>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72499511"/>
      </p:ext>
    </p:extLst>
  </p:cSld>
  <p:clrMapOvr>
    <a:masterClrMapping/>
  </p:clrMapOvr>
  <p:transition>
    <p:wipe/>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261773743"/>
      </p:ext>
    </p:extLst>
  </p:cSld>
  <p:clrMapOvr>
    <a:masterClrMapping/>
  </p:clrMapOvr>
  <p:transition>
    <p:wipe/>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4966545"/>
      </p:ext>
    </p:extLst>
  </p:cSld>
  <p:clrMapOvr>
    <a:masterClrMapping/>
  </p:clrMapOvr>
  <p:transition>
    <p:wipe/>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848462106"/>
      </p:ext>
    </p:extLst>
  </p:cSld>
  <p:clrMapOvr>
    <a:masterClrMapping/>
  </p:clrMapOvr>
  <p:transition>
    <p:wipe/>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57549733"/>
      </p:ext>
    </p:extLst>
  </p:cSld>
  <p:clrMapOvr>
    <a:masterClrMapping/>
  </p:clrMapOvr>
  <p:transition>
    <p:wip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122880714"/>
      </p:ext>
    </p:extLst>
  </p:cSld>
  <p:clrMapOvr>
    <a:masterClrMapping/>
  </p:clrMapOvr>
  <p:transition>
    <p:wipe/>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0140525"/>
      </p:ext>
    </p:extLst>
  </p:cSld>
  <p:clrMapOvr>
    <a:masterClrMapping/>
  </p:clrMapOvr>
  <p:transition>
    <p:wipe/>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25769946"/>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88714387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82869183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856316515"/>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424016598"/>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864223024"/>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3609057"/>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66038428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3035930159"/>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863901256"/>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778115304"/>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685122551"/>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3423228623"/>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59598546"/>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35981443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5303907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77963628"/>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4240176298"/>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920201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50708085"/>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587219265"/>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8782124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698945829"/>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99298769"/>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2485440786"/>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455031936"/>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2648742493"/>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398980271"/>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657389245"/>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420732380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546362"/>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89887425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804194735"/>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050749383"/>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661507212"/>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794270748"/>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467826782"/>
      </p:ext>
    </p:extLst>
  </p:cSld>
  <p:clrMapOvr>
    <a:masterClrMapping/>
  </p:clrMapOvr>
  <p:transition>
    <p:wipe/>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22418207"/>
      </p:ext>
    </p:extLst>
  </p:cSld>
  <p:clrMapOvr>
    <a:masterClrMapping/>
  </p:clrMapOvr>
  <p:transition>
    <p:wipe/>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3985749593"/>
      </p:ext>
    </p:extLst>
  </p:cSld>
  <p:clrMapOvr>
    <a:masterClrMapping/>
  </p:clrMapOvr>
  <p:transition>
    <p:wipe/>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901549754"/>
      </p:ext>
    </p:extLst>
  </p:cSld>
  <p:clrMapOvr>
    <a:masterClrMapping/>
  </p:clrMapOvr>
  <p:transition>
    <p:wipe/>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60237412"/>
      </p:ext>
    </p:extLst>
  </p:cSld>
  <p:clrMapOvr>
    <a:masterClrMapping/>
  </p:clrMapOvr>
  <p:transition>
    <p:wipe/>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4227801646"/>
      </p:ext>
    </p:extLst>
  </p:cSld>
  <p:clrMapOvr>
    <a:masterClrMapping/>
  </p:clrMapOvr>
  <p:transition>
    <p:wipe/>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0255447"/>
      </p:ext>
    </p:extLst>
  </p:cSld>
  <p:clrMapOvr>
    <a:masterClrMapping/>
  </p:clrMapOvr>
  <p:transition>
    <p:wipe/>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250321371"/>
      </p:ext>
    </p:extLst>
  </p:cSld>
  <p:clrMapOvr>
    <a:masterClrMapping/>
  </p:clrMapOvr>
  <p:transition>
    <p:wipe/>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4230644135"/>
      </p:ext>
    </p:extLst>
  </p:cSld>
  <p:clrMapOvr>
    <a:masterClrMapping/>
  </p:clrMapOvr>
  <p:transition>
    <p:wipe/>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28014072"/>
      </p:ext>
    </p:extLst>
  </p:cSld>
  <p:clrMapOvr>
    <a:masterClrMapping/>
  </p:clrMapOvr>
  <p:transition>
    <p:wipe/>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689652595"/>
      </p:ext>
    </p:extLst>
  </p:cSld>
  <p:clrMapOvr>
    <a:masterClrMapping/>
  </p:clrMapOvr>
  <p:transition>
    <p:wipe/>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748573842"/>
      </p:ext>
    </p:extLst>
  </p:cSld>
  <p:clrMapOvr>
    <a:masterClrMapping/>
  </p:clrMapOvr>
  <p:transition>
    <p:wipe/>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83169135"/>
      </p:ext>
    </p:extLst>
  </p:cSld>
  <p:clrMapOvr>
    <a:masterClrMapping/>
  </p:clrMapOvr>
  <p:transition>
    <p:wipe/>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824284504"/>
      </p:ext>
    </p:extLst>
  </p:cSld>
  <p:clrMapOvr>
    <a:masterClrMapping/>
  </p:clrMapOvr>
  <p:transition>
    <p:wipe/>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537773974"/>
      </p:ext>
    </p:extLst>
  </p:cSld>
  <p:clrMapOvr>
    <a:masterClrMapping/>
  </p:clrMapOvr>
  <p:transition>
    <p:wipe/>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901134780"/>
      </p:ext>
    </p:extLst>
  </p:cSld>
  <p:clrMapOvr>
    <a:masterClrMapping/>
  </p:clrMapOvr>
  <p:transition>
    <p:wipe/>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761687492"/>
      </p:ext>
    </p:extLst>
  </p:cSld>
  <p:clrMapOvr>
    <a:masterClrMapping/>
  </p:clrMapOvr>
  <p:transition>
    <p:wipe/>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783735101"/>
      </p:ext>
    </p:extLst>
  </p:cSld>
  <p:clrMapOvr>
    <a:masterClrMapping/>
  </p:clrMapOvr>
  <p:transition>
    <p:wipe/>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884881512"/>
      </p:ext>
    </p:extLst>
  </p:cSld>
  <p:clrMapOvr>
    <a:masterClrMapping/>
  </p:clrMapOvr>
  <p:transition>
    <p:wipe/>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7963334"/>
      </p:ext>
    </p:extLst>
  </p:cSld>
  <p:clrMapOvr>
    <a:masterClrMapping/>
  </p:clrMapOvr>
  <p:transition>
    <p:wipe/>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81439251"/>
      </p:ext>
    </p:extLst>
  </p:cSld>
  <p:clrMapOvr>
    <a:masterClrMapping/>
  </p:clrMapOvr>
  <p:transition>
    <p:wipe/>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373714605"/>
      </p:ext>
    </p:extLst>
  </p:cSld>
  <p:clrMapOvr>
    <a:masterClrMapping/>
  </p:clrMapOvr>
  <p:transition>
    <p:wipe/>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878394341"/>
      </p:ext>
    </p:extLst>
  </p:cSld>
  <p:clrMapOvr>
    <a:masterClrMapping/>
  </p:clrMapOvr>
  <p:transition>
    <p:wipe/>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81322153"/>
      </p:ext>
    </p:extLst>
  </p:cSld>
  <p:clrMapOvr>
    <a:masterClrMapping/>
  </p:clrMapOvr>
  <p:transition>
    <p:wipe/>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4256258848"/>
      </p:ext>
    </p:extLst>
  </p:cSld>
  <p:clrMapOvr>
    <a:masterClrMapping/>
  </p:clrMapOvr>
  <p:transition>
    <p:wipe/>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257277568"/>
      </p:ext>
    </p:extLst>
  </p:cSld>
  <p:clrMapOvr>
    <a:masterClrMapping/>
  </p:clrMapOvr>
  <p:transition>
    <p:wipe/>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397789861"/>
      </p:ext>
    </p:extLst>
  </p:cSld>
  <p:clrMapOvr>
    <a:masterClrMapping/>
  </p:clrMapOvr>
  <p:transition>
    <p:wip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010788303"/>
      </p:ext>
    </p:extLst>
  </p:cSld>
  <p:clrMapOvr>
    <a:masterClrMapping/>
  </p:clrMapOvr>
  <p:transition>
    <p:wipe/>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2024919"/>
      </p:ext>
    </p:extLst>
  </p:cSld>
  <p:clrMapOvr>
    <a:masterClrMapping/>
  </p:clrMapOvr>
  <p:transition>
    <p:wipe/>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281784922"/>
      </p:ext>
    </p:extLst>
  </p:cSld>
  <p:clrMapOvr>
    <a:masterClrMapping/>
  </p:clrMapOvr>
  <p:transition>
    <p:wipe/>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830319093"/>
      </p:ext>
    </p:extLst>
  </p:cSld>
  <p:clrMapOvr>
    <a:masterClrMapping/>
  </p:clrMapOvr>
  <p:transition>
    <p:wipe/>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20369821"/>
      </p:ext>
    </p:extLst>
  </p:cSld>
  <p:clrMapOvr>
    <a:masterClrMapping/>
  </p:clrMapOvr>
  <p:transition>
    <p:wipe/>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660167039"/>
      </p:ext>
    </p:extLst>
  </p:cSld>
  <p:clrMapOvr>
    <a:masterClrMapping/>
  </p:clrMapOvr>
  <p:transition>
    <p:wipe/>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750523875"/>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539740142"/>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240443005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63855689"/>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401688942"/>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515494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898511338"/>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481911160"/>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2034808854"/>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980852231"/>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908170450"/>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138095275"/>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1753978959"/>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952177455"/>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314702568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31994700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527720880"/>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525471231"/>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421169"/>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2141139733"/>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288430564"/>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4061683984"/>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095220438"/>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880363560"/>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4293982663"/>
      </p:ext>
    </p:extLst>
  </p:cSld>
  <p:clrMapOvr>
    <a:masterClrMapping/>
  </p:clrMapOvr>
  <p:transition>
    <p:wipe/>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085855089"/>
      </p:ext>
    </p:extLst>
  </p:cSld>
  <p:clrMapOvr>
    <a:masterClrMapping/>
  </p:clrMapOvr>
  <p:transition>
    <p:wipe/>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2283354490"/>
      </p:ext>
    </p:extLst>
  </p:cSld>
  <p:clrMapOvr>
    <a:masterClrMapping/>
  </p:clrMapOvr>
  <p:transition>
    <p:wipe/>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872766820"/>
      </p:ext>
    </p:extLst>
  </p:cSld>
  <p:clrMapOvr>
    <a:masterClrMapping/>
  </p:clrMapOvr>
  <p:transition>
    <p:wipe/>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70602016"/>
      </p:ext>
    </p:extLst>
  </p:cSld>
  <p:clrMapOvr>
    <a:masterClrMapping/>
  </p:clrMapOvr>
  <p:transition>
    <p:wipe/>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4246198464"/>
      </p:ext>
    </p:extLst>
  </p:cSld>
  <p:clrMapOvr>
    <a:masterClrMapping/>
  </p:clrMapOvr>
  <p:transition>
    <p:wipe/>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7732526"/>
      </p:ext>
    </p:extLst>
  </p:cSld>
  <p:clrMapOvr>
    <a:masterClrMapping/>
  </p:clrMapOvr>
  <p:transition>
    <p:wipe/>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353215769"/>
      </p:ext>
    </p:extLst>
  </p:cSld>
  <p:clrMapOvr>
    <a:masterClrMapping/>
  </p:clrMapOvr>
  <p:transition>
    <p:wipe/>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072558267"/>
      </p:ext>
    </p:extLst>
  </p:cSld>
  <p:clrMapOvr>
    <a:masterClrMapping/>
  </p:clrMapOvr>
  <p:transition>
    <p:wipe/>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102034601"/>
      </p:ext>
    </p:extLst>
  </p:cSld>
  <p:clrMapOvr>
    <a:masterClrMapping/>
  </p:clrMapOvr>
  <p:transition>
    <p:wipe/>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523202051"/>
      </p:ext>
    </p:extLst>
  </p:cSld>
  <p:clrMapOvr>
    <a:masterClrMapping/>
  </p:clrMapOvr>
  <p:transition>
    <p:wipe/>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p:cSld name="2_标题幻灯片">
    <p:spTree>
      <p:nvGrpSpPr>
        <p:cNvPr id="1" name=""/>
        <p:cNvGrpSpPr/>
        <p:nvPr/>
      </p:nvGrpSpPr>
      <p:grpSpPr>
        <a:xfrm>
          <a:off x="0" y="0"/>
          <a:ext cx="0" cy="0"/>
          <a:chOff x="0" y="0"/>
          <a:chExt cx="0" cy="0"/>
        </a:xfrm>
      </p:grpSpPr>
      <p:sp>
        <p:nvSpPr>
          <p:cNvPr id="11" name="直角三角形 10"/>
          <p:cNvSpPr/>
          <p:nvPr/>
        </p:nvSpPr>
        <p:spPr>
          <a:xfrm rot="16200000">
            <a:off x="7389439" y="5103439"/>
            <a:ext cx="1385395" cy="2123730"/>
          </a:xfrm>
          <a:prstGeom prst="rtTriangl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cap="none" spc="30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endParaRPr>
          </a:p>
        </p:txBody>
      </p:sp>
      <p:sp>
        <p:nvSpPr>
          <p:cNvPr id="17" name="圆角矩形 16"/>
          <p:cNvSpPr/>
          <p:nvPr/>
        </p:nvSpPr>
        <p:spPr>
          <a:xfrm>
            <a:off x="-36512" y="6021288"/>
            <a:ext cx="8766722" cy="819283"/>
          </a:xfrm>
          <a:prstGeom prst="roundRect">
            <a:avLst>
              <a:gd name="adj" fmla="val 41000"/>
            </a:avLst>
          </a:prstGeom>
        </p:spPr>
        <p:style>
          <a:lnRef idx="1">
            <a:schemeClr val="accent1"/>
          </a:lnRef>
          <a:fillRef idx="2">
            <a:schemeClr val="accent1"/>
          </a:fillRef>
          <a:effectRef idx="1">
            <a:schemeClr val="accent1"/>
          </a:effectRef>
          <a:fontRef idx="minor">
            <a:schemeClr val="dk1"/>
          </a:fontRef>
        </p:style>
        <p:txBody>
          <a:bodyPr rtlCol="0" anchor="ctr"/>
          <a:lstStyle>
            <a:defPPr>
              <a:defRPr lang="zh-CN"/>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endParaRPr lang="zh-CN" altLang="en-US" sz="2800" b="1" dirty="0">
              <a:latin typeface="黑体" pitchFamily="49" charset="-122"/>
              <a:ea typeface="黑体" pitchFamily="49" charset="-122"/>
            </a:endParaRPr>
          </a:p>
        </p:txBody>
      </p:sp>
      <p:sp>
        <p:nvSpPr>
          <p:cNvPr id="2" name="标题 1"/>
          <p:cNvSpPr>
            <a:spLocks noGrp="1"/>
          </p:cNvSpPr>
          <p:nvPr>
            <p:ph type="ctrTitle"/>
          </p:nvPr>
        </p:nvSpPr>
        <p:spPr>
          <a:xfrm>
            <a:off x="179512" y="6093296"/>
            <a:ext cx="7772400" cy="576064"/>
          </a:xfrm>
        </p:spPr>
        <p:txBody>
          <a:bodyPr>
            <a:noAutofit/>
          </a:bodyPr>
          <a:lstStyle>
            <a:lvl1pPr>
              <a:defRPr sz="4000" b="1"/>
            </a:lvl1pPr>
          </a:lstStyle>
          <a:p>
            <a:r>
              <a:rPr lang="zh-CN" altLang="en-US"/>
              <a:t>单击此处编辑母版标题样式</a:t>
            </a:r>
            <a:endParaRPr lang="zh-CN" altLang="en-US" dirty="0"/>
          </a:p>
        </p:txBody>
      </p:sp>
      <p:sp>
        <p:nvSpPr>
          <p:cNvPr id="12" name="圆角矩形 11"/>
          <p:cNvSpPr/>
          <p:nvPr/>
        </p:nvSpPr>
        <p:spPr>
          <a:xfrm>
            <a:off x="8316416" y="-1"/>
            <a:ext cx="827586" cy="6430930"/>
          </a:xfrm>
          <a:prstGeom prst="roundRect">
            <a:avLst>
              <a:gd name="adj" fmla="val 37039"/>
            </a:avLst>
          </a:prstGeom>
          <a:ln/>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a:p>
        </p:txBody>
      </p:sp>
      <p:sp>
        <p:nvSpPr>
          <p:cNvPr id="3" name="副标题 2"/>
          <p:cNvSpPr>
            <a:spLocks noGrp="1"/>
          </p:cNvSpPr>
          <p:nvPr>
            <p:ph type="subTitle" idx="1"/>
          </p:nvPr>
        </p:nvSpPr>
        <p:spPr>
          <a:xfrm>
            <a:off x="8460432" y="176436"/>
            <a:ext cx="504057" cy="5412804"/>
          </a:xfrm>
          <a:prstGeom prst="rect">
            <a:avLst/>
          </a:prstGeom>
        </p:spPr>
        <p:txBody>
          <a:bodyPr>
            <a:noAutofit/>
          </a:bodyPr>
          <a:lstStyle>
            <a:lvl1pPr marL="0" indent="0" algn="ctr">
              <a:buNone/>
              <a:defRPr sz="3200" b="1">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CN" altLang="en-US"/>
              <a:t>单击此处编辑母版副标题样式</a:t>
            </a:r>
            <a:endParaRPr lang="zh-CN" altLang="en-US" dirty="0"/>
          </a:p>
        </p:txBody>
      </p:sp>
      <p:grpSp>
        <p:nvGrpSpPr>
          <p:cNvPr id="4" name="组合 17"/>
          <p:cNvGrpSpPr/>
          <p:nvPr/>
        </p:nvGrpSpPr>
        <p:grpSpPr>
          <a:xfrm>
            <a:off x="7671772" y="5517232"/>
            <a:ext cx="1508740" cy="1462473"/>
            <a:chOff x="7668345" y="5566926"/>
            <a:chExt cx="1508740" cy="1462473"/>
          </a:xfrm>
        </p:grpSpPr>
        <p:grpSp>
          <p:nvGrpSpPr>
            <p:cNvPr id="5" name="组合 18"/>
            <p:cNvGrpSpPr/>
            <p:nvPr/>
          </p:nvGrpSpPr>
          <p:grpSpPr>
            <a:xfrm>
              <a:off x="7668345" y="5566926"/>
              <a:ext cx="1508740" cy="1462473"/>
              <a:chOff x="6001844" y="2223042"/>
              <a:chExt cx="1218598" cy="766058"/>
            </a:xfrm>
          </p:grpSpPr>
          <p:graphicFrame>
            <p:nvGraphicFramePr>
              <p:cNvPr id="21" name="图示 20"/>
              <p:cNvGraphicFramePr/>
              <p:nvPr userDrawn="1">
                <p:extLst>
                  <p:ext uri="{D42A27DB-BD31-4B8C-83A1-F6EECF244321}">
                    <p14:modId xmlns:p14="http://schemas.microsoft.com/office/powerpoint/2010/main" val="840729224"/>
                  </p:ext>
                </p:extLst>
              </p:nvPr>
            </p:nvGraphicFramePr>
            <p:xfrm>
              <a:off x="6118165" y="2619768"/>
              <a:ext cx="316745" cy="36933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22" name="图示 21"/>
              <p:cNvGraphicFramePr/>
              <p:nvPr userDrawn="1">
                <p:extLst>
                  <p:ext uri="{D42A27DB-BD31-4B8C-83A1-F6EECF244321}">
                    <p14:modId xmlns:p14="http://schemas.microsoft.com/office/powerpoint/2010/main" val="1077351837"/>
                  </p:ext>
                </p:extLst>
              </p:nvPr>
            </p:nvGraphicFramePr>
            <p:xfrm>
              <a:off x="6001844" y="2393457"/>
              <a:ext cx="348524" cy="369332"/>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24" name="图示 23"/>
              <p:cNvGraphicFramePr/>
              <p:nvPr userDrawn="1">
                <p:extLst>
                  <p:ext uri="{D42A27DB-BD31-4B8C-83A1-F6EECF244321}">
                    <p14:modId xmlns:p14="http://schemas.microsoft.com/office/powerpoint/2010/main" val="3828220376"/>
                  </p:ext>
                </p:extLst>
              </p:nvPr>
            </p:nvGraphicFramePr>
            <p:xfrm>
              <a:off x="6358644" y="2223042"/>
              <a:ext cx="399284" cy="313436"/>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graphicFrame>
            <p:nvGraphicFramePr>
              <p:cNvPr id="23" name="图示 22"/>
              <p:cNvGraphicFramePr/>
              <p:nvPr userDrawn="1">
                <p:extLst>
                  <p:ext uri="{D42A27DB-BD31-4B8C-83A1-F6EECF244321}">
                    <p14:modId xmlns:p14="http://schemas.microsoft.com/office/powerpoint/2010/main" val="2847818938"/>
                  </p:ext>
                </p:extLst>
              </p:nvPr>
            </p:nvGraphicFramePr>
            <p:xfrm>
              <a:off x="6060004" y="2327312"/>
              <a:ext cx="407123" cy="360040"/>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graphicFrame>
            <p:nvGraphicFramePr>
              <p:cNvPr id="25" name="图示 24"/>
              <p:cNvGraphicFramePr/>
              <p:nvPr userDrawn="1">
                <p:extLst>
                  <p:ext uri="{D42A27DB-BD31-4B8C-83A1-F6EECF244321}">
                    <p14:modId xmlns:p14="http://schemas.microsoft.com/office/powerpoint/2010/main" val="2800733751"/>
                  </p:ext>
                </p:extLst>
              </p:nvPr>
            </p:nvGraphicFramePr>
            <p:xfrm>
              <a:off x="6641608" y="2234731"/>
              <a:ext cx="440027" cy="369332"/>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graphicFrame>
            <p:nvGraphicFramePr>
              <p:cNvPr id="26" name="图示 25"/>
              <p:cNvGraphicFramePr/>
              <p:nvPr userDrawn="1">
                <p:extLst>
                  <p:ext uri="{D42A27DB-BD31-4B8C-83A1-F6EECF244321}">
                    <p14:modId xmlns:p14="http://schemas.microsoft.com/office/powerpoint/2010/main" val="2993667894"/>
                  </p:ext>
                </p:extLst>
              </p:nvPr>
            </p:nvGraphicFramePr>
            <p:xfrm>
              <a:off x="6859504" y="2347885"/>
              <a:ext cx="360938" cy="369332"/>
            </p:xfrm>
            <a:graphic>
              <a:graphicData uri="http://schemas.openxmlformats.org/drawingml/2006/diagram">
                <dgm:relIds xmlns:dgm="http://schemas.openxmlformats.org/drawingml/2006/diagram" xmlns:r="http://schemas.openxmlformats.org/officeDocument/2006/relationships" r:dm="rId27" r:lo="rId28" r:qs="rId29" r:cs="rId30"/>
              </a:graphicData>
            </a:graphic>
          </p:graphicFrame>
        </p:grpSp>
        <p:pic>
          <p:nvPicPr>
            <p:cNvPr id="20" name="Picture 4" descr="C:\Users\bie\Desktop\线性代数\线性母版\海大校徽.jpg"/>
            <p:cNvPicPr>
              <a:picLocks noChangeAspect="1" noChangeArrowheads="1"/>
            </p:cNvPicPr>
            <p:nvPr userDrawn="1"/>
          </p:nvPicPr>
          <p:blipFill>
            <a:blip r:embed="rId32" cstate="print">
              <a:extLst>
                <a:ext uri="{BEBA8EAE-BF5A-486C-A8C5-ECC9F3942E4B}">
                  <a14:imgProps xmlns:a14="http://schemas.microsoft.com/office/drawing/2010/main">
                    <a14:imgLayer r:embed="rId33">
                      <a14:imgEffect>
                        <a14:backgroundRemoval t="3632" b="96852" l="3052" r="95775">
                          <a14:foregroundMark x1="43897" y1="6538" x2="46479" y2="95157"/>
                          <a14:foregroundMark x1="6808" y1="48668" x2="90610" y2="51332"/>
                        </a14:backgroundRemoval>
                      </a14:imgEffect>
                    </a14:imgLayer>
                  </a14:imgProps>
                </a:ext>
                <a:ext uri="{28A0092B-C50C-407E-A947-70E740481C1C}">
                  <a14:useLocalDpi xmlns:a14="http://schemas.microsoft.com/office/drawing/2010/main" val="0"/>
                </a:ext>
              </a:extLst>
            </a:blip>
            <a:srcRect/>
            <a:stretch>
              <a:fillRect/>
            </a:stretch>
          </p:blipFill>
          <p:spPr bwMode="auto">
            <a:xfrm>
              <a:off x="7884368" y="5805264"/>
              <a:ext cx="1240223" cy="1202376"/>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grpSp>
      <p:sp>
        <p:nvSpPr>
          <p:cNvPr id="32" name="内容占位符 31"/>
          <p:cNvSpPr>
            <a:spLocks noGrp="1"/>
          </p:cNvSpPr>
          <p:nvPr>
            <p:ph sz="quarter" idx="10"/>
          </p:nvPr>
        </p:nvSpPr>
        <p:spPr>
          <a:xfrm>
            <a:off x="116592" y="116632"/>
            <a:ext cx="8055807" cy="5688632"/>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45278916"/>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ea typeface="微软雅黑" pitchFamily="34" charset="-122"/>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Tree>
    <p:extLst>
      <p:ext uri="{BB962C8B-B14F-4D97-AF65-F5344CB8AC3E}">
        <p14:creationId xmlns:p14="http://schemas.microsoft.com/office/powerpoint/2010/main" val="354251683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233971656"/>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ea typeface="微软雅黑" pitchFamily="34" charset="-122"/>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Tree>
    <p:extLst>
      <p:ext uri="{BB962C8B-B14F-4D97-AF65-F5344CB8AC3E}">
        <p14:creationId xmlns:p14="http://schemas.microsoft.com/office/powerpoint/2010/main" val="4053585707"/>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ea typeface="微软雅黑" pitchFamily="34" charset="-122"/>
              </a:defRPr>
            </a:lvl1pPr>
            <a:lvl2pPr>
              <a:defRPr sz="2400">
                <a:ea typeface="微软雅黑" pitchFamily="34" charset="-122"/>
              </a:defRPr>
            </a:lvl2pPr>
            <a:lvl3pPr>
              <a:defRPr sz="2000">
                <a:ea typeface="微软雅黑" pitchFamily="34" charset="-122"/>
              </a:defRPr>
            </a:lvl3pPr>
            <a:lvl4pPr>
              <a:defRPr sz="1800">
                <a:ea typeface="微软雅黑" pitchFamily="34" charset="-122"/>
              </a:defRPr>
            </a:lvl4pPr>
            <a:lvl5pPr>
              <a:defRPr sz="1800">
                <a:ea typeface="微软雅黑" pitchFamily="34" charset="-122"/>
              </a:defRPr>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67742936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ea typeface="微软雅黑" pitchFamily="34"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ea typeface="微软雅黑" pitchFamily="34" charset="-122"/>
              </a:defRPr>
            </a:lvl1pPr>
            <a:lvl2pPr>
              <a:defRPr sz="2000">
                <a:ea typeface="微软雅黑" pitchFamily="34" charset="-122"/>
              </a:defRPr>
            </a:lvl2pPr>
            <a:lvl3pPr>
              <a:defRPr sz="1800">
                <a:ea typeface="微软雅黑" pitchFamily="34" charset="-122"/>
              </a:defRPr>
            </a:lvl3pPr>
            <a:lvl4pPr>
              <a:defRPr sz="1600">
                <a:ea typeface="微软雅黑" pitchFamily="34" charset="-122"/>
              </a:defRPr>
            </a:lvl4pPr>
            <a:lvl5pPr>
              <a:defRPr sz="1600">
                <a:ea typeface="微软雅黑" pitchFamily="34" charset="-122"/>
              </a:defRPr>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431895459"/>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794323039"/>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591547112"/>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ea typeface="微软雅黑" pitchFamily="34" charset="-122"/>
              </a:defRPr>
            </a:lvl1pPr>
            <a:lvl2pPr>
              <a:defRPr sz="2800">
                <a:ea typeface="微软雅黑" pitchFamily="34" charset="-122"/>
              </a:defRPr>
            </a:lvl2pPr>
            <a:lvl3pPr>
              <a:defRPr sz="2400">
                <a:ea typeface="微软雅黑" pitchFamily="34" charset="-122"/>
              </a:defRPr>
            </a:lvl3pPr>
            <a:lvl4pPr>
              <a:defRPr sz="2000">
                <a:ea typeface="微软雅黑" pitchFamily="34" charset="-122"/>
              </a:defRPr>
            </a:lvl4pPr>
            <a:lvl5pPr>
              <a:defRPr sz="2000">
                <a:ea typeface="微软雅黑" pitchFamily="34" charset="-122"/>
              </a:defRPr>
            </a:lvl5pPr>
            <a:lvl6pPr>
              <a:defRPr sz="2000"/>
            </a:lvl6pPr>
            <a:lvl7pPr>
              <a:defRPr sz="2000"/>
            </a:lvl7pPr>
            <a:lvl8pPr>
              <a:defRPr sz="2000"/>
            </a:lvl8pPr>
            <a:lvl9pPr>
              <a:defRPr sz="20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1630617880"/>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ea typeface="微软雅黑" pitchFamily="34" charset="-122"/>
              </a:defRPr>
            </a:lvl1pPr>
          </a:lstStyle>
          <a:p>
            <a:r>
              <a:rPr lang="zh-CN" altLang="en-US" dirty="0"/>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ea typeface="微软雅黑" pitchFamily="34"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dirty="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ea typeface="微软雅黑" pitchFamily="34" charset="-122"/>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dirty="0"/>
              <a:t>单击此处编辑母版文本样式</a:t>
            </a:r>
          </a:p>
        </p:txBody>
      </p:sp>
    </p:spTree>
    <p:extLst>
      <p:ext uri="{BB962C8B-B14F-4D97-AF65-F5344CB8AC3E}">
        <p14:creationId xmlns:p14="http://schemas.microsoft.com/office/powerpoint/2010/main" val="3206832220"/>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3736390287"/>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lvl1pPr>
              <a:defRPr>
                <a:ea typeface="微软雅黑" pitchFamily="34" charset="-122"/>
              </a:defRPr>
            </a:lvl1pPr>
          </a:lstStyle>
          <a:p>
            <a:r>
              <a:rPr lang="zh-CN" altLang="en-US" dirty="0"/>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729045512"/>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90968327"/>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795858661"/>
      </p:ext>
    </p:extLst>
  </p:cSld>
  <p:clrMapOvr>
    <a:masterClrMapping/>
  </p:clrMapOvr>
  <p:transition>
    <p:wipe/>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202878338"/>
      </p:ext>
    </p:extLst>
  </p:cSld>
  <p:clrMapOvr>
    <a:masterClrMapping/>
  </p:clrMapOvr>
  <p:transition>
    <p:wipe/>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3798068015"/>
      </p:ext>
    </p:extLst>
  </p:cSld>
  <p:clrMapOvr>
    <a:masterClrMapping/>
  </p:clrMapOvr>
  <p:transition>
    <p:wipe/>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535656744"/>
      </p:ext>
    </p:extLst>
  </p:cSld>
  <p:clrMapOvr>
    <a:masterClrMapping/>
  </p:clrMapOvr>
  <p:transition>
    <p:wipe/>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34851449"/>
      </p:ext>
    </p:extLst>
  </p:cSld>
  <p:clrMapOvr>
    <a:masterClrMapping/>
  </p:clrMapOvr>
  <p:transition>
    <p:wipe/>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153933512"/>
      </p:ext>
    </p:extLst>
  </p:cSld>
  <p:clrMapOvr>
    <a:masterClrMapping/>
  </p:clrMapOvr>
  <p:transition>
    <p:wipe/>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241357736"/>
      </p:ext>
    </p:extLst>
  </p:cSld>
  <p:clrMapOvr>
    <a:masterClrMapping/>
  </p:clrMapOvr>
  <p:transition>
    <p:wipe/>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871899294"/>
      </p:ext>
    </p:extLst>
  </p:cSld>
  <p:clrMapOvr>
    <a:masterClrMapping/>
  </p:clrMapOvr>
  <p:transition>
    <p:wipe/>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917592587"/>
      </p:ext>
    </p:extLst>
  </p:cSld>
  <p:clrMapOvr>
    <a:masterClrMapping/>
  </p:clrMapOvr>
  <p:transition>
    <p:wipe/>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541173939"/>
      </p:ext>
    </p:extLst>
  </p:cSld>
  <p:clrMapOvr>
    <a:masterClrMapping/>
  </p:clrMapOvr>
  <p:transition>
    <p:wipe/>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777029642"/>
      </p:ext>
    </p:extLst>
  </p:cSld>
  <p:clrMapOvr>
    <a:masterClrMapping/>
  </p:clrMapOvr>
  <p:transition>
    <p:wipe/>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550339038"/>
      </p:ext>
    </p:extLst>
  </p:cSld>
  <p:clrMapOvr>
    <a:masterClrMapping/>
  </p:clrMapOvr>
  <p:transition>
    <p:wipe/>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575242410"/>
      </p:ext>
    </p:extLst>
  </p:cSld>
  <p:clrMapOvr>
    <a:masterClrMapping/>
  </p:clrMapOvr>
  <p:transition>
    <p:wipe/>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992690113"/>
      </p:ext>
    </p:extLst>
  </p:cSld>
  <p:clrMapOvr>
    <a:masterClrMapping/>
  </p:clrMapOvr>
  <p:transition>
    <p:wipe/>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538034817"/>
      </p:ext>
    </p:extLst>
  </p:cSld>
  <p:clrMapOvr>
    <a:masterClrMapping/>
  </p:clrMapOvr>
  <p:transition>
    <p:wipe/>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81320864"/>
      </p:ext>
    </p:extLst>
  </p:cSld>
  <p:clrMapOvr>
    <a:masterClrMapping/>
  </p:clrMapOvr>
  <p:transition>
    <p:wipe/>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991280211"/>
      </p:ext>
    </p:extLst>
  </p:cSld>
  <p:clrMapOvr>
    <a:masterClrMapping/>
  </p:clrMapOvr>
  <p:transition>
    <p:wipe/>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783857186"/>
      </p:ext>
    </p:extLst>
  </p:cSld>
  <p:clrMapOvr>
    <a:masterClrMapping/>
  </p:clrMapOvr>
  <p:transition>
    <p:wipe/>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969507411"/>
      </p:ext>
    </p:extLst>
  </p:cSld>
  <p:clrMapOvr>
    <a:masterClrMapping/>
  </p:clrMapOvr>
  <p:transition>
    <p:wipe/>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962623345"/>
      </p:ext>
    </p:extLst>
  </p:cSld>
  <p:clrMapOvr>
    <a:masterClrMapping/>
  </p:clrMapOvr>
  <p:transition>
    <p:wipe/>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570258446"/>
      </p:ext>
    </p:extLst>
  </p:cSld>
  <p:clrMapOvr>
    <a:masterClrMapping/>
  </p:clrMapOvr>
  <p:transition>
    <p:wipe/>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72069760"/>
      </p:ext>
    </p:extLst>
  </p:cSld>
  <p:clrMapOvr>
    <a:masterClrMapping/>
  </p:clrMapOvr>
  <p:transition>
    <p:wipe/>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p:cSld name="1_标题幻灯片">
    <p:spTree>
      <p:nvGrpSpPr>
        <p:cNvPr id="1" name=""/>
        <p:cNvGrpSpPr/>
        <p:nvPr/>
      </p:nvGrpSpPr>
      <p:grpSpPr>
        <a:xfrm>
          <a:off x="0" y="0"/>
          <a:ext cx="0" cy="0"/>
          <a:chOff x="0" y="0"/>
          <a:chExt cx="0" cy="0"/>
        </a:xfrm>
      </p:grpSpPr>
      <p:sp>
        <p:nvSpPr>
          <p:cNvPr id="11" name="直角三角形 10"/>
          <p:cNvSpPr/>
          <p:nvPr/>
        </p:nvSpPr>
        <p:spPr>
          <a:xfrm rot="16200000">
            <a:off x="7389439" y="5103439"/>
            <a:ext cx="1385395" cy="2123730"/>
          </a:xfrm>
          <a:prstGeom prst="rtTriangl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spc="30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endParaRPr>
          </a:p>
        </p:txBody>
      </p:sp>
      <p:sp>
        <p:nvSpPr>
          <p:cNvPr id="17" name="圆角矩形 16"/>
          <p:cNvSpPr/>
          <p:nvPr/>
        </p:nvSpPr>
        <p:spPr>
          <a:xfrm>
            <a:off x="-36512" y="6021288"/>
            <a:ext cx="8766722" cy="819283"/>
          </a:xfrm>
          <a:prstGeom prst="roundRect">
            <a:avLst>
              <a:gd name="adj" fmla="val 41000"/>
            </a:avLst>
          </a:prstGeom>
        </p:spPr>
        <p:style>
          <a:lnRef idx="1">
            <a:schemeClr val="accent1"/>
          </a:lnRef>
          <a:fillRef idx="2">
            <a:schemeClr val="accent1"/>
          </a:fillRef>
          <a:effectRef idx="1">
            <a:schemeClr val="accent1"/>
          </a:effectRef>
          <a:fontRef idx="minor">
            <a:schemeClr val="dk1"/>
          </a:fontRef>
        </p:style>
        <p:txBody>
          <a:bodyPr rtlCol="0" anchor="ctr"/>
          <a:lstStyle>
            <a:defPPr>
              <a:defRPr lang="zh-CN"/>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endParaRPr lang="zh-CN" altLang="en-US" sz="2800" b="1" dirty="0">
              <a:solidFill>
                <a:prstClr val="black"/>
              </a:solidFill>
              <a:latin typeface="黑体" pitchFamily="49" charset="-122"/>
              <a:ea typeface="黑体" pitchFamily="49" charset="-122"/>
            </a:endParaRPr>
          </a:p>
        </p:txBody>
      </p:sp>
      <p:sp>
        <p:nvSpPr>
          <p:cNvPr id="2" name="标题 1"/>
          <p:cNvSpPr>
            <a:spLocks noGrp="1"/>
          </p:cNvSpPr>
          <p:nvPr>
            <p:ph type="ctrTitle"/>
          </p:nvPr>
        </p:nvSpPr>
        <p:spPr>
          <a:xfrm>
            <a:off x="179512" y="6093296"/>
            <a:ext cx="7772400" cy="576064"/>
          </a:xfrm>
        </p:spPr>
        <p:txBody>
          <a:bodyPr>
            <a:noAutofit/>
          </a:bodyPr>
          <a:lstStyle>
            <a:lvl1pPr>
              <a:defRPr sz="4000" b="1"/>
            </a:lvl1pPr>
          </a:lstStyle>
          <a:p>
            <a:r>
              <a:rPr lang="zh-CN" altLang="en-US"/>
              <a:t>单击此处编辑母版标题样式</a:t>
            </a:r>
            <a:endParaRPr lang="zh-CN" altLang="en-US" dirty="0"/>
          </a:p>
        </p:txBody>
      </p:sp>
      <p:sp>
        <p:nvSpPr>
          <p:cNvPr id="12" name="圆角矩形 11"/>
          <p:cNvSpPr/>
          <p:nvPr/>
        </p:nvSpPr>
        <p:spPr>
          <a:xfrm>
            <a:off x="8316416" y="-1"/>
            <a:ext cx="827586" cy="6430930"/>
          </a:xfrm>
          <a:prstGeom prst="roundRect">
            <a:avLst>
              <a:gd name="adj" fmla="val 37039"/>
            </a:avLst>
          </a:prstGeom>
          <a:ln/>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a:solidFill>
                <a:prstClr val="black"/>
              </a:solidFill>
            </a:endParaRPr>
          </a:p>
        </p:txBody>
      </p:sp>
      <p:sp>
        <p:nvSpPr>
          <p:cNvPr id="3" name="副标题 2"/>
          <p:cNvSpPr>
            <a:spLocks noGrp="1"/>
          </p:cNvSpPr>
          <p:nvPr>
            <p:ph type="subTitle" idx="1"/>
          </p:nvPr>
        </p:nvSpPr>
        <p:spPr>
          <a:xfrm>
            <a:off x="8460432" y="176436"/>
            <a:ext cx="504057" cy="5412804"/>
          </a:xfrm>
          <a:prstGeom prst="rect">
            <a:avLst/>
          </a:prstGeom>
        </p:spPr>
        <p:txBody>
          <a:bodyPr>
            <a:noAutofit/>
          </a:bodyPr>
          <a:lstStyle>
            <a:lvl1pPr marL="0" indent="0" algn="ctr">
              <a:buNone/>
              <a:defRPr sz="3200" b="1">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CN" altLang="en-US"/>
              <a:t>单击此处编辑母版副标题样式</a:t>
            </a:r>
            <a:endParaRPr lang="zh-CN" altLang="en-US" dirty="0"/>
          </a:p>
        </p:txBody>
      </p:sp>
      <p:grpSp>
        <p:nvGrpSpPr>
          <p:cNvPr id="4" name="组合 17"/>
          <p:cNvGrpSpPr/>
          <p:nvPr/>
        </p:nvGrpSpPr>
        <p:grpSpPr>
          <a:xfrm>
            <a:off x="7671772" y="5517232"/>
            <a:ext cx="1508740" cy="1462473"/>
            <a:chOff x="7668345" y="5566926"/>
            <a:chExt cx="1508740" cy="1462473"/>
          </a:xfrm>
        </p:grpSpPr>
        <p:grpSp>
          <p:nvGrpSpPr>
            <p:cNvPr id="5" name="组合 18"/>
            <p:cNvGrpSpPr/>
            <p:nvPr/>
          </p:nvGrpSpPr>
          <p:grpSpPr>
            <a:xfrm>
              <a:off x="7668345" y="5566926"/>
              <a:ext cx="1508740" cy="1462473"/>
              <a:chOff x="6001844" y="2223042"/>
              <a:chExt cx="1218598" cy="766058"/>
            </a:xfrm>
          </p:grpSpPr>
          <p:graphicFrame>
            <p:nvGraphicFramePr>
              <p:cNvPr id="21" name="图示 20"/>
              <p:cNvGraphicFramePr/>
              <p:nvPr userDrawn="1">
                <p:extLst>
                  <p:ext uri="{D42A27DB-BD31-4B8C-83A1-F6EECF244321}">
                    <p14:modId xmlns:p14="http://schemas.microsoft.com/office/powerpoint/2010/main" val="2636758693"/>
                  </p:ext>
                </p:extLst>
              </p:nvPr>
            </p:nvGraphicFramePr>
            <p:xfrm>
              <a:off x="6118165" y="2619768"/>
              <a:ext cx="316745" cy="36933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22" name="图示 21"/>
              <p:cNvGraphicFramePr/>
              <p:nvPr userDrawn="1">
                <p:extLst>
                  <p:ext uri="{D42A27DB-BD31-4B8C-83A1-F6EECF244321}">
                    <p14:modId xmlns:p14="http://schemas.microsoft.com/office/powerpoint/2010/main" val="4098419164"/>
                  </p:ext>
                </p:extLst>
              </p:nvPr>
            </p:nvGraphicFramePr>
            <p:xfrm>
              <a:off x="6001844" y="2393457"/>
              <a:ext cx="348524" cy="369332"/>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24" name="图示 23"/>
              <p:cNvGraphicFramePr/>
              <p:nvPr userDrawn="1">
                <p:extLst>
                  <p:ext uri="{D42A27DB-BD31-4B8C-83A1-F6EECF244321}">
                    <p14:modId xmlns:p14="http://schemas.microsoft.com/office/powerpoint/2010/main" val="2752477562"/>
                  </p:ext>
                </p:extLst>
              </p:nvPr>
            </p:nvGraphicFramePr>
            <p:xfrm>
              <a:off x="6358644" y="2223042"/>
              <a:ext cx="399284" cy="313436"/>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graphicFrame>
            <p:nvGraphicFramePr>
              <p:cNvPr id="23" name="图示 22"/>
              <p:cNvGraphicFramePr/>
              <p:nvPr userDrawn="1">
                <p:extLst>
                  <p:ext uri="{D42A27DB-BD31-4B8C-83A1-F6EECF244321}">
                    <p14:modId xmlns:p14="http://schemas.microsoft.com/office/powerpoint/2010/main" val="874626940"/>
                  </p:ext>
                </p:extLst>
              </p:nvPr>
            </p:nvGraphicFramePr>
            <p:xfrm>
              <a:off x="6060004" y="2327312"/>
              <a:ext cx="407123" cy="360040"/>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graphicFrame>
            <p:nvGraphicFramePr>
              <p:cNvPr id="25" name="图示 24"/>
              <p:cNvGraphicFramePr/>
              <p:nvPr userDrawn="1">
                <p:extLst>
                  <p:ext uri="{D42A27DB-BD31-4B8C-83A1-F6EECF244321}">
                    <p14:modId xmlns:p14="http://schemas.microsoft.com/office/powerpoint/2010/main" val="2006446407"/>
                  </p:ext>
                </p:extLst>
              </p:nvPr>
            </p:nvGraphicFramePr>
            <p:xfrm>
              <a:off x="6641608" y="2234731"/>
              <a:ext cx="440027" cy="369332"/>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graphicFrame>
            <p:nvGraphicFramePr>
              <p:cNvPr id="26" name="图示 25"/>
              <p:cNvGraphicFramePr/>
              <p:nvPr userDrawn="1">
                <p:extLst>
                  <p:ext uri="{D42A27DB-BD31-4B8C-83A1-F6EECF244321}">
                    <p14:modId xmlns:p14="http://schemas.microsoft.com/office/powerpoint/2010/main" val="3610122240"/>
                  </p:ext>
                </p:extLst>
              </p:nvPr>
            </p:nvGraphicFramePr>
            <p:xfrm>
              <a:off x="6859504" y="2347885"/>
              <a:ext cx="360938" cy="369332"/>
            </p:xfrm>
            <a:graphic>
              <a:graphicData uri="http://schemas.openxmlformats.org/drawingml/2006/diagram">
                <dgm:relIds xmlns:dgm="http://schemas.openxmlformats.org/drawingml/2006/diagram" xmlns:r="http://schemas.openxmlformats.org/officeDocument/2006/relationships" r:dm="rId27" r:lo="rId28" r:qs="rId29" r:cs="rId30"/>
              </a:graphicData>
            </a:graphic>
          </p:graphicFrame>
        </p:grpSp>
        <p:pic>
          <p:nvPicPr>
            <p:cNvPr id="20" name="Picture 4" descr="C:\Users\bie\Desktop\线性代数\线性母版\海大校徽.jpg"/>
            <p:cNvPicPr>
              <a:picLocks noChangeAspect="1" noChangeArrowheads="1"/>
            </p:cNvPicPr>
            <p:nvPr userDrawn="1"/>
          </p:nvPicPr>
          <p:blipFill>
            <a:blip r:embed="rId32" cstate="print">
              <a:extLst>
                <a:ext uri="{BEBA8EAE-BF5A-486C-A8C5-ECC9F3942E4B}">
                  <a14:imgProps xmlns:a14="http://schemas.microsoft.com/office/drawing/2010/main">
                    <a14:imgLayer r:embed="rId33">
                      <a14:imgEffect>
                        <a14:backgroundRemoval t="3632" b="96852" l="3052" r="95775">
                          <a14:foregroundMark x1="43897" y1="6538" x2="46479" y2="95157"/>
                          <a14:foregroundMark x1="6808" y1="48668" x2="90610" y2="51332"/>
                        </a14:backgroundRemoval>
                      </a14:imgEffect>
                    </a14:imgLayer>
                  </a14:imgProps>
                </a:ext>
                <a:ext uri="{28A0092B-C50C-407E-A947-70E740481C1C}">
                  <a14:useLocalDpi xmlns:a14="http://schemas.microsoft.com/office/drawing/2010/main" val="0"/>
                </a:ext>
              </a:extLst>
            </a:blip>
            <a:srcRect/>
            <a:stretch>
              <a:fillRect/>
            </a:stretch>
          </p:blipFill>
          <p:spPr bwMode="auto">
            <a:xfrm>
              <a:off x="7884368" y="5805264"/>
              <a:ext cx="1240223" cy="1202376"/>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grpSp>
      <p:sp>
        <p:nvSpPr>
          <p:cNvPr id="32" name="内容占位符 31"/>
          <p:cNvSpPr>
            <a:spLocks noGrp="1"/>
          </p:cNvSpPr>
          <p:nvPr>
            <p:ph sz="quarter" idx="10"/>
          </p:nvPr>
        </p:nvSpPr>
        <p:spPr>
          <a:xfrm>
            <a:off x="116592" y="116632"/>
            <a:ext cx="8055807" cy="5688632"/>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648711379"/>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79935114"/>
      </p:ext>
    </p:extLst>
  </p:cSld>
  <p:clrMapOvr>
    <a:masterClrMapping/>
  </p:clrMapOvr>
  <p:transition>
    <p:wipe/>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6741645"/>
      </p:ext>
    </p:extLst>
  </p:cSld>
  <p:clrMapOvr>
    <a:masterClrMapping/>
  </p:clrMapOvr>
  <p:transition>
    <p:wipe/>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197725139"/>
      </p:ext>
    </p:extLst>
  </p:cSld>
  <p:clrMapOvr>
    <a:masterClrMapping/>
  </p:clrMapOvr>
  <p:transition>
    <p:wipe/>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09028688"/>
      </p:ext>
    </p:extLst>
  </p:cSld>
  <p:clrMapOvr>
    <a:masterClrMapping/>
  </p:clrMapOvr>
  <p:transition>
    <p:wipe/>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43802342"/>
      </p:ext>
    </p:extLst>
  </p:cSld>
  <p:clrMapOvr>
    <a:masterClrMapping/>
  </p:clrMapOvr>
  <p:transition>
    <p:wipe/>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550769753"/>
      </p:ext>
    </p:extLst>
  </p:cSld>
  <p:clrMapOvr>
    <a:masterClrMapping/>
  </p:clrMapOvr>
  <p:transition>
    <p:wipe/>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3183838"/>
      </p:ext>
    </p:extLst>
  </p:cSld>
  <p:clrMapOvr>
    <a:masterClrMapping/>
  </p:clrMapOvr>
  <p:transition>
    <p:wipe/>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540331555"/>
      </p:ext>
    </p:extLst>
  </p:cSld>
  <p:clrMapOvr>
    <a:masterClrMapping/>
  </p:clrMapOvr>
  <p:transition>
    <p:wipe/>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454037715"/>
      </p:ext>
    </p:extLst>
  </p:cSld>
  <p:clrMapOvr>
    <a:masterClrMapping/>
  </p:clrMapOvr>
  <p:transition>
    <p:wipe/>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74666238"/>
      </p:ext>
    </p:extLst>
  </p:cSld>
  <p:clrMapOvr>
    <a:masterClrMapping/>
  </p:clrMapOvr>
  <p:transition>
    <p:wipe/>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19718449"/>
      </p:ext>
    </p:extLst>
  </p:cSld>
  <p:clrMapOvr>
    <a:masterClrMapping/>
  </p:clrMapOvr>
  <p:transition>
    <p:wipe/>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46188605"/>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28179064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3011927767"/>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50511700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03769624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612757221"/>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2358991"/>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77393353"/>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504568277"/>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60158408"/>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39169292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objAndTwoObj" preserve="1">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quarter" idx="2"/>
          </p:nvPr>
        </p:nvSpPr>
        <p:spPr>
          <a:xfrm>
            <a:off x="4648200" y="1600200"/>
            <a:ext cx="4038600" cy="2185988"/>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内容占位符 4"/>
          <p:cNvSpPr>
            <a:spLocks noGrp="1"/>
          </p:cNvSpPr>
          <p:nvPr>
            <p:ph sz="quarter" idx="3"/>
          </p:nvPr>
        </p:nvSpPr>
        <p:spPr>
          <a:xfrm>
            <a:off x="4648200" y="3938588"/>
            <a:ext cx="4038600" cy="2187575"/>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78393550"/>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529564967"/>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523381063"/>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865221803"/>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985982439"/>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941020870"/>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981534901"/>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4445482"/>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443168482"/>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72860326"/>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945680071"/>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004247978"/>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43258492"/>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141836046"/>
      </p:ext>
    </p:extLst>
  </p:cSld>
  <p:clrMapOvr>
    <a:masterClrMapping/>
  </p:clrMapOvr>
  <p:transition>
    <p:wipe/>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457496946"/>
      </p:ext>
    </p:extLst>
  </p:cSld>
  <p:clrMapOvr>
    <a:masterClrMapping/>
  </p:clrMapOvr>
  <p:transition>
    <p:wipe/>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200734132"/>
      </p:ext>
    </p:extLst>
  </p:cSld>
  <p:clrMapOvr>
    <a:masterClrMapping/>
  </p:clrMapOvr>
  <p:transition>
    <p:wipe/>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916135933"/>
      </p:ext>
    </p:extLst>
  </p:cSld>
  <p:clrMapOvr>
    <a:masterClrMapping/>
  </p:clrMapOvr>
  <p:transition>
    <p:wipe/>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685664976"/>
      </p:ext>
    </p:extLst>
  </p:cSld>
  <p:clrMapOvr>
    <a:masterClrMapping/>
  </p:clrMapOvr>
  <p:transition>
    <p:wipe/>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669749296"/>
      </p:ext>
    </p:extLst>
  </p:cSld>
  <p:clrMapOvr>
    <a:masterClrMapping/>
  </p:clrMapOvr>
  <p:transition>
    <p:wipe/>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0890606"/>
      </p:ext>
    </p:extLst>
  </p:cSld>
  <p:clrMapOvr>
    <a:masterClrMapping/>
  </p:clrMapOvr>
  <p:transition>
    <p:wipe/>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741028049"/>
      </p:ext>
    </p:extLst>
  </p:cSld>
  <p:clrMapOvr>
    <a:masterClrMapping/>
  </p:clrMapOvr>
  <p:transition>
    <p:wipe/>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212314107"/>
      </p:ext>
    </p:extLst>
  </p:cSld>
  <p:clrMapOvr>
    <a:masterClrMapping/>
  </p:clrMapOvr>
  <p:transition>
    <p:wipe/>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937214487"/>
      </p:ext>
    </p:extLst>
  </p:cSld>
  <p:clrMapOvr>
    <a:masterClrMapping/>
  </p:clrMapOvr>
  <p:transition>
    <p:wipe/>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55443095"/>
      </p:ext>
    </p:extLst>
  </p:cSld>
  <p:clrMapOvr>
    <a:masterClrMapping/>
  </p:clrMapOvr>
  <p:transition>
    <p:wipe/>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3540327107"/>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00439992"/>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285097509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165961306"/>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458830403"/>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711741975"/>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7234484"/>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821097966"/>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21890505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1221493"/>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8881754"/>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lvl1pPr>
              <a:defRPr>
                <a:ea typeface="微软雅黑" pitchFamily="34" charset="-122"/>
              </a:defRPr>
            </a:lvl1pPr>
            <a:lvl2pPr>
              <a:defRPr>
                <a:ea typeface="微软雅黑" pitchFamily="34" charset="-122"/>
              </a:defRPr>
            </a:lvl2pPr>
            <a:lvl3pPr>
              <a:defRPr>
                <a:ea typeface="微软雅黑" pitchFamily="34" charset="-122"/>
              </a:defRPr>
            </a:lvl3pPr>
            <a:lvl4pPr>
              <a:defRPr>
                <a:ea typeface="微软雅黑" pitchFamily="34" charset="-122"/>
              </a:defRPr>
            </a:lvl4pPr>
            <a:lvl5pPr>
              <a:defRPr>
                <a:ea typeface="微软雅黑"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206459244"/>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481659019"/>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478093074"/>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2477799840"/>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521759800"/>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856930611"/>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3769049559"/>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8020442"/>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4148841719"/>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337318099"/>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049652168"/>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31580974"/>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3510501181"/>
      </p:ext>
    </p:extLst>
  </p:cSld>
  <p:clrMapOvr>
    <a:masterClrMapping/>
  </p:clrMapOvr>
  <p:transition>
    <p:wipe/>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048453621"/>
      </p:ext>
    </p:extLst>
  </p:cSld>
  <p:clrMapOvr>
    <a:masterClrMapping/>
  </p:clrMapOvr>
  <p:transition>
    <p:wipe/>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1313720720"/>
      </p:ext>
    </p:extLst>
  </p:cSld>
  <p:clrMapOvr>
    <a:masterClrMapping/>
  </p:clrMapOvr>
  <p:transition>
    <p:wipe/>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076817718"/>
      </p:ext>
    </p:extLst>
  </p:cSld>
  <p:clrMapOvr>
    <a:masterClrMapping/>
  </p:clrMapOvr>
  <p:transition>
    <p:wipe/>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67668747"/>
      </p:ext>
    </p:extLst>
  </p:cSld>
  <p:clrMapOvr>
    <a:masterClrMapping/>
  </p:clrMapOvr>
  <p:transition>
    <p:wipe/>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565907973"/>
      </p:ext>
    </p:extLst>
  </p:cSld>
  <p:clrMapOvr>
    <a:masterClrMapping/>
  </p:clrMapOvr>
  <p:transition>
    <p:wipe/>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4219863034"/>
      </p:ext>
    </p:extLst>
  </p:cSld>
  <p:clrMapOvr>
    <a:masterClrMapping/>
  </p:clrMapOvr>
  <p:transition>
    <p:wipe/>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884454186"/>
      </p:ext>
    </p:extLst>
  </p:cSld>
  <p:clrMapOvr>
    <a:masterClrMapping/>
  </p:clrMapOvr>
  <p:transition>
    <p:wipe/>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111115972"/>
      </p:ext>
    </p:extLst>
  </p:cSld>
  <p:clrMapOvr>
    <a:masterClrMapping/>
  </p:clrMapOvr>
  <p:transition>
    <p:wipe/>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05163594"/>
      </p:ext>
    </p:extLst>
  </p:cSld>
  <p:clrMapOvr>
    <a:masterClrMapping/>
  </p:clrMapOvr>
  <p:transition>
    <p:wipe/>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115590714"/>
      </p:ext>
    </p:extLst>
  </p:cSld>
  <p:clrMapOvr>
    <a:masterClrMapping/>
  </p:clrMapOvr>
  <p:transition>
    <p:wipe/>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585584046"/>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957524779"/>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4253787981"/>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102477867"/>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552585496"/>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181767649"/>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73832737"/>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129790468"/>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3403273245"/>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85421730"/>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838242343"/>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122227320"/>
      </p:ext>
    </p:extLst>
  </p:cSld>
  <p:clrMapOvr>
    <a:masterClrMapping/>
  </p:clrMapOvr>
  <p:transition>
    <p:wipe/>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75501005"/>
      </p:ext>
    </p:extLst>
  </p:cSld>
  <p:clrMapOvr>
    <a:masterClrMapping/>
  </p:clrMapOvr>
  <p:transition>
    <p:wipe/>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574777276"/>
      </p:ext>
    </p:extLst>
  </p:cSld>
  <p:clrMapOvr>
    <a:masterClrMapping/>
  </p:clrMapOvr>
  <p:transition>
    <p:wipe/>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230016976"/>
      </p:ext>
    </p:extLst>
  </p:cSld>
  <p:clrMapOvr>
    <a:masterClrMapping/>
  </p:clrMapOvr>
  <p:transition>
    <p:wipe/>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185535813"/>
      </p:ext>
    </p:extLst>
  </p:cSld>
  <p:clrMapOvr>
    <a:masterClrMapping/>
  </p:clrMapOvr>
  <p:transition>
    <p:wipe/>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150177778"/>
      </p:ext>
    </p:extLst>
  </p:cSld>
  <p:clrMapOvr>
    <a:masterClrMapping/>
  </p:clrMapOvr>
  <p:transition>
    <p:wipe/>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725207981"/>
      </p:ext>
    </p:extLst>
  </p:cSld>
  <p:clrMapOvr>
    <a:masterClrMapping/>
  </p:clrMapOvr>
  <p:transition>
    <p:wipe/>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2482615168"/>
      </p:ext>
    </p:extLst>
  </p:cSld>
  <p:clrMapOvr>
    <a:masterClrMapping/>
  </p:clrMapOvr>
  <p:transition>
    <p:wipe/>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706609919"/>
      </p:ext>
    </p:extLst>
  </p:cSld>
  <p:clrMapOvr>
    <a:masterClrMapping/>
  </p:clrMapOvr>
  <p:transition>
    <p:wipe/>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217820170"/>
      </p:ext>
    </p:extLst>
  </p:cSld>
  <p:clrMapOvr>
    <a:masterClrMapping/>
  </p:clrMapOvr>
  <p:transition>
    <p:wipe/>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2394886"/>
      </p:ext>
    </p:extLst>
  </p:cSld>
  <p:clrMapOvr>
    <a:masterClrMapping/>
  </p:clrMapOvr>
  <p:transition>
    <p:wipe/>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Tree>
    <p:extLst>
      <p:ext uri="{BB962C8B-B14F-4D97-AF65-F5344CB8AC3E}">
        <p14:creationId xmlns:p14="http://schemas.microsoft.com/office/powerpoint/2010/main" val="2826606713"/>
      </p:ext>
    </p:extLst>
  </p:cSld>
  <p:clrMapOvr>
    <a:masterClrMapping/>
  </p:clrMapOvr>
  <p:transition>
    <p:wipe/>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654666711"/>
      </p:ext>
    </p:extLst>
  </p:cSld>
  <p:clrMapOvr>
    <a:masterClrMapping/>
  </p:clrMapOvr>
  <p:transition>
    <p:wipe/>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Tree>
    <p:extLst>
      <p:ext uri="{BB962C8B-B14F-4D97-AF65-F5344CB8AC3E}">
        <p14:creationId xmlns:p14="http://schemas.microsoft.com/office/powerpoint/2010/main" val="2078814655"/>
      </p:ext>
    </p:extLst>
  </p:cSld>
  <p:clrMapOvr>
    <a:masterClrMapping/>
  </p:clrMapOvr>
  <p:transition>
    <p:wipe/>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708676811"/>
      </p:ext>
    </p:extLst>
  </p:cSld>
  <p:clrMapOvr>
    <a:masterClrMapping/>
  </p:clrMapOvr>
  <p:transition>
    <p:wipe/>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672502037"/>
      </p:ext>
    </p:extLst>
  </p:cSld>
  <p:clrMapOvr>
    <a:masterClrMapping/>
  </p:clrMapOvr>
  <p:transition>
    <p:wipe/>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766121430"/>
      </p:ext>
    </p:extLst>
  </p:cSld>
  <p:clrMapOvr>
    <a:masterClrMapping/>
  </p:clrMapOvr>
  <p:transition>
    <p:wipe/>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0757899"/>
      </p:ext>
    </p:extLst>
  </p:cSld>
  <p:clrMapOvr>
    <a:masterClrMapping/>
  </p:clrMapOvr>
  <p:transition>
    <p:wipe/>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1458243703"/>
      </p:ext>
    </p:extLst>
  </p:cSld>
  <p:clrMapOvr>
    <a:masterClrMapping/>
  </p:clrMapOvr>
  <p:transition>
    <p:wipe/>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Tree>
    <p:extLst>
      <p:ext uri="{BB962C8B-B14F-4D97-AF65-F5344CB8AC3E}">
        <p14:creationId xmlns:p14="http://schemas.microsoft.com/office/powerpoint/2010/main" val="918770923"/>
      </p:ext>
    </p:extLst>
  </p:cSld>
  <p:clrMapOvr>
    <a:masterClrMapping/>
  </p:clrMapOvr>
  <p:transition>
    <p:wipe/>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189374995"/>
      </p:ext>
    </p:extLst>
  </p:cSld>
  <p:clrMapOvr>
    <a:masterClrMapping/>
  </p:clrMapOvr>
  <p:transition>
    <p:wipe/>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609600"/>
            <a:ext cx="2057400" cy="5516563"/>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609600"/>
            <a:ext cx="6019800" cy="55165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203762558"/>
      </p:ext>
    </p:extLst>
  </p:cSld>
  <p:clrMapOvr>
    <a:masterClrMapping/>
  </p:clrMapOvr>
  <p:transition>
    <p:wip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2.jpe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jpe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image" Target="../media/image1.jpeg"/><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4.xml"/><Relationship Id="rId13" Type="http://schemas.openxmlformats.org/officeDocument/2006/relationships/slideLayout" Target="../slideLayouts/slideLayout49.xml"/><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slideLayout" Target="../slideLayouts/slideLayout48.xml"/><Relationship Id="rId2" Type="http://schemas.openxmlformats.org/officeDocument/2006/relationships/slideLayout" Target="../slideLayouts/slideLayout38.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5" Type="http://schemas.openxmlformats.org/officeDocument/2006/relationships/slideLayout" Target="../slideLayouts/slideLayout41.xml"/><Relationship Id="rId15" Type="http://schemas.openxmlformats.org/officeDocument/2006/relationships/image" Target="../media/image1.jpeg"/><Relationship Id="rId10" Type="http://schemas.openxmlformats.org/officeDocument/2006/relationships/slideLayout" Target="../slideLayouts/slideLayout46.xml"/><Relationship Id="rId4" Type="http://schemas.openxmlformats.org/officeDocument/2006/relationships/slideLayout" Target="../slideLayouts/slideLayout40.xml"/><Relationship Id="rId9" Type="http://schemas.openxmlformats.org/officeDocument/2006/relationships/slideLayout" Target="../slideLayouts/slideLayout45.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image" Target="../media/image1.jpeg"/><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theme" Target="../theme/theme5.xml"/><Relationship Id="rId2" Type="http://schemas.openxmlformats.org/officeDocument/2006/relationships/slideLayout" Target="../slideLayouts/slideLayout51.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image" Target="../media/image1.jpeg"/><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theme" Target="../theme/theme6.xml"/><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0" Type="http://schemas.openxmlformats.org/officeDocument/2006/relationships/slideLayout" Target="../slideLayouts/slideLayout70.xml"/><Relationship Id="rId4" Type="http://schemas.openxmlformats.org/officeDocument/2006/relationships/slideLayout" Target="../slideLayouts/slideLayout64.xml"/><Relationship Id="rId9" Type="http://schemas.openxmlformats.org/officeDocument/2006/relationships/slideLayout" Target="../slideLayouts/slideLayout6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9.xml"/><Relationship Id="rId13" Type="http://schemas.openxmlformats.org/officeDocument/2006/relationships/image" Target="../media/image1.jpeg"/><Relationship Id="rId3" Type="http://schemas.openxmlformats.org/officeDocument/2006/relationships/slideLayout" Target="../slideLayouts/slideLayout74.xml"/><Relationship Id="rId7" Type="http://schemas.openxmlformats.org/officeDocument/2006/relationships/slideLayout" Target="../slideLayouts/slideLayout78.xml"/><Relationship Id="rId12" Type="http://schemas.openxmlformats.org/officeDocument/2006/relationships/theme" Target="../theme/theme7.xml"/><Relationship Id="rId2" Type="http://schemas.openxmlformats.org/officeDocument/2006/relationships/slideLayout" Target="../slideLayouts/slideLayout73.xml"/><Relationship Id="rId1" Type="http://schemas.openxmlformats.org/officeDocument/2006/relationships/slideLayout" Target="../slideLayouts/slideLayout72.xml"/><Relationship Id="rId6" Type="http://schemas.openxmlformats.org/officeDocument/2006/relationships/slideLayout" Target="../slideLayouts/slideLayout77.xml"/><Relationship Id="rId11" Type="http://schemas.openxmlformats.org/officeDocument/2006/relationships/slideLayout" Target="../slideLayouts/slideLayout82.xml"/><Relationship Id="rId5" Type="http://schemas.openxmlformats.org/officeDocument/2006/relationships/slideLayout" Target="../slideLayouts/slideLayout76.xml"/><Relationship Id="rId10" Type="http://schemas.openxmlformats.org/officeDocument/2006/relationships/slideLayout" Target="../slideLayouts/slideLayout81.xml"/><Relationship Id="rId4" Type="http://schemas.openxmlformats.org/officeDocument/2006/relationships/slideLayout" Target="../slideLayouts/slideLayout75.xml"/><Relationship Id="rId9" Type="http://schemas.openxmlformats.org/officeDocument/2006/relationships/slideLayout" Target="../slideLayouts/slideLayout8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slideLayout" Target="../slideLayouts/slideLayout95.xml"/><Relationship Id="rId3" Type="http://schemas.openxmlformats.org/officeDocument/2006/relationships/slideLayout" Target="../slideLayouts/slideLayout85.xml"/><Relationship Id="rId7" Type="http://schemas.openxmlformats.org/officeDocument/2006/relationships/slideLayout" Target="../slideLayouts/slideLayout89.xml"/><Relationship Id="rId12" Type="http://schemas.openxmlformats.org/officeDocument/2006/relationships/slideLayout" Target="../slideLayouts/slideLayout94.xml"/><Relationship Id="rId2" Type="http://schemas.openxmlformats.org/officeDocument/2006/relationships/slideLayout" Target="../slideLayouts/slideLayout84.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5" Type="http://schemas.openxmlformats.org/officeDocument/2006/relationships/image" Target="../media/image1.jpeg"/><Relationship Id="rId10" Type="http://schemas.openxmlformats.org/officeDocument/2006/relationships/slideLayout" Target="../slideLayouts/slideLayout92.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3.xml"/><Relationship Id="rId13" Type="http://schemas.openxmlformats.org/officeDocument/2006/relationships/image" Target="../media/image1.jpeg"/><Relationship Id="rId3" Type="http://schemas.openxmlformats.org/officeDocument/2006/relationships/slideLayout" Target="../slideLayouts/slideLayout98.xml"/><Relationship Id="rId7" Type="http://schemas.openxmlformats.org/officeDocument/2006/relationships/slideLayout" Target="../slideLayouts/slideLayout102.xml"/><Relationship Id="rId12" Type="http://schemas.openxmlformats.org/officeDocument/2006/relationships/theme" Target="../theme/theme9.xml"/><Relationship Id="rId2" Type="http://schemas.openxmlformats.org/officeDocument/2006/relationships/slideLayout" Target="../slideLayouts/slideLayout97.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slideLayout" Target="../slideLayouts/slideLayout106.xml"/><Relationship Id="rId5" Type="http://schemas.openxmlformats.org/officeDocument/2006/relationships/slideLayout" Target="../slideLayouts/slideLayout100.xml"/><Relationship Id="rId10" Type="http://schemas.openxmlformats.org/officeDocument/2006/relationships/slideLayout" Target="../slideLayouts/slideLayout105.xml"/><Relationship Id="rId4" Type="http://schemas.openxmlformats.org/officeDocument/2006/relationships/slideLayout" Target="../slideLayouts/slideLayout99.xml"/><Relationship Id="rId9" Type="http://schemas.openxmlformats.org/officeDocument/2006/relationships/slideLayout" Target="../slideLayouts/slideLayout10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4.xml"/><Relationship Id="rId13" Type="http://schemas.openxmlformats.org/officeDocument/2006/relationships/image" Target="../media/image1.jpeg"/><Relationship Id="rId3" Type="http://schemas.openxmlformats.org/officeDocument/2006/relationships/slideLayout" Target="../slideLayouts/slideLayout109.xml"/><Relationship Id="rId7" Type="http://schemas.openxmlformats.org/officeDocument/2006/relationships/slideLayout" Target="../slideLayouts/slideLayout113.xml"/><Relationship Id="rId12" Type="http://schemas.openxmlformats.org/officeDocument/2006/relationships/theme" Target="../theme/theme10.xml"/><Relationship Id="rId2" Type="http://schemas.openxmlformats.org/officeDocument/2006/relationships/slideLayout" Target="../slideLayouts/slideLayout108.xml"/><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5" Type="http://schemas.openxmlformats.org/officeDocument/2006/relationships/slideLayout" Target="../slideLayouts/slideLayout111.xml"/><Relationship Id="rId10" Type="http://schemas.openxmlformats.org/officeDocument/2006/relationships/slideLayout" Target="../slideLayouts/slideLayout116.xml"/><Relationship Id="rId4" Type="http://schemas.openxmlformats.org/officeDocument/2006/relationships/slideLayout" Target="../slideLayouts/slideLayout110.xml"/><Relationship Id="rId9" Type="http://schemas.openxmlformats.org/officeDocument/2006/relationships/slideLayout" Target="../slideLayouts/slideLayout115.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5.xml"/><Relationship Id="rId13" Type="http://schemas.openxmlformats.org/officeDocument/2006/relationships/slideLayout" Target="../slideLayouts/slideLayout130.xml"/><Relationship Id="rId3" Type="http://schemas.openxmlformats.org/officeDocument/2006/relationships/slideLayout" Target="../slideLayouts/slideLayout120.xml"/><Relationship Id="rId7" Type="http://schemas.openxmlformats.org/officeDocument/2006/relationships/slideLayout" Target="../slideLayouts/slideLayout124.xml"/><Relationship Id="rId12" Type="http://schemas.openxmlformats.org/officeDocument/2006/relationships/slideLayout" Target="../slideLayouts/slideLayout129.xml"/><Relationship Id="rId2" Type="http://schemas.openxmlformats.org/officeDocument/2006/relationships/slideLayout" Target="../slideLayouts/slideLayout119.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5" Type="http://schemas.openxmlformats.org/officeDocument/2006/relationships/slideLayout" Target="../slideLayouts/slideLayout122.xml"/><Relationship Id="rId15" Type="http://schemas.openxmlformats.org/officeDocument/2006/relationships/image" Target="../media/image1.jpeg"/><Relationship Id="rId10" Type="http://schemas.openxmlformats.org/officeDocument/2006/relationships/slideLayout" Target="../slideLayouts/slideLayout127.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14"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8.xml"/><Relationship Id="rId13" Type="http://schemas.openxmlformats.org/officeDocument/2006/relationships/slideLayout" Target="../slideLayouts/slideLayout143.xml"/><Relationship Id="rId3" Type="http://schemas.openxmlformats.org/officeDocument/2006/relationships/slideLayout" Target="../slideLayouts/slideLayout133.xml"/><Relationship Id="rId7" Type="http://schemas.openxmlformats.org/officeDocument/2006/relationships/slideLayout" Target="../slideLayouts/slideLayout137.xml"/><Relationship Id="rId12" Type="http://schemas.openxmlformats.org/officeDocument/2006/relationships/slideLayout" Target="../slideLayouts/slideLayout142.xml"/><Relationship Id="rId2" Type="http://schemas.openxmlformats.org/officeDocument/2006/relationships/slideLayout" Target="../slideLayouts/slideLayout132.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slideLayout" Target="../slideLayouts/slideLayout141.xml"/><Relationship Id="rId5" Type="http://schemas.openxmlformats.org/officeDocument/2006/relationships/slideLayout" Target="../slideLayouts/slideLayout135.xml"/><Relationship Id="rId10" Type="http://schemas.openxmlformats.org/officeDocument/2006/relationships/slideLayout" Target="../slideLayouts/slideLayout140.xml"/><Relationship Id="rId4" Type="http://schemas.openxmlformats.org/officeDocument/2006/relationships/slideLayout" Target="../slideLayouts/slideLayout134.xml"/><Relationship Id="rId9" Type="http://schemas.openxmlformats.org/officeDocument/2006/relationships/slideLayout" Target="../slideLayouts/slideLayout139.xml"/><Relationship Id="rId14" Type="http://schemas.openxmlformats.org/officeDocument/2006/relationships/theme" Target="../theme/theme1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image" Target="../media/image1.jpeg"/><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13.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62.xml"/><Relationship Id="rId13" Type="http://schemas.openxmlformats.org/officeDocument/2006/relationships/slideLayout" Target="../slideLayouts/slideLayout167.xml"/><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slideLayout" Target="../slideLayouts/slideLayout166.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5" Type="http://schemas.openxmlformats.org/officeDocument/2006/relationships/image" Target="../media/image1.jpeg"/><Relationship Id="rId10" Type="http://schemas.openxmlformats.org/officeDocument/2006/relationships/slideLayout" Target="../slideLayouts/slideLayout164.xml"/><Relationship Id="rId4" Type="http://schemas.openxmlformats.org/officeDocument/2006/relationships/slideLayout" Target="../slideLayouts/slideLayout158.xml"/><Relationship Id="rId9" Type="http://schemas.openxmlformats.org/officeDocument/2006/relationships/slideLayout" Target="../slideLayouts/slideLayout163.xml"/><Relationship Id="rId14"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theme" Target="../theme/theme15.xml"/><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slideLayout" Target="../slideLayouts/slideLayout179.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5" Type="http://schemas.openxmlformats.org/officeDocument/2006/relationships/image" Target="../media/image2.jpeg"/><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 Id="rId14" Type="http://schemas.openxmlformats.org/officeDocument/2006/relationships/image" Target="../media/image1.jpe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theme" Target="../theme/theme16.xml"/><Relationship Id="rId3" Type="http://schemas.openxmlformats.org/officeDocument/2006/relationships/slideLayout" Target="../slideLayouts/slideLayout182.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2" Type="http://schemas.openxmlformats.org/officeDocument/2006/relationships/slideLayout" Target="../slideLayouts/slideLayout181.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5" Type="http://schemas.openxmlformats.org/officeDocument/2006/relationships/slideLayout" Target="../slideLayouts/slideLayout184.xml"/><Relationship Id="rId10" Type="http://schemas.openxmlformats.org/officeDocument/2006/relationships/slideLayout" Target="../slideLayouts/slideLayout189.xml"/><Relationship Id="rId4" Type="http://schemas.openxmlformats.org/officeDocument/2006/relationships/slideLayout" Target="../slideLayouts/slideLayout183.xml"/><Relationship Id="rId9" Type="http://schemas.openxmlformats.org/officeDocument/2006/relationships/slideLayout" Target="../slideLayouts/slideLayout18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99.xml"/><Relationship Id="rId13" Type="http://schemas.openxmlformats.org/officeDocument/2006/relationships/theme" Target="../theme/theme17.xml"/><Relationship Id="rId3" Type="http://schemas.openxmlformats.org/officeDocument/2006/relationships/slideLayout" Target="../slideLayouts/slideLayout194.xml"/><Relationship Id="rId7" Type="http://schemas.openxmlformats.org/officeDocument/2006/relationships/slideLayout" Target="../slideLayouts/slideLayout198.xml"/><Relationship Id="rId12" Type="http://schemas.openxmlformats.org/officeDocument/2006/relationships/slideLayout" Target="../slideLayouts/slideLayout203.xml"/><Relationship Id="rId2" Type="http://schemas.openxmlformats.org/officeDocument/2006/relationships/slideLayout" Target="../slideLayouts/slideLayout193.xml"/><Relationship Id="rId1" Type="http://schemas.openxmlformats.org/officeDocument/2006/relationships/slideLayout" Target="../slideLayouts/slideLayout192.xml"/><Relationship Id="rId6" Type="http://schemas.openxmlformats.org/officeDocument/2006/relationships/slideLayout" Target="../slideLayouts/slideLayout197.xml"/><Relationship Id="rId11" Type="http://schemas.openxmlformats.org/officeDocument/2006/relationships/slideLayout" Target="../slideLayouts/slideLayout202.xml"/><Relationship Id="rId5" Type="http://schemas.openxmlformats.org/officeDocument/2006/relationships/slideLayout" Target="../slideLayouts/slideLayout196.xml"/><Relationship Id="rId15" Type="http://schemas.openxmlformats.org/officeDocument/2006/relationships/image" Target="../media/image2.jpeg"/><Relationship Id="rId10" Type="http://schemas.openxmlformats.org/officeDocument/2006/relationships/slideLayout" Target="../slideLayouts/slideLayout201.xml"/><Relationship Id="rId4" Type="http://schemas.openxmlformats.org/officeDocument/2006/relationships/slideLayout" Target="../slideLayouts/slideLayout195.xml"/><Relationship Id="rId9" Type="http://schemas.openxmlformats.org/officeDocument/2006/relationships/slideLayout" Target="../slideLayouts/slideLayout200.xml"/><Relationship Id="rId14" Type="http://schemas.openxmlformats.org/officeDocument/2006/relationships/image" Target="../media/image1.jpe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11.xml"/><Relationship Id="rId3" Type="http://schemas.openxmlformats.org/officeDocument/2006/relationships/slideLayout" Target="../slideLayouts/slideLayout206.xml"/><Relationship Id="rId7" Type="http://schemas.openxmlformats.org/officeDocument/2006/relationships/slideLayout" Target="../slideLayouts/slideLayout210.xml"/><Relationship Id="rId12" Type="http://schemas.openxmlformats.org/officeDocument/2006/relationships/theme" Target="../theme/theme18.xml"/><Relationship Id="rId2" Type="http://schemas.openxmlformats.org/officeDocument/2006/relationships/slideLayout" Target="../slideLayouts/slideLayout205.xml"/><Relationship Id="rId1" Type="http://schemas.openxmlformats.org/officeDocument/2006/relationships/slideLayout" Target="../slideLayouts/slideLayout204.xml"/><Relationship Id="rId6" Type="http://schemas.openxmlformats.org/officeDocument/2006/relationships/slideLayout" Target="../slideLayouts/slideLayout209.xml"/><Relationship Id="rId11" Type="http://schemas.openxmlformats.org/officeDocument/2006/relationships/slideLayout" Target="../slideLayouts/slideLayout214.xml"/><Relationship Id="rId5" Type="http://schemas.openxmlformats.org/officeDocument/2006/relationships/slideLayout" Target="../slideLayouts/slideLayout208.xml"/><Relationship Id="rId10" Type="http://schemas.openxmlformats.org/officeDocument/2006/relationships/slideLayout" Target="../slideLayouts/slideLayout213.xml"/><Relationship Id="rId4" Type="http://schemas.openxmlformats.org/officeDocument/2006/relationships/slideLayout" Target="../slideLayouts/slideLayout207.xml"/><Relationship Id="rId9" Type="http://schemas.openxmlformats.org/officeDocument/2006/relationships/slideLayout" Target="../slideLayouts/slideLayout212.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theme" Target="../theme/theme19.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2" Type="http://schemas.openxmlformats.org/officeDocument/2006/relationships/slideLayout" Target="../slideLayouts/slideLayout216.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0" Type="http://schemas.openxmlformats.org/officeDocument/2006/relationships/slideLayout" Target="../slideLayouts/slideLayout224.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image" Target="../media/image1.jpe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34.xml"/><Relationship Id="rId13" Type="http://schemas.openxmlformats.org/officeDocument/2006/relationships/theme" Target="../theme/theme20.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slideLayout" Target="../slideLayouts/slideLayout238.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 Id="rId14" Type="http://schemas.openxmlformats.org/officeDocument/2006/relationships/image" Target="../media/image1.jpeg"/></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46.xml"/><Relationship Id="rId3" Type="http://schemas.openxmlformats.org/officeDocument/2006/relationships/slideLayout" Target="../slideLayouts/slideLayout241.xml"/><Relationship Id="rId7" Type="http://schemas.openxmlformats.org/officeDocument/2006/relationships/slideLayout" Target="../slideLayouts/slideLayout245.xml"/><Relationship Id="rId12" Type="http://schemas.openxmlformats.org/officeDocument/2006/relationships/theme" Target="../theme/theme21.xml"/><Relationship Id="rId2" Type="http://schemas.openxmlformats.org/officeDocument/2006/relationships/slideLayout" Target="../slideLayouts/slideLayout240.xml"/><Relationship Id="rId1" Type="http://schemas.openxmlformats.org/officeDocument/2006/relationships/slideLayout" Target="../slideLayouts/slideLayout239.xml"/><Relationship Id="rId6" Type="http://schemas.openxmlformats.org/officeDocument/2006/relationships/slideLayout" Target="../slideLayouts/slideLayout244.xml"/><Relationship Id="rId11" Type="http://schemas.openxmlformats.org/officeDocument/2006/relationships/slideLayout" Target="../slideLayouts/slideLayout249.xml"/><Relationship Id="rId5" Type="http://schemas.openxmlformats.org/officeDocument/2006/relationships/slideLayout" Target="../slideLayouts/slideLayout243.xml"/><Relationship Id="rId10" Type="http://schemas.openxmlformats.org/officeDocument/2006/relationships/slideLayout" Target="../slideLayouts/slideLayout248.xml"/><Relationship Id="rId4" Type="http://schemas.openxmlformats.org/officeDocument/2006/relationships/slideLayout" Target="../slideLayouts/slideLayout242.xml"/><Relationship Id="rId9" Type="http://schemas.openxmlformats.org/officeDocument/2006/relationships/slideLayout" Target="../slideLayouts/slideLayout247.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57.xml"/><Relationship Id="rId3" Type="http://schemas.openxmlformats.org/officeDocument/2006/relationships/slideLayout" Target="../slideLayouts/slideLayout252.xml"/><Relationship Id="rId7" Type="http://schemas.openxmlformats.org/officeDocument/2006/relationships/slideLayout" Target="../slideLayouts/slideLayout256.xml"/><Relationship Id="rId12" Type="http://schemas.openxmlformats.org/officeDocument/2006/relationships/theme" Target="../theme/theme22.xml"/><Relationship Id="rId2" Type="http://schemas.openxmlformats.org/officeDocument/2006/relationships/slideLayout" Target="../slideLayouts/slideLayout251.xml"/><Relationship Id="rId1" Type="http://schemas.openxmlformats.org/officeDocument/2006/relationships/slideLayout" Target="../slideLayouts/slideLayout250.xml"/><Relationship Id="rId6" Type="http://schemas.openxmlformats.org/officeDocument/2006/relationships/slideLayout" Target="../slideLayouts/slideLayout255.xml"/><Relationship Id="rId11" Type="http://schemas.openxmlformats.org/officeDocument/2006/relationships/slideLayout" Target="../slideLayouts/slideLayout260.xml"/><Relationship Id="rId5" Type="http://schemas.openxmlformats.org/officeDocument/2006/relationships/slideLayout" Target="../slideLayouts/slideLayout254.xml"/><Relationship Id="rId10" Type="http://schemas.openxmlformats.org/officeDocument/2006/relationships/slideLayout" Target="../slideLayouts/slideLayout259.xml"/><Relationship Id="rId4" Type="http://schemas.openxmlformats.org/officeDocument/2006/relationships/slideLayout" Target="../slideLayouts/slideLayout253.xml"/><Relationship Id="rId9" Type="http://schemas.openxmlformats.org/officeDocument/2006/relationships/slideLayout" Target="../slideLayouts/slideLayout258.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68.xml"/><Relationship Id="rId13" Type="http://schemas.openxmlformats.org/officeDocument/2006/relationships/theme" Target="../theme/theme23.xml"/><Relationship Id="rId3" Type="http://schemas.openxmlformats.org/officeDocument/2006/relationships/slideLayout" Target="../slideLayouts/slideLayout263.xml"/><Relationship Id="rId7" Type="http://schemas.openxmlformats.org/officeDocument/2006/relationships/slideLayout" Target="../slideLayouts/slideLayout267.xml"/><Relationship Id="rId12" Type="http://schemas.openxmlformats.org/officeDocument/2006/relationships/slideLayout" Target="../slideLayouts/slideLayout272.xml"/><Relationship Id="rId2" Type="http://schemas.openxmlformats.org/officeDocument/2006/relationships/slideLayout" Target="../slideLayouts/slideLayout262.xml"/><Relationship Id="rId1" Type="http://schemas.openxmlformats.org/officeDocument/2006/relationships/slideLayout" Target="../slideLayouts/slideLayout261.xml"/><Relationship Id="rId6" Type="http://schemas.openxmlformats.org/officeDocument/2006/relationships/slideLayout" Target="../slideLayouts/slideLayout266.xml"/><Relationship Id="rId11" Type="http://schemas.openxmlformats.org/officeDocument/2006/relationships/slideLayout" Target="../slideLayouts/slideLayout271.xml"/><Relationship Id="rId5" Type="http://schemas.openxmlformats.org/officeDocument/2006/relationships/slideLayout" Target="../slideLayouts/slideLayout265.xml"/><Relationship Id="rId10" Type="http://schemas.openxmlformats.org/officeDocument/2006/relationships/slideLayout" Target="../slideLayouts/slideLayout270.xml"/><Relationship Id="rId4" Type="http://schemas.openxmlformats.org/officeDocument/2006/relationships/slideLayout" Target="../slideLayouts/slideLayout264.xml"/><Relationship Id="rId9" Type="http://schemas.openxmlformats.org/officeDocument/2006/relationships/slideLayout" Target="../slideLayouts/slideLayout269.xml"/><Relationship Id="rId14" Type="http://schemas.openxmlformats.org/officeDocument/2006/relationships/image" Target="../media/image1.jpeg"/></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80.xml"/><Relationship Id="rId3" Type="http://schemas.openxmlformats.org/officeDocument/2006/relationships/slideLayout" Target="../slideLayouts/slideLayout275.xml"/><Relationship Id="rId7" Type="http://schemas.openxmlformats.org/officeDocument/2006/relationships/slideLayout" Target="../slideLayouts/slideLayout279.xml"/><Relationship Id="rId12" Type="http://schemas.openxmlformats.org/officeDocument/2006/relationships/theme" Target="../theme/theme24.xml"/><Relationship Id="rId2" Type="http://schemas.openxmlformats.org/officeDocument/2006/relationships/slideLayout" Target="../slideLayouts/slideLayout274.xml"/><Relationship Id="rId1" Type="http://schemas.openxmlformats.org/officeDocument/2006/relationships/slideLayout" Target="../slideLayouts/slideLayout273.xml"/><Relationship Id="rId6" Type="http://schemas.openxmlformats.org/officeDocument/2006/relationships/slideLayout" Target="../slideLayouts/slideLayout278.xml"/><Relationship Id="rId11" Type="http://schemas.openxmlformats.org/officeDocument/2006/relationships/slideLayout" Target="../slideLayouts/slideLayout283.xml"/><Relationship Id="rId5" Type="http://schemas.openxmlformats.org/officeDocument/2006/relationships/slideLayout" Target="../slideLayouts/slideLayout277.xml"/><Relationship Id="rId10" Type="http://schemas.openxmlformats.org/officeDocument/2006/relationships/slideLayout" Target="../slideLayouts/slideLayout282.xml"/><Relationship Id="rId4" Type="http://schemas.openxmlformats.org/officeDocument/2006/relationships/slideLayout" Target="../slideLayouts/slideLayout276.xml"/><Relationship Id="rId9" Type="http://schemas.openxmlformats.org/officeDocument/2006/relationships/slideLayout" Target="../slideLayouts/slideLayout281.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theme" Target="../theme/theme25.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image" Target="../media/image1.jpeg"/></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03.xml"/><Relationship Id="rId13" Type="http://schemas.openxmlformats.org/officeDocument/2006/relationships/theme" Target="../theme/theme26.xml"/><Relationship Id="rId3" Type="http://schemas.openxmlformats.org/officeDocument/2006/relationships/slideLayout" Target="../slideLayouts/slideLayout298.xml"/><Relationship Id="rId7" Type="http://schemas.openxmlformats.org/officeDocument/2006/relationships/slideLayout" Target="../slideLayouts/slideLayout302.xml"/><Relationship Id="rId12" Type="http://schemas.openxmlformats.org/officeDocument/2006/relationships/slideLayout" Target="../slideLayouts/slideLayout307.xml"/><Relationship Id="rId2" Type="http://schemas.openxmlformats.org/officeDocument/2006/relationships/slideLayout" Target="../slideLayouts/slideLayout297.xml"/><Relationship Id="rId1" Type="http://schemas.openxmlformats.org/officeDocument/2006/relationships/slideLayout" Target="../slideLayouts/slideLayout296.xml"/><Relationship Id="rId6" Type="http://schemas.openxmlformats.org/officeDocument/2006/relationships/slideLayout" Target="../slideLayouts/slideLayout301.xml"/><Relationship Id="rId11" Type="http://schemas.openxmlformats.org/officeDocument/2006/relationships/slideLayout" Target="../slideLayouts/slideLayout306.xml"/><Relationship Id="rId5" Type="http://schemas.openxmlformats.org/officeDocument/2006/relationships/slideLayout" Target="../slideLayouts/slideLayout300.xml"/><Relationship Id="rId10" Type="http://schemas.openxmlformats.org/officeDocument/2006/relationships/slideLayout" Target="../slideLayouts/slideLayout305.xml"/><Relationship Id="rId4" Type="http://schemas.openxmlformats.org/officeDocument/2006/relationships/slideLayout" Target="../slideLayouts/slideLayout299.xml"/><Relationship Id="rId9" Type="http://schemas.openxmlformats.org/officeDocument/2006/relationships/slideLayout" Target="../slideLayouts/slideLayout304.xml"/><Relationship Id="rId14" Type="http://schemas.openxmlformats.org/officeDocument/2006/relationships/image" Target="../media/image1.jpeg"/></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15.xml"/><Relationship Id="rId13" Type="http://schemas.openxmlformats.org/officeDocument/2006/relationships/theme" Target="../theme/theme27.xml"/><Relationship Id="rId3" Type="http://schemas.openxmlformats.org/officeDocument/2006/relationships/slideLayout" Target="../slideLayouts/slideLayout310.xml"/><Relationship Id="rId7" Type="http://schemas.openxmlformats.org/officeDocument/2006/relationships/slideLayout" Target="../slideLayouts/slideLayout314.xml"/><Relationship Id="rId12" Type="http://schemas.openxmlformats.org/officeDocument/2006/relationships/slideLayout" Target="../slideLayouts/slideLayout319.xml"/><Relationship Id="rId2" Type="http://schemas.openxmlformats.org/officeDocument/2006/relationships/slideLayout" Target="../slideLayouts/slideLayout309.xml"/><Relationship Id="rId1" Type="http://schemas.openxmlformats.org/officeDocument/2006/relationships/slideLayout" Target="../slideLayouts/slideLayout308.xml"/><Relationship Id="rId6" Type="http://schemas.openxmlformats.org/officeDocument/2006/relationships/slideLayout" Target="../slideLayouts/slideLayout313.xml"/><Relationship Id="rId11" Type="http://schemas.openxmlformats.org/officeDocument/2006/relationships/slideLayout" Target="../slideLayouts/slideLayout318.xml"/><Relationship Id="rId5" Type="http://schemas.openxmlformats.org/officeDocument/2006/relationships/slideLayout" Target="../slideLayouts/slideLayout312.xml"/><Relationship Id="rId10" Type="http://schemas.openxmlformats.org/officeDocument/2006/relationships/slideLayout" Target="../slideLayouts/slideLayout317.xml"/><Relationship Id="rId4" Type="http://schemas.openxmlformats.org/officeDocument/2006/relationships/slideLayout" Target="../slideLayouts/slideLayout311.xml"/><Relationship Id="rId9" Type="http://schemas.openxmlformats.org/officeDocument/2006/relationships/slideLayout" Target="../slideLayouts/slideLayout316.xml"/><Relationship Id="rId14" Type="http://schemas.openxmlformats.org/officeDocument/2006/relationships/image" Target="../media/image1.jpeg"/></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27.xml"/><Relationship Id="rId3" Type="http://schemas.openxmlformats.org/officeDocument/2006/relationships/slideLayout" Target="../slideLayouts/slideLayout322.xml"/><Relationship Id="rId7" Type="http://schemas.openxmlformats.org/officeDocument/2006/relationships/slideLayout" Target="../slideLayouts/slideLayout326.xml"/><Relationship Id="rId12" Type="http://schemas.openxmlformats.org/officeDocument/2006/relationships/theme" Target="../theme/theme28.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11" Type="http://schemas.openxmlformats.org/officeDocument/2006/relationships/slideLayout" Target="../slideLayouts/slideLayout330.xml"/><Relationship Id="rId5" Type="http://schemas.openxmlformats.org/officeDocument/2006/relationships/slideLayout" Target="../slideLayouts/slideLayout324.xml"/><Relationship Id="rId10" Type="http://schemas.openxmlformats.org/officeDocument/2006/relationships/slideLayout" Target="../slideLayouts/slideLayout329.xml"/><Relationship Id="rId4" Type="http://schemas.openxmlformats.org/officeDocument/2006/relationships/slideLayout" Target="../slideLayouts/slideLayout323.xml"/><Relationship Id="rId9" Type="http://schemas.openxmlformats.org/officeDocument/2006/relationships/slideLayout" Target="../slideLayouts/slideLayout328.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38.xml"/><Relationship Id="rId3" Type="http://schemas.openxmlformats.org/officeDocument/2006/relationships/slideLayout" Target="../slideLayouts/slideLayout333.xml"/><Relationship Id="rId7" Type="http://schemas.openxmlformats.org/officeDocument/2006/relationships/slideLayout" Target="../slideLayouts/slideLayout337.xml"/><Relationship Id="rId12" Type="http://schemas.openxmlformats.org/officeDocument/2006/relationships/theme" Target="../theme/theme29.xml"/><Relationship Id="rId2" Type="http://schemas.openxmlformats.org/officeDocument/2006/relationships/slideLayout" Target="../slideLayouts/slideLayout332.xml"/><Relationship Id="rId1" Type="http://schemas.openxmlformats.org/officeDocument/2006/relationships/slideLayout" Target="../slideLayouts/slideLayout331.xml"/><Relationship Id="rId6" Type="http://schemas.openxmlformats.org/officeDocument/2006/relationships/slideLayout" Target="../slideLayouts/slideLayout336.xml"/><Relationship Id="rId11" Type="http://schemas.openxmlformats.org/officeDocument/2006/relationships/slideLayout" Target="../slideLayouts/slideLayout341.xml"/><Relationship Id="rId5" Type="http://schemas.openxmlformats.org/officeDocument/2006/relationships/slideLayout" Target="../slideLayouts/slideLayout335.xml"/><Relationship Id="rId10" Type="http://schemas.openxmlformats.org/officeDocument/2006/relationships/slideLayout" Target="../slideLayouts/slideLayout340.xml"/><Relationship Id="rId4" Type="http://schemas.openxmlformats.org/officeDocument/2006/relationships/slideLayout" Target="../slideLayouts/slideLayout334.xml"/><Relationship Id="rId9" Type="http://schemas.openxmlformats.org/officeDocument/2006/relationships/slideLayout" Target="../slideLayouts/slideLayout339.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49.xml"/><Relationship Id="rId3" Type="http://schemas.openxmlformats.org/officeDocument/2006/relationships/slideLayout" Target="../slideLayouts/slideLayout344.xml"/><Relationship Id="rId7" Type="http://schemas.openxmlformats.org/officeDocument/2006/relationships/slideLayout" Target="../slideLayouts/slideLayout348.xml"/><Relationship Id="rId12" Type="http://schemas.openxmlformats.org/officeDocument/2006/relationships/theme" Target="../theme/theme30.xml"/><Relationship Id="rId2" Type="http://schemas.openxmlformats.org/officeDocument/2006/relationships/slideLayout" Target="../slideLayouts/slideLayout343.xml"/><Relationship Id="rId1" Type="http://schemas.openxmlformats.org/officeDocument/2006/relationships/slideLayout" Target="../slideLayouts/slideLayout342.xml"/><Relationship Id="rId6" Type="http://schemas.openxmlformats.org/officeDocument/2006/relationships/slideLayout" Target="../slideLayouts/slideLayout347.xml"/><Relationship Id="rId11" Type="http://schemas.openxmlformats.org/officeDocument/2006/relationships/slideLayout" Target="../slideLayouts/slideLayout352.xml"/><Relationship Id="rId5" Type="http://schemas.openxmlformats.org/officeDocument/2006/relationships/slideLayout" Target="../slideLayouts/slideLayout346.xml"/><Relationship Id="rId10" Type="http://schemas.openxmlformats.org/officeDocument/2006/relationships/slideLayout" Target="../slideLayouts/slideLayout351.xml"/><Relationship Id="rId4" Type="http://schemas.openxmlformats.org/officeDocument/2006/relationships/slideLayout" Target="../slideLayouts/slideLayout345.xml"/><Relationship Id="rId9" Type="http://schemas.openxmlformats.org/officeDocument/2006/relationships/slideLayout" Target="../slideLayouts/slideLayout350.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60.xml"/><Relationship Id="rId13" Type="http://schemas.openxmlformats.org/officeDocument/2006/relationships/theme" Target="../theme/theme31.xml"/><Relationship Id="rId3" Type="http://schemas.openxmlformats.org/officeDocument/2006/relationships/slideLayout" Target="../slideLayouts/slideLayout355.xml"/><Relationship Id="rId7" Type="http://schemas.openxmlformats.org/officeDocument/2006/relationships/slideLayout" Target="../slideLayouts/slideLayout359.xml"/><Relationship Id="rId12" Type="http://schemas.openxmlformats.org/officeDocument/2006/relationships/slideLayout" Target="../slideLayouts/slideLayout364.xml"/><Relationship Id="rId2" Type="http://schemas.openxmlformats.org/officeDocument/2006/relationships/slideLayout" Target="../slideLayouts/slideLayout354.xml"/><Relationship Id="rId1" Type="http://schemas.openxmlformats.org/officeDocument/2006/relationships/slideLayout" Target="../slideLayouts/slideLayout353.xml"/><Relationship Id="rId6" Type="http://schemas.openxmlformats.org/officeDocument/2006/relationships/slideLayout" Target="../slideLayouts/slideLayout358.xml"/><Relationship Id="rId11" Type="http://schemas.openxmlformats.org/officeDocument/2006/relationships/slideLayout" Target="../slideLayouts/slideLayout363.xml"/><Relationship Id="rId5" Type="http://schemas.openxmlformats.org/officeDocument/2006/relationships/slideLayout" Target="../slideLayouts/slideLayout357.xml"/><Relationship Id="rId15" Type="http://schemas.openxmlformats.org/officeDocument/2006/relationships/image" Target="../media/image2.jpeg"/><Relationship Id="rId10" Type="http://schemas.openxmlformats.org/officeDocument/2006/relationships/slideLayout" Target="../slideLayouts/slideLayout362.xml"/><Relationship Id="rId4" Type="http://schemas.openxmlformats.org/officeDocument/2006/relationships/slideLayout" Target="../slideLayouts/slideLayout356.xml"/><Relationship Id="rId9" Type="http://schemas.openxmlformats.org/officeDocument/2006/relationships/slideLayout" Target="../slideLayouts/slideLayout361.xml"/><Relationship Id="rId14" Type="http://schemas.openxmlformats.org/officeDocument/2006/relationships/image" Target="../media/image1.jpeg"/></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72.xml"/><Relationship Id="rId13" Type="http://schemas.openxmlformats.org/officeDocument/2006/relationships/theme" Target="../theme/theme32.xml"/><Relationship Id="rId3" Type="http://schemas.openxmlformats.org/officeDocument/2006/relationships/slideLayout" Target="../slideLayouts/slideLayout367.xml"/><Relationship Id="rId7" Type="http://schemas.openxmlformats.org/officeDocument/2006/relationships/slideLayout" Target="../slideLayouts/slideLayout371.xml"/><Relationship Id="rId12" Type="http://schemas.openxmlformats.org/officeDocument/2006/relationships/slideLayout" Target="../slideLayouts/slideLayout376.xml"/><Relationship Id="rId2" Type="http://schemas.openxmlformats.org/officeDocument/2006/relationships/slideLayout" Target="../slideLayouts/slideLayout366.xml"/><Relationship Id="rId1" Type="http://schemas.openxmlformats.org/officeDocument/2006/relationships/slideLayout" Target="../slideLayouts/slideLayout365.xml"/><Relationship Id="rId6" Type="http://schemas.openxmlformats.org/officeDocument/2006/relationships/slideLayout" Target="../slideLayouts/slideLayout370.xml"/><Relationship Id="rId11" Type="http://schemas.openxmlformats.org/officeDocument/2006/relationships/slideLayout" Target="../slideLayouts/slideLayout375.xml"/><Relationship Id="rId5" Type="http://schemas.openxmlformats.org/officeDocument/2006/relationships/slideLayout" Target="../slideLayouts/slideLayout369.xml"/><Relationship Id="rId10" Type="http://schemas.openxmlformats.org/officeDocument/2006/relationships/slideLayout" Target="../slideLayouts/slideLayout374.xml"/><Relationship Id="rId4" Type="http://schemas.openxmlformats.org/officeDocument/2006/relationships/slideLayout" Target="../slideLayouts/slideLayout368.xml"/><Relationship Id="rId9" Type="http://schemas.openxmlformats.org/officeDocument/2006/relationships/slideLayout" Target="../slideLayouts/slideLayout373.xml"/><Relationship Id="rId14" Type="http://schemas.openxmlformats.org/officeDocument/2006/relationships/image" Target="../media/image1.jpeg"/></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84.xml"/><Relationship Id="rId13" Type="http://schemas.openxmlformats.org/officeDocument/2006/relationships/theme" Target="../theme/theme33.xml"/><Relationship Id="rId3" Type="http://schemas.openxmlformats.org/officeDocument/2006/relationships/slideLayout" Target="../slideLayouts/slideLayout379.xml"/><Relationship Id="rId7" Type="http://schemas.openxmlformats.org/officeDocument/2006/relationships/slideLayout" Target="../slideLayouts/slideLayout383.xml"/><Relationship Id="rId12" Type="http://schemas.openxmlformats.org/officeDocument/2006/relationships/slideLayout" Target="../slideLayouts/slideLayout388.xml"/><Relationship Id="rId2" Type="http://schemas.openxmlformats.org/officeDocument/2006/relationships/slideLayout" Target="../slideLayouts/slideLayout378.xml"/><Relationship Id="rId1" Type="http://schemas.openxmlformats.org/officeDocument/2006/relationships/slideLayout" Target="../slideLayouts/slideLayout377.xml"/><Relationship Id="rId6" Type="http://schemas.openxmlformats.org/officeDocument/2006/relationships/slideLayout" Target="../slideLayouts/slideLayout382.xml"/><Relationship Id="rId11" Type="http://schemas.openxmlformats.org/officeDocument/2006/relationships/slideLayout" Target="../slideLayouts/slideLayout387.xml"/><Relationship Id="rId5" Type="http://schemas.openxmlformats.org/officeDocument/2006/relationships/slideLayout" Target="../slideLayouts/slideLayout381.xml"/><Relationship Id="rId10" Type="http://schemas.openxmlformats.org/officeDocument/2006/relationships/slideLayout" Target="../slideLayouts/slideLayout386.xml"/><Relationship Id="rId4" Type="http://schemas.openxmlformats.org/officeDocument/2006/relationships/slideLayout" Target="../slideLayouts/slideLayout380.xml"/><Relationship Id="rId9" Type="http://schemas.openxmlformats.org/officeDocument/2006/relationships/slideLayout" Target="../slideLayouts/slideLayout38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theme" Target="../theme/theme34.xml"/><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slideLayout" Target="../slideLayouts/slideLayout400.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 Id="rId14" Type="http://schemas.openxmlformats.org/officeDocument/2006/relationships/image" Target="../media/image1.jpeg"/></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08.xml"/><Relationship Id="rId3" Type="http://schemas.openxmlformats.org/officeDocument/2006/relationships/slideLayout" Target="../slideLayouts/slideLayout403.xml"/><Relationship Id="rId7" Type="http://schemas.openxmlformats.org/officeDocument/2006/relationships/slideLayout" Target="../slideLayouts/slideLayout407.xml"/><Relationship Id="rId12" Type="http://schemas.openxmlformats.org/officeDocument/2006/relationships/theme" Target="../theme/theme35.xml"/><Relationship Id="rId2" Type="http://schemas.openxmlformats.org/officeDocument/2006/relationships/slideLayout" Target="../slideLayouts/slideLayout402.xml"/><Relationship Id="rId1" Type="http://schemas.openxmlformats.org/officeDocument/2006/relationships/slideLayout" Target="../slideLayouts/slideLayout401.xml"/><Relationship Id="rId6" Type="http://schemas.openxmlformats.org/officeDocument/2006/relationships/slideLayout" Target="../slideLayouts/slideLayout406.xml"/><Relationship Id="rId11" Type="http://schemas.openxmlformats.org/officeDocument/2006/relationships/slideLayout" Target="../slideLayouts/slideLayout411.xml"/><Relationship Id="rId5" Type="http://schemas.openxmlformats.org/officeDocument/2006/relationships/slideLayout" Target="../slideLayouts/slideLayout405.xml"/><Relationship Id="rId10" Type="http://schemas.openxmlformats.org/officeDocument/2006/relationships/slideLayout" Target="../slideLayouts/slideLayout410.xml"/><Relationship Id="rId4" Type="http://schemas.openxmlformats.org/officeDocument/2006/relationships/slideLayout" Target="../slideLayouts/slideLayout404.xml"/><Relationship Id="rId9" Type="http://schemas.openxmlformats.org/officeDocument/2006/relationships/slideLayout" Target="../slideLayouts/slideLayout409.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19.xml"/><Relationship Id="rId13" Type="http://schemas.openxmlformats.org/officeDocument/2006/relationships/theme" Target="../theme/theme36.xml"/><Relationship Id="rId3" Type="http://schemas.openxmlformats.org/officeDocument/2006/relationships/slideLayout" Target="../slideLayouts/slideLayout414.xml"/><Relationship Id="rId7" Type="http://schemas.openxmlformats.org/officeDocument/2006/relationships/slideLayout" Target="../slideLayouts/slideLayout418.xml"/><Relationship Id="rId12" Type="http://schemas.openxmlformats.org/officeDocument/2006/relationships/slideLayout" Target="../slideLayouts/slideLayout423.xml"/><Relationship Id="rId2" Type="http://schemas.openxmlformats.org/officeDocument/2006/relationships/slideLayout" Target="../slideLayouts/slideLayout413.xml"/><Relationship Id="rId1" Type="http://schemas.openxmlformats.org/officeDocument/2006/relationships/slideLayout" Target="../slideLayouts/slideLayout412.xml"/><Relationship Id="rId6" Type="http://schemas.openxmlformats.org/officeDocument/2006/relationships/slideLayout" Target="../slideLayouts/slideLayout417.xml"/><Relationship Id="rId11" Type="http://schemas.openxmlformats.org/officeDocument/2006/relationships/slideLayout" Target="../slideLayouts/slideLayout422.xml"/><Relationship Id="rId5" Type="http://schemas.openxmlformats.org/officeDocument/2006/relationships/slideLayout" Target="../slideLayouts/slideLayout416.xml"/><Relationship Id="rId10" Type="http://schemas.openxmlformats.org/officeDocument/2006/relationships/slideLayout" Target="../slideLayouts/slideLayout421.xml"/><Relationship Id="rId4" Type="http://schemas.openxmlformats.org/officeDocument/2006/relationships/slideLayout" Target="../slideLayouts/slideLayout415.xml"/><Relationship Id="rId9" Type="http://schemas.openxmlformats.org/officeDocument/2006/relationships/slideLayout" Target="../slideLayouts/slideLayout420.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31.xml"/><Relationship Id="rId3" Type="http://schemas.openxmlformats.org/officeDocument/2006/relationships/slideLayout" Target="../slideLayouts/slideLayout426.xml"/><Relationship Id="rId7" Type="http://schemas.openxmlformats.org/officeDocument/2006/relationships/slideLayout" Target="../slideLayouts/slideLayout430.xml"/><Relationship Id="rId12" Type="http://schemas.openxmlformats.org/officeDocument/2006/relationships/theme" Target="../theme/theme37.xml"/><Relationship Id="rId2" Type="http://schemas.openxmlformats.org/officeDocument/2006/relationships/slideLayout" Target="../slideLayouts/slideLayout425.xml"/><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5" Type="http://schemas.openxmlformats.org/officeDocument/2006/relationships/slideLayout" Target="../slideLayouts/slideLayout428.xml"/><Relationship Id="rId10" Type="http://schemas.openxmlformats.org/officeDocument/2006/relationships/slideLayout" Target="../slideLayouts/slideLayout433.xml"/><Relationship Id="rId4" Type="http://schemas.openxmlformats.org/officeDocument/2006/relationships/slideLayout" Target="../slideLayouts/slideLayout427.xml"/><Relationship Id="rId9" Type="http://schemas.openxmlformats.org/officeDocument/2006/relationships/slideLayout" Target="../slideLayouts/slideLayout432.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42.xml"/><Relationship Id="rId13" Type="http://schemas.openxmlformats.org/officeDocument/2006/relationships/theme" Target="../theme/theme38.xml"/><Relationship Id="rId3" Type="http://schemas.openxmlformats.org/officeDocument/2006/relationships/slideLayout" Target="../slideLayouts/slideLayout437.xml"/><Relationship Id="rId7" Type="http://schemas.openxmlformats.org/officeDocument/2006/relationships/slideLayout" Target="../slideLayouts/slideLayout441.xml"/><Relationship Id="rId12" Type="http://schemas.openxmlformats.org/officeDocument/2006/relationships/slideLayout" Target="../slideLayouts/slideLayout446.xml"/><Relationship Id="rId2" Type="http://schemas.openxmlformats.org/officeDocument/2006/relationships/slideLayout" Target="../slideLayouts/slideLayout436.xml"/><Relationship Id="rId1" Type="http://schemas.openxmlformats.org/officeDocument/2006/relationships/slideLayout" Target="../slideLayouts/slideLayout435.xml"/><Relationship Id="rId6" Type="http://schemas.openxmlformats.org/officeDocument/2006/relationships/slideLayout" Target="../slideLayouts/slideLayout440.xml"/><Relationship Id="rId11" Type="http://schemas.openxmlformats.org/officeDocument/2006/relationships/slideLayout" Target="../slideLayouts/slideLayout445.xml"/><Relationship Id="rId5" Type="http://schemas.openxmlformats.org/officeDocument/2006/relationships/slideLayout" Target="../slideLayouts/slideLayout439.xml"/><Relationship Id="rId15" Type="http://schemas.openxmlformats.org/officeDocument/2006/relationships/image" Target="../media/image2.jpeg"/><Relationship Id="rId10" Type="http://schemas.openxmlformats.org/officeDocument/2006/relationships/slideLayout" Target="../slideLayouts/slideLayout444.xml"/><Relationship Id="rId4" Type="http://schemas.openxmlformats.org/officeDocument/2006/relationships/slideLayout" Target="../slideLayouts/slideLayout438.xml"/><Relationship Id="rId9" Type="http://schemas.openxmlformats.org/officeDocument/2006/relationships/slideLayout" Target="../slideLayouts/slideLayout443.xml"/><Relationship Id="rId14" Type="http://schemas.openxmlformats.org/officeDocument/2006/relationships/image" Target="../media/image1.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54.xml"/><Relationship Id="rId13" Type="http://schemas.openxmlformats.org/officeDocument/2006/relationships/theme" Target="../theme/theme39.xml"/><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slideLayout" Target="../slideLayouts/slideLayout458.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 Id="rId14" Type="http://schemas.openxmlformats.org/officeDocument/2006/relationships/image" Target="../media/image1.jpeg"/></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66.xml"/><Relationship Id="rId3" Type="http://schemas.openxmlformats.org/officeDocument/2006/relationships/slideLayout" Target="../slideLayouts/slideLayout461.xml"/><Relationship Id="rId7" Type="http://schemas.openxmlformats.org/officeDocument/2006/relationships/slideLayout" Target="../slideLayouts/slideLayout465.xml"/><Relationship Id="rId12" Type="http://schemas.openxmlformats.org/officeDocument/2006/relationships/theme" Target="../theme/theme40.xml"/><Relationship Id="rId2" Type="http://schemas.openxmlformats.org/officeDocument/2006/relationships/slideLayout" Target="../slideLayouts/slideLayout460.xml"/><Relationship Id="rId1" Type="http://schemas.openxmlformats.org/officeDocument/2006/relationships/slideLayout" Target="../slideLayouts/slideLayout459.xml"/><Relationship Id="rId6" Type="http://schemas.openxmlformats.org/officeDocument/2006/relationships/slideLayout" Target="../slideLayouts/slideLayout464.xml"/><Relationship Id="rId11" Type="http://schemas.openxmlformats.org/officeDocument/2006/relationships/slideLayout" Target="../slideLayouts/slideLayout469.xml"/><Relationship Id="rId5" Type="http://schemas.openxmlformats.org/officeDocument/2006/relationships/slideLayout" Target="../slideLayouts/slideLayout463.xml"/><Relationship Id="rId10" Type="http://schemas.openxmlformats.org/officeDocument/2006/relationships/slideLayout" Target="../slideLayouts/slideLayout468.xml"/><Relationship Id="rId4" Type="http://schemas.openxmlformats.org/officeDocument/2006/relationships/slideLayout" Target="../slideLayouts/slideLayout462.xml"/><Relationship Id="rId9" Type="http://schemas.openxmlformats.org/officeDocument/2006/relationships/slideLayout" Target="../slideLayouts/slideLayout467.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77.xml"/><Relationship Id="rId13" Type="http://schemas.openxmlformats.org/officeDocument/2006/relationships/theme" Target="../theme/theme41.xml"/><Relationship Id="rId3" Type="http://schemas.openxmlformats.org/officeDocument/2006/relationships/slideLayout" Target="../slideLayouts/slideLayout472.xml"/><Relationship Id="rId7" Type="http://schemas.openxmlformats.org/officeDocument/2006/relationships/slideLayout" Target="../slideLayouts/slideLayout476.xml"/><Relationship Id="rId12" Type="http://schemas.openxmlformats.org/officeDocument/2006/relationships/slideLayout" Target="../slideLayouts/slideLayout481.xml"/><Relationship Id="rId2" Type="http://schemas.openxmlformats.org/officeDocument/2006/relationships/slideLayout" Target="../slideLayouts/slideLayout471.xml"/><Relationship Id="rId1" Type="http://schemas.openxmlformats.org/officeDocument/2006/relationships/slideLayout" Target="../slideLayouts/slideLayout470.xml"/><Relationship Id="rId6" Type="http://schemas.openxmlformats.org/officeDocument/2006/relationships/slideLayout" Target="../slideLayouts/slideLayout475.xml"/><Relationship Id="rId11" Type="http://schemas.openxmlformats.org/officeDocument/2006/relationships/slideLayout" Target="../slideLayouts/slideLayout480.xml"/><Relationship Id="rId5" Type="http://schemas.openxmlformats.org/officeDocument/2006/relationships/slideLayout" Target="../slideLayouts/slideLayout474.xml"/><Relationship Id="rId10" Type="http://schemas.openxmlformats.org/officeDocument/2006/relationships/slideLayout" Target="../slideLayouts/slideLayout479.xml"/><Relationship Id="rId4" Type="http://schemas.openxmlformats.org/officeDocument/2006/relationships/slideLayout" Target="../slideLayouts/slideLayout473.xml"/><Relationship Id="rId9" Type="http://schemas.openxmlformats.org/officeDocument/2006/relationships/slideLayout" Target="../slideLayouts/slideLayout478.xml"/><Relationship Id="rId14" Type="http://schemas.openxmlformats.org/officeDocument/2006/relationships/image" Target="../media/image1.jpeg"/></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89.xml"/><Relationship Id="rId13" Type="http://schemas.openxmlformats.org/officeDocument/2006/relationships/image" Target="../media/image1.jpeg"/><Relationship Id="rId3" Type="http://schemas.openxmlformats.org/officeDocument/2006/relationships/slideLayout" Target="../slideLayouts/slideLayout484.xml"/><Relationship Id="rId7" Type="http://schemas.openxmlformats.org/officeDocument/2006/relationships/slideLayout" Target="../slideLayouts/slideLayout488.xml"/><Relationship Id="rId12" Type="http://schemas.openxmlformats.org/officeDocument/2006/relationships/theme" Target="../theme/theme42.xml"/><Relationship Id="rId2" Type="http://schemas.openxmlformats.org/officeDocument/2006/relationships/slideLayout" Target="../slideLayouts/slideLayout483.xml"/><Relationship Id="rId1" Type="http://schemas.openxmlformats.org/officeDocument/2006/relationships/slideLayout" Target="../slideLayouts/slideLayout482.xml"/><Relationship Id="rId6" Type="http://schemas.openxmlformats.org/officeDocument/2006/relationships/slideLayout" Target="../slideLayouts/slideLayout487.xml"/><Relationship Id="rId11" Type="http://schemas.openxmlformats.org/officeDocument/2006/relationships/slideLayout" Target="../slideLayouts/slideLayout492.xml"/><Relationship Id="rId5" Type="http://schemas.openxmlformats.org/officeDocument/2006/relationships/slideLayout" Target="../slideLayouts/slideLayout486.xml"/><Relationship Id="rId10" Type="http://schemas.openxmlformats.org/officeDocument/2006/relationships/slideLayout" Target="../slideLayouts/slideLayout491.xml"/><Relationship Id="rId4" Type="http://schemas.openxmlformats.org/officeDocument/2006/relationships/slideLayout" Target="../slideLayouts/slideLayout485.xml"/><Relationship Id="rId9" Type="http://schemas.openxmlformats.org/officeDocument/2006/relationships/slideLayout" Target="../slideLayouts/slideLayout490.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00.xml"/><Relationship Id="rId3" Type="http://schemas.openxmlformats.org/officeDocument/2006/relationships/slideLayout" Target="../slideLayouts/slideLayout495.xml"/><Relationship Id="rId7" Type="http://schemas.openxmlformats.org/officeDocument/2006/relationships/slideLayout" Target="../slideLayouts/slideLayout499.xml"/><Relationship Id="rId12" Type="http://schemas.openxmlformats.org/officeDocument/2006/relationships/theme" Target="../theme/theme43.xml"/><Relationship Id="rId2" Type="http://schemas.openxmlformats.org/officeDocument/2006/relationships/slideLayout" Target="../slideLayouts/slideLayout494.xml"/><Relationship Id="rId1" Type="http://schemas.openxmlformats.org/officeDocument/2006/relationships/slideLayout" Target="../slideLayouts/slideLayout493.xml"/><Relationship Id="rId6" Type="http://schemas.openxmlformats.org/officeDocument/2006/relationships/slideLayout" Target="../slideLayouts/slideLayout498.xml"/><Relationship Id="rId11" Type="http://schemas.openxmlformats.org/officeDocument/2006/relationships/slideLayout" Target="../slideLayouts/slideLayout503.xml"/><Relationship Id="rId5" Type="http://schemas.openxmlformats.org/officeDocument/2006/relationships/slideLayout" Target="../slideLayouts/slideLayout497.xml"/><Relationship Id="rId10" Type="http://schemas.openxmlformats.org/officeDocument/2006/relationships/slideLayout" Target="../slideLayouts/slideLayout502.xml"/><Relationship Id="rId4" Type="http://schemas.openxmlformats.org/officeDocument/2006/relationships/slideLayout" Target="../slideLayouts/slideLayout496.xml"/><Relationship Id="rId9" Type="http://schemas.openxmlformats.org/officeDocument/2006/relationships/slideLayout" Target="../slideLayouts/slideLayout501.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511.xml"/><Relationship Id="rId13" Type="http://schemas.openxmlformats.org/officeDocument/2006/relationships/image" Target="../media/image1.jpeg"/><Relationship Id="rId3" Type="http://schemas.openxmlformats.org/officeDocument/2006/relationships/slideLayout" Target="../slideLayouts/slideLayout506.xml"/><Relationship Id="rId7" Type="http://schemas.openxmlformats.org/officeDocument/2006/relationships/slideLayout" Target="../slideLayouts/slideLayout510.xml"/><Relationship Id="rId12" Type="http://schemas.openxmlformats.org/officeDocument/2006/relationships/theme" Target="../theme/theme44.xml"/><Relationship Id="rId2" Type="http://schemas.openxmlformats.org/officeDocument/2006/relationships/slideLayout" Target="../slideLayouts/slideLayout505.xml"/><Relationship Id="rId1" Type="http://schemas.openxmlformats.org/officeDocument/2006/relationships/slideLayout" Target="../slideLayouts/slideLayout504.xml"/><Relationship Id="rId6" Type="http://schemas.openxmlformats.org/officeDocument/2006/relationships/slideLayout" Target="../slideLayouts/slideLayout509.xml"/><Relationship Id="rId11" Type="http://schemas.openxmlformats.org/officeDocument/2006/relationships/slideLayout" Target="../slideLayouts/slideLayout514.xml"/><Relationship Id="rId5" Type="http://schemas.openxmlformats.org/officeDocument/2006/relationships/slideLayout" Target="../slideLayouts/slideLayout508.xml"/><Relationship Id="rId10" Type="http://schemas.openxmlformats.org/officeDocument/2006/relationships/slideLayout" Target="../slideLayouts/slideLayout513.xml"/><Relationship Id="rId4" Type="http://schemas.openxmlformats.org/officeDocument/2006/relationships/slideLayout" Target="../slideLayouts/slideLayout507.xml"/><Relationship Id="rId9" Type="http://schemas.openxmlformats.org/officeDocument/2006/relationships/slideLayout" Target="../slideLayouts/slideLayout512.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522.xml"/><Relationship Id="rId3" Type="http://schemas.openxmlformats.org/officeDocument/2006/relationships/slideLayout" Target="../slideLayouts/slideLayout517.xml"/><Relationship Id="rId7" Type="http://schemas.openxmlformats.org/officeDocument/2006/relationships/slideLayout" Target="../slideLayouts/slideLayout521.xml"/><Relationship Id="rId12" Type="http://schemas.openxmlformats.org/officeDocument/2006/relationships/theme" Target="../theme/theme45.xml"/><Relationship Id="rId2" Type="http://schemas.openxmlformats.org/officeDocument/2006/relationships/slideLayout" Target="../slideLayouts/slideLayout516.xml"/><Relationship Id="rId1" Type="http://schemas.openxmlformats.org/officeDocument/2006/relationships/slideLayout" Target="../slideLayouts/slideLayout515.xml"/><Relationship Id="rId6" Type="http://schemas.openxmlformats.org/officeDocument/2006/relationships/slideLayout" Target="../slideLayouts/slideLayout520.xml"/><Relationship Id="rId11" Type="http://schemas.openxmlformats.org/officeDocument/2006/relationships/slideLayout" Target="../slideLayouts/slideLayout525.xml"/><Relationship Id="rId5" Type="http://schemas.openxmlformats.org/officeDocument/2006/relationships/slideLayout" Target="../slideLayouts/slideLayout519.xml"/><Relationship Id="rId10" Type="http://schemas.openxmlformats.org/officeDocument/2006/relationships/slideLayout" Target="../slideLayouts/slideLayout524.xml"/><Relationship Id="rId4" Type="http://schemas.openxmlformats.org/officeDocument/2006/relationships/slideLayout" Target="../slideLayouts/slideLayout518.xml"/><Relationship Id="rId9" Type="http://schemas.openxmlformats.org/officeDocument/2006/relationships/slideLayout" Target="../slideLayouts/slideLayout523.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533.xml"/><Relationship Id="rId3" Type="http://schemas.openxmlformats.org/officeDocument/2006/relationships/slideLayout" Target="../slideLayouts/slideLayout528.xml"/><Relationship Id="rId7" Type="http://schemas.openxmlformats.org/officeDocument/2006/relationships/slideLayout" Target="../slideLayouts/slideLayout532.xml"/><Relationship Id="rId12" Type="http://schemas.openxmlformats.org/officeDocument/2006/relationships/theme" Target="../theme/theme46.xml"/><Relationship Id="rId2" Type="http://schemas.openxmlformats.org/officeDocument/2006/relationships/slideLayout" Target="../slideLayouts/slideLayout527.xml"/><Relationship Id="rId1" Type="http://schemas.openxmlformats.org/officeDocument/2006/relationships/slideLayout" Target="../slideLayouts/slideLayout526.xml"/><Relationship Id="rId6" Type="http://schemas.openxmlformats.org/officeDocument/2006/relationships/slideLayout" Target="../slideLayouts/slideLayout531.xml"/><Relationship Id="rId11" Type="http://schemas.openxmlformats.org/officeDocument/2006/relationships/slideLayout" Target="../slideLayouts/slideLayout536.xml"/><Relationship Id="rId5" Type="http://schemas.openxmlformats.org/officeDocument/2006/relationships/slideLayout" Target="../slideLayouts/slideLayout530.xml"/><Relationship Id="rId10" Type="http://schemas.openxmlformats.org/officeDocument/2006/relationships/slideLayout" Target="../slideLayouts/slideLayout535.xml"/><Relationship Id="rId4" Type="http://schemas.openxmlformats.org/officeDocument/2006/relationships/slideLayout" Target="../slideLayouts/slideLayout529.xml"/><Relationship Id="rId9" Type="http://schemas.openxmlformats.org/officeDocument/2006/relationships/slideLayout" Target="../slideLayouts/slideLayout53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7634" name="Rectangle 2"/>
          <p:cNvSpPr>
            <a:spLocks noChangeArrowheads="1"/>
          </p:cNvSpPr>
          <p:nvPr userDrawn="1"/>
        </p:nvSpPr>
        <p:spPr bwMode="auto">
          <a:xfrm>
            <a:off x="0" y="0"/>
            <a:ext cx="9144000" cy="6858000"/>
          </a:xfrm>
          <a:prstGeom prst="rect">
            <a:avLst/>
          </a:prstGeom>
          <a:gradFill rotWithShape="1">
            <a:gsLst>
              <a:gs pos="0">
                <a:srgbClr val="0000FF">
                  <a:alpha val="39000"/>
                </a:srgbClr>
              </a:gs>
              <a:gs pos="100000">
                <a:srgbClr val="0000FF">
                  <a:gamma/>
                  <a:shade val="46275"/>
                  <a:invGamma/>
                  <a:alpha val="56000"/>
                </a:srgbClr>
              </a:gs>
            </a:gsLst>
            <a:lin ang="5400000" scaled="1"/>
          </a:gradFill>
          <a:ln w="76200" cmpd="tri">
            <a:noFill/>
            <a:miter lim="800000"/>
            <a:headEnd/>
            <a:tailEnd/>
          </a:ln>
          <a:effectLst/>
        </p:spPr>
        <p:txBody>
          <a:bodyPr wrap="none" anchor="ctr"/>
          <a:lstStyle/>
          <a:p>
            <a:pPr algn="ctr" eaLnBrk="1" hangingPunct="1"/>
            <a:endParaRPr kumimoji="0" lang="zh-CN" altLang="zh-CN" sz="1800" dirty="0">
              <a:latin typeface="Tahoma" pitchFamily="34" charset="0"/>
              <a:ea typeface="黑体" pitchFamily="2" charset="-122"/>
            </a:endParaRPr>
          </a:p>
        </p:txBody>
      </p:sp>
      <p:sp>
        <p:nvSpPr>
          <p:cNvPr id="197635" name="AutoShape 3" descr="纸袋"/>
          <p:cNvSpPr>
            <a:spLocks noChangeArrowheads="1"/>
          </p:cNvSpPr>
          <p:nvPr userDrawn="1"/>
        </p:nvSpPr>
        <p:spPr bwMode="auto">
          <a:xfrm>
            <a:off x="900113" y="1268413"/>
            <a:ext cx="7559675" cy="3816350"/>
          </a:xfrm>
          <a:custGeom>
            <a:avLst/>
            <a:gdLst>
              <a:gd name="G0" fmla="+- 513 0 0"/>
              <a:gd name="G1" fmla="+- 21600 0 513"/>
              <a:gd name="G2" fmla="+- 21600 0 513"/>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13" y="10800"/>
                </a:moveTo>
                <a:cubicBezTo>
                  <a:pt x="513" y="16481"/>
                  <a:pt x="5119" y="21087"/>
                  <a:pt x="10800" y="21087"/>
                </a:cubicBezTo>
                <a:cubicBezTo>
                  <a:pt x="16481" y="21087"/>
                  <a:pt x="21087" y="16481"/>
                  <a:pt x="21087" y="10800"/>
                </a:cubicBezTo>
                <a:cubicBezTo>
                  <a:pt x="21087" y="5119"/>
                  <a:pt x="16481" y="513"/>
                  <a:pt x="10800" y="513"/>
                </a:cubicBezTo>
                <a:cubicBezTo>
                  <a:pt x="5119" y="513"/>
                  <a:pt x="513" y="5119"/>
                  <a:pt x="513" y="10800"/>
                </a:cubicBezTo>
                <a:close/>
              </a:path>
            </a:pathLst>
          </a:custGeom>
          <a:blipFill dpi="0" rotWithShape="1">
            <a:blip r:embed="rId15" cstate="print"/>
            <a:srcRect/>
            <a:tile tx="0" ty="0" sx="100000" sy="100000" flip="none" algn="tl"/>
          </a:blipFill>
          <a:ln w="76200">
            <a:solidFill>
              <a:srgbClr val="663300"/>
            </a:solidFill>
            <a:round/>
            <a:headEnd/>
            <a:tailEnd/>
          </a:ln>
          <a:effectLst/>
        </p:spPr>
        <p:txBody>
          <a:bodyPr wrap="none" anchor="ctr"/>
          <a:lstStyle/>
          <a:p>
            <a:endParaRPr lang="zh-CN" altLang="en-US" dirty="0">
              <a:ea typeface="黑体" pitchFamily="2" charset="-122"/>
            </a:endParaRPr>
          </a:p>
        </p:txBody>
      </p:sp>
      <p:sp>
        <p:nvSpPr>
          <p:cNvPr id="197636" name="Oval 4"/>
          <p:cNvSpPr>
            <a:spLocks noChangeArrowheads="1"/>
          </p:cNvSpPr>
          <p:nvPr userDrawn="1"/>
        </p:nvSpPr>
        <p:spPr bwMode="auto">
          <a:xfrm>
            <a:off x="1116013" y="1412875"/>
            <a:ext cx="7127875" cy="3529013"/>
          </a:xfrm>
          <a:prstGeom prst="ellipse">
            <a:avLst/>
          </a:prstGeom>
          <a:gradFill rotWithShape="1">
            <a:gsLst>
              <a:gs pos="0">
                <a:srgbClr val="99CCFF">
                  <a:gamma/>
                  <a:tint val="18039"/>
                  <a:invGamma/>
                  <a:alpha val="41000"/>
                </a:srgbClr>
              </a:gs>
              <a:gs pos="100000">
                <a:srgbClr val="99CCFF">
                  <a:alpha val="39999"/>
                </a:srgbClr>
              </a:gs>
            </a:gsLst>
            <a:path path="shape">
              <a:fillToRect l="50000" t="50000" r="50000" b="50000"/>
            </a:path>
          </a:gradFill>
          <a:ln w="127000" cmpd="tri">
            <a:solidFill>
              <a:srgbClr val="996633"/>
            </a:solidFill>
            <a:round/>
            <a:headEnd/>
            <a:tailEnd/>
          </a:ln>
          <a:effectLst/>
        </p:spPr>
        <p:txBody>
          <a:bodyPr wrap="none" anchor="ctr"/>
          <a:lstStyle/>
          <a:p>
            <a:endParaRPr lang="zh-CN" altLang="en-US" dirty="0">
              <a:ea typeface="黑体" pitchFamily="2" charset="-122"/>
            </a:endParaRPr>
          </a:p>
        </p:txBody>
      </p:sp>
    </p:spTree>
  </p:cSld>
  <p:clrMap bg1="dk2" tx1="lt1" bg2="dk1" tx2="lt2" accent1="accent1" accent2="accent2" accent3="accent3" accent4="accent4" accent5="accent5" accent6="accent6" hlink="hlink" folHlink="folHlink"/>
  <p:sldLayoutIdLst>
    <p:sldLayoutId id="2147483653" r:id="rId1"/>
    <p:sldLayoutId id="2147483654" r:id="rId2"/>
    <p:sldLayoutId id="2147483655" r:id="rId3"/>
    <p:sldLayoutId id="2147483656" r:id="rId4"/>
    <p:sldLayoutId id="2147483657" r:id="rId5"/>
    <p:sldLayoutId id="2147483658" r:id="rId6"/>
    <p:sldLayoutId id="2147483659" r:id="rId7"/>
    <p:sldLayoutId id="2147483660" r:id="rId8"/>
    <p:sldLayoutId id="2147483661" r:id="rId9"/>
    <p:sldLayoutId id="2147483662" r:id="rId10"/>
    <p:sldLayoutId id="2147483663" r:id="rId11"/>
    <p:sldLayoutId id="2147483697"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7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4" grpId="0" animBg="1"/>
    </p:bldLst>
  </p:timing>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8658" name="Rectangle 2"/>
          <p:cNvSpPr>
            <a:spLocks noChangeArrowheads="1"/>
          </p:cNvSpPr>
          <p:nvPr userDrawn="1"/>
        </p:nvSpPr>
        <p:spPr bwMode="auto">
          <a:xfrm>
            <a:off x="684213" y="0"/>
            <a:ext cx="8459787" cy="6858000"/>
          </a:xfrm>
          <a:prstGeom prst="rect">
            <a:avLst/>
          </a:prstGeom>
          <a:gradFill rotWithShape="1">
            <a:gsLst>
              <a:gs pos="0">
                <a:srgbClr val="0000FF">
                  <a:alpha val="39000"/>
                </a:srgbClr>
              </a:gs>
              <a:gs pos="100000">
                <a:srgbClr val="0000FF">
                  <a:gamma/>
                  <a:shade val="46275"/>
                  <a:invGamma/>
                  <a:alpha val="39000"/>
                </a:srgbClr>
              </a:gs>
            </a:gsLst>
            <a:lin ang="5400000" scaled="1"/>
          </a:gradFill>
          <a:ln w="38100">
            <a:noFill/>
            <a:miter lim="800000"/>
            <a:headEnd/>
            <a:tailEnd/>
          </a:ln>
          <a:effectLst/>
        </p:spPr>
        <p:txBody>
          <a:bodyPr wrap="none" anchor="ctr"/>
          <a:lstStyle/>
          <a:p>
            <a:endParaRPr lang="zh-CN" altLang="en-US" dirty="0">
              <a:ea typeface="黑体" pitchFamily="2" charset="-122"/>
            </a:endParaRPr>
          </a:p>
        </p:txBody>
      </p:sp>
      <p:sp>
        <p:nvSpPr>
          <p:cNvPr id="198659" name="Rectangle 3"/>
          <p:cNvSpPr>
            <a:spLocks noChangeArrowheads="1"/>
          </p:cNvSpPr>
          <p:nvPr userDrawn="1"/>
        </p:nvSpPr>
        <p:spPr bwMode="auto">
          <a:xfrm>
            <a:off x="684213" y="1608138"/>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8660" name="Rectangle 4"/>
          <p:cNvSpPr>
            <a:spLocks noChangeArrowheads="1"/>
          </p:cNvSpPr>
          <p:nvPr userDrawn="1"/>
        </p:nvSpPr>
        <p:spPr bwMode="auto">
          <a:xfrm>
            <a:off x="692150" y="17002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8661" name="Rectangle 5"/>
          <p:cNvSpPr>
            <a:spLocks noChangeArrowheads="1"/>
          </p:cNvSpPr>
          <p:nvPr userDrawn="1"/>
        </p:nvSpPr>
        <p:spPr bwMode="auto">
          <a:xfrm>
            <a:off x="692150" y="436562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8662" name="Rectangle 6"/>
          <p:cNvSpPr>
            <a:spLocks noChangeArrowheads="1"/>
          </p:cNvSpPr>
          <p:nvPr userDrawn="1"/>
        </p:nvSpPr>
        <p:spPr bwMode="auto">
          <a:xfrm>
            <a:off x="684213" y="4441825"/>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8663" name="Text Box 7"/>
          <p:cNvSpPr txBox="1">
            <a:spLocks noChangeArrowheads="1"/>
          </p:cNvSpPr>
          <p:nvPr userDrawn="1"/>
        </p:nvSpPr>
        <p:spPr bwMode="auto">
          <a:xfrm>
            <a:off x="10640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SG" altLang="en-US" b="1" dirty="0">
                <a:solidFill>
                  <a:srgbClr val="F1F0B6"/>
                </a:solidFill>
                <a:ea typeface="黑体" pitchFamily="2" charset="-122"/>
              </a:rPr>
              <a:t>第</a:t>
            </a:r>
            <a:r>
              <a:rPr lang="zh-CN" altLang="en-US" b="1" dirty="0">
                <a:solidFill>
                  <a:srgbClr val="F1F0B6"/>
                </a:solidFill>
                <a:ea typeface="黑体" pitchFamily="2" charset="-122"/>
              </a:rPr>
              <a:t>一章　　　　行列式</a:t>
            </a:r>
          </a:p>
        </p:txBody>
      </p:sp>
    </p:spTree>
  </p:cSld>
  <p:clrMap bg1="dk2" tx1="lt1" bg2="dk1" tx2="lt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 id="2147483668" r:id="rId5"/>
    <p:sldLayoutId id="2147483669" r:id="rId6"/>
    <p:sldLayoutId id="2147483670" r:id="rId7"/>
    <p:sldLayoutId id="2147483671" r:id="rId8"/>
    <p:sldLayoutId id="2147483672" r:id="rId9"/>
    <p:sldLayoutId id="2147483673" r:id="rId10"/>
    <p:sldLayoutId id="2147483674"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5"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84616" y="0"/>
            <a:ext cx="8559385"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endParaRPr lang="zh-CN" altLang="en-US" dirty="0">
              <a:ea typeface="黑体" pitchFamily="2" charset="-122"/>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9684" name="Rectangle 4"/>
          <p:cNvSpPr>
            <a:spLocks noChangeArrowheads="1"/>
          </p:cNvSpPr>
          <p:nvPr userDrawn="1"/>
        </p:nvSpPr>
        <p:spPr bwMode="auto">
          <a:xfrm>
            <a:off x="592083" y="793784"/>
            <a:ext cx="8578958" cy="225358"/>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9685" name="Text Box 5"/>
          <p:cNvSpPr txBox="1">
            <a:spLocks noChangeArrowheads="1"/>
          </p:cNvSpPr>
          <p:nvPr userDrawn="1"/>
        </p:nvSpPr>
        <p:spPr bwMode="auto">
          <a:xfrm>
            <a:off x="44388"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CN" altLang="en-US" b="1" dirty="0">
                <a:solidFill>
                  <a:srgbClr val="F1F0B6"/>
                </a:solidFill>
                <a:latin typeface="黑体" pitchFamily="2" charset="-122"/>
                <a:ea typeface="黑体" pitchFamily="2" charset="-122"/>
              </a:rPr>
              <a:t>第一章                        行列</a:t>
            </a:r>
            <a:r>
              <a:rPr lang="zh-CN" altLang="en-US" b="1" baseline="0" dirty="0">
                <a:solidFill>
                  <a:srgbClr val="F1F0B6"/>
                </a:solidFill>
                <a:latin typeface="黑体" pitchFamily="2" charset="-122"/>
                <a:ea typeface="黑体" pitchFamily="2" charset="-122"/>
              </a:rPr>
              <a:t>式</a:t>
            </a:r>
            <a:endParaRPr lang="zh-CN" altLang="en-US" b="1" dirty="0">
              <a:solidFill>
                <a:srgbClr val="F1F0B6"/>
              </a:solidFill>
              <a:latin typeface="黑体" pitchFamily="2" charset="-122"/>
              <a:ea typeface="黑体" pitchFamily="2" charset="-122"/>
            </a:endParaRPr>
          </a:p>
        </p:txBody>
      </p:sp>
    </p:spTree>
  </p:cSld>
  <p:clrMap bg1="dk2" tx1="lt1" bg2="dk1" tx2="lt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 id="2147483712" r:id="rId12"/>
    <p:sldLayoutId id="2147483713" r:id="rId13"/>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Font typeface="Wingdings" pitchFamily="2" charset="2"/>
        <a:buChar char="Ø"/>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5"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92083" y="0"/>
            <a:ext cx="855191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endParaRPr lang="zh-CN" altLang="en-US" dirty="0">
              <a:ea typeface="黑体" pitchFamily="2" charset="-122"/>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9684" name="Rectangle 4"/>
          <p:cNvSpPr>
            <a:spLocks noChangeArrowheads="1"/>
          </p:cNvSpPr>
          <p:nvPr userDrawn="1"/>
        </p:nvSpPr>
        <p:spPr bwMode="auto">
          <a:xfrm>
            <a:off x="628596" y="836613"/>
            <a:ext cx="8515404" cy="146016"/>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ea typeface="黑体" pitchFamily="2" charset="-122"/>
            </a:endParaRPr>
          </a:p>
        </p:txBody>
      </p:sp>
      <p:sp>
        <p:nvSpPr>
          <p:cNvPr id="199685" name="Text Box 5"/>
          <p:cNvSpPr txBox="1">
            <a:spLocks noChangeArrowheads="1"/>
          </p:cNvSpPr>
          <p:nvPr userDrawn="1"/>
        </p:nvSpPr>
        <p:spPr bwMode="auto">
          <a:xfrm>
            <a:off x="44388"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CN" altLang="en-US" b="1" dirty="0">
                <a:solidFill>
                  <a:srgbClr val="F1F0B6"/>
                </a:solidFill>
                <a:ea typeface="黑体" pitchFamily="2" charset="-122"/>
              </a:rPr>
              <a:t>绪                       论</a:t>
            </a:r>
            <a:r>
              <a:rPr lang="zh-CN" altLang="en-US" b="1" dirty="0">
                <a:solidFill>
                  <a:srgbClr val="F1F0B6"/>
                </a:solidFill>
                <a:latin typeface="黑体" pitchFamily="2" charset="-122"/>
                <a:ea typeface="黑体" pitchFamily="2" charset="-122"/>
              </a:rPr>
              <a:t>　</a:t>
            </a:r>
          </a:p>
        </p:txBody>
      </p:sp>
    </p:spTree>
  </p:cSld>
  <p:clrMap bg1="dk2" tx1="lt1" bg2="dk1" tx2="lt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98" r:id="rId12"/>
    <p:sldLayoutId id="2147483699" r:id="rId13"/>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userDrawn="1"/>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endParaRPr lang="zh-CN" altLang="en-US" dirty="0">
              <a:ea typeface="黑体" pitchFamily="2" charset="-122"/>
            </a:endParaRPr>
          </a:p>
        </p:txBody>
      </p:sp>
    </p:spTree>
  </p:cSld>
  <p:clrMap bg1="dk2" tx1="lt1" bg2="dk1" tx2="lt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8658" name="Rectangle 2"/>
          <p:cNvSpPr>
            <a:spLocks noChangeArrowheads="1"/>
          </p:cNvSpPr>
          <p:nvPr userDrawn="1"/>
        </p:nvSpPr>
        <p:spPr bwMode="auto">
          <a:xfrm>
            <a:off x="684213" y="0"/>
            <a:ext cx="8459787" cy="6858000"/>
          </a:xfrm>
          <a:prstGeom prst="rect">
            <a:avLst/>
          </a:prstGeom>
          <a:gradFill rotWithShape="1">
            <a:gsLst>
              <a:gs pos="0">
                <a:srgbClr val="0000FF">
                  <a:alpha val="39000"/>
                </a:srgbClr>
              </a:gs>
              <a:gs pos="100000">
                <a:srgbClr val="0000FF">
                  <a:gamma/>
                  <a:shade val="46275"/>
                  <a:invGamma/>
                  <a:alpha val="39000"/>
                </a:srgbClr>
              </a:gs>
            </a:gsLst>
            <a:lin ang="5400000" scaled="1"/>
          </a:gradFill>
          <a:ln w="38100">
            <a:noFill/>
            <a:miter lim="800000"/>
            <a:headEnd/>
            <a:tailEnd/>
          </a:ln>
          <a:effectLst/>
        </p:spPr>
        <p:txBody>
          <a:bodyPr wrap="none" anchor="ctr"/>
          <a:lstStyle/>
          <a:p>
            <a:endParaRPr lang="zh-CN" altLang="en-US" dirty="0">
              <a:solidFill>
                <a:srgbClr val="FFFFFF"/>
              </a:solidFill>
              <a:ea typeface="黑体" pitchFamily="2" charset="-122"/>
            </a:endParaRPr>
          </a:p>
        </p:txBody>
      </p:sp>
      <p:sp>
        <p:nvSpPr>
          <p:cNvPr id="198659" name="Rectangle 3"/>
          <p:cNvSpPr>
            <a:spLocks noChangeArrowheads="1"/>
          </p:cNvSpPr>
          <p:nvPr userDrawn="1"/>
        </p:nvSpPr>
        <p:spPr bwMode="auto">
          <a:xfrm>
            <a:off x="684213" y="1608138"/>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ea typeface="黑体" pitchFamily="2" charset="-122"/>
            </a:endParaRPr>
          </a:p>
        </p:txBody>
      </p:sp>
      <p:sp>
        <p:nvSpPr>
          <p:cNvPr id="198660" name="Rectangle 4"/>
          <p:cNvSpPr>
            <a:spLocks noChangeArrowheads="1"/>
          </p:cNvSpPr>
          <p:nvPr userDrawn="1"/>
        </p:nvSpPr>
        <p:spPr bwMode="auto">
          <a:xfrm>
            <a:off x="692150" y="17002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ea typeface="黑体" pitchFamily="2" charset="-122"/>
            </a:endParaRPr>
          </a:p>
        </p:txBody>
      </p:sp>
      <p:sp>
        <p:nvSpPr>
          <p:cNvPr id="198661" name="Rectangle 5"/>
          <p:cNvSpPr>
            <a:spLocks noChangeArrowheads="1"/>
          </p:cNvSpPr>
          <p:nvPr userDrawn="1"/>
        </p:nvSpPr>
        <p:spPr bwMode="auto">
          <a:xfrm>
            <a:off x="692150" y="436562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ea typeface="黑体" pitchFamily="2" charset="-122"/>
            </a:endParaRPr>
          </a:p>
        </p:txBody>
      </p:sp>
      <p:sp>
        <p:nvSpPr>
          <p:cNvPr id="198662" name="Rectangle 6"/>
          <p:cNvSpPr>
            <a:spLocks noChangeArrowheads="1"/>
          </p:cNvSpPr>
          <p:nvPr userDrawn="1"/>
        </p:nvSpPr>
        <p:spPr bwMode="auto">
          <a:xfrm>
            <a:off x="684213" y="4441825"/>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ea typeface="黑体" pitchFamily="2" charset="-122"/>
            </a:endParaRPr>
          </a:p>
        </p:txBody>
      </p:sp>
      <p:sp>
        <p:nvSpPr>
          <p:cNvPr id="198663" name="Text Box 7"/>
          <p:cNvSpPr txBox="1">
            <a:spLocks noChangeArrowheads="1"/>
          </p:cNvSpPr>
          <p:nvPr userDrawn="1"/>
        </p:nvSpPr>
        <p:spPr bwMode="auto">
          <a:xfrm>
            <a:off x="10640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SG" altLang="en-US" b="1" dirty="0">
                <a:solidFill>
                  <a:srgbClr val="F1F0B6"/>
                </a:solidFill>
                <a:ea typeface="黑体" pitchFamily="2" charset="-122"/>
              </a:rPr>
              <a:t>第</a:t>
            </a:r>
            <a:r>
              <a:rPr lang="zh-CN" altLang="en-US" b="1" dirty="0">
                <a:solidFill>
                  <a:srgbClr val="F1F0B6"/>
                </a:solidFill>
                <a:ea typeface="黑体" pitchFamily="2" charset="-122"/>
              </a:rPr>
              <a:t>一章　　　　行列式</a:t>
            </a:r>
          </a:p>
        </p:txBody>
      </p:sp>
    </p:spTree>
  </p:cSld>
  <p:clrMap bg1="dk2" tx1="lt1" bg2="dk1" tx2="lt2" accent1="accent1" accent2="accent2" accent3="accent3" accent4="accent4" accent5="accent5" accent6="accent6" hlink="hlink" folHlink="folHlink"/>
  <p:sldLayoutIdLst>
    <p:sldLayoutId id="2147483715" r:id="rId1"/>
    <p:sldLayoutId id="2147483716" r:id="rId2"/>
    <p:sldLayoutId id="2147483717" r:id="rId3"/>
    <p:sldLayoutId id="2147483718" r:id="rId4"/>
    <p:sldLayoutId id="2147483719" r:id="rId5"/>
    <p:sldLayoutId id="2147483720" r:id="rId6"/>
    <p:sldLayoutId id="2147483721" r:id="rId7"/>
    <p:sldLayoutId id="2147483722" r:id="rId8"/>
    <p:sldLayoutId id="2147483723" r:id="rId9"/>
    <p:sldLayoutId id="2147483724" r:id="rId10"/>
    <p:sldLayoutId id="2147483725"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userDrawn="1"/>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endParaRPr lang="zh-CN" altLang="en-US" dirty="0">
              <a:solidFill>
                <a:srgbClr val="FFFFFF"/>
              </a:solidFill>
              <a:ea typeface="黑体" pitchFamily="2" charset="-122"/>
            </a:endParaRPr>
          </a:p>
        </p:txBody>
      </p:sp>
    </p:spTree>
  </p:cSld>
  <p:clrMap bg1="dk2" tx1="lt1" bg2="dk1" tx2="lt2" accent1="accent1" accent2="accent2" accent3="accent3" accent4="accent4" accent5="accent5" accent6="accent6" hlink="hlink" folHlink="folHlink"/>
  <p:sldLayoutIdLst>
    <p:sldLayoutId id="2147483727" r:id="rId1"/>
    <p:sldLayoutId id="2147483728" r:id="rId2"/>
    <p:sldLayoutId id="2147483729" r:id="rId3"/>
    <p:sldLayoutId id="2147483730" r:id="rId4"/>
    <p:sldLayoutId id="2147483731" r:id="rId5"/>
    <p:sldLayoutId id="2147483732" r:id="rId6"/>
    <p:sldLayoutId id="2147483733" r:id="rId7"/>
    <p:sldLayoutId id="2147483734" r:id="rId8"/>
    <p:sldLayoutId id="2147483735" r:id="rId9"/>
    <p:sldLayoutId id="2147483736" r:id="rId10"/>
    <p:sldLayoutId id="2147483737"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5"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84616" y="0"/>
            <a:ext cx="8559385"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endParaRPr lang="zh-CN" altLang="en-US" dirty="0">
              <a:solidFill>
                <a:srgbClr val="FFFFCC"/>
              </a:solidFill>
              <a:ea typeface="黑体" pitchFamily="2" charset="-122"/>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ea typeface="黑体" pitchFamily="2" charset="-122"/>
            </a:endParaRPr>
          </a:p>
        </p:txBody>
      </p:sp>
      <p:sp>
        <p:nvSpPr>
          <p:cNvPr id="199684" name="Rectangle 4"/>
          <p:cNvSpPr>
            <a:spLocks noChangeArrowheads="1"/>
          </p:cNvSpPr>
          <p:nvPr userDrawn="1"/>
        </p:nvSpPr>
        <p:spPr bwMode="auto">
          <a:xfrm>
            <a:off x="592083" y="793784"/>
            <a:ext cx="8578958" cy="225358"/>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ea typeface="黑体" pitchFamily="2" charset="-122"/>
            </a:endParaRPr>
          </a:p>
        </p:txBody>
      </p:sp>
      <p:sp>
        <p:nvSpPr>
          <p:cNvPr id="199685" name="Text Box 5"/>
          <p:cNvSpPr txBox="1">
            <a:spLocks noChangeArrowheads="1"/>
          </p:cNvSpPr>
          <p:nvPr userDrawn="1"/>
        </p:nvSpPr>
        <p:spPr bwMode="auto">
          <a:xfrm>
            <a:off x="44388"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CN" altLang="en-US" b="1" dirty="0">
                <a:solidFill>
                  <a:srgbClr val="F1F0B6"/>
                </a:solidFill>
                <a:latin typeface="黑体" pitchFamily="2" charset="-122"/>
                <a:ea typeface="黑体" pitchFamily="2" charset="-122"/>
              </a:rPr>
              <a:t>第一章                        行列式</a:t>
            </a:r>
          </a:p>
        </p:txBody>
      </p:sp>
    </p:spTree>
  </p:cSld>
  <p:clrMap bg1="dk2" tx1="lt1" bg2="dk1" tx2="lt2" accent1="accent1" accent2="accent2" accent3="accent3" accent4="accent4" accent5="accent5" accent6="accent6" hlink="hlink" folHlink="folHlink"/>
  <p:sldLayoutIdLst>
    <p:sldLayoutId id="2147483739" r:id="rId1"/>
    <p:sldLayoutId id="2147483740" r:id="rId2"/>
    <p:sldLayoutId id="2147483741" r:id="rId3"/>
    <p:sldLayoutId id="2147483742" r:id="rId4"/>
    <p:sldLayoutId id="2147483743" r:id="rId5"/>
    <p:sldLayoutId id="2147483744" r:id="rId6"/>
    <p:sldLayoutId id="2147483745" r:id="rId7"/>
    <p:sldLayoutId id="2147483746" r:id="rId8"/>
    <p:sldLayoutId id="2147483747" r:id="rId9"/>
    <p:sldLayoutId id="2147483748" r:id="rId10"/>
    <p:sldLayoutId id="2147483749" r:id="rId11"/>
    <p:sldLayoutId id="2147483750" r:id="rId12"/>
    <p:sldLayoutId id="2147483751" r:id="rId13"/>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Font typeface="Wingdings" pitchFamily="2" charset="2"/>
        <a:buChar char="Ø"/>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userDrawn="1"/>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endParaRPr lang="zh-CN" altLang="en-US" dirty="0">
              <a:solidFill>
                <a:srgbClr val="FFFFFF"/>
              </a:solidFill>
              <a:latin typeface="微软雅黑" pitchFamily="34" charset="-122"/>
              <a:ea typeface="黑体" pitchFamily="2" charset="-122"/>
            </a:endParaRPr>
          </a:p>
        </p:txBody>
      </p:sp>
    </p:spTree>
  </p:cSld>
  <p:clrMap bg1="dk2" tx1="lt1" bg2="dk1" tx2="lt2" accent1="accent1" accent2="accent2" accent3="accent3" accent4="accent4" accent5="accent5" accent6="accent6" hlink="hlink" folHlink="folHlink"/>
  <p:sldLayoutIdLst>
    <p:sldLayoutId id="2147483815" r:id="rId1"/>
    <p:sldLayoutId id="2147483816" r:id="rId2"/>
    <p:sldLayoutId id="2147483817" r:id="rId3"/>
    <p:sldLayoutId id="2147483818" r:id="rId4"/>
    <p:sldLayoutId id="2147483819" r:id="rId5"/>
    <p:sldLayoutId id="2147483820" r:id="rId6"/>
    <p:sldLayoutId id="2147483821" r:id="rId7"/>
    <p:sldLayoutId id="2147483822" r:id="rId8"/>
    <p:sldLayoutId id="2147483823" r:id="rId9"/>
    <p:sldLayoutId id="2147483824" r:id="rId10"/>
    <p:sldLayoutId id="2147483825"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8658" name="Rectangle 2"/>
          <p:cNvSpPr>
            <a:spLocks noChangeArrowheads="1"/>
          </p:cNvSpPr>
          <p:nvPr userDrawn="1"/>
        </p:nvSpPr>
        <p:spPr bwMode="auto">
          <a:xfrm>
            <a:off x="684213" y="0"/>
            <a:ext cx="8459787" cy="6858000"/>
          </a:xfrm>
          <a:prstGeom prst="rect">
            <a:avLst/>
          </a:prstGeom>
          <a:gradFill rotWithShape="1">
            <a:gsLst>
              <a:gs pos="0">
                <a:srgbClr val="0000FF">
                  <a:alpha val="39000"/>
                </a:srgbClr>
              </a:gs>
              <a:gs pos="100000">
                <a:srgbClr val="0000FF">
                  <a:gamma/>
                  <a:shade val="46275"/>
                  <a:invGamma/>
                  <a:alpha val="39000"/>
                </a:srgbClr>
              </a:gs>
            </a:gsLst>
            <a:lin ang="5400000" scaled="1"/>
          </a:gradFill>
          <a:ln w="38100">
            <a:noFill/>
            <a:miter lim="800000"/>
            <a:headEnd/>
            <a:tailEnd/>
          </a:ln>
          <a:effectLst/>
        </p:spPr>
        <p:txBody>
          <a:bodyPr wrap="none" anchor="ctr"/>
          <a:lstStyle/>
          <a:p>
            <a:endParaRPr lang="zh-CN" altLang="en-US" dirty="0">
              <a:solidFill>
                <a:srgbClr val="FFFFFF"/>
              </a:solidFill>
              <a:latin typeface="微软雅黑" pitchFamily="34" charset="-122"/>
              <a:ea typeface="黑体" pitchFamily="2" charset="-122"/>
            </a:endParaRPr>
          </a:p>
        </p:txBody>
      </p:sp>
      <p:sp>
        <p:nvSpPr>
          <p:cNvPr id="198659" name="Rectangle 3"/>
          <p:cNvSpPr>
            <a:spLocks noChangeArrowheads="1"/>
          </p:cNvSpPr>
          <p:nvPr userDrawn="1"/>
        </p:nvSpPr>
        <p:spPr bwMode="auto">
          <a:xfrm>
            <a:off x="684213" y="1608138"/>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latin typeface="微软雅黑" pitchFamily="34" charset="-122"/>
              <a:ea typeface="黑体" pitchFamily="2" charset="-122"/>
            </a:endParaRPr>
          </a:p>
        </p:txBody>
      </p:sp>
      <p:sp>
        <p:nvSpPr>
          <p:cNvPr id="198660" name="Rectangle 4"/>
          <p:cNvSpPr>
            <a:spLocks noChangeArrowheads="1"/>
          </p:cNvSpPr>
          <p:nvPr userDrawn="1"/>
        </p:nvSpPr>
        <p:spPr bwMode="auto">
          <a:xfrm>
            <a:off x="692150" y="17002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latin typeface="微软雅黑" pitchFamily="34" charset="-122"/>
              <a:ea typeface="黑体" pitchFamily="2" charset="-122"/>
            </a:endParaRPr>
          </a:p>
        </p:txBody>
      </p:sp>
      <p:sp>
        <p:nvSpPr>
          <p:cNvPr id="198661" name="Rectangle 5"/>
          <p:cNvSpPr>
            <a:spLocks noChangeArrowheads="1"/>
          </p:cNvSpPr>
          <p:nvPr userDrawn="1"/>
        </p:nvSpPr>
        <p:spPr bwMode="auto">
          <a:xfrm>
            <a:off x="692150" y="436562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latin typeface="微软雅黑" pitchFamily="34" charset="-122"/>
              <a:ea typeface="黑体" pitchFamily="2" charset="-122"/>
            </a:endParaRPr>
          </a:p>
        </p:txBody>
      </p:sp>
      <p:sp>
        <p:nvSpPr>
          <p:cNvPr id="198662" name="Rectangle 6"/>
          <p:cNvSpPr>
            <a:spLocks noChangeArrowheads="1"/>
          </p:cNvSpPr>
          <p:nvPr userDrawn="1"/>
        </p:nvSpPr>
        <p:spPr bwMode="auto">
          <a:xfrm>
            <a:off x="684213" y="4441825"/>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FF"/>
              </a:solidFill>
              <a:latin typeface="微软雅黑" pitchFamily="34" charset="-122"/>
              <a:ea typeface="黑体" pitchFamily="2" charset="-122"/>
            </a:endParaRPr>
          </a:p>
        </p:txBody>
      </p:sp>
      <p:sp>
        <p:nvSpPr>
          <p:cNvPr id="198663" name="Text Box 7"/>
          <p:cNvSpPr txBox="1">
            <a:spLocks noChangeArrowheads="1"/>
          </p:cNvSpPr>
          <p:nvPr userDrawn="1"/>
        </p:nvSpPr>
        <p:spPr bwMode="auto">
          <a:xfrm>
            <a:off x="10640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SG" altLang="en-US" b="1" dirty="0">
                <a:solidFill>
                  <a:srgbClr val="F1F0B6"/>
                </a:solidFill>
                <a:latin typeface="微软雅黑" pitchFamily="34" charset="-122"/>
                <a:ea typeface="黑体" pitchFamily="2" charset="-122"/>
              </a:rPr>
              <a:t>第</a:t>
            </a:r>
            <a:r>
              <a:rPr lang="zh-CN" altLang="en-US" b="1" dirty="0">
                <a:solidFill>
                  <a:srgbClr val="F1F0B6"/>
                </a:solidFill>
                <a:latin typeface="微软雅黑" pitchFamily="34" charset="-122"/>
                <a:ea typeface="黑体" pitchFamily="2" charset="-122"/>
              </a:rPr>
              <a:t>一章　　　　行列式</a:t>
            </a:r>
          </a:p>
        </p:txBody>
      </p:sp>
    </p:spTree>
  </p:cSld>
  <p:clrMap bg1="dk2" tx1="lt1" bg2="dk1" tx2="lt2" accent1="accent1" accent2="accent2" accent3="accent3" accent4="accent4" accent5="accent5" accent6="accent6" hlink="hlink" folHlink="folHlink"/>
  <p:sldLayoutIdLst>
    <p:sldLayoutId id="2147483827" r:id="rId1"/>
    <p:sldLayoutId id="2147483828" r:id="rId2"/>
    <p:sldLayoutId id="2147483829" r:id="rId3"/>
    <p:sldLayoutId id="2147483830" r:id="rId4"/>
    <p:sldLayoutId id="2147483831" r:id="rId5"/>
    <p:sldLayoutId id="2147483832" r:id="rId6"/>
    <p:sldLayoutId id="2147483833" r:id="rId7"/>
    <p:sldLayoutId id="2147483834" r:id="rId8"/>
    <p:sldLayoutId id="2147483835" r:id="rId9"/>
    <p:sldLayoutId id="2147483836" r:id="rId10"/>
    <p:sldLayoutId id="2147483837"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5"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84616" y="0"/>
            <a:ext cx="8559385"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endParaRPr lang="zh-CN" altLang="en-US" dirty="0">
              <a:solidFill>
                <a:srgbClr val="FFFFCC"/>
              </a:solidFill>
              <a:latin typeface="微软雅黑" pitchFamily="34" charset="-122"/>
              <a:ea typeface="黑体" pitchFamily="2" charset="-122"/>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latin typeface="微软雅黑" pitchFamily="34" charset="-122"/>
              <a:ea typeface="黑体" pitchFamily="2" charset="-122"/>
            </a:endParaRPr>
          </a:p>
        </p:txBody>
      </p:sp>
      <p:sp>
        <p:nvSpPr>
          <p:cNvPr id="199684" name="Rectangle 4"/>
          <p:cNvSpPr>
            <a:spLocks noChangeArrowheads="1"/>
          </p:cNvSpPr>
          <p:nvPr userDrawn="1"/>
        </p:nvSpPr>
        <p:spPr bwMode="auto">
          <a:xfrm>
            <a:off x="592083" y="793784"/>
            <a:ext cx="8578958" cy="225358"/>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latin typeface="微软雅黑" pitchFamily="34" charset="-122"/>
              <a:ea typeface="黑体" pitchFamily="2" charset="-122"/>
            </a:endParaRPr>
          </a:p>
        </p:txBody>
      </p:sp>
      <p:sp>
        <p:nvSpPr>
          <p:cNvPr id="199685" name="Text Box 5"/>
          <p:cNvSpPr txBox="1">
            <a:spLocks noChangeArrowheads="1"/>
          </p:cNvSpPr>
          <p:nvPr userDrawn="1"/>
        </p:nvSpPr>
        <p:spPr bwMode="auto">
          <a:xfrm>
            <a:off x="44388"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CN" altLang="en-US" b="1" dirty="0">
                <a:solidFill>
                  <a:srgbClr val="F1F0B6"/>
                </a:solidFill>
                <a:latin typeface="黑体" pitchFamily="2" charset="-122"/>
                <a:ea typeface="黑体" pitchFamily="2" charset="-122"/>
              </a:rPr>
              <a:t>第一章                        行列式</a:t>
            </a:r>
          </a:p>
        </p:txBody>
      </p:sp>
    </p:spTree>
  </p:cSld>
  <p:clrMap bg1="dk2" tx1="lt1" bg2="dk1" tx2="lt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Font typeface="Wingdings" pitchFamily="2" charset="2"/>
        <a:buChar char="Ø"/>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991" name="Rectangle 7">
            <a:hlinkClick r:id="" action="ppaction://hlinkshowjump?jump=previousslide"/>
          </p:cNvPr>
          <p:cNvSpPr>
            <a:spLocks noChangeArrowheads="1"/>
          </p:cNvSpPr>
          <p:nvPr userDrawn="1"/>
        </p:nvSpPr>
        <p:spPr bwMode="auto">
          <a:xfrm>
            <a:off x="6388100" y="62865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
        <p:nvSpPr>
          <p:cNvPr id="41992" name="Rectangle 8">
            <a:hlinkClick r:id="" action="ppaction://hlinkshowjump?jump=nextslide"/>
          </p:cNvPr>
          <p:cNvSpPr>
            <a:spLocks noChangeArrowheads="1"/>
          </p:cNvSpPr>
          <p:nvPr userDrawn="1"/>
        </p:nvSpPr>
        <p:spPr bwMode="auto">
          <a:xfrm>
            <a:off x="7289800" y="62992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
        <p:nvSpPr>
          <p:cNvPr id="41993" name="Rectangle 9">
            <a:hlinkClick r:id="" action="ppaction://hlinkshowjump?jump=firstslide"/>
          </p:cNvPr>
          <p:cNvSpPr>
            <a:spLocks noChangeArrowheads="1"/>
          </p:cNvSpPr>
          <p:nvPr userDrawn="1"/>
        </p:nvSpPr>
        <p:spPr bwMode="auto">
          <a:xfrm>
            <a:off x="8204200" y="62992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Tree>
    <p:extLst>
      <p:ext uri="{BB962C8B-B14F-4D97-AF65-F5344CB8AC3E}">
        <p14:creationId xmlns:p14="http://schemas.microsoft.com/office/powerpoint/2010/main" val="1008763058"/>
      </p:ext>
    </p:extLst>
  </p:cSld>
  <p:clrMap bg1="lt1" tx1="dk1" bg2="lt2" tx2="dk2" accent1="accent1" accent2="accent2" accent3="accent3" accent4="accent4" accent5="accent5" accent6="accent6" hlink="hlink" folHlink="folHlink"/>
  <p:sldLayoutIdLst>
    <p:sldLayoutId id="2147483853" r:id="rId1"/>
    <p:sldLayoutId id="2147483854" r:id="rId2"/>
    <p:sldLayoutId id="2147483855" r:id="rId3"/>
    <p:sldLayoutId id="2147483856" r:id="rId4"/>
    <p:sldLayoutId id="2147483857" r:id="rId5"/>
    <p:sldLayoutId id="2147483858" r:id="rId6"/>
    <p:sldLayoutId id="2147483859" r:id="rId7"/>
    <p:sldLayoutId id="2147483860" r:id="rId8"/>
    <p:sldLayoutId id="2147483861" r:id="rId9"/>
    <p:sldLayoutId id="2147483862" r:id="rId10"/>
    <p:sldLayoutId id="2147483863" r:id="rId11"/>
    <p:sldLayoutId id="2147483864" r:id="rId12"/>
    <p:sldLayoutId id="2147483865" r:id="rId13"/>
  </p:sldLayoutIdLst>
  <p:transition>
    <p:wipe/>
  </p:transition>
  <p:txStyles>
    <p:titleStyle>
      <a:lvl1pPr algn="ctr" rtl="0" fontAlgn="base">
        <a:spcBef>
          <a:spcPct val="0"/>
        </a:spcBef>
        <a:spcAft>
          <a:spcPct val="0"/>
        </a:spcAft>
        <a:defRPr kumimoji="1" sz="4400" b="1">
          <a:solidFill>
            <a:schemeClr val="tx2"/>
          </a:solidFill>
          <a:latin typeface="+mj-lt"/>
          <a:ea typeface="+mj-ea"/>
          <a:cs typeface="+mj-cs"/>
        </a:defRPr>
      </a:lvl1pPr>
      <a:lvl2pPr algn="ctr" rtl="0" fontAlgn="base">
        <a:spcBef>
          <a:spcPct val="0"/>
        </a:spcBef>
        <a:spcAft>
          <a:spcPct val="0"/>
        </a:spcAft>
        <a:defRPr kumimoji="1" sz="4400" b="1">
          <a:solidFill>
            <a:schemeClr val="tx2"/>
          </a:solidFill>
          <a:latin typeface="Times New Roman" pitchFamily="18" charset="0"/>
          <a:ea typeface="黑体" pitchFamily="49" charset="-122"/>
        </a:defRPr>
      </a:lvl2pPr>
      <a:lvl3pPr algn="ctr" rtl="0" fontAlgn="base">
        <a:spcBef>
          <a:spcPct val="0"/>
        </a:spcBef>
        <a:spcAft>
          <a:spcPct val="0"/>
        </a:spcAft>
        <a:defRPr kumimoji="1" sz="4400" b="1">
          <a:solidFill>
            <a:schemeClr val="tx2"/>
          </a:solidFill>
          <a:latin typeface="Times New Roman" pitchFamily="18" charset="0"/>
          <a:ea typeface="黑体" pitchFamily="49" charset="-122"/>
        </a:defRPr>
      </a:lvl3pPr>
      <a:lvl4pPr algn="ctr" rtl="0" fontAlgn="base">
        <a:spcBef>
          <a:spcPct val="0"/>
        </a:spcBef>
        <a:spcAft>
          <a:spcPct val="0"/>
        </a:spcAft>
        <a:defRPr kumimoji="1" sz="4400" b="1">
          <a:solidFill>
            <a:schemeClr val="tx2"/>
          </a:solidFill>
          <a:latin typeface="Times New Roman" pitchFamily="18" charset="0"/>
          <a:ea typeface="黑体" pitchFamily="49" charset="-122"/>
        </a:defRPr>
      </a:lvl4pPr>
      <a:lvl5pPr algn="ctr" rtl="0" fontAlgn="base">
        <a:spcBef>
          <a:spcPct val="0"/>
        </a:spcBef>
        <a:spcAft>
          <a:spcPct val="0"/>
        </a:spcAft>
        <a:defRPr kumimoji="1" sz="4400" b="1">
          <a:solidFill>
            <a:schemeClr val="tx2"/>
          </a:solidFill>
          <a:latin typeface="Times New Roman" pitchFamily="18" charset="0"/>
          <a:ea typeface="黑体" pitchFamily="49" charset="-122"/>
        </a:defRPr>
      </a:lvl5pPr>
      <a:lvl6pPr marL="457200" algn="ctr" rtl="0" fontAlgn="base">
        <a:spcBef>
          <a:spcPct val="0"/>
        </a:spcBef>
        <a:spcAft>
          <a:spcPct val="0"/>
        </a:spcAft>
        <a:defRPr kumimoji="1" sz="4400" b="1">
          <a:solidFill>
            <a:schemeClr val="tx2"/>
          </a:solidFill>
          <a:latin typeface="Times New Roman" pitchFamily="18" charset="0"/>
          <a:ea typeface="黑体" pitchFamily="49" charset="-122"/>
        </a:defRPr>
      </a:lvl6pPr>
      <a:lvl7pPr marL="914400" algn="ctr" rtl="0" fontAlgn="base">
        <a:spcBef>
          <a:spcPct val="0"/>
        </a:spcBef>
        <a:spcAft>
          <a:spcPct val="0"/>
        </a:spcAft>
        <a:defRPr kumimoji="1" sz="4400" b="1">
          <a:solidFill>
            <a:schemeClr val="tx2"/>
          </a:solidFill>
          <a:latin typeface="Times New Roman" pitchFamily="18" charset="0"/>
          <a:ea typeface="黑体" pitchFamily="49" charset="-122"/>
        </a:defRPr>
      </a:lvl7pPr>
      <a:lvl8pPr marL="1371600" algn="ctr" rtl="0" fontAlgn="base">
        <a:spcBef>
          <a:spcPct val="0"/>
        </a:spcBef>
        <a:spcAft>
          <a:spcPct val="0"/>
        </a:spcAft>
        <a:defRPr kumimoji="1" sz="4400" b="1">
          <a:solidFill>
            <a:schemeClr val="tx2"/>
          </a:solidFill>
          <a:latin typeface="Times New Roman" pitchFamily="18" charset="0"/>
          <a:ea typeface="黑体" pitchFamily="49" charset="-122"/>
        </a:defRPr>
      </a:lvl8pPr>
      <a:lvl9pPr marL="1828800" algn="ctr" rtl="0" fontAlgn="base">
        <a:spcBef>
          <a:spcPct val="0"/>
        </a:spcBef>
        <a:spcAft>
          <a:spcPct val="0"/>
        </a:spcAft>
        <a:defRPr kumimoji="1" sz="4400" b="1">
          <a:solidFill>
            <a:schemeClr val="tx2"/>
          </a:solidFill>
          <a:latin typeface="Times New Roman" pitchFamily="18" charset="0"/>
          <a:ea typeface="黑体" pitchFamily="49"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userDrawn="1"/>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endParaRPr lang="zh-CN" altLang="en-US" dirty="0">
              <a:solidFill>
                <a:srgbClr val="FFFFFF"/>
              </a:solidFill>
              <a:ea typeface="黑体" pitchFamily="2" charset="-122"/>
            </a:endParaRPr>
          </a:p>
        </p:txBody>
      </p:sp>
    </p:spTree>
  </p:cSld>
  <p:clrMap bg1="dk2" tx1="lt1" bg2="dk1" tx2="lt2" accent1="accent1" accent2="accent2" accent3="accent3" accent4="accent4" accent5="accent5" accent6="accent6" hlink="hlink" folHlink="folHlink"/>
  <p:sldLayoutIdLst>
    <p:sldLayoutId id="2147483895" r:id="rId1"/>
    <p:sldLayoutId id="2147483896" r:id="rId2"/>
    <p:sldLayoutId id="2147483897" r:id="rId3"/>
    <p:sldLayoutId id="2147483898" r:id="rId4"/>
    <p:sldLayoutId id="2147483899" r:id="rId5"/>
    <p:sldLayoutId id="2147483900" r:id="rId6"/>
    <p:sldLayoutId id="2147483901" r:id="rId7"/>
    <p:sldLayoutId id="2147483902" r:id="rId8"/>
    <p:sldLayoutId id="2147483903" r:id="rId9"/>
    <p:sldLayoutId id="2147483904" r:id="rId10"/>
    <p:sldLayoutId id="2147483905" r:id="rId11"/>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5"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92083" y="0"/>
            <a:ext cx="855191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endParaRPr lang="zh-CN" altLang="en-US" dirty="0">
              <a:solidFill>
                <a:srgbClr val="FFFFCC"/>
              </a:solidFill>
              <a:ea typeface="黑体" pitchFamily="2" charset="-122"/>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ea typeface="黑体" pitchFamily="2" charset="-122"/>
            </a:endParaRPr>
          </a:p>
        </p:txBody>
      </p:sp>
      <p:sp>
        <p:nvSpPr>
          <p:cNvPr id="199684" name="Rectangle 4"/>
          <p:cNvSpPr>
            <a:spLocks noChangeArrowheads="1"/>
          </p:cNvSpPr>
          <p:nvPr userDrawn="1"/>
        </p:nvSpPr>
        <p:spPr bwMode="auto">
          <a:xfrm>
            <a:off x="628596" y="836613"/>
            <a:ext cx="8515404" cy="146016"/>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endParaRPr lang="zh-CN" altLang="zh-CN" dirty="0">
              <a:solidFill>
                <a:srgbClr val="FFFFCC"/>
              </a:solidFill>
              <a:ea typeface="黑体" pitchFamily="2" charset="-122"/>
            </a:endParaRPr>
          </a:p>
        </p:txBody>
      </p:sp>
      <p:sp>
        <p:nvSpPr>
          <p:cNvPr id="199685" name="Text Box 5"/>
          <p:cNvSpPr txBox="1">
            <a:spLocks noChangeArrowheads="1"/>
          </p:cNvSpPr>
          <p:nvPr userDrawn="1"/>
        </p:nvSpPr>
        <p:spPr bwMode="auto">
          <a:xfrm>
            <a:off x="44388"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pPr>
            <a:r>
              <a:rPr lang="zh-CN" altLang="en-US" b="1" dirty="0">
                <a:solidFill>
                  <a:srgbClr val="F1F0B6"/>
                </a:solidFill>
                <a:ea typeface="黑体" pitchFamily="2" charset="-122"/>
              </a:rPr>
              <a:t>绪                       论</a:t>
            </a:r>
            <a:r>
              <a:rPr lang="zh-CN" altLang="en-US" b="1" dirty="0">
                <a:solidFill>
                  <a:srgbClr val="F1F0B6"/>
                </a:solidFill>
                <a:latin typeface="黑体" pitchFamily="2" charset="-122"/>
                <a:ea typeface="黑体" pitchFamily="2" charset="-122"/>
              </a:rPr>
              <a:t>　</a:t>
            </a:r>
          </a:p>
        </p:txBody>
      </p:sp>
    </p:spTree>
  </p:cSld>
  <p:clrMap bg1="dk2" tx1="lt1" bg2="dk1" tx2="lt2" accent1="accent1" accent2="accent2" accent3="accent3" accent4="accent4" accent5="accent5" accent6="accent6" hlink="hlink" folHlink="folHlink"/>
  <p:sldLayoutIdLst>
    <p:sldLayoutId id="2147483907" r:id="rId1"/>
    <p:sldLayoutId id="2147483908" r:id="rId2"/>
    <p:sldLayoutId id="2147483909" r:id="rId3"/>
    <p:sldLayoutId id="2147483910" r:id="rId4"/>
    <p:sldLayoutId id="2147483911" r:id="rId5"/>
    <p:sldLayoutId id="2147483912" r:id="rId6"/>
    <p:sldLayoutId id="2147483913" r:id="rId7"/>
    <p:sldLayoutId id="2147483914" r:id="rId8"/>
    <p:sldLayoutId id="2147483915" r:id="rId9"/>
    <p:sldLayoutId id="2147483916" r:id="rId10"/>
    <p:sldLayoutId id="2147483917" r:id="rId11"/>
    <p:sldLayoutId id="2147483918" r:id="rId12"/>
    <p:sldLayoutId id="2147483919" r:id="rId13"/>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7634" name="Rectangle 2"/>
          <p:cNvSpPr>
            <a:spLocks noChangeArrowheads="1"/>
          </p:cNvSpPr>
          <p:nvPr userDrawn="1"/>
        </p:nvSpPr>
        <p:spPr bwMode="auto">
          <a:xfrm>
            <a:off x="0" y="0"/>
            <a:ext cx="9144000" cy="6858000"/>
          </a:xfrm>
          <a:prstGeom prst="rect">
            <a:avLst/>
          </a:prstGeom>
          <a:gradFill rotWithShape="1">
            <a:gsLst>
              <a:gs pos="0">
                <a:srgbClr val="0000FF">
                  <a:alpha val="39000"/>
                </a:srgbClr>
              </a:gs>
              <a:gs pos="100000">
                <a:srgbClr val="0000FF">
                  <a:gamma/>
                  <a:shade val="46275"/>
                  <a:invGamma/>
                  <a:alpha val="56000"/>
                </a:srgbClr>
              </a:gs>
            </a:gsLst>
            <a:lin ang="5400000" scaled="1"/>
          </a:gradFill>
          <a:ln w="76200" cmpd="tri">
            <a:noFill/>
            <a:miter lim="800000"/>
            <a:headEnd/>
            <a:tailEnd/>
          </a:ln>
          <a:effectLst/>
        </p:spPr>
        <p:txBody>
          <a:bodyPr wrap="none" anchor="ctr"/>
          <a:lstStyle/>
          <a:p>
            <a:pPr algn="ctr" eaLnBrk="1" hangingPunct="1"/>
            <a:endParaRPr kumimoji="0" lang="zh-CN" altLang="zh-CN" sz="1800" dirty="0">
              <a:solidFill>
                <a:srgbClr val="FFFFFF"/>
              </a:solidFill>
              <a:latin typeface="Tahoma" pitchFamily="34" charset="0"/>
              <a:ea typeface="黑体" pitchFamily="2" charset="-122"/>
            </a:endParaRPr>
          </a:p>
        </p:txBody>
      </p:sp>
      <p:sp>
        <p:nvSpPr>
          <p:cNvPr id="197635" name="AutoShape 3" descr="纸袋"/>
          <p:cNvSpPr>
            <a:spLocks noChangeArrowheads="1"/>
          </p:cNvSpPr>
          <p:nvPr userDrawn="1"/>
        </p:nvSpPr>
        <p:spPr bwMode="auto">
          <a:xfrm>
            <a:off x="900113" y="1268413"/>
            <a:ext cx="7559675" cy="3816350"/>
          </a:xfrm>
          <a:custGeom>
            <a:avLst/>
            <a:gdLst>
              <a:gd name="G0" fmla="+- 513 0 0"/>
              <a:gd name="G1" fmla="+- 21600 0 513"/>
              <a:gd name="G2" fmla="+- 21600 0 513"/>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13" y="10800"/>
                </a:moveTo>
                <a:cubicBezTo>
                  <a:pt x="513" y="16481"/>
                  <a:pt x="5119" y="21087"/>
                  <a:pt x="10800" y="21087"/>
                </a:cubicBezTo>
                <a:cubicBezTo>
                  <a:pt x="16481" y="21087"/>
                  <a:pt x="21087" y="16481"/>
                  <a:pt x="21087" y="10800"/>
                </a:cubicBezTo>
                <a:cubicBezTo>
                  <a:pt x="21087" y="5119"/>
                  <a:pt x="16481" y="513"/>
                  <a:pt x="10800" y="513"/>
                </a:cubicBezTo>
                <a:cubicBezTo>
                  <a:pt x="5119" y="513"/>
                  <a:pt x="513" y="5119"/>
                  <a:pt x="513" y="10800"/>
                </a:cubicBezTo>
                <a:close/>
              </a:path>
            </a:pathLst>
          </a:custGeom>
          <a:blipFill dpi="0" rotWithShape="1">
            <a:blip r:embed="rId15" cstate="print"/>
            <a:srcRect/>
            <a:tile tx="0" ty="0" sx="100000" sy="100000" flip="none" algn="tl"/>
          </a:blipFill>
          <a:ln w="76200">
            <a:solidFill>
              <a:srgbClr val="663300"/>
            </a:solidFill>
            <a:round/>
            <a:headEnd/>
            <a:tailEnd/>
          </a:ln>
          <a:effectLst/>
        </p:spPr>
        <p:txBody>
          <a:bodyPr wrap="none" anchor="ctr"/>
          <a:lstStyle/>
          <a:p>
            <a:endParaRPr lang="zh-CN" altLang="en-US" dirty="0">
              <a:solidFill>
                <a:srgbClr val="FFFFFF"/>
              </a:solidFill>
              <a:ea typeface="黑体" pitchFamily="2" charset="-122"/>
            </a:endParaRPr>
          </a:p>
        </p:txBody>
      </p:sp>
      <p:sp>
        <p:nvSpPr>
          <p:cNvPr id="197636" name="Oval 4"/>
          <p:cNvSpPr>
            <a:spLocks noChangeArrowheads="1"/>
          </p:cNvSpPr>
          <p:nvPr userDrawn="1"/>
        </p:nvSpPr>
        <p:spPr bwMode="auto">
          <a:xfrm>
            <a:off x="1116013" y="1412875"/>
            <a:ext cx="7127875" cy="3529013"/>
          </a:xfrm>
          <a:prstGeom prst="ellipse">
            <a:avLst/>
          </a:prstGeom>
          <a:gradFill rotWithShape="1">
            <a:gsLst>
              <a:gs pos="0">
                <a:srgbClr val="99CCFF">
                  <a:gamma/>
                  <a:tint val="18039"/>
                  <a:invGamma/>
                  <a:alpha val="41000"/>
                </a:srgbClr>
              </a:gs>
              <a:gs pos="100000">
                <a:srgbClr val="99CCFF">
                  <a:alpha val="39999"/>
                </a:srgbClr>
              </a:gs>
            </a:gsLst>
            <a:path path="shape">
              <a:fillToRect l="50000" t="50000" r="50000" b="50000"/>
            </a:path>
          </a:gradFill>
          <a:ln w="127000" cmpd="tri">
            <a:solidFill>
              <a:srgbClr val="996633"/>
            </a:solidFill>
            <a:round/>
            <a:headEnd/>
            <a:tailEnd/>
          </a:ln>
          <a:effectLst/>
        </p:spPr>
        <p:txBody>
          <a:bodyPr wrap="none" anchor="ctr"/>
          <a:lstStyle/>
          <a:p>
            <a:endParaRPr lang="zh-CN" altLang="en-US" dirty="0">
              <a:solidFill>
                <a:srgbClr val="FFFFFF"/>
              </a:solidFill>
              <a:ea typeface="黑体" pitchFamily="2" charset="-122"/>
            </a:endParaRPr>
          </a:p>
        </p:txBody>
      </p:sp>
    </p:spTree>
  </p:cSld>
  <p:clrMap bg1="dk2" tx1="lt1" bg2="dk1" tx2="lt2" accent1="accent1" accent2="accent2" accent3="accent3" accent4="accent4" accent5="accent5" accent6="accent6" hlink="hlink" folHlink="folHlink"/>
  <p:sldLayoutIdLst>
    <p:sldLayoutId id="2147483921" r:id="rId1"/>
    <p:sldLayoutId id="2147483922" r:id="rId2"/>
    <p:sldLayoutId id="2147483923" r:id="rId3"/>
    <p:sldLayoutId id="2147483924" r:id="rId4"/>
    <p:sldLayoutId id="2147483925" r:id="rId5"/>
    <p:sldLayoutId id="2147483926" r:id="rId6"/>
    <p:sldLayoutId id="2147483927" r:id="rId7"/>
    <p:sldLayoutId id="2147483928" r:id="rId8"/>
    <p:sldLayoutId id="2147483929" r:id="rId9"/>
    <p:sldLayoutId id="2147483930" r:id="rId10"/>
    <p:sldLayoutId id="2147483931" r:id="rId11"/>
    <p:sldLayoutId id="2147483932"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7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4" grpId="0" animBg="1"/>
    </p:bldLst>
  </p:timing>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511" name="Rectangle 7">
            <a:hlinkClick r:id="" action="ppaction://hlinkshowjump?jump=previousslide"/>
          </p:cNvPr>
          <p:cNvSpPr>
            <a:spLocks noChangeArrowheads="1"/>
          </p:cNvSpPr>
          <p:nvPr userDrawn="1"/>
        </p:nvSpPr>
        <p:spPr bwMode="auto">
          <a:xfrm>
            <a:off x="6388100" y="62865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4400" b="1" dirty="0">
              <a:solidFill>
                <a:srgbClr val="0606FA"/>
              </a:solidFill>
              <a:ea typeface="微软雅黑" pitchFamily="34" charset="-122"/>
            </a:endParaRPr>
          </a:p>
        </p:txBody>
      </p:sp>
      <p:sp>
        <p:nvSpPr>
          <p:cNvPr id="21512" name="Rectangle 8">
            <a:hlinkClick r:id="" action="ppaction://hlinkshowjump?jump=nextslide"/>
          </p:cNvPr>
          <p:cNvSpPr>
            <a:spLocks noChangeArrowheads="1"/>
          </p:cNvSpPr>
          <p:nvPr userDrawn="1"/>
        </p:nvSpPr>
        <p:spPr bwMode="auto">
          <a:xfrm>
            <a:off x="7289800" y="62992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4400" b="1" dirty="0">
              <a:solidFill>
                <a:srgbClr val="0606FA"/>
              </a:solidFill>
              <a:ea typeface="微软雅黑" pitchFamily="34" charset="-122"/>
            </a:endParaRPr>
          </a:p>
        </p:txBody>
      </p:sp>
      <p:sp>
        <p:nvSpPr>
          <p:cNvPr id="21513" name="Rectangle 9">
            <a:hlinkClick r:id="" action="ppaction://hlinkshowjump?jump=firstslide"/>
          </p:cNvPr>
          <p:cNvSpPr>
            <a:spLocks noChangeArrowheads="1"/>
          </p:cNvSpPr>
          <p:nvPr userDrawn="1"/>
        </p:nvSpPr>
        <p:spPr bwMode="auto">
          <a:xfrm>
            <a:off x="8204200" y="6299200"/>
            <a:ext cx="6731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4400" b="1" dirty="0">
              <a:solidFill>
                <a:srgbClr val="0606FA"/>
              </a:solidFill>
              <a:ea typeface="微软雅黑" pitchFamily="34" charset="-122"/>
            </a:endParaRPr>
          </a:p>
        </p:txBody>
      </p:sp>
    </p:spTree>
    <p:extLst>
      <p:ext uri="{BB962C8B-B14F-4D97-AF65-F5344CB8AC3E}">
        <p14:creationId xmlns:p14="http://schemas.microsoft.com/office/powerpoint/2010/main" val="3300158810"/>
      </p:ext>
    </p:extLst>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 id="2147483984" r:id="rId12"/>
  </p:sldLayoutIdLst>
  <p:transition>
    <p:wipe/>
  </p:transition>
  <p:txStyles>
    <p:titleStyle>
      <a:lvl1pPr algn="ctr" rtl="0" fontAlgn="base">
        <a:spcBef>
          <a:spcPct val="0"/>
        </a:spcBef>
        <a:spcAft>
          <a:spcPct val="0"/>
        </a:spcAft>
        <a:defRPr kumimoji="1" sz="4400" b="1">
          <a:solidFill>
            <a:schemeClr val="tx2"/>
          </a:solidFill>
          <a:latin typeface="+mj-lt"/>
          <a:ea typeface="+mj-ea"/>
          <a:cs typeface="+mj-cs"/>
        </a:defRPr>
      </a:lvl1pPr>
      <a:lvl2pPr algn="ctr" rtl="0" fontAlgn="base">
        <a:spcBef>
          <a:spcPct val="0"/>
        </a:spcBef>
        <a:spcAft>
          <a:spcPct val="0"/>
        </a:spcAft>
        <a:defRPr kumimoji="1" sz="4400" b="1">
          <a:solidFill>
            <a:schemeClr val="tx2"/>
          </a:solidFill>
          <a:latin typeface="Times New Roman" pitchFamily="18" charset="0"/>
          <a:ea typeface="黑体" pitchFamily="49" charset="-122"/>
        </a:defRPr>
      </a:lvl2pPr>
      <a:lvl3pPr algn="ctr" rtl="0" fontAlgn="base">
        <a:spcBef>
          <a:spcPct val="0"/>
        </a:spcBef>
        <a:spcAft>
          <a:spcPct val="0"/>
        </a:spcAft>
        <a:defRPr kumimoji="1" sz="4400" b="1">
          <a:solidFill>
            <a:schemeClr val="tx2"/>
          </a:solidFill>
          <a:latin typeface="Times New Roman" pitchFamily="18" charset="0"/>
          <a:ea typeface="黑体" pitchFamily="49" charset="-122"/>
        </a:defRPr>
      </a:lvl3pPr>
      <a:lvl4pPr algn="ctr" rtl="0" fontAlgn="base">
        <a:spcBef>
          <a:spcPct val="0"/>
        </a:spcBef>
        <a:spcAft>
          <a:spcPct val="0"/>
        </a:spcAft>
        <a:defRPr kumimoji="1" sz="4400" b="1">
          <a:solidFill>
            <a:schemeClr val="tx2"/>
          </a:solidFill>
          <a:latin typeface="Times New Roman" pitchFamily="18" charset="0"/>
          <a:ea typeface="黑体" pitchFamily="49" charset="-122"/>
        </a:defRPr>
      </a:lvl4pPr>
      <a:lvl5pPr algn="ctr" rtl="0" fontAlgn="base">
        <a:spcBef>
          <a:spcPct val="0"/>
        </a:spcBef>
        <a:spcAft>
          <a:spcPct val="0"/>
        </a:spcAft>
        <a:defRPr kumimoji="1" sz="4400" b="1">
          <a:solidFill>
            <a:schemeClr val="tx2"/>
          </a:solidFill>
          <a:latin typeface="Times New Roman" pitchFamily="18" charset="0"/>
          <a:ea typeface="黑体" pitchFamily="49" charset="-122"/>
        </a:defRPr>
      </a:lvl5pPr>
      <a:lvl6pPr marL="457200" algn="ctr" rtl="0" fontAlgn="base">
        <a:spcBef>
          <a:spcPct val="0"/>
        </a:spcBef>
        <a:spcAft>
          <a:spcPct val="0"/>
        </a:spcAft>
        <a:defRPr kumimoji="1" sz="4400" b="1">
          <a:solidFill>
            <a:schemeClr val="tx2"/>
          </a:solidFill>
          <a:latin typeface="Times New Roman" pitchFamily="18" charset="0"/>
          <a:ea typeface="黑体" pitchFamily="49" charset="-122"/>
        </a:defRPr>
      </a:lvl6pPr>
      <a:lvl7pPr marL="914400" algn="ctr" rtl="0" fontAlgn="base">
        <a:spcBef>
          <a:spcPct val="0"/>
        </a:spcBef>
        <a:spcAft>
          <a:spcPct val="0"/>
        </a:spcAft>
        <a:defRPr kumimoji="1" sz="4400" b="1">
          <a:solidFill>
            <a:schemeClr val="tx2"/>
          </a:solidFill>
          <a:latin typeface="Times New Roman" pitchFamily="18" charset="0"/>
          <a:ea typeface="黑体" pitchFamily="49" charset="-122"/>
        </a:defRPr>
      </a:lvl7pPr>
      <a:lvl8pPr marL="1371600" algn="ctr" rtl="0" fontAlgn="base">
        <a:spcBef>
          <a:spcPct val="0"/>
        </a:spcBef>
        <a:spcAft>
          <a:spcPct val="0"/>
        </a:spcAft>
        <a:defRPr kumimoji="1" sz="4400" b="1">
          <a:solidFill>
            <a:schemeClr val="tx2"/>
          </a:solidFill>
          <a:latin typeface="Times New Roman" pitchFamily="18" charset="0"/>
          <a:ea typeface="黑体" pitchFamily="49" charset="-122"/>
        </a:defRPr>
      </a:lvl8pPr>
      <a:lvl9pPr marL="1828800" algn="ctr" rtl="0" fontAlgn="base">
        <a:spcBef>
          <a:spcPct val="0"/>
        </a:spcBef>
        <a:spcAft>
          <a:spcPct val="0"/>
        </a:spcAft>
        <a:defRPr kumimoji="1" sz="4400" b="1">
          <a:solidFill>
            <a:schemeClr val="tx2"/>
          </a:solidFill>
          <a:latin typeface="Times New Roman" pitchFamily="18" charset="0"/>
          <a:ea typeface="黑体" pitchFamily="49"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7634" name="Rectangle 2"/>
          <p:cNvSpPr>
            <a:spLocks noChangeArrowheads="1"/>
          </p:cNvSpPr>
          <p:nvPr/>
        </p:nvSpPr>
        <p:spPr bwMode="auto">
          <a:xfrm>
            <a:off x="0" y="0"/>
            <a:ext cx="9144000" cy="6858000"/>
          </a:xfrm>
          <a:prstGeom prst="rect">
            <a:avLst/>
          </a:prstGeom>
          <a:gradFill rotWithShape="1">
            <a:gsLst>
              <a:gs pos="0">
                <a:srgbClr val="0000FF">
                  <a:alpha val="39000"/>
                </a:srgbClr>
              </a:gs>
              <a:gs pos="100000">
                <a:srgbClr val="0000FF">
                  <a:gamma/>
                  <a:shade val="46275"/>
                  <a:invGamma/>
                  <a:alpha val="56000"/>
                </a:srgbClr>
              </a:gs>
            </a:gsLst>
            <a:lin ang="5400000" scaled="1"/>
          </a:gradFill>
          <a:ln w="76200" cmpd="tri">
            <a:noFill/>
            <a:miter lim="800000"/>
            <a:headEnd/>
            <a:tailEnd/>
          </a:ln>
          <a:effectLst/>
        </p:spPr>
        <p:txBody>
          <a:bodyPr wrap="none" anchor="ctr"/>
          <a:lstStyle/>
          <a:p>
            <a:pPr algn="ctr" eaLnBrk="1" hangingPunct="1">
              <a:defRPr/>
            </a:pPr>
            <a:endParaRPr kumimoji="0" lang="zh-CN" altLang="zh-CN" sz="1800" dirty="0">
              <a:latin typeface="Tahoma" pitchFamily="34" charset="0"/>
              <a:ea typeface="微软雅黑" pitchFamily="34" charset="-122"/>
            </a:endParaRPr>
          </a:p>
        </p:txBody>
      </p:sp>
      <p:sp>
        <p:nvSpPr>
          <p:cNvPr id="197635" name="AutoShape 3" descr="纸袋"/>
          <p:cNvSpPr>
            <a:spLocks noChangeArrowheads="1"/>
          </p:cNvSpPr>
          <p:nvPr/>
        </p:nvSpPr>
        <p:spPr bwMode="auto">
          <a:xfrm>
            <a:off x="900113" y="1268413"/>
            <a:ext cx="7559675" cy="3816350"/>
          </a:xfrm>
          <a:custGeom>
            <a:avLst/>
            <a:gdLst>
              <a:gd name="G0" fmla="+- 513 0 0"/>
              <a:gd name="G1" fmla="+- 21600 0 513"/>
              <a:gd name="G2" fmla="+- 21600 0 513"/>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13" y="10800"/>
                </a:moveTo>
                <a:cubicBezTo>
                  <a:pt x="513" y="16481"/>
                  <a:pt x="5119" y="21087"/>
                  <a:pt x="10800" y="21087"/>
                </a:cubicBezTo>
                <a:cubicBezTo>
                  <a:pt x="16481" y="21087"/>
                  <a:pt x="21087" y="16481"/>
                  <a:pt x="21087" y="10800"/>
                </a:cubicBezTo>
                <a:cubicBezTo>
                  <a:pt x="21087" y="5119"/>
                  <a:pt x="16481" y="513"/>
                  <a:pt x="10800" y="513"/>
                </a:cubicBezTo>
                <a:cubicBezTo>
                  <a:pt x="5119" y="513"/>
                  <a:pt x="513" y="5119"/>
                  <a:pt x="513" y="10800"/>
                </a:cubicBezTo>
                <a:close/>
              </a:path>
            </a:pathLst>
          </a:custGeom>
          <a:blipFill dpi="0" rotWithShape="1">
            <a:blip r:embed="rId15" cstate="print"/>
            <a:srcRect/>
            <a:tile tx="0" ty="0" sx="100000" sy="100000" flip="none" algn="tl"/>
          </a:blipFill>
          <a:ln w="76200">
            <a:solidFill>
              <a:srgbClr val="663300"/>
            </a:solidFill>
            <a:round/>
            <a:headEnd/>
            <a:tailEnd/>
          </a:ln>
          <a:effectLst/>
        </p:spPr>
        <p:txBody>
          <a:bodyPr wrap="none" anchor="ctr"/>
          <a:lstStyle/>
          <a:p>
            <a:pPr>
              <a:defRPr/>
            </a:pPr>
            <a:endParaRPr lang="zh-CN" altLang="en-US" dirty="0">
              <a:ea typeface="微软雅黑" pitchFamily="34" charset="-122"/>
            </a:endParaRPr>
          </a:p>
        </p:txBody>
      </p:sp>
      <p:sp>
        <p:nvSpPr>
          <p:cNvPr id="197636" name="Oval 4"/>
          <p:cNvSpPr>
            <a:spLocks noChangeArrowheads="1"/>
          </p:cNvSpPr>
          <p:nvPr/>
        </p:nvSpPr>
        <p:spPr bwMode="auto">
          <a:xfrm>
            <a:off x="1116013" y="1412875"/>
            <a:ext cx="7127875" cy="3529013"/>
          </a:xfrm>
          <a:prstGeom prst="ellipse">
            <a:avLst/>
          </a:prstGeom>
          <a:gradFill rotWithShape="1">
            <a:gsLst>
              <a:gs pos="0">
                <a:srgbClr val="99CCFF">
                  <a:gamma/>
                  <a:tint val="18039"/>
                  <a:invGamma/>
                  <a:alpha val="41000"/>
                </a:srgbClr>
              </a:gs>
              <a:gs pos="100000">
                <a:srgbClr val="99CCFF">
                  <a:alpha val="39999"/>
                </a:srgbClr>
              </a:gs>
            </a:gsLst>
            <a:path path="shape">
              <a:fillToRect l="50000" t="50000" r="50000" b="50000"/>
            </a:path>
          </a:gradFill>
          <a:ln w="127000" cmpd="tri">
            <a:solidFill>
              <a:srgbClr val="996633"/>
            </a:solidFill>
            <a:round/>
            <a:headEnd/>
            <a:tailEnd/>
          </a:ln>
          <a:effectLst/>
        </p:spPr>
        <p:txBody>
          <a:bodyPr wrap="none" anchor="ctr"/>
          <a:lstStyle/>
          <a:p>
            <a:pPr>
              <a:defRPr/>
            </a:pPr>
            <a:endParaRPr lang="zh-CN" altLang="en-US" dirty="0">
              <a:ea typeface="微软雅黑" pitchFamily="34" charset="-122"/>
            </a:endParaRPr>
          </a:p>
        </p:txBody>
      </p:sp>
    </p:spTree>
    <p:extLst>
      <p:ext uri="{BB962C8B-B14F-4D97-AF65-F5344CB8AC3E}">
        <p14:creationId xmlns:p14="http://schemas.microsoft.com/office/powerpoint/2010/main" val="1739556268"/>
      </p:ext>
    </p:extLst>
  </p:cSld>
  <p:clrMap bg1="dk2" tx1="lt1" bg2="dk1" tx2="lt2" accent1="accent1" accent2="accent2" accent3="accent3" accent4="accent4" accent5="accent5" accent6="accent6" hlink="hlink" folHlink="folHlink"/>
  <p:sldLayoutIdLst>
    <p:sldLayoutId id="2147483986" r:id="rId1"/>
    <p:sldLayoutId id="2147483987" r:id="rId2"/>
    <p:sldLayoutId id="2147483988" r:id="rId3"/>
    <p:sldLayoutId id="2147483989" r:id="rId4"/>
    <p:sldLayoutId id="2147483990" r:id="rId5"/>
    <p:sldLayoutId id="2147483991" r:id="rId6"/>
    <p:sldLayoutId id="2147483992" r:id="rId7"/>
    <p:sldLayoutId id="2147483993" r:id="rId8"/>
    <p:sldLayoutId id="2147483994" r:id="rId9"/>
    <p:sldLayoutId id="2147483995" r:id="rId10"/>
    <p:sldLayoutId id="2147483996" r:id="rId11"/>
    <p:sldLayoutId id="2147483997"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7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4" grpId="0" animBg="1"/>
    </p:bldLst>
  </p:timing>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bwMode="auto">
          <a:xfrm>
            <a:off x="914400" y="609600"/>
            <a:ext cx="75438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dirty="0"/>
              <a:t>单击此处编辑母版标题样式</a:t>
            </a:r>
          </a:p>
        </p:txBody>
      </p:sp>
      <p:sp>
        <p:nvSpPr>
          <p:cNvPr id="540675" name="Rectangle 3">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a:defRPr/>
            </a:pPr>
            <a:endParaRPr lang="zh-CN" altLang="en-US" dirty="0">
              <a:ea typeface="微软雅黑" pitchFamily="34" charset="-122"/>
            </a:endParaRPr>
          </a:p>
        </p:txBody>
      </p:sp>
      <p:sp>
        <p:nvSpPr>
          <p:cNvPr id="540676" name="Rectangle 4">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a:defRPr/>
            </a:pPr>
            <a:endParaRPr lang="zh-CN" altLang="en-US" dirty="0">
              <a:ea typeface="微软雅黑" pitchFamily="34" charset="-122"/>
            </a:endParaRPr>
          </a:p>
        </p:txBody>
      </p:sp>
      <p:sp>
        <p:nvSpPr>
          <p:cNvPr id="540677" name="Rectangle 5">
            <a:hlinkClick r:id="" action="ppaction://hlinkshowjump?jump=firstslide"/>
          </p:cNvPr>
          <p:cNvSpPr>
            <a:spLocks noChangeArrowheads="1"/>
          </p:cNvSpPr>
          <p:nvPr/>
        </p:nvSpPr>
        <p:spPr bwMode="auto">
          <a:xfrm>
            <a:off x="8204200" y="6299200"/>
            <a:ext cx="673100" cy="381000"/>
          </a:xfrm>
          <a:prstGeom prst="rect">
            <a:avLst/>
          </a:prstGeom>
          <a:noFill/>
          <a:ln w="9525">
            <a:noFill/>
            <a:miter lim="800000"/>
            <a:headEnd/>
            <a:tailEnd/>
          </a:ln>
          <a:effectLst/>
        </p:spPr>
        <p:txBody>
          <a:bodyPr wrap="none" anchor="ctr"/>
          <a:lstStyle/>
          <a:p>
            <a:pPr>
              <a:defRPr/>
            </a:pPr>
            <a:endParaRPr lang="zh-CN" altLang="en-US" dirty="0">
              <a:ea typeface="微软雅黑" pitchFamily="34" charset="-122"/>
            </a:endParaRPr>
          </a:p>
        </p:txBody>
      </p:sp>
    </p:spTree>
    <p:extLst>
      <p:ext uri="{BB962C8B-B14F-4D97-AF65-F5344CB8AC3E}">
        <p14:creationId xmlns:p14="http://schemas.microsoft.com/office/powerpoint/2010/main" val="212096479"/>
      </p:ext>
    </p:extLst>
  </p:cSld>
  <p:clrMap bg1="lt1" tx1="dk1" bg2="lt2" tx2="dk2" accent1="accent1" accent2="accent2" accent3="accent3" accent4="accent4" accent5="accent5" accent6="accent6" hlink="hlink" folHlink="folHlink"/>
  <p:sldLayoutIdLst>
    <p:sldLayoutId id="2147483999" r:id="rId1"/>
    <p:sldLayoutId id="2147484000" r:id="rId2"/>
    <p:sldLayoutId id="2147484001" r:id="rId3"/>
    <p:sldLayoutId id="2147484002" r:id="rId4"/>
    <p:sldLayoutId id="2147484003" r:id="rId5"/>
    <p:sldLayoutId id="2147484004" r:id="rId6"/>
    <p:sldLayoutId id="2147484005" r:id="rId7"/>
    <p:sldLayoutId id="2147484006" r:id="rId8"/>
    <p:sldLayoutId id="2147484007" r:id="rId9"/>
    <p:sldLayoutId id="2147484008" r:id="rId10"/>
    <p:sldLayoutId id="2147484009" r:id="rId11"/>
  </p:sldLayoutIdLst>
  <p:transition>
    <p:wipe/>
  </p:transition>
  <p:txStyles>
    <p:titleStyle>
      <a:lvl1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mj-lt"/>
          <a:ea typeface="微软雅黑" pitchFamily="34" charset="-122"/>
          <a:cs typeface="+mj-cs"/>
        </a:defRPr>
      </a:lvl1pPr>
      <a:lvl2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2pPr>
      <a:lvl3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3pPr>
      <a:lvl4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4pPr>
      <a:lvl5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5pPr>
      <a:lvl6pPr marL="4572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6pPr>
      <a:lvl7pPr marL="9144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7pPr>
      <a:lvl8pPr marL="13716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8pPr>
      <a:lvl9pPr marL="18288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tx1"/>
          </a:solidFill>
          <a:latin typeface="+mn-lt"/>
          <a:ea typeface="+mn-ea"/>
        </a:defRPr>
      </a:lvl2pPr>
      <a:lvl3pPr marL="1143000" indent="-228600" algn="l" rtl="0" eaLnBrk="0" fontAlgn="base" hangingPunct="0">
        <a:spcBef>
          <a:spcPct val="20000"/>
        </a:spcBef>
        <a:spcAft>
          <a:spcPct val="0"/>
        </a:spcAft>
        <a:buChar char="•"/>
        <a:defRPr sz="2400" b="1">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684213" y="0"/>
            <a:ext cx="845978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solidFill>
                <a:srgbClr val="FFFFCC"/>
              </a:solidFill>
              <a:ea typeface="微软雅黑" pitchFamily="34" charset="-122"/>
            </a:endParaRPr>
          </a:p>
        </p:txBody>
      </p:sp>
      <p:sp>
        <p:nvSpPr>
          <p:cNvPr id="199683" name="Rectangle 3"/>
          <p:cNvSpPr>
            <a:spLocks noChangeArrowheads="1"/>
          </p:cNvSpPr>
          <p:nvPr/>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199684" name="Rectangle 4"/>
          <p:cNvSpPr>
            <a:spLocks noChangeArrowheads="1"/>
          </p:cNvSpPr>
          <p:nvPr/>
        </p:nvSpPr>
        <p:spPr bwMode="auto">
          <a:xfrm>
            <a:off x="692150" y="8366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199685" name="Text Box 5"/>
          <p:cNvSpPr txBox="1">
            <a:spLocks noChangeArrowheads="1"/>
          </p:cNvSpPr>
          <p:nvPr/>
        </p:nvSpPr>
        <p:spPr bwMode="auto">
          <a:xfrm>
            <a:off x="106363" y="-71438"/>
            <a:ext cx="554037"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二章　　　　矩阵及其 其运算</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3148799745"/>
      </p:ext>
    </p:extLst>
  </p:cSld>
  <p:clrMap bg1="dk2" tx1="lt1" bg2="dk1" tx2="lt2" accent1="accent1" accent2="accent2" accent3="accent3" accent4="accent4" accent5="accent5" accent6="accent6" hlink="hlink" folHlink="folHlink"/>
  <p:sldLayoutIdLst>
    <p:sldLayoutId id="2147484011" r:id="rId1"/>
    <p:sldLayoutId id="2147484012" r:id="rId2"/>
    <p:sldLayoutId id="2147484013" r:id="rId3"/>
    <p:sldLayoutId id="2147484014" r:id="rId4"/>
    <p:sldLayoutId id="2147484015" r:id="rId5"/>
    <p:sldLayoutId id="2147484016" r:id="rId6"/>
    <p:sldLayoutId id="2147484017" r:id="rId7"/>
    <p:sldLayoutId id="2147484018" r:id="rId8"/>
    <p:sldLayoutId id="2147484019" r:id="rId9"/>
    <p:sldLayoutId id="2147484020" r:id="rId10"/>
    <p:sldLayoutId id="2147484021" r:id="rId11"/>
    <p:sldLayoutId id="2147484022"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684213" y="0"/>
            <a:ext cx="845978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ea typeface="微软雅黑" pitchFamily="34" charset="-122"/>
            </a:endParaRPr>
          </a:p>
        </p:txBody>
      </p:sp>
      <p:sp>
        <p:nvSpPr>
          <p:cNvPr id="199683" name="Rectangle 3"/>
          <p:cNvSpPr>
            <a:spLocks noChangeArrowheads="1"/>
          </p:cNvSpPr>
          <p:nvPr/>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ea typeface="微软雅黑" pitchFamily="34" charset="-122"/>
            </a:endParaRPr>
          </a:p>
        </p:txBody>
      </p:sp>
      <p:sp>
        <p:nvSpPr>
          <p:cNvPr id="199684" name="Rectangle 4"/>
          <p:cNvSpPr>
            <a:spLocks noChangeArrowheads="1"/>
          </p:cNvSpPr>
          <p:nvPr/>
        </p:nvSpPr>
        <p:spPr bwMode="auto">
          <a:xfrm>
            <a:off x="692150" y="8366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ea typeface="微软雅黑" pitchFamily="34" charset="-122"/>
            </a:endParaRPr>
          </a:p>
        </p:txBody>
      </p:sp>
      <p:sp>
        <p:nvSpPr>
          <p:cNvPr id="199685" name="Text Box 5"/>
          <p:cNvSpPr txBox="1">
            <a:spLocks noChangeArrowheads="1"/>
          </p:cNvSpPr>
          <p:nvPr/>
        </p:nvSpPr>
        <p:spPr bwMode="auto">
          <a:xfrm>
            <a:off x="106363" y="-71438"/>
            <a:ext cx="554037"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二章　　　　矩阵及其 其运算</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2141911017"/>
      </p:ext>
    </p:extLst>
  </p:cSld>
  <p:clrMap bg1="dk2" tx1="lt1" bg2="dk1" tx2="lt2" accent1="accent1" accent2="accent2" accent3="accent3" accent4="accent4" accent5="accent5" accent6="accent6" hlink="hlink" folHlink="folHlink"/>
  <p:sldLayoutIdLst>
    <p:sldLayoutId id="2147484024" r:id="rId1"/>
    <p:sldLayoutId id="2147484025" r:id="rId2"/>
    <p:sldLayoutId id="2147484026" r:id="rId3"/>
    <p:sldLayoutId id="2147484027" r:id="rId4"/>
    <p:sldLayoutId id="2147484028" r:id="rId5"/>
    <p:sldLayoutId id="2147484029" r:id="rId6"/>
    <p:sldLayoutId id="2147484030" r:id="rId7"/>
    <p:sldLayoutId id="2147484031" r:id="rId8"/>
    <p:sldLayoutId id="2147484032" r:id="rId9"/>
    <p:sldLayoutId id="2147484033" r:id="rId10"/>
    <p:sldLayoutId id="2147484034" r:id="rId11"/>
    <p:sldLayoutId id="2147484035"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bwMode="auto">
          <a:xfrm>
            <a:off x="914400" y="609600"/>
            <a:ext cx="75438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dirty="0"/>
              <a:t>单击此处编辑母版标题样式</a:t>
            </a:r>
          </a:p>
        </p:txBody>
      </p:sp>
      <p:sp>
        <p:nvSpPr>
          <p:cNvPr id="540675" name="Rectangle 3">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a:defRPr/>
            </a:pPr>
            <a:endParaRPr lang="zh-CN" altLang="en-US" dirty="0">
              <a:solidFill>
                <a:srgbClr val="000000"/>
              </a:solidFill>
              <a:ea typeface="微软雅黑" pitchFamily="34" charset="-122"/>
            </a:endParaRPr>
          </a:p>
        </p:txBody>
      </p:sp>
      <p:sp>
        <p:nvSpPr>
          <p:cNvPr id="540676" name="Rectangle 4">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a:defRPr/>
            </a:pPr>
            <a:endParaRPr lang="zh-CN" altLang="en-US" dirty="0">
              <a:solidFill>
                <a:srgbClr val="000000"/>
              </a:solidFill>
              <a:ea typeface="微软雅黑" pitchFamily="34" charset="-122"/>
            </a:endParaRPr>
          </a:p>
        </p:txBody>
      </p:sp>
      <p:sp>
        <p:nvSpPr>
          <p:cNvPr id="540677" name="Rectangle 5">
            <a:hlinkClick r:id="" action="ppaction://hlinkshowjump?jump=firstslide"/>
          </p:cNvPr>
          <p:cNvSpPr>
            <a:spLocks noChangeArrowheads="1"/>
          </p:cNvSpPr>
          <p:nvPr/>
        </p:nvSpPr>
        <p:spPr bwMode="auto">
          <a:xfrm>
            <a:off x="8204200" y="6299200"/>
            <a:ext cx="673100" cy="381000"/>
          </a:xfrm>
          <a:prstGeom prst="rect">
            <a:avLst/>
          </a:prstGeom>
          <a:noFill/>
          <a:ln w="9525">
            <a:noFill/>
            <a:miter lim="800000"/>
            <a:headEnd/>
            <a:tailEnd/>
          </a:ln>
          <a:effectLst/>
        </p:spPr>
        <p:txBody>
          <a:bodyPr wrap="none" anchor="ctr"/>
          <a:lstStyle/>
          <a:p>
            <a:pPr>
              <a:defRPr/>
            </a:pPr>
            <a:endParaRPr lang="zh-CN" altLang="en-US" dirty="0">
              <a:solidFill>
                <a:srgbClr val="000000"/>
              </a:solidFill>
              <a:ea typeface="微软雅黑" pitchFamily="34" charset="-122"/>
            </a:endParaRPr>
          </a:p>
        </p:txBody>
      </p:sp>
    </p:spTree>
    <p:extLst>
      <p:ext uri="{BB962C8B-B14F-4D97-AF65-F5344CB8AC3E}">
        <p14:creationId xmlns:p14="http://schemas.microsoft.com/office/powerpoint/2010/main" val="748661617"/>
      </p:ext>
    </p:extLst>
  </p:cSld>
  <p:clrMap bg1="lt1" tx1="dk1" bg2="lt2" tx2="dk2" accent1="accent1" accent2="accent2" accent3="accent3" accent4="accent4" accent5="accent5" accent6="accent6" hlink="hlink" folHlink="folHlink"/>
  <p:sldLayoutIdLst>
    <p:sldLayoutId id="2147484037" r:id="rId1"/>
    <p:sldLayoutId id="2147484038" r:id="rId2"/>
    <p:sldLayoutId id="2147484039" r:id="rId3"/>
    <p:sldLayoutId id="2147484040" r:id="rId4"/>
    <p:sldLayoutId id="2147484041" r:id="rId5"/>
    <p:sldLayoutId id="2147484042" r:id="rId6"/>
    <p:sldLayoutId id="2147484043" r:id="rId7"/>
    <p:sldLayoutId id="2147484044" r:id="rId8"/>
    <p:sldLayoutId id="2147484045" r:id="rId9"/>
    <p:sldLayoutId id="2147484046" r:id="rId10"/>
    <p:sldLayoutId id="2147484047" r:id="rId11"/>
  </p:sldLayoutIdLst>
  <p:transition>
    <p:wipe/>
  </p:transition>
  <p:txStyles>
    <p:titleStyle>
      <a:lvl1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mj-lt"/>
          <a:ea typeface="微软雅黑" pitchFamily="34" charset="-122"/>
          <a:cs typeface="+mj-cs"/>
        </a:defRPr>
      </a:lvl1pPr>
      <a:lvl2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2pPr>
      <a:lvl3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3pPr>
      <a:lvl4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4pPr>
      <a:lvl5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微软雅黑" pitchFamily="34" charset="-122"/>
        </a:defRPr>
      </a:lvl5pPr>
      <a:lvl6pPr marL="4572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6pPr>
      <a:lvl7pPr marL="9144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7pPr>
      <a:lvl8pPr marL="13716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8pPr>
      <a:lvl9pPr marL="18288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tx1"/>
          </a:solidFill>
          <a:latin typeface="+mn-lt"/>
          <a:ea typeface="+mn-ea"/>
        </a:defRPr>
      </a:lvl2pPr>
      <a:lvl3pPr marL="1143000" indent="-228600" algn="l" rtl="0" eaLnBrk="0" fontAlgn="base" hangingPunct="0">
        <a:spcBef>
          <a:spcPct val="20000"/>
        </a:spcBef>
        <a:spcAft>
          <a:spcPct val="0"/>
        </a:spcAft>
        <a:buChar char="•"/>
        <a:defRPr sz="2400" b="1">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8915" name="Rectangle 3">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ndParaRPr>
          </a:p>
        </p:txBody>
      </p:sp>
      <p:sp>
        <p:nvSpPr>
          <p:cNvPr id="38916" name="Rectangle 4">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ndParaRPr>
          </a:p>
        </p:txBody>
      </p:sp>
      <p:sp>
        <p:nvSpPr>
          <p:cNvPr id="38917" name="Rectangle 5">
            <a:hlinkClick r:id="" action="ppaction://hlinkshowjump?jump=firstslide"/>
          </p:cNvPr>
          <p:cNvSpPr>
            <a:spLocks noChangeArrowheads="1"/>
          </p:cNvSpPr>
          <p:nvPr/>
        </p:nvSpPr>
        <p:spPr bwMode="auto">
          <a:xfrm>
            <a:off x="8204200" y="6299200"/>
            <a:ext cx="673100" cy="381000"/>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ndParaRPr>
          </a:p>
        </p:txBody>
      </p:sp>
    </p:spTree>
    <p:extLst>
      <p:ext uri="{BB962C8B-B14F-4D97-AF65-F5344CB8AC3E}">
        <p14:creationId xmlns:p14="http://schemas.microsoft.com/office/powerpoint/2010/main" val="3206513140"/>
      </p:ext>
    </p:extLst>
  </p:cSld>
  <p:clrMap bg1="lt1" tx1="dk1" bg2="lt2" tx2="dk2" accent1="accent1" accent2="accent2" accent3="accent3" accent4="accent4" accent5="accent5" accent6="accent6" hlink="hlink" folHlink="folHlink"/>
  <p:sldLayoutIdLst>
    <p:sldLayoutId id="2147484049" r:id="rId1"/>
    <p:sldLayoutId id="2147484050" r:id="rId2"/>
    <p:sldLayoutId id="2147484051" r:id="rId3"/>
    <p:sldLayoutId id="2147484052" r:id="rId4"/>
    <p:sldLayoutId id="2147484053" r:id="rId5"/>
    <p:sldLayoutId id="2147484054" r:id="rId6"/>
    <p:sldLayoutId id="2147484055" r:id="rId7"/>
    <p:sldLayoutId id="2147484056" r:id="rId8"/>
    <p:sldLayoutId id="2147484057" r:id="rId9"/>
    <p:sldLayoutId id="2147484058" r:id="rId10"/>
    <p:sldLayoutId id="2147484059" r:id="rId11"/>
  </p:sldLayoutIdLst>
  <p:transition>
    <p:wipe/>
  </p:transition>
  <p:txStyles>
    <p:titleStyle>
      <a:lvl1pPr algn="l" rtl="0" eaLnBrk="0" fontAlgn="base" hangingPunct="0">
        <a:spcBef>
          <a:spcPct val="0"/>
        </a:spcBef>
        <a:spcAft>
          <a:spcPct val="0"/>
        </a:spcAft>
        <a:defRPr sz="4000" b="1">
          <a:solidFill>
            <a:srgbClr val="0000FF"/>
          </a:solidFill>
          <a:latin typeface="+mj-lt"/>
          <a:ea typeface="+mj-ea"/>
          <a:cs typeface="+mj-cs"/>
        </a:defRPr>
      </a:lvl1pPr>
      <a:lvl2pPr algn="l" rtl="0" eaLnBrk="0" fontAlgn="base" hangingPunct="0">
        <a:spcBef>
          <a:spcPct val="0"/>
        </a:spcBef>
        <a:spcAft>
          <a:spcPct val="0"/>
        </a:spcAft>
        <a:defRPr sz="4000" b="1">
          <a:solidFill>
            <a:srgbClr val="0000FF"/>
          </a:solidFill>
          <a:latin typeface="Times New Roman" pitchFamily="18" charset="0"/>
          <a:ea typeface="宋体" pitchFamily="2" charset="-122"/>
        </a:defRPr>
      </a:lvl2pPr>
      <a:lvl3pPr algn="l" rtl="0" eaLnBrk="0" fontAlgn="base" hangingPunct="0">
        <a:spcBef>
          <a:spcPct val="0"/>
        </a:spcBef>
        <a:spcAft>
          <a:spcPct val="0"/>
        </a:spcAft>
        <a:defRPr sz="4000" b="1">
          <a:solidFill>
            <a:srgbClr val="0000FF"/>
          </a:solidFill>
          <a:latin typeface="Times New Roman" pitchFamily="18" charset="0"/>
          <a:ea typeface="宋体" pitchFamily="2" charset="-122"/>
        </a:defRPr>
      </a:lvl3pPr>
      <a:lvl4pPr algn="l" rtl="0" eaLnBrk="0" fontAlgn="base" hangingPunct="0">
        <a:spcBef>
          <a:spcPct val="0"/>
        </a:spcBef>
        <a:spcAft>
          <a:spcPct val="0"/>
        </a:spcAft>
        <a:defRPr sz="4000" b="1">
          <a:solidFill>
            <a:srgbClr val="0000FF"/>
          </a:solidFill>
          <a:latin typeface="Times New Roman" pitchFamily="18" charset="0"/>
          <a:ea typeface="宋体" pitchFamily="2" charset="-122"/>
        </a:defRPr>
      </a:lvl4pPr>
      <a:lvl5pPr algn="l" rtl="0" eaLnBrk="0" fontAlgn="base" hangingPunct="0">
        <a:spcBef>
          <a:spcPct val="0"/>
        </a:spcBef>
        <a:spcAft>
          <a:spcPct val="0"/>
        </a:spcAft>
        <a:defRPr sz="4000" b="1">
          <a:solidFill>
            <a:srgbClr val="0000FF"/>
          </a:solidFill>
          <a:latin typeface="Times New Roman" pitchFamily="18" charset="0"/>
          <a:ea typeface="宋体" pitchFamily="2" charset="-122"/>
        </a:defRPr>
      </a:lvl5pPr>
      <a:lvl6pPr marL="457200" algn="l" rtl="0" fontAlgn="base">
        <a:spcBef>
          <a:spcPct val="0"/>
        </a:spcBef>
        <a:spcAft>
          <a:spcPct val="0"/>
        </a:spcAft>
        <a:defRPr sz="4000" b="1">
          <a:solidFill>
            <a:srgbClr val="0000FF"/>
          </a:solidFill>
          <a:latin typeface="Times New Roman" pitchFamily="18" charset="0"/>
          <a:ea typeface="宋体" pitchFamily="2" charset="-122"/>
        </a:defRPr>
      </a:lvl6pPr>
      <a:lvl7pPr marL="914400" algn="l" rtl="0" fontAlgn="base">
        <a:spcBef>
          <a:spcPct val="0"/>
        </a:spcBef>
        <a:spcAft>
          <a:spcPct val="0"/>
        </a:spcAft>
        <a:defRPr sz="4000" b="1">
          <a:solidFill>
            <a:srgbClr val="0000FF"/>
          </a:solidFill>
          <a:latin typeface="Times New Roman" pitchFamily="18" charset="0"/>
          <a:ea typeface="宋体" pitchFamily="2" charset="-122"/>
        </a:defRPr>
      </a:lvl7pPr>
      <a:lvl8pPr marL="1371600" algn="l" rtl="0" fontAlgn="base">
        <a:spcBef>
          <a:spcPct val="0"/>
        </a:spcBef>
        <a:spcAft>
          <a:spcPct val="0"/>
        </a:spcAft>
        <a:defRPr sz="4000" b="1">
          <a:solidFill>
            <a:srgbClr val="0000FF"/>
          </a:solidFill>
          <a:latin typeface="Times New Roman" pitchFamily="18" charset="0"/>
          <a:ea typeface="宋体" pitchFamily="2" charset="-122"/>
        </a:defRPr>
      </a:lvl8pPr>
      <a:lvl9pPr marL="1828800" algn="l" rtl="0" fontAlgn="base">
        <a:spcBef>
          <a:spcPct val="0"/>
        </a:spcBef>
        <a:spcAft>
          <a:spcPct val="0"/>
        </a:spcAft>
        <a:defRPr sz="4000" b="1">
          <a:solidFill>
            <a:srgbClr val="0000FF"/>
          </a:solidFill>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tx1"/>
          </a:solidFill>
          <a:latin typeface="+mn-lt"/>
          <a:ea typeface="+mn-ea"/>
        </a:defRPr>
      </a:lvl2pPr>
      <a:lvl3pPr marL="1143000" indent="-228600" algn="l" rtl="0" eaLnBrk="0" fontAlgn="base" hangingPunct="0">
        <a:spcBef>
          <a:spcPct val="20000"/>
        </a:spcBef>
        <a:spcAft>
          <a:spcPct val="0"/>
        </a:spcAft>
        <a:buChar char="•"/>
        <a:defRPr sz="2400" b="1">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684213" y="0"/>
            <a:ext cx="845978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a:solidFill>
                <a:srgbClr val="FFFFCC"/>
              </a:solidFill>
            </a:endParaRPr>
          </a:p>
        </p:txBody>
      </p:sp>
      <p:sp>
        <p:nvSpPr>
          <p:cNvPr id="199683" name="Rectangle 3"/>
          <p:cNvSpPr>
            <a:spLocks noChangeArrowheads="1"/>
          </p:cNvSpPr>
          <p:nvPr/>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a:solidFill>
                <a:srgbClr val="FFFFCC"/>
              </a:solidFill>
            </a:endParaRPr>
          </a:p>
        </p:txBody>
      </p:sp>
      <p:sp>
        <p:nvSpPr>
          <p:cNvPr id="199684" name="Rectangle 4"/>
          <p:cNvSpPr>
            <a:spLocks noChangeArrowheads="1"/>
          </p:cNvSpPr>
          <p:nvPr/>
        </p:nvSpPr>
        <p:spPr bwMode="auto">
          <a:xfrm>
            <a:off x="692150" y="8366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a:solidFill>
                <a:srgbClr val="FFFFCC"/>
              </a:solidFill>
            </a:endParaRPr>
          </a:p>
        </p:txBody>
      </p:sp>
      <p:sp>
        <p:nvSpPr>
          <p:cNvPr id="199685" name="Text Box 5"/>
          <p:cNvSpPr txBox="1">
            <a:spLocks noChangeArrowheads="1"/>
          </p:cNvSpPr>
          <p:nvPr/>
        </p:nvSpPr>
        <p:spPr bwMode="auto">
          <a:xfrm>
            <a:off x="34925" y="-71438"/>
            <a:ext cx="625475"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a:solidFill>
                  <a:srgbClr val="F1F0B6"/>
                </a:solidFill>
              </a:rPr>
              <a:t>第</a:t>
            </a:r>
            <a:r>
              <a:rPr lang="zh-CN" altLang="en-US" b="1">
                <a:solidFill>
                  <a:srgbClr val="F1F0B6"/>
                </a:solidFill>
              </a:rPr>
              <a:t>二章　　　　矩阵及其 其运算</a:t>
            </a:r>
            <a:r>
              <a:rPr lang="zh-CN" altLang="en-US" b="1">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2869317008"/>
      </p:ext>
    </p:extLst>
  </p:cSld>
  <p:clrMap bg1="dk2" tx1="lt1" bg2="dk1" tx2="lt2" accent1="accent1" accent2="accent2" accent3="accent3" accent4="accent4" accent5="accent5" accent6="accent6" hlink="hlink" folHlink="folHlink"/>
  <p:sldLayoutIdLst>
    <p:sldLayoutId id="2147484061" r:id="rId1"/>
    <p:sldLayoutId id="2147484062" r:id="rId2"/>
    <p:sldLayoutId id="2147484063" r:id="rId3"/>
    <p:sldLayoutId id="2147484064" r:id="rId4"/>
    <p:sldLayoutId id="2147484065" r:id="rId5"/>
    <p:sldLayoutId id="2147484066" r:id="rId6"/>
    <p:sldLayoutId id="2147484067" r:id="rId7"/>
    <p:sldLayoutId id="2147484068" r:id="rId8"/>
    <p:sldLayoutId id="2147484069" r:id="rId9"/>
    <p:sldLayoutId id="2147484070" r:id="rId10"/>
    <p:sldLayoutId id="2147484071" r:id="rId11"/>
    <p:sldLayoutId id="2147484072"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bwMode="auto">
          <a:xfrm>
            <a:off x="914400" y="609600"/>
            <a:ext cx="75438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24583" name="Rectangle 7">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eaLnBrk="1" hangingPunct="1"/>
            <a:endParaRPr lang="zh-CN" altLang="en-US">
              <a:solidFill>
                <a:srgbClr val="000000"/>
              </a:solidFill>
            </a:endParaRPr>
          </a:p>
        </p:txBody>
      </p:sp>
      <p:sp>
        <p:nvSpPr>
          <p:cNvPr id="24584" name="Rectangle 8">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eaLnBrk="1" hangingPunct="1"/>
            <a:endParaRPr lang="zh-CN" altLang="en-US">
              <a:solidFill>
                <a:srgbClr val="000000"/>
              </a:solidFill>
            </a:endParaRPr>
          </a:p>
        </p:txBody>
      </p:sp>
      <p:sp>
        <p:nvSpPr>
          <p:cNvPr id="24585" name="Rectangle 9">
            <a:hlinkClick r:id="" action="ppaction://hlinkshowjump?jump=firstslide"/>
          </p:cNvPr>
          <p:cNvSpPr>
            <a:spLocks noChangeArrowheads="1"/>
          </p:cNvSpPr>
          <p:nvPr/>
        </p:nvSpPr>
        <p:spPr bwMode="auto">
          <a:xfrm>
            <a:off x="8204200" y="6299200"/>
            <a:ext cx="673100" cy="381000"/>
          </a:xfrm>
          <a:prstGeom prst="rect">
            <a:avLst/>
          </a:prstGeom>
          <a:noFill/>
          <a:ln w="9525">
            <a:noFill/>
            <a:miter lim="800000"/>
            <a:headEnd/>
            <a:tailEnd/>
          </a:ln>
          <a:effectLst/>
        </p:spPr>
        <p:txBody>
          <a:bodyPr wrap="none" anchor="ctr"/>
          <a:lstStyle/>
          <a:p>
            <a:pPr eaLnBrk="1" hangingPunct="1"/>
            <a:endParaRPr lang="zh-CN" altLang="en-US">
              <a:solidFill>
                <a:srgbClr val="000000"/>
              </a:solidFill>
            </a:endParaRPr>
          </a:p>
        </p:txBody>
      </p:sp>
    </p:spTree>
    <p:extLst>
      <p:ext uri="{BB962C8B-B14F-4D97-AF65-F5344CB8AC3E}">
        <p14:creationId xmlns:p14="http://schemas.microsoft.com/office/powerpoint/2010/main" val="4111042507"/>
      </p:ext>
    </p:extLst>
  </p:cSld>
  <p:clrMap bg1="lt1" tx1="dk1" bg2="lt2" tx2="dk2" accent1="accent1" accent2="accent2" accent3="accent3" accent4="accent4" accent5="accent5" accent6="accent6" hlink="hlink" folHlink="folHlink"/>
  <p:sldLayoutIdLst>
    <p:sldLayoutId id="2147484074" r:id="rId1"/>
    <p:sldLayoutId id="2147484075" r:id="rId2"/>
    <p:sldLayoutId id="2147484076" r:id="rId3"/>
    <p:sldLayoutId id="2147484077" r:id="rId4"/>
    <p:sldLayoutId id="2147484078" r:id="rId5"/>
    <p:sldLayoutId id="2147484079" r:id="rId6"/>
    <p:sldLayoutId id="2147484080" r:id="rId7"/>
    <p:sldLayoutId id="2147484081" r:id="rId8"/>
    <p:sldLayoutId id="2147484082" r:id="rId9"/>
    <p:sldLayoutId id="2147484083" r:id="rId10"/>
    <p:sldLayoutId id="2147484084" r:id="rId11"/>
  </p:sldLayoutIdLst>
  <p:transition>
    <p:wipe/>
  </p:transition>
  <p:txStyles>
    <p:titleStyle>
      <a:lvl1pPr algn="l" rtl="0" fontAlgn="base">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2pPr>
      <a:lvl3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3pPr>
      <a:lvl4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4pPr>
      <a:lvl5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571473" y="0"/>
            <a:ext cx="857252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ea typeface="微软雅黑" pitchFamily="34" charset="-122"/>
            </a:endParaRPr>
          </a:p>
        </p:txBody>
      </p:sp>
      <p:sp>
        <p:nvSpPr>
          <p:cNvPr id="199683" name="Rectangle 3"/>
          <p:cNvSpPr>
            <a:spLocks noChangeArrowheads="1"/>
          </p:cNvSpPr>
          <p:nvPr/>
        </p:nvSpPr>
        <p:spPr bwMode="auto">
          <a:xfrm>
            <a:off x="571578" y="765175"/>
            <a:ext cx="8564485"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ea typeface="微软雅黑" pitchFamily="34" charset="-122"/>
            </a:endParaRPr>
          </a:p>
        </p:txBody>
      </p:sp>
      <p:sp>
        <p:nvSpPr>
          <p:cNvPr id="199684" name="Rectangle 4"/>
          <p:cNvSpPr>
            <a:spLocks noChangeArrowheads="1"/>
          </p:cNvSpPr>
          <p:nvPr/>
        </p:nvSpPr>
        <p:spPr bwMode="auto">
          <a:xfrm>
            <a:off x="579515" y="836613"/>
            <a:ext cx="8564485"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ea typeface="微软雅黑" pitchFamily="34" charset="-122"/>
            </a:endParaRPr>
          </a:p>
        </p:txBody>
      </p:sp>
      <p:sp>
        <p:nvSpPr>
          <p:cNvPr id="6" name="Text Box 8"/>
          <p:cNvSpPr txBox="1">
            <a:spLocks noChangeArrowheads="1"/>
          </p:cNvSpPr>
          <p:nvPr/>
        </p:nvSpPr>
        <p:spPr bwMode="auto">
          <a:xfrm>
            <a:off x="-3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三章　　　　矩阵的初等变换与线性方程组</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3826611055"/>
      </p:ext>
    </p:extLst>
  </p:cSld>
  <p:clrMap bg1="dk2" tx1="lt1" bg2="dk1" tx2="lt2" accent1="accent1" accent2="accent2" accent3="accent3" accent4="accent4" accent5="accent5" accent6="accent6" hlink="hlink" folHlink="folHlink"/>
  <p:sldLayoutIdLst>
    <p:sldLayoutId id="2147484086" r:id="rId1"/>
    <p:sldLayoutId id="2147484087" r:id="rId2"/>
    <p:sldLayoutId id="2147484088" r:id="rId3"/>
    <p:sldLayoutId id="2147484089" r:id="rId4"/>
    <p:sldLayoutId id="2147484090" r:id="rId5"/>
    <p:sldLayoutId id="2147484091" r:id="rId6"/>
    <p:sldLayoutId id="2147484092" r:id="rId7"/>
    <p:sldLayoutId id="2147484093" r:id="rId8"/>
    <p:sldLayoutId id="2147484094" r:id="rId9"/>
    <p:sldLayoutId id="2147484095" r:id="rId10"/>
    <p:sldLayoutId id="2147484096" r:id="rId11"/>
    <p:sldLayoutId id="2147484097"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endParaRPr lang="zh-CN" altLang="en-US">
              <a:solidFill>
                <a:srgbClr val="FFFFFF"/>
              </a:solidFill>
              <a:ea typeface="宋体" charset="-122"/>
            </a:endParaRPr>
          </a:p>
        </p:txBody>
      </p:sp>
    </p:spTree>
    <p:extLst>
      <p:ext uri="{BB962C8B-B14F-4D97-AF65-F5344CB8AC3E}">
        <p14:creationId xmlns:p14="http://schemas.microsoft.com/office/powerpoint/2010/main" val="1668588522"/>
      </p:ext>
    </p:extLst>
  </p:cSld>
  <p:clrMap bg1="dk2" tx1="lt1" bg2="dk1" tx2="lt2" accent1="accent1" accent2="accent2" accent3="accent3" accent4="accent4" accent5="accent5" accent6="accent6" hlink="hlink" folHlink="folHlink"/>
  <p:sldLayoutIdLst>
    <p:sldLayoutId id="2147484099" r:id="rId1"/>
    <p:sldLayoutId id="2147484100" r:id="rId2"/>
    <p:sldLayoutId id="2147484101" r:id="rId3"/>
    <p:sldLayoutId id="2147484102" r:id="rId4"/>
    <p:sldLayoutId id="2147484103" r:id="rId5"/>
    <p:sldLayoutId id="2147484104" r:id="rId6"/>
    <p:sldLayoutId id="2147484105" r:id="rId7"/>
    <p:sldLayoutId id="2147484106" r:id="rId8"/>
    <p:sldLayoutId id="2147484107" r:id="rId9"/>
    <p:sldLayoutId id="2147484108" r:id="rId10"/>
    <p:sldLayoutId id="2147484109" r:id="rId11"/>
    <p:sldLayoutId id="2147484110" r:id="rId12"/>
  </p:sldLayoutIdLst>
  <p:txStyles>
    <p:titleStyle>
      <a:lvl1pPr algn="l" rtl="0" fontAlgn="base">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2pPr>
      <a:lvl3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3pPr>
      <a:lvl4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4pPr>
      <a:lvl5pPr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charset="-122"/>
        </a:defRPr>
      </a:lvl9pPr>
    </p:titleStyle>
    <p:bodyStyle>
      <a:lvl1pPr marL="342900" indent="-342900" algn="l" rtl="0" fontAlgn="base">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fontAlgn="base">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fontAlgn="base">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fontAlgn="base">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571473" y="0"/>
            <a:ext cx="857252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solidFill>
                <a:srgbClr val="FFFFCC"/>
              </a:solidFill>
              <a:ea typeface="微软雅黑" pitchFamily="34" charset="-122"/>
            </a:endParaRPr>
          </a:p>
        </p:txBody>
      </p:sp>
      <p:sp>
        <p:nvSpPr>
          <p:cNvPr id="199683" name="Rectangle 3"/>
          <p:cNvSpPr>
            <a:spLocks noChangeArrowheads="1"/>
          </p:cNvSpPr>
          <p:nvPr/>
        </p:nvSpPr>
        <p:spPr bwMode="auto">
          <a:xfrm>
            <a:off x="571578" y="765175"/>
            <a:ext cx="8564485"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199684" name="Rectangle 4"/>
          <p:cNvSpPr>
            <a:spLocks noChangeArrowheads="1"/>
          </p:cNvSpPr>
          <p:nvPr/>
        </p:nvSpPr>
        <p:spPr bwMode="auto">
          <a:xfrm>
            <a:off x="579515" y="836613"/>
            <a:ext cx="8564485"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6" name="Text Box 8"/>
          <p:cNvSpPr txBox="1">
            <a:spLocks noChangeArrowheads="1"/>
          </p:cNvSpPr>
          <p:nvPr/>
        </p:nvSpPr>
        <p:spPr bwMode="auto">
          <a:xfrm>
            <a:off x="-3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三章　　　　矩阵的初等变换与线性方程组</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1018948732"/>
      </p:ext>
    </p:extLst>
  </p:cSld>
  <p:clrMap bg1="dk2" tx1="lt1" bg2="dk1" tx2="lt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 id="2147484123"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0482" name="Rectangle 2">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endParaRPr lang="zh-CN" altLang="en-US">
              <a:solidFill>
                <a:srgbClr val="000000"/>
              </a:solidFill>
              <a:ea typeface="宋体" charset="-122"/>
            </a:endParaRPr>
          </a:p>
        </p:txBody>
      </p:sp>
      <p:sp>
        <p:nvSpPr>
          <p:cNvPr id="660483" name="Rectangle 3">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endParaRPr lang="zh-CN" altLang="en-US">
              <a:solidFill>
                <a:srgbClr val="000000"/>
              </a:solidFill>
              <a:ea typeface="宋体" charset="-122"/>
            </a:endParaRPr>
          </a:p>
        </p:txBody>
      </p:sp>
      <p:sp>
        <p:nvSpPr>
          <p:cNvPr id="660484" name="Rectangle 4">
            <a:hlinkClick r:id="" action="ppaction://hlinkshowjump?jump=firstslide"/>
          </p:cNvPr>
          <p:cNvSpPr>
            <a:spLocks noChangeArrowheads="1"/>
          </p:cNvSpPr>
          <p:nvPr/>
        </p:nvSpPr>
        <p:spPr bwMode="auto">
          <a:xfrm>
            <a:off x="8172450" y="6165850"/>
            <a:ext cx="647700" cy="503238"/>
          </a:xfrm>
          <a:prstGeom prst="rect">
            <a:avLst/>
          </a:prstGeom>
          <a:noFill/>
          <a:ln w="9525">
            <a:noFill/>
            <a:miter lim="800000"/>
            <a:headEnd/>
            <a:tailEnd/>
          </a:ln>
          <a:effectLst/>
        </p:spPr>
        <p:txBody>
          <a:bodyPr wrap="none" anchor="ctr"/>
          <a:lstStyle/>
          <a:p>
            <a:endParaRPr lang="zh-CN" altLang="en-US">
              <a:solidFill>
                <a:srgbClr val="000000"/>
              </a:solidFill>
              <a:ea typeface="宋体" charset="-122"/>
            </a:endParaRPr>
          </a:p>
        </p:txBody>
      </p:sp>
    </p:spTree>
    <p:extLst>
      <p:ext uri="{BB962C8B-B14F-4D97-AF65-F5344CB8AC3E}">
        <p14:creationId xmlns:p14="http://schemas.microsoft.com/office/powerpoint/2010/main" val="2152639104"/>
      </p:ext>
    </p:extLst>
  </p:cSld>
  <p:clrMap bg1="lt1" tx1="dk1" bg2="lt2" tx2="dk2" accent1="accent1" accent2="accent2" accent3="accent3" accent4="accent4" accent5="accent5" accent6="accent6" hlink="hlink" folHlink="folHlink"/>
  <p:sldLayoutIdLst>
    <p:sldLayoutId id="2147484125" r:id="rId1"/>
    <p:sldLayoutId id="2147484126" r:id="rId2"/>
    <p:sldLayoutId id="2147484127" r:id="rId3"/>
    <p:sldLayoutId id="2147484128" r:id="rId4"/>
    <p:sldLayoutId id="2147484129" r:id="rId5"/>
    <p:sldLayoutId id="2147484130" r:id="rId6"/>
    <p:sldLayoutId id="2147484131" r:id="rId7"/>
    <p:sldLayoutId id="2147484132" r:id="rId8"/>
    <p:sldLayoutId id="2147484133" r:id="rId9"/>
    <p:sldLayoutId id="2147484134" r:id="rId10"/>
    <p:sldLayoutId id="2147484135" r:id="rId11"/>
  </p:sldLayoutIdLst>
  <p:transition>
    <p:wipe/>
  </p:transition>
  <p:txStyles>
    <p:titleStyle>
      <a:lvl1pPr algn="l" rtl="0" fontAlgn="base">
        <a:spcBef>
          <a:spcPct val="0"/>
        </a:spcBef>
        <a:spcAft>
          <a:spcPct val="0"/>
        </a:spcAft>
        <a:defRPr sz="4400" b="1">
          <a:solidFill>
            <a:srgbClr val="0000FF"/>
          </a:solidFill>
          <a:latin typeface="+mj-lt"/>
          <a:ea typeface="+mj-ea"/>
          <a:cs typeface="+mj-cs"/>
        </a:defRPr>
      </a:lvl1pPr>
      <a:lvl2pPr algn="l" rtl="0" fontAlgn="base">
        <a:spcBef>
          <a:spcPct val="0"/>
        </a:spcBef>
        <a:spcAft>
          <a:spcPct val="0"/>
        </a:spcAft>
        <a:defRPr sz="4400" b="1">
          <a:solidFill>
            <a:srgbClr val="0000FF"/>
          </a:solidFill>
          <a:latin typeface="Times New Roman" pitchFamily="18" charset="0"/>
          <a:ea typeface="宋体" charset="-122"/>
        </a:defRPr>
      </a:lvl2pPr>
      <a:lvl3pPr algn="l" rtl="0" fontAlgn="base">
        <a:spcBef>
          <a:spcPct val="0"/>
        </a:spcBef>
        <a:spcAft>
          <a:spcPct val="0"/>
        </a:spcAft>
        <a:defRPr sz="4400" b="1">
          <a:solidFill>
            <a:srgbClr val="0000FF"/>
          </a:solidFill>
          <a:latin typeface="Times New Roman" pitchFamily="18" charset="0"/>
          <a:ea typeface="宋体" charset="-122"/>
        </a:defRPr>
      </a:lvl3pPr>
      <a:lvl4pPr algn="l" rtl="0" fontAlgn="base">
        <a:spcBef>
          <a:spcPct val="0"/>
        </a:spcBef>
        <a:spcAft>
          <a:spcPct val="0"/>
        </a:spcAft>
        <a:defRPr sz="4400" b="1">
          <a:solidFill>
            <a:srgbClr val="0000FF"/>
          </a:solidFill>
          <a:latin typeface="Times New Roman" pitchFamily="18" charset="0"/>
          <a:ea typeface="宋体" charset="-122"/>
        </a:defRPr>
      </a:lvl4pPr>
      <a:lvl5pPr algn="l" rtl="0" fontAlgn="base">
        <a:spcBef>
          <a:spcPct val="0"/>
        </a:spcBef>
        <a:spcAft>
          <a:spcPct val="0"/>
        </a:spcAft>
        <a:defRPr sz="4400" b="1">
          <a:solidFill>
            <a:srgbClr val="0000FF"/>
          </a:solidFill>
          <a:latin typeface="Times New Roman" pitchFamily="18" charset="0"/>
          <a:ea typeface="宋体" charset="-122"/>
        </a:defRPr>
      </a:lvl5pPr>
      <a:lvl6pPr marL="457200" algn="l" rtl="0" fontAlgn="base">
        <a:spcBef>
          <a:spcPct val="0"/>
        </a:spcBef>
        <a:spcAft>
          <a:spcPct val="0"/>
        </a:spcAft>
        <a:defRPr sz="4400" b="1">
          <a:solidFill>
            <a:srgbClr val="0000FF"/>
          </a:solidFill>
          <a:latin typeface="Times New Roman" pitchFamily="18" charset="0"/>
          <a:ea typeface="宋体" charset="-122"/>
        </a:defRPr>
      </a:lvl6pPr>
      <a:lvl7pPr marL="914400" algn="l" rtl="0" fontAlgn="base">
        <a:spcBef>
          <a:spcPct val="0"/>
        </a:spcBef>
        <a:spcAft>
          <a:spcPct val="0"/>
        </a:spcAft>
        <a:defRPr sz="4400" b="1">
          <a:solidFill>
            <a:srgbClr val="0000FF"/>
          </a:solidFill>
          <a:latin typeface="Times New Roman" pitchFamily="18" charset="0"/>
          <a:ea typeface="宋体" charset="-122"/>
        </a:defRPr>
      </a:lvl7pPr>
      <a:lvl8pPr marL="1371600" algn="l" rtl="0" fontAlgn="base">
        <a:spcBef>
          <a:spcPct val="0"/>
        </a:spcBef>
        <a:spcAft>
          <a:spcPct val="0"/>
        </a:spcAft>
        <a:defRPr sz="4400" b="1">
          <a:solidFill>
            <a:srgbClr val="0000FF"/>
          </a:solidFill>
          <a:latin typeface="Times New Roman" pitchFamily="18" charset="0"/>
          <a:ea typeface="宋体" charset="-122"/>
        </a:defRPr>
      </a:lvl8pPr>
      <a:lvl9pPr marL="1828800" algn="l" rtl="0" fontAlgn="base">
        <a:spcBef>
          <a:spcPct val="0"/>
        </a:spcBef>
        <a:spcAft>
          <a:spcPct val="0"/>
        </a:spcAft>
        <a:defRPr sz="4400" b="1">
          <a:solidFill>
            <a:srgbClr val="0000FF"/>
          </a:solidFill>
          <a:latin typeface="Times New Roman" pitchFamily="18" charset="0"/>
          <a:ea typeface="宋体" charset="-122"/>
        </a:defRPr>
      </a:lvl9pPr>
    </p:titleStyle>
    <p:bodyStyle>
      <a:lvl1pPr marL="342900" indent="-342900" algn="l" rtl="0" fontAlgn="base">
        <a:spcBef>
          <a:spcPct val="20000"/>
        </a:spcBef>
        <a:spcAft>
          <a:spcPct val="0"/>
        </a:spcAft>
        <a:buChar char="•"/>
        <a:defRPr sz="3200" b="1">
          <a:solidFill>
            <a:schemeClr val="tx1"/>
          </a:solidFill>
          <a:latin typeface="+mn-lt"/>
          <a:ea typeface="+mn-ea"/>
          <a:cs typeface="+mn-cs"/>
        </a:defRPr>
      </a:lvl1pPr>
      <a:lvl2pPr marL="742950" indent="-285750" algn="l" rtl="0" fontAlgn="base">
        <a:spcBef>
          <a:spcPct val="20000"/>
        </a:spcBef>
        <a:spcAft>
          <a:spcPct val="0"/>
        </a:spcAft>
        <a:buChar char="–"/>
        <a:defRPr sz="2800" b="1">
          <a:solidFill>
            <a:schemeClr val="tx1"/>
          </a:solidFill>
          <a:latin typeface="+mn-lt"/>
          <a:ea typeface="+mn-ea"/>
        </a:defRPr>
      </a:lvl2pPr>
      <a:lvl3pPr marL="1143000" indent="-228600" algn="l" rtl="0" fontAlgn="base">
        <a:spcBef>
          <a:spcPct val="20000"/>
        </a:spcBef>
        <a:spcAft>
          <a:spcPct val="0"/>
        </a:spcAft>
        <a:buChar char="•"/>
        <a:defRPr sz="2400" b="1">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7" name="Rectangle 7">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a typeface="宋体" charset="-122"/>
            </a:endParaRPr>
          </a:p>
        </p:txBody>
      </p:sp>
      <p:sp>
        <p:nvSpPr>
          <p:cNvPr id="30728" name="Rectangle 8">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a typeface="宋体" charset="-122"/>
            </a:endParaRPr>
          </a:p>
        </p:txBody>
      </p:sp>
      <p:sp>
        <p:nvSpPr>
          <p:cNvPr id="30729" name="Rectangle 9">
            <a:hlinkClick r:id="" action="ppaction://hlinkshowjump?jump=firstslide"/>
          </p:cNvPr>
          <p:cNvSpPr>
            <a:spLocks noChangeArrowheads="1"/>
          </p:cNvSpPr>
          <p:nvPr/>
        </p:nvSpPr>
        <p:spPr bwMode="auto">
          <a:xfrm>
            <a:off x="8172450" y="6165850"/>
            <a:ext cx="647700" cy="503238"/>
          </a:xfrm>
          <a:prstGeom prst="rect">
            <a:avLst/>
          </a:prstGeom>
          <a:noFill/>
          <a:ln w="9525">
            <a:noFill/>
            <a:miter lim="800000"/>
            <a:headEnd/>
            <a:tailEnd/>
          </a:ln>
          <a:effectLst/>
        </p:spPr>
        <p:txBody>
          <a:bodyPr wrap="none" anchor="ctr"/>
          <a:lstStyle/>
          <a:p>
            <a:pPr eaLnBrk="1" hangingPunct="1">
              <a:defRPr/>
            </a:pPr>
            <a:endParaRPr lang="zh-CN" altLang="en-US">
              <a:solidFill>
                <a:srgbClr val="000000"/>
              </a:solidFill>
              <a:ea typeface="宋体" charset="-122"/>
            </a:endParaRPr>
          </a:p>
        </p:txBody>
      </p:sp>
    </p:spTree>
    <p:extLst>
      <p:ext uri="{BB962C8B-B14F-4D97-AF65-F5344CB8AC3E}">
        <p14:creationId xmlns:p14="http://schemas.microsoft.com/office/powerpoint/2010/main" val="1129750713"/>
      </p:ext>
    </p:extLst>
  </p:cSld>
  <p:clrMap bg1="lt1" tx1="dk1" bg2="lt2" tx2="dk2" accent1="accent1" accent2="accent2" accent3="accent3" accent4="accent4" accent5="accent5" accent6="accent6" hlink="hlink" folHlink="folHlink"/>
  <p:sldLayoutIdLst>
    <p:sldLayoutId id="2147484137" r:id="rId1"/>
    <p:sldLayoutId id="2147484138" r:id="rId2"/>
    <p:sldLayoutId id="2147484139" r:id="rId3"/>
    <p:sldLayoutId id="2147484140" r:id="rId4"/>
    <p:sldLayoutId id="2147484141" r:id="rId5"/>
    <p:sldLayoutId id="2147484142" r:id="rId6"/>
    <p:sldLayoutId id="2147484143" r:id="rId7"/>
    <p:sldLayoutId id="2147484144" r:id="rId8"/>
    <p:sldLayoutId id="2147484145" r:id="rId9"/>
    <p:sldLayoutId id="2147484146" r:id="rId10"/>
    <p:sldLayoutId id="2147484147" r:id="rId11"/>
  </p:sldLayoutIdLst>
  <p:transition>
    <p:wipe/>
  </p:transition>
  <p:txStyles>
    <p:titleStyle>
      <a:lvl1pPr algn="l" rtl="0" eaLnBrk="0" fontAlgn="base" hangingPunct="0">
        <a:spcBef>
          <a:spcPct val="0"/>
        </a:spcBef>
        <a:spcAft>
          <a:spcPct val="0"/>
        </a:spcAft>
        <a:defRPr kumimoji="1" sz="4400" b="1">
          <a:solidFill>
            <a:srgbClr val="0000FF"/>
          </a:solidFill>
          <a:latin typeface="+mj-lt"/>
          <a:ea typeface="+mj-ea"/>
          <a:cs typeface="+mj-cs"/>
        </a:defRPr>
      </a:lvl1pPr>
      <a:lvl2pPr algn="l" rtl="0" eaLnBrk="0" fontAlgn="base" hangingPunct="0">
        <a:spcBef>
          <a:spcPct val="0"/>
        </a:spcBef>
        <a:spcAft>
          <a:spcPct val="0"/>
        </a:spcAft>
        <a:defRPr kumimoji="1" sz="4400" b="1">
          <a:solidFill>
            <a:srgbClr val="0000FF"/>
          </a:solidFill>
          <a:latin typeface="Times New Roman" pitchFamily="18" charset="0"/>
          <a:ea typeface="黑体" pitchFamily="2" charset="-122"/>
        </a:defRPr>
      </a:lvl2pPr>
      <a:lvl3pPr algn="l" rtl="0" eaLnBrk="0" fontAlgn="base" hangingPunct="0">
        <a:spcBef>
          <a:spcPct val="0"/>
        </a:spcBef>
        <a:spcAft>
          <a:spcPct val="0"/>
        </a:spcAft>
        <a:defRPr kumimoji="1" sz="4400" b="1">
          <a:solidFill>
            <a:srgbClr val="0000FF"/>
          </a:solidFill>
          <a:latin typeface="Times New Roman" pitchFamily="18" charset="0"/>
          <a:ea typeface="黑体" pitchFamily="2" charset="-122"/>
        </a:defRPr>
      </a:lvl3pPr>
      <a:lvl4pPr algn="l" rtl="0" eaLnBrk="0" fontAlgn="base" hangingPunct="0">
        <a:spcBef>
          <a:spcPct val="0"/>
        </a:spcBef>
        <a:spcAft>
          <a:spcPct val="0"/>
        </a:spcAft>
        <a:defRPr kumimoji="1" sz="4400" b="1">
          <a:solidFill>
            <a:srgbClr val="0000FF"/>
          </a:solidFill>
          <a:latin typeface="Times New Roman" pitchFamily="18" charset="0"/>
          <a:ea typeface="黑体" pitchFamily="2" charset="-122"/>
        </a:defRPr>
      </a:lvl4pPr>
      <a:lvl5pPr algn="l" rtl="0" eaLnBrk="0" fontAlgn="base" hangingPunct="0">
        <a:spcBef>
          <a:spcPct val="0"/>
        </a:spcBef>
        <a:spcAft>
          <a:spcPct val="0"/>
        </a:spcAft>
        <a:defRPr kumimoji="1" sz="4400" b="1">
          <a:solidFill>
            <a:srgbClr val="0000FF"/>
          </a:solidFill>
          <a:latin typeface="Times New Roman" pitchFamily="18" charset="0"/>
          <a:ea typeface="黑体" pitchFamily="2" charset="-122"/>
        </a:defRPr>
      </a:lvl5pPr>
      <a:lvl6pPr marL="457200" algn="l" rtl="0" fontAlgn="base">
        <a:spcBef>
          <a:spcPct val="0"/>
        </a:spcBef>
        <a:spcAft>
          <a:spcPct val="0"/>
        </a:spcAft>
        <a:defRPr kumimoji="1" sz="4400" b="1">
          <a:solidFill>
            <a:srgbClr val="0000FF"/>
          </a:solidFill>
          <a:latin typeface="Times New Roman" pitchFamily="18" charset="0"/>
          <a:ea typeface="黑体" pitchFamily="2" charset="-122"/>
        </a:defRPr>
      </a:lvl6pPr>
      <a:lvl7pPr marL="914400" algn="l" rtl="0" fontAlgn="base">
        <a:spcBef>
          <a:spcPct val="0"/>
        </a:spcBef>
        <a:spcAft>
          <a:spcPct val="0"/>
        </a:spcAft>
        <a:defRPr kumimoji="1" sz="4400" b="1">
          <a:solidFill>
            <a:srgbClr val="0000FF"/>
          </a:solidFill>
          <a:latin typeface="Times New Roman" pitchFamily="18" charset="0"/>
          <a:ea typeface="黑体" pitchFamily="2" charset="-122"/>
        </a:defRPr>
      </a:lvl7pPr>
      <a:lvl8pPr marL="1371600" algn="l" rtl="0" fontAlgn="base">
        <a:spcBef>
          <a:spcPct val="0"/>
        </a:spcBef>
        <a:spcAft>
          <a:spcPct val="0"/>
        </a:spcAft>
        <a:defRPr kumimoji="1" sz="4400" b="1">
          <a:solidFill>
            <a:srgbClr val="0000FF"/>
          </a:solidFill>
          <a:latin typeface="Times New Roman" pitchFamily="18" charset="0"/>
          <a:ea typeface="黑体" pitchFamily="2" charset="-122"/>
        </a:defRPr>
      </a:lvl8pPr>
      <a:lvl9pPr marL="1828800" algn="l" rtl="0" fontAlgn="base">
        <a:spcBef>
          <a:spcPct val="0"/>
        </a:spcBef>
        <a:spcAft>
          <a:spcPct val="0"/>
        </a:spcAft>
        <a:defRPr kumimoji="1" sz="4400" b="1">
          <a:solidFill>
            <a:srgbClr val="0000FF"/>
          </a:solidFill>
          <a:latin typeface="Times New Roman" pitchFamily="18" charset="0"/>
          <a:ea typeface="黑体" pitchFamily="2" charset="-122"/>
        </a:defRPr>
      </a:lvl9pPr>
    </p:titleStyle>
    <p:bodyStyle>
      <a:lvl1pPr marL="342900" indent="-342900" algn="l" rtl="0" eaLnBrk="0" fontAlgn="base" hangingPunct="0">
        <a:spcBef>
          <a:spcPct val="20000"/>
        </a:spcBef>
        <a:spcAft>
          <a:spcPct val="0"/>
        </a:spcAft>
        <a:buChar char="•"/>
        <a:defRPr kumimoji="1"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b="1">
          <a:solidFill>
            <a:schemeClr val="tx1"/>
          </a:solidFill>
          <a:latin typeface="+mn-lt"/>
          <a:ea typeface="+mn-ea"/>
        </a:defRPr>
      </a:lvl2pPr>
      <a:lvl3pPr marL="1143000" indent="-228600" algn="l" rtl="0" eaLnBrk="0" fontAlgn="base" hangingPunct="0">
        <a:spcBef>
          <a:spcPct val="20000"/>
        </a:spcBef>
        <a:spcAft>
          <a:spcPct val="0"/>
        </a:spcAft>
        <a:buChar char="•"/>
        <a:defRPr kumimoji="1" sz="2400" b="1">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bwMode="auto">
          <a:xfrm>
            <a:off x="914400" y="609600"/>
            <a:ext cx="75438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67587" name="Rectangle 3">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eaLnBrk="1" hangingPunct="1"/>
            <a:endParaRPr kumimoji="0" lang="zh-CN" altLang="en-US" sz="1800">
              <a:solidFill>
                <a:srgbClr val="000000"/>
              </a:solidFill>
              <a:latin typeface="Verdana" pitchFamily="34" charset="0"/>
            </a:endParaRPr>
          </a:p>
        </p:txBody>
      </p:sp>
      <p:sp>
        <p:nvSpPr>
          <p:cNvPr id="67588" name="Rectangle 4">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eaLnBrk="1" hangingPunct="1"/>
            <a:endParaRPr kumimoji="0" lang="zh-CN" altLang="en-US" sz="1800">
              <a:solidFill>
                <a:srgbClr val="000000"/>
              </a:solidFill>
              <a:latin typeface="Verdana" pitchFamily="34" charset="0"/>
            </a:endParaRPr>
          </a:p>
        </p:txBody>
      </p:sp>
      <p:sp>
        <p:nvSpPr>
          <p:cNvPr id="67589" name="Rectangle 5">
            <a:hlinkClick r:id="" action="ppaction://hlinkshowjump?jump=firstslide"/>
          </p:cNvPr>
          <p:cNvSpPr>
            <a:spLocks noChangeArrowheads="1"/>
          </p:cNvSpPr>
          <p:nvPr/>
        </p:nvSpPr>
        <p:spPr bwMode="auto">
          <a:xfrm>
            <a:off x="8204200" y="6299200"/>
            <a:ext cx="673100" cy="381000"/>
          </a:xfrm>
          <a:prstGeom prst="rect">
            <a:avLst/>
          </a:prstGeom>
          <a:noFill/>
          <a:ln w="9525">
            <a:noFill/>
            <a:miter lim="800000"/>
            <a:headEnd/>
            <a:tailEnd/>
          </a:ln>
          <a:effectLst/>
        </p:spPr>
        <p:txBody>
          <a:bodyPr wrap="none" anchor="ctr"/>
          <a:lstStyle/>
          <a:p>
            <a:pPr eaLnBrk="1" hangingPunct="1"/>
            <a:endParaRPr kumimoji="0" lang="zh-CN" altLang="en-US" sz="1800">
              <a:solidFill>
                <a:srgbClr val="000000"/>
              </a:solidFill>
              <a:latin typeface="Verdana" pitchFamily="34" charset="0"/>
            </a:endParaRPr>
          </a:p>
        </p:txBody>
      </p:sp>
      <p:sp>
        <p:nvSpPr>
          <p:cNvPr id="67592" name="Rectangle 8">
            <a:hlinkClick r:id="" action="ppaction://hlinkshowjump?jump=previousslide"/>
          </p:cNvPr>
          <p:cNvSpPr>
            <a:spLocks noChangeArrowheads="1"/>
          </p:cNvSpPr>
          <p:nvPr/>
        </p:nvSpPr>
        <p:spPr bwMode="auto">
          <a:xfrm>
            <a:off x="6388100" y="6286500"/>
            <a:ext cx="673100" cy="381000"/>
          </a:xfrm>
          <a:prstGeom prst="rect">
            <a:avLst/>
          </a:prstGeom>
          <a:noFill/>
          <a:ln w="9525">
            <a:noFill/>
            <a:miter lim="800000"/>
            <a:headEnd/>
            <a:tailEnd/>
          </a:ln>
          <a:effectLst/>
        </p:spPr>
        <p:txBody>
          <a:bodyPr wrap="none" anchor="ctr"/>
          <a:lstStyle/>
          <a:p>
            <a:pPr eaLnBrk="1" hangingPunct="1"/>
            <a:endParaRPr kumimoji="0" lang="zh-CN" altLang="en-US" sz="1800">
              <a:solidFill>
                <a:srgbClr val="000000"/>
              </a:solidFill>
              <a:latin typeface="Verdana" pitchFamily="34" charset="0"/>
            </a:endParaRPr>
          </a:p>
        </p:txBody>
      </p:sp>
      <p:sp>
        <p:nvSpPr>
          <p:cNvPr id="67593" name="Rectangle 9">
            <a:hlinkClick r:id="" action="ppaction://hlinkshowjump?jump=nextslide"/>
          </p:cNvPr>
          <p:cNvSpPr>
            <a:spLocks noChangeArrowheads="1"/>
          </p:cNvSpPr>
          <p:nvPr/>
        </p:nvSpPr>
        <p:spPr bwMode="auto">
          <a:xfrm>
            <a:off x="7289800" y="6299200"/>
            <a:ext cx="673100" cy="381000"/>
          </a:xfrm>
          <a:prstGeom prst="rect">
            <a:avLst/>
          </a:prstGeom>
          <a:noFill/>
          <a:ln w="9525">
            <a:noFill/>
            <a:miter lim="800000"/>
            <a:headEnd/>
            <a:tailEnd/>
          </a:ln>
          <a:effectLst/>
        </p:spPr>
        <p:txBody>
          <a:bodyPr wrap="none" anchor="ctr"/>
          <a:lstStyle/>
          <a:p>
            <a:pPr eaLnBrk="1" hangingPunct="1"/>
            <a:endParaRPr kumimoji="0" lang="zh-CN" altLang="en-US" sz="1800">
              <a:solidFill>
                <a:srgbClr val="000000"/>
              </a:solidFill>
              <a:latin typeface="Verdana" pitchFamily="34" charset="0"/>
            </a:endParaRPr>
          </a:p>
        </p:txBody>
      </p:sp>
    </p:spTree>
    <p:extLst>
      <p:ext uri="{BB962C8B-B14F-4D97-AF65-F5344CB8AC3E}">
        <p14:creationId xmlns:p14="http://schemas.microsoft.com/office/powerpoint/2010/main" val="3030942857"/>
      </p:ext>
    </p:extLst>
  </p:cSld>
  <p:clrMap bg1="lt1" tx1="dk1" bg2="lt2" tx2="dk2" accent1="accent1" accent2="accent2" accent3="accent3" accent4="accent4" accent5="accent5" accent6="accent6" hlink="hlink" folHlink="folHlink"/>
  <p:sldLayoutIdLst>
    <p:sldLayoutId id="2147484149" r:id="rId1"/>
    <p:sldLayoutId id="2147484150" r:id="rId2"/>
    <p:sldLayoutId id="2147484151" r:id="rId3"/>
    <p:sldLayoutId id="2147484152" r:id="rId4"/>
    <p:sldLayoutId id="2147484153" r:id="rId5"/>
    <p:sldLayoutId id="2147484154" r:id="rId6"/>
    <p:sldLayoutId id="2147484155" r:id="rId7"/>
    <p:sldLayoutId id="2147484156" r:id="rId8"/>
    <p:sldLayoutId id="2147484157" r:id="rId9"/>
    <p:sldLayoutId id="2147484158" r:id="rId10"/>
    <p:sldLayoutId id="2147484159" r:id="rId11"/>
  </p:sldLayoutIdLst>
  <p:transition>
    <p:wipe/>
  </p:transition>
  <p:txStyles>
    <p:titleStyle>
      <a:lvl1pPr algn="l" rtl="0" fontAlgn="base">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2pPr>
      <a:lvl3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3pPr>
      <a:lvl4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4pPr>
      <a:lvl5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7634" name="Rectangle 2"/>
          <p:cNvSpPr>
            <a:spLocks noChangeArrowheads="1"/>
          </p:cNvSpPr>
          <p:nvPr userDrawn="1"/>
        </p:nvSpPr>
        <p:spPr bwMode="auto">
          <a:xfrm>
            <a:off x="0" y="0"/>
            <a:ext cx="9144000" cy="6858000"/>
          </a:xfrm>
          <a:prstGeom prst="rect">
            <a:avLst/>
          </a:prstGeom>
          <a:gradFill rotWithShape="1">
            <a:gsLst>
              <a:gs pos="0">
                <a:srgbClr val="0000FF">
                  <a:alpha val="39000"/>
                </a:srgbClr>
              </a:gs>
              <a:gs pos="100000">
                <a:srgbClr val="0000FF">
                  <a:gamma/>
                  <a:shade val="46275"/>
                  <a:invGamma/>
                  <a:alpha val="56000"/>
                </a:srgbClr>
              </a:gs>
            </a:gsLst>
            <a:lin ang="5400000" scaled="1"/>
          </a:gradFill>
          <a:ln w="76200" cmpd="tri">
            <a:noFill/>
            <a:miter lim="800000"/>
            <a:headEnd/>
            <a:tailEnd/>
          </a:ln>
          <a:effectLst/>
        </p:spPr>
        <p:txBody>
          <a:bodyPr wrap="none" anchor="ctr"/>
          <a:lstStyle/>
          <a:p>
            <a:pPr algn="ctr" eaLnBrk="1" hangingPunct="1">
              <a:defRPr/>
            </a:pPr>
            <a:endParaRPr kumimoji="0" lang="zh-CN" altLang="zh-CN" sz="1800" dirty="0">
              <a:latin typeface="Tahoma" pitchFamily="34" charset="0"/>
              <a:ea typeface="微软雅黑" pitchFamily="34" charset="-122"/>
            </a:endParaRPr>
          </a:p>
        </p:txBody>
      </p:sp>
      <p:sp>
        <p:nvSpPr>
          <p:cNvPr id="197635" name="AutoShape 3" descr="纸袋"/>
          <p:cNvSpPr>
            <a:spLocks noChangeArrowheads="1"/>
          </p:cNvSpPr>
          <p:nvPr userDrawn="1"/>
        </p:nvSpPr>
        <p:spPr bwMode="auto">
          <a:xfrm>
            <a:off x="900113" y="1268413"/>
            <a:ext cx="7559675" cy="3816350"/>
          </a:xfrm>
          <a:custGeom>
            <a:avLst/>
            <a:gdLst>
              <a:gd name="G0" fmla="+- 513 0 0"/>
              <a:gd name="G1" fmla="+- 21600 0 513"/>
              <a:gd name="G2" fmla="+- 21600 0 513"/>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13" y="10800"/>
                </a:moveTo>
                <a:cubicBezTo>
                  <a:pt x="513" y="16481"/>
                  <a:pt x="5119" y="21087"/>
                  <a:pt x="10800" y="21087"/>
                </a:cubicBezTo>
                <a:cubicBezTo>
                  <a:pt x="16481" y="21087"/>
                  <a:pt x="21087" y="16481"/>
                  <a:pt x="21087" y="10800"/>
                </a:cubicBezTo>
                <a:cubicBezTo>
                  <a:pt x="21087" y="5119"/>
                  <a:pt x="16481" y="513"/>
                  <a:pt x="10800" y="513"/>
                </a:cubicBezTo>
                <a:cubicBezTo>
                  <a:pt x="5119" y="513"/>
                  <a:pt x="513" y="5119"/>
                  <a:pt x="513" y="10800"/>
                </a:cubicBezTo>
                <a:close/>
              </a:path>
            </a:pathLst>
          </a:custGeom>
          <a:blipFill dpi="0" rotWithShape="1">
            <a:blip r:embed="rId15" cstate="print"/>
            <a:srcRect/>
            <a:tile tx="0" ty="0" sx="100000" sy="100000" flip="none" algn="tl"/>
          </a:blipFill>
          <a:ln w="76200">
            <a:solidFill>
              <a:srgbClr val="663300"/>
            </a:solidFill>
            <a:round/>
            <a:headEnd/>
            <a:tailEnd/>
          </a:ln>
          <a:effectLst/>
        </p:spPr>
        <p:txBody>
          <a:bodyPr wrap="none" anchor="ctr"/>
          <a:lstStyle/>
          <a:p>
            <a:pPr>
              <a:defRPr/>
            </a:pPr>
            <a:endParaRPr lang="zh-CN" altLang="en-US" dirty="0">
              <a:ea typeface="微软雅黑" pitchFamily="34" charset="-122"/>
            </a:endParaRPr>
          </a:p>
        </p:txBody>
      </p:sp>
      <p:sp>
        <p:nvSpPr>
          <p:cNvPr id="197636" name="Oval 4"/>
          <p:cNvSpPr>
            <a:spLocks noChangeArrowheads="1"/>
          </p:cNvSpPr>
          <p:nvPr userDrawn="1"/>
        </p:nvSpPr>
        <p:spPr bwMode="auto">
          <a:xfrm>
            <a:off x="1116013" y="1412875"/>
            <a:ext cx="7127875" cy="3529013"/>
          </a:xfrm>
          <a:prstGeom prst="ellipse">
            <a:avLst/>
          </a:prstGeom>
          <a:gradFill rotWithShape="1">
            <a:gsLst>
              <a:gs pos="0">
                <a:srgbClr val="99CCFF">
                  <a:gamma/>
                  <a:tint val="18039"/>
                  <a:invGamma/>
                  <a:alpha val="41000"/>
                </a:srgbClr>
              </a:gs>
              <a:gs pos="100000">
                <a:srgbClr val="99CCFF">
                  <a:alpha val="39999"/>
                </a:srgbClr>
              </a:gs>
            </a:gsLst>
            <a:path path="shape">
              <a:fillToRect l="50000" t="50000" r="50000" b="50000"/>
            </a:path>
          </a:gradFill>
          <a:ln w="127000" cmpd="tri">
            <a:solidFill>
              <a:srgbClr val="996633"/>
            </a:solidFill>
            <a:round/>
            <a:headEnd/>
            <a:tailEnd/>
          </a:ln>
          <a:effectLst/>
        </p:spPr>
        <p:txBody>
          <a:bodyPr wrap="none" anchor="ctr"/>
          <a:lstStyle/>
          <a:p>
            <a:pPr>
              <a:defRPr/>
            </a:pPr>
            <a:endParaRPr lang="zh-CN" altLang="en-US" dirty="0">
              <a:ea typeface="微软雅黑" pitchFamily="34" charset="-122"/>
            </a:endParaRPr>
          </a:p>
        </p:txBody>
      </p:sp>
    </p:spTree>
    <p:extLst>
      <p:ext uri="{BB962C8B-B14F-4D97-AF65-F5344CB8AC3E}">
        <p14:creationId xmlns:p14="http://schemas.microsoft.com/office/powerpoint/2010/main" val="1613446260"/>
      </p:ext>
    </p:extLst>
  </p:cSld>
  <p:clrMap bg1="dk2" tx1="lt1" bg2="dk1" tx2="lt2" accent1="accent1" accent2="accent2" accent3="accent3" accent4="accent4" accent5="accent5" accent6="accent6" hlink="hlink" folHlink="folHlink"/>
  <p:sldLayoutIdLst>
    <p:sldLayoutId id="2147484161" r:id="rId1"/>
    <p:sldLayoutId id="2147484162" r:id="rId2"/>
    <p:sldLayoutId id="2147484163" r:id="rId3"/>
    <p:sldLayoutId id="2147484164" r:id="rId4"/>
    <p:sldLayoutId id="2147484165" r:id="rId5"/>
    <p:sldLayoutId id="2147484166" r:id="rId6"/>
    <p:sldLayoutId id="2147484167" r:id="rId7"/>
    <p:sldLayoutId id="2147484168" r:id="rId8"/>
    <p:sldLayoutId id="2147484169" r:id="rId9"/>
    <p:sldLayoutId id="2147484170" r:id="rId10"/>
    <p:sldLayoutId id="2147484171" r:id="rId11"/>
    <p:sldLayoutId id="2147484172"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7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4" grpId="0" animBg="1"/>
    </p:bldLst>
  </p:timing>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71473" y="0"/>
            <a:ext cx="857252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solidFill>
                <a:srgbClr val="FFFFCC"/>
              </a:solidFill>
              <a:ea typeface="微软雅黑" pitchFamily="34" charset="-122"/>
            </a:endParaRPr>
          </a:p>
        </p:txBody>
      </p:sp>
      <p:sp>
        <p:nvSpPr>
          <p:cNvPr id="199683" name="Rectangle 3"/>
          <p:cNvSpPr>
            <a:spLocks noChangeArrowheads="1"/>
          </p:cNvSpPr>
          <p:nvPr userDrawn="1"/>
        </p:nvSpPr>
        <p:spPr bwMode="auto">
          <a:xfrm>
            <a:off x="571578" y="765175"/>
            <a:ext cx="8564485"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199684" name="Rectangle 4"/>
          <p:cNvSpPr>
            <a:spLocks noChangeArrowheads="1"/>
          </p:cNvSpPr>
          <p:nvPr userDrawn="1"/>
        </p:nvSpPr>
        <p:spPr bwMode="auto">
          <a:xfrm>
            <a:off x="579515" y="836613"/>
            <a:ext cx="8564485"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7" name="Text Box 8"/>
          <p:cNvSpPr txBox="1">
            <a:spLocks noChangeArrowheads="1"/>
          </p:cNvSpPr>
          <p:nvPr userDrawn="1"/>
        </p:nvSpPr>
        <p:spPr bwMode="auto">
          <a:xfrm>
            <a:off x="-3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marL="0" marR="0" indent="0" algn="ctr" defTabSz="914400" rtl="0" eaLnBrk="1" fontAlgn="base" latinLnBrk="0" hangingPunct="1">
              <a:lnSpc>
                <a:spcPct val="100000"/>
              </a:lnSpc>
              <a:spcBef>
                <a:spcPct val="50000"/>
              </a:spcBef>
              <a:spcAft>
                <a:spcPct val="0"/>
              </a:spcAft>
              <a:buClrTx/>
              <a:buSzTx/>
              <a:buFontTx/>
              <a:buNone/>
              <a:tabLst/>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四章　　　　向量组的线性相关性</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466821688"/>
      </p:ext>
    </p:extLst>
  </p:cSld>
  <p:clrMap bg1="dk2" tx1="lt1" bg2="dk1" tx2="lt2" accent1="accent1" accent2="accent2" accent3="accent3" accent4="accent4" accent5="accent5" accent6="accent6" hlink="hlink" folHlink="folHlink"/>
  <p:sldLayoutIdLst>
    <p:sldLayoutId id="2147484174" r:id="rId1"/>
    <p:sldLayoutId id="2147484175" r:id="rId2"/>
    <p:sldLayoutId id="2147484176" r:id="rId3"/>
    <p:sldLayoutId id="2147484177" r:id="rId4"/>
    <p:sldLayoutId id="2147484178" r:id="rId5"/>
    <p:sldLayoutId id="2147484179" r:id="rId6"/>
    <p:sldLayoutId id="2147484180" r:id="rId7"/>
    <p:sldLayoutId id="2147484181" r:id="rId8"/>
    <p:sldLayoutId id="2147484182" r:id="rId9"/>
    <p:sldLayoutId id="2147484183" r:id="rId10"/>
    <p:sldLayoutId id="2147484184" r:id="rId11"/>
    <p:sldLayoutId id="2147484185"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78914" name="Rectangle 2">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endParaRPr lang="zh-CN" altLang="en-US">
              <a:solidFill>
                <a:srgbClr val="000000"/>
              </a:solidFill>
              <a:ea typeface="宋体" charset="-122"/>
            </a:endParaRPr>
          </a:p>
        </p:txBody>
      </p:sp>
      <p:sp>
        <p:nvSpPr>
          <p:cNvPr id="678915" name="Rectangle 3">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endParaRPr lang="zh-CN" altLang="en-US">
              <a:solidFill>
                <a:srgbClr val="000000"/>
              </a:solidFill>
              <a:ea typeface="宋体" charset="-122"/>
            </a:endParaRPr>
          </a:p>
        </p:txBody>
      </p:sp>
      <p:sp>
        <p:nvSpPr>
          <p:cNvPr id="678916" name="Rectangle 4"/>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3272872373"/>
      </p:ext>
    </p:extLst>
  </p:cSld>
  <p:clrMap bg1="lt1" tx1="dk1" bg2="lt2" tx2="dk2" accent1="accent1" accent2="accent2" accent3="accent3" accent4="accent4" accent5="accent5" accent6="accent6" hlink="hlink" folHlink="folHlink"/>
  <p:sldLayoutIdLst>
    <p:sldLayoutId id="2147484187" r:id="rId1"/>
    <p:sldLayoutId id="2147484188" r:id="rId2"/>
    <p:sldLayoutId id="2147484189" r:id="rId3"/>
    <p:sldLayoutId id="2147484190" r:id="rId4"/>
    <p:sldLayoutId id="2147484191" r:id="rId5"/>
    <p:sldLayoutId id="2147484192" r:id="rId6"/>
    <p:sldLayoutId id="2147484193" r:id="rId7"/>
    <p:sldLayoutId id="2147484194" r:id="rId8"/>
    <p:sldLayoutId id="2147484195" r:id="rId9"/>
    <p:sldLayoutId id="2147484196" r:id="rId10"/>
    <p:sldLayoutId id="2147484197" r:id="rId11"/>
    <p:sldLayoutId id="2147484198" r:id="rId12"/>
  </p:sldLayoutIdLst>
  <p:transition>
    <p:wipe/>
  </p:transition>
  <p:txStyles>
    <p:titleStyle>
      <a:lvl1pPr algn="l" rtl="0" fontAlgn="base">
        <a:spcBef>
          <a:spcPct val="0"/>
        </a:spcBef>
        <a:spcAft>
          <a:spcPct val="0"/>
        </a:spcAft>
        <a:defRPr sz="4000" b="1">
          <a:solidFill>
            <a:srgbClr val="0000FF"/>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2pPr>
      <a:lvl3pPr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3pPr>
      <a:lvl4pPr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4pPr>
      <a:lvl5pPr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5pPr>
      <a:lvl6pPr marL="4572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6pPr>
      <a:lvl7pPr marL="9144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7pPr>
      <a:lvl8pPr marL="13716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8pPr>
      <a:lvl9pPr marL="18288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charset="-122"/>
        </a:defRPr>
      </a:lvl9pPr>
    </p:titleStyle>
    <p:bodyStyle>
      <a:lvl1pPr marL="342900" indent="-342900" algn="l" rtl="0" fontAlgn="base">
        <a:spcBef>
          <a:spcPct val="20000"/>
        </a:spcBef>
        <a:spcAft>
          <a:spcPct val="0"/>
        </a:spcAft>
        <a:buChar char="•"/>
        <a:defRPr sz="3200" b="1">
          <a:solidFill>
            <a:schemeClr val="tx1"/>
          </a:solidFill>
          <a:latin typeface="+mn-lt"/>
          <a:ea typeface="+mn-ea"/>
          <a:cs typeface="+mn-cs"/>
        </a:defRPr>
      </a:lvl1pPr>
      <a:lvl2pPr marL="742950" indent="-285750" algn="l" rtl="0" fontAlgn="base">
        <a:spcBef>
          <a:spcPct val="20000"/>
        </a:spcBef>
        <a:spcAft>
          <a:spcPct val="0"/>
        </a:spcAft>
        <a:buChar char="–"/>
        <a:defRPr sz="2800" b="1">
          <a:solidFill>
            <a:schemeClr val="tx1"/>
          </a:solidFill>
          <a:latin typeface="+mn-lt"/>
          <a:ea typeface="+mn-ea"/>
        </a:defRPr>
      </a:lvl2pPr>
      <a:lvl3pPr marL="1143000" indent="-228600" algn="l" rtl="0" fontAlgn="base">
        <a:spcBef>
          <a:spcPct val="20000"/>
        </a:spcBef>
        <a:spcAft>
          <a:spcPct val="0"/>
        </a:spcAft>
        <a:buChar char="•"/>
        <a:defRPr sz="2400" b="1">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571473" y="0"/>
            <a:ext cx="857252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a:defRPr/>
            </a:pPr>
            <a:endParaRPr lang="zh-CN" altLang="en-US" dirty="0">
              <a:solidFill>
                <a:srgbClr val="FFFFCC"/>
              </a:solidFill>
              <a:ea typeface="微软雅黑" pitchFamily="34" charset="-122"/>
            </a:endParaRPr>
          </a:p>
        </p:txBody>
      </p:sp>
      <p:sp>
        <p:nvSpPr>
          <p:cNvPr id="199683" name="Rectangle 3"/>
          <p:cNvSpPr>
            <a:spLocks noChangeArrowheads="1"/>
          </p:cNvSpPr>
          <p:nvPr userDrawn="1"/>
        </p:nvSpPr>
        <p:spPr bwMode="auto">
          <a:xfrm>
            <a:off x="571578" y="765175"/>
            <a:ext cx="8564485"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199684" name="Rectangle 4"/>
          <p:cNvSpPr>
            <a:spLocks noChangeArrowheads="1"/>
          </p:cNvSpPr>
          <p:nvPr userDrawn="1"/>
        </p:nvSpPr>
        <p:spPr bwMode="auto">
          <a:xfrm>
            <a:off x="579515" y="836613"/>
            <a:ext cx="8564485"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eaLnBrk="1" hangingPunct="1">
              <a:defRPr/>
            </a:pPr>
            <a:endParaRPr lang="zh-CN" altLang="zh-CN" dirty="0">
              <a:solidFill>
                <a:srgbClr val="FFFFCC"/>
              </a:solidFill>
              <a:ea typeface="微软雅黑" pitchFamily="34" charset="-122"/>
            </a:endParaRPr>
          </a:p>
        </p:txBody>
      </p:sp>
      <p:sp>
        <p:nvSpPr>
          <p:cNvPr id="7" name="Text Box 8"/>
          <p:cNvSpPr txBox="1">
            <a:spLocks noChangeArrowheads="1"/>
          </p:cNvSpPr>
          <p:nvPr userDrawn="1"/>
        </p:nvSpPr>
        <p:spPr bwMode="auto">
          <a:xfrm>
            <a:off x="-32" y="-71438"/>
            <a:ext cx="553998"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eaLnBrk="1" hangingPunct="1">
              <a:spcBef>
                <a:spcPct val="50000"/>
              </a:spcBef>
              <a:defRPr/>
            </a:pPr>
            <a:r>
              <a:rPr lang="zh-SG" altLang="en-US" b="1" dirty="0">
                <a:solidFill>
                  <a:srgbClr val="F1F0B6"/>
                </a:solidFill>
                <a:ea typeface="微软雅黑" pitchFamily="34" charset="-122"/>
              </a:rPr>
              <a:t>第</a:t>
            </a:r>
            <a:r>
              <a:rPr lang="zh-CN" altLang="en-US" b="1" dirty="0">
                <a:solidFill>
                  <a:srgbClr val="F1F0B6"/>
                </a:solidFill>
                <a:ea typeface="微软雅黑" pitchFamily="34" charset="-122"/>
              </a:rPr>
              <a:t>四章　　　　向量组的线性相关性</a:t>
            </a:r>
            <a:r>
              <a:rPr lang="zh-CN" altLang="en-US" b="1" dirty="0">
                <a:solidFill>
                  <a:srgbClr val="F1F0B6"/>
                </a:solidFill>
                <a:latin typeface="华文细黑" pitchFamily="2" charset="-122"/>
                <a:ea typeface="华文细黑" pitchFamily="2" charset="-122"/>
              </a:rPr>
              <a:t>　</a:t>
            </a:r>
          </a:p>
        </p:txBody>
      </p:sp>
    </p:spTree>
    <p:extLst>
      <p:ext uri="{BB962C8B-B14F-4D97-AF65-F5344CB8AC3E}">
        <p14:creationId xmlns:p14="http://schemas.microsoft.com/office/powerpoint/2010/main" val="1183755738"/>
      </p:ext>
    </p:extLst>
  </p:cSld>
  <p:clrMap bg1="dk2" tx1="lt1" bg2="dk1" tx2="lt2" accent1="accent1" accent2="accent2" accent3="accent3" accent4="accent4" accent5="accent5" accent6="accent6" hlink="hlink" folHlink="folHlink"/>
  <p:sldLayoutIdLst>
    <p:sldLayoutId id="2147484200" r:id="rId1"/>
    <p:sldLayoutId id="2147484201" r:id="rId2"/>
    <p:sldLayoutId id="2147484202" r:id="rId3"/>
    <p:sldLayoutId id="2147484203" r:id="rId4"/>
    <p:sldLayoutId id="2147484204" r:id="rId5"/>
    <p:sldLayoutId id="2147484205" r:id="rId6"/>
    <p:sldLayoutId id="2147484206" r:id="rId7"/>
    <p:sldLayoutId id="2147484207" r:id="rId8"/>
    <p:sldLayoutId id="2147484208" r:id="rId9"/>
    <p:sldLayoutId id="2147484209" r:id="rId10"/>
    <p:sldLayoutId id="2147484210" r:id="rId11"/>
    <p:sldLayoutId id="2147484211"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09" name="Rectangle 9">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eaLnBrk="1" hangingPunct="1">
              <a:defRPr/>
            </a:pPr>
            <a:endParaRPr lang="zh-CN" altLang="en-US">
              <a:solidFill>
                <a:srgbClr val="000000"/>
              </a:solidFill>
              <a:ea typeface="宋体" charset="-122"/>
            </a:endParaRPr>
          </a:p>
        </p:txBody>
      </p:sp>
      <p:sp>
        <p:nvSpPr>
          <p:cNvPr id="51210" name="Rectangle 10">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eaLnBrk="1" hangingPunct="1">
              <a:defRPr/>
            </a:pPr>
            <a:endParaRPr lang="zh-CN" altLang="en-US">
              <a:solidFill>
                <a:srgbClr val="000000"/>
              </a:solidFill>
              <a:ea typeface="宋体" charset="-122"/>
            </a:endParaRPr>
          </a:p>
        </p:txBody>
      </p:sp>
      <p:sp>
        <p:nvSpPr>
          <p:cNvPr id="51211" name="Rectangle 11"/>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864948026"/>
      </p:ext>
    </p:extLst>
  </p:cSld>
  <p:clrMap bg1="lt1" tx1="dk1" bg2="lt2" tx2="dk2" accent1="accent1" accent2="accent2" accent3="accent3" accent4="accent4" accent5="accent5" accent6="accent6" hlink="hlink" folHlink="folHlink"/>
  <p:sldLayoutIdLst>
    <p:sldLayoutId id="2147484213" r:id="rId1"/>
    <p:sldLayoutId id="2147484214" r:id="rId2"/>
    <p:sldLayoutId id="2147484215" r:id="rId3"/>
    <p:sldLayoutId id="2147484216" r:id="rId4"/>
    <p:sldLayoutId id="2147484217" r:id="rId5"/>
    <p:sldLayoutId id="2147484218" r:id="rId6"/>
    <p:sldLayoutId id="2147484219" r:id="rId7"/>
    <p:sldLayoutId id="2147484220" r:id="rId8"/>
    <p:sldLayoutId id="2147484221" r:id="rId9"/>
    <p:sldLayoutId id="2147484222" r:id="rId10"/>
    <p:sldLayoutId id="2147484223" r:id="rId11"/>
  </p:sldLayoutIdLst>
  <p:transition>
    <p:wipe/>
  </p:transition>
  <p:txStyles>
    <p:titleStyle>
      <a:lvl1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2pPr>
      <a:lvl3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3pPr>
      <a:lvl4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4pPr>
      <a:lvl5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9pPr>
    </p:titleStyle>
    <p:bodyStyle>
      <a:lvl1pPr marL="342900" indent="-342900" algn="l" rtl="0" eaLnBrk="0" fontAlgn="base" hangingPunct="0">
        <a:spcBef>
          <a:spcPct val="20000"/>
        </a:spcBef>
        <a:spcAft>
          <a:spcPct val="0"/>
        </a:spcAft>
        <a:buChar char="•"/>
        <a:defRPr kumimoji="1"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b="1">
          <a:solidFill>
            <a:schemeClr val="tx1"/>
          </a:solidFill>
          <a:latin typeface="+mn-lt"/>
          <a:ea typeface="+mn-ea"/>
        </a:defRPr>
      </a:lvl2pPr>
      <a:lvl3pPr marL="1143000" indent="-228600" algn="l" rtl="0" eaLnBrk="0" fontAlgn="base" hangingPunct="0">
        <a:spcBef>
          <a:spcPct val="20000"/>
        </a:spcBef>
        <a:spcAft>
          <a:spcPct val="0"/>
        </a:spcAft>
        <a:buChar char="•"/>
        <a:defRPr kumimoji="1" sz="2400" b="1">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896" name="Rectangle 8">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ndParaRPr>
          </a:p>
        </p:txBody>
      </p:sp>
      <p:sp>
        <p:nvSpPr>
          <p:cNvPr id="37897" name="Rectangle 9">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ndParaRPr>
          </a:p>
        </p:txBody>
      </p:sp>
      <p:sp>
        <p:nvSpPr>
          <p:cNvPr id="37898" name="Rectangle 10">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ndParaRPr>
          </a:p>
        </p:txBody>
      </p:sp>
      <p:sp>
        <p:nvSpPr>
          <p:cNvPr id="37899" name="Rectangle 11"/>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4225624786"/>
      </p:ext>
    </p:extLst>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 id="2147484234" r:id="rId10"/>
    <p:sldLayoutId id="2147484235" r:id="rId11"/>
    <p:sldLayoutId id="2147484236" r:id="rId12"/>
  </p:sldLayoutIdLst>
  <p:transition>
    <p:wipe/>
  </p:transition>
  <p:txStyles>
    <p:titleStyle>
      <a:lvl1pPr algn="l" rtl="0" fontAlgn="base">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2pPr>
      <a:lvl3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3pPr>
      <a:lvl4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4pPr>
      <a:lvl5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2"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3979" name="Rectangle 11">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a typeface="宋体" charset="-122"/>
            </a:endParaRPr>
          </a:p>
        </p:txBody>
      </p:sp>
      <p:sp>
        <p:nvSpPr>
          <p:cNvPr id="83980" name="Rectangle 12">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a typeface="宋体" charset="-122"/>
            </a:endParaRPr>
          </a:p>
        </p:txBody>
      </p:sp>
      <p:sp>
        <p:nvSpPr>
          <p:cNvPr id="83981" name="Rectangle 13">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eaLnBrk="1" hangingPunct="1"/>
            <a:endParaRPr lang="zh-CN" altLang="en-US" sz="2800" b="1">
              <a:solidFill>
                <a:srgbClr val="000000"/>
              </a:solidFill>
              <a:ea typeface="宋体" charset="-122"/>
            </a:endParaRPr>
          </a:p>
        </p:txBody>
      </p:sp>
      <p:sp>
        <p:nvSpPr>
          <p:cNvPr id="83982" name="Rectangle 14"/>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3447468481"/>
      </p:ext>
    </p:extLst>
  </p:cSld>
  <p:clrMap bg1="lt1" tx1="dk1" bg2="lt2" tx2="dk2" accent1="accent1" accent2="accent2" accent3="accent3" accent4="accent4" accent5="accent5" accent6="accent6" hlink="hlink" folHlink="folHlink"/>
  <p:sldLayoutIdLst>
    <p:sldLayoutId id="2147484238" r:id="rId1"/>
    <p:sldLayoutId id="2147484239" r:id="rId2"/>
    <p:sldLayoutId id="2147484240" r:id="rId3"/>
    <p:sldLayoutId id="2147484241" r:id="rId4"/>
    <p:sldLayoutId id="2147484242" r:id="rId5"/>
    <p:sldLayoutId id="2147484243" r:id="rId6"/>
    <p:sldLayoutId id="2147484244" r:id="rId7"/>
    <p:sldLayoutId id="2147484245" r:id="rId8"/>
    <p:sldLayoutId id="2147484246" r:id="rId9"/>
    <p:sldLayoutId id="2147484247" r:id="rId10"/>
    <p:sldLayoutId id="2147484248" r:id="rId11"/>
  </p:sldLayoutIdLst>
  <p:transition>
    <p:wipe/>
  </p:transition>
  <p:txStyles>
    <p:titleStyle>
      <a:lvl1pPr algn="l" rtl="0" fontAlgn="base">
        <a:spcBef>
          <a:spcPct val="0"/>
        </a:spcBef>
        <a:spcAft>
          <a:spcPct val="0"/>
        </a:spcAft>
        <a:defRPr kumimoji="1" sz="4000" b="1">
          <a:solidFill>
            <a:srgbClr val="1F1FEB"/>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2pPr>
      <a:lvl3pPr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3pPr>
      <a:lvl4pPr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4pPr>
      <a:lvl5pPr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5pPr>
      <a:lvl6pPr marL="457200"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6pPr>
      <a:lvl7pPr marL="914400"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7pPr>
      <a:lvl8pPr marL="1371600"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8pPr>
      <a:lvl9pPr marL="1828800" algn="l" rtl="0" fontAlgn="base">
        <a:spcBef>
          <a:spcPct val="0"/>
        </a:spcBef>
        <a:spcAft>
          <a:spcPct val="0"/>
        </a:spcAft>
        <a:defRPr kumimoji="1" sz="4000" b="1">
          <a:solidFill>
            <a:srgbClr val="1F1FEB"/>
          </a:solidFill>
          <a:effectLst>
            <a:outerShdw blurRad="38100" dist="38100" dir="2700000" algn="tl">
              <a:srgbClr val="C0C0C0"/>
            </a:outerShdw>
          </a:effectLst>
          <a:latin typeface="Times New Roman" pitchFamily="18" charset="0"/>
          <a:ea typeface="黑体" pitchFamily="49"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7634" name="Rectangle 2"/>
          <p:cNvSpPr>
            <a:spLocks noChangeArrowheads="1"/>
          </p:cNvSpPr>
          <p:nvPr userDrawn="1"/>
        </p:nvSpPr>
        <p:spPr bwMode="auto">
          <a:xfrm>
            <a:off x="0" y="0"/>
            <a:ext cx="9144000" cy="6858000"/>
          </a:xfrm>
          <a:prstGeom prst="rect">
            <a:avLst/>
          </a:prstGeom>
          <a:gradFill rotWithShape="1">
            <a:gsLst>
              <a:gs pos="0">
                <a:srgbClr val="0000FF">
                  <a:alpha val="39000"/>
                </a:srgbClr>
              </a:gs>
              <a:gs pos="100000">
                <a:srgbClr val="0000FF">
                  <a:gamma/>
                  <a:shade val="46275"/>
                  <a:invGamma/>
                  <a:alpha val="56000"/>
                </a:srgbClr>
              </a:gs>
            </a:gsLst>
            <a:lin ang="5400000" scaled="1"/>
          </a:gradFill>
          <a:ln w="76200" cmpd="tri">
            <a:noFill/>
            <a:miter lim="800000"/>
            <a:headEnd/>
            <a:tailEnd/>
          </a:ln>
          <a:effectLst/>
        </p:spPr>
        <p:txBody>
          <a:bodyPr wrap="none" anchor="ctr"/>
          <a:lstStyle/>
          <a:p>
            <a:pPr algn="ctr">
              <a:defRPr/>
            </a:pPr>
            <a:endParaRPr kumimoji="0" lang="zh-CN" altLang="zh-CN" sz="1800">
              <a:latin typeface="Tahoma" pitchFamily="34" charset="0"/>
            </a:endParaRPr>
          </a:p>
        </p:txBody>
      </p:sp>
      <p:sp>
        <p:nvSpPr>
          <p:cNvPr id="197635" name="AutoShape 3" descr="纸袋"/>
          <p:cNvSpPr>
            <a:spLocks noChangeArrowheads="1"/>
          </p:cNvSpPr>
          <p:nvPr userDrawn="1"/>
        </p:nvSpPr>
        <p:spPr bwMode="auto">
          <a:xfrm>
            <a:off x="900113" y="1268413"/>
            <a:ext cx="7559675" cy="3816350"/>
          </a:xfrm>
          <a:custGeom>
            <a:avLst/>
            <a:gdLst>
              <a:gd name="G0" fmla="+- 513 0 0"/>
              <a:gd name="G1" fmla="+- 21600 0 513"/>
              <a:gd name="G2" fmla="+- 21600 0 513"/>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13" y="10800"/>
                </a:moveTo>
                <a:cubicBezTo>
                  <a:pt x="513" y="16481"/>
                  <a:pt x="5119" y="21087"/>
                  <a:pt x="10800" y="21087"/>
                </a:cubicBezTo>
                <a:cubicBezTo>
                  <a:pt x="16481" y="21087"/>
                  <a:pt x="21087" y="16481"/>
                  <a:pt x="21087" y="10800"/>
                </a:cubicBezTo>
                <a:cubicBezTo>
                  <a:pt x="21087" y="5119"/>
                  <a:pt x="16481" y="513"/>
                  <a:pt x="10800" y="513"/>
                </a:cubicBezTo>
                <a:cubicBezTo>
                  <a:pt x="5119" y="513"/>
                  <a:pt x="513" y="5119"/>
                  <a:pt x="513" y="10800"/>
                </a:cubicBezTo>
                <a:close/>
              </a:path>
            </a:pathLst>
          </a:custGeom>
          <a:blipFill dpi="0" rotWithShape="1">
            <a:blip r:embed="rId15" cstate="print"/>
            <a:srcRect/>
            <a:tile tx="0" ty="0" sx="100000" sy="100000" flip="none" algn="tl"/>
          </a:blipFill>
          <a:ln w="76200">
            <a:solidFill>
              <a:srgbClr val="663300"/>
            </a:solidFill>
            <a:round/>
            <a:headEnd/>
            <a:tailEnd/>
          </a:ln>
          <a:effectLst/>
        </p:spPr>
        <p:txBody>
          <a:bodyPr wrap="none" anchor="ctr"/>
          <a:lstStyle/>
          <a:p>
            <a:pPr eaLnBrk="0" hangingPunct="0">
              <a:defRPr/>
            </a:pPr>
            <a:endParaRPr lang="zh-CN" altLang="en-US"/>
          </a:p>
        </p:txBody>
      </p:sp>
      <p:sp>
        <p:nvSpPr>
          <p:cNvPr id="197636" name="Oval 4"/>
          <p:cNvSpPr>
            <a:spLocks noChangeArrowheads="1"/>
          </p:cNvSpPr>
          <p:nvPr userDrawn="1"/>
        </p:nvSpPr>
        <p:spPr bwMode="auto">
          <a:xfrm>
            <a:off x="1116013" y="1412875"/>
            <a:ext cx="7127875" cy="3529013"/>
          </a:xfrm>
          <a:prstGeom prst="ellipse">
            <a:avLst/>
          </a:prstGeom>
          <a:gradFill rotWithShape="1">
            <a:gsLst>
              <a:gs pos="0">
                <a:srgbClr val="99CCFF">
                  <a:gamma/>
                  <a:tint val="18039"/>
                  <a:invGamma/>
                  <a:alpha val="41000"/>
                </a:srgbClr>
              </a:gs>
              <a:gs pos="100000">
                <a:srgbClr val="99CCFF">
                  <a:alpha val="39999"/>
                </a:srgbClr>
              </a:gs>
            </a:gsLst>
            <a:path path="shape">
              <a:fillToRect l="50000" t="50000" r="50000" b="50000"/>
            </a:path>
          </a:gradFill>
          <a:ln w="127000" cmpd="tri">
            <a:solidFill>
              <a:srgbClr val="996633"/>
            </a:solidFill>
            <a:round/>
            <a:headEnd/>
            <a:tailEnd/>
          </a:ln>
          <a:effectLst/>
        </p:spPr>
        <p:txBody>
          <a:bodyPr wrap="none" anchor="ctr"/>
          <a:lstStyle/>
          <a:p>
            <a:pPr eaLnBrk="0" hangingPunct="0">
              <a:defRPr/>
            </a:pPr>
            <a:endParaRPr lang="zh-CN" altLang="en-US"/>
          </a:p>
        </p:txBody>
      </p:sp>
    </p:spTree>
    <p:extLst>
      <p:ext uri="{BB962C8B-B14F-4D97-AF65-F5344CB8AC3E}">
        <p14:creationId xmlns:p14="http://schemas.microsoft.com/office/powerpoint/2010/main" val="1241892704"/>
      </p:ext>
    </p:extLst>
  </p:cSld>
  <p:clrMap bg1="dk2" tx1="lt1" bg2="dk1" tx2="lt2" accent1="accent1" accent2="accent2" accent3="accent3" accent4="accent4" accent5="accent5" accent6="accent6" hlink="hlink" folHlink="folHlink"/>
  <p:sldLayoutIdLst>
    <p:sldLayoutId id="2147484250" r:id="rId1"/>
    <p:sldLayoutId id="2147484251" r:id="rId2"/>
    <p:sldLayoutId id="2147484252" r:id="rId3"/>
    <p:sldLayoutId id="2147484253" r:id="rId4"/>
    <p:sldLayoutId id="2147484254" r:id="rId5"/>
    <p:sldLayoutId id="2147484255" r:id="rId6"/>
    <p:sldLayoutId id="2147484256" r:id="rId7"/>
    <p:sldLayoutId id="2147484257" r:id="rId8"/>
    <p:sldLayoutId id="2147484258" r:id="rId9"/>
    <p:sldLayoutId id="2147484259" r:id="rId10"/>
    <p:sldLayoutId id="2147484260" r:id="rId11"/>
    <p:sldLayoutId id="2147484261"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7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4" grpId="0" animBg="1"/>
    </p:bldLst>
  </p:timing>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684213" y="0"/>
            <a:ext cx="845978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eaLnBrk="0" hangingPunct="0">
              <a:defRPr/>
            </a:pPr>
            <a:endParaRPr lang="zh-CN" altLang="en-US">
              <a:solidFill>
                <a:srgbClr val="FFFFCC"/>
              </a:solidFill>
            </a:endParaRPr>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a:defRPr/>
            </a:pPr>
            <a:endParaRPr lang="zh-CN" altLang="zh-CN">
              <a:solidFill>
                <a:srgbClr val="FFFFCC"/>
              </a:solidFill>
            </a:endParaRPr>
          </a:p>
        </p:txBody>
      </p:sp>
      <p:sp>
        <p:nvSpPr>
          <p:cNvPr id="199684" name="Rectangle 4"/>
          <p:cNvSpPr>
            <a:spLocks noChangeArrowheads="1"/>
          </p:cNvSpPr>
          <p:nvPr userDrawn="1"/>
        </p:nvSpPr>
        <p:spPr bwMode="auto">
          <a:xfrm>
            <a:off x="692150" y="8366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a:defRPr/>
            </a:pPr>
            <a:endParaRPr lang="zh-CN" altLang="zh-CN">
              <a:solidFill>
                <a:srgbClr val="FFFFCC"/>
              </a:solidFill>
            </a:endParaRPr>
          </a:p>
        </p:txBody>
      </p:sp>
      <p:sp>
        <p:nvSpPr>
          <p:cNvPr id="199686" name="Text Box 6"/>
          <p:cNvSpPr txBox="1">
            <a:spLocks noChangeArrowheads="1"/>
          </p:cNvSpPr>
          <p:nvPr userDrawn="1"/>
        </p:nvSpPr>
        <p:spPr bwMode="auto">
          <a:xfrm>
            <a:off x="34925" y="-71438"/>
            <a:ext cx="625475"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a:spcBef>
                <a:spcPct val="50000"/>
              </a:spcBef>
              <a:defRPr/>
            </a:pPr>
            <a:r>
              <a:rPr lang="zh-SG" altLang="en-US" b="1">
                <a:solidFill>
                  <a:srgbClr val="F1F0B6"/>
                </a:solidFill>
                <a:ea typeface="微软雅黑" pitchFamily="34" charset="-122"/>
              </a:rPr>
              <a:t>第</a:t>
            </a:r>
            <a:r>
              <a:rPr lang="zh-CN" altLang="en-US" b="1">
                <a:solidFill>
                  <a:srgbClr val="F1F0B6"/>
                </a:solidFill>
                <a:ea typeface="微软雅黑" pitchFamily="34" charset="-122"/>
              </a:rPr>
              <a:t>五章　　　　相似矩阵与二次型</a:t>
            </a:r>
            <a:r>
              <a:rPr lang="zh-CN" altLang="en-US" b="1">
                <a:solidFill>
                  <a:srgbClr val="F1F0B6"/>
                </a:solidFill>
                <a:latin typeface="华文细黑" pitchFamily="2" charset="-122"/>
                <a:ea typeface="微软雅黑" pitchFamily="34" charset="-122"/>
              </a:rPr>
              <a:t>　</a:t>
            </a:r>
          </a:p>
        </p:txBody>
      </p:sp>
    </p:spTree>
    <p:extLst>
      <p:ext uri="{BB962C8B-B14F-4D97-AF65-F5344CB8AC3E}">
        <p14:creationId xmlns:p14="http://schemas.microsoft.com/office/powerpoint/2010/main" val="2364039123"/>
      </p:ext>
    </p:extLst>
  </p:cSld>
  <p:clrMap bg1="dk2" tx1="lt1" bg2="dk1" tx2="lt2" accent1="accent1" accent2="accent2" accent3="accent3" accent4="accent4" accent5="accent5" accent6="accent6" hlink="hlink" folHlink="folHlink"/>
  <p:sldLayoutIdLst>
    <p:sldLayoutId id="2147484263" r:id="rId1"/>
    <p:sldLayoutId id="2147484264" r:id="rId2"/>
    <p:sldLayoutId id="2147484265" r:id="rId3"/>
    <p:sldLayoutId id="2147484266" r:id="rId4"/>
    <p:sldLayoutId id="2147484267" r:id="rId5"/>
    <p:sldLayoutId id="2147484268" r:id="rId6"/>
    <p:sldLayoutId id="2147484269" r:id="rId7"/>
    <p:sldLayoutId id="2147484270" r:id="rId8"/>
    <p:sldLayoutId id="2147484271" r:id="rId9"/>
    <p:sldLayoutId id="2147484272" r:id="rId10"/>
    <p:sldLayoutId id="2147484273" r:id="rId11"/>
    <p:sldLayoutId id="2147484274"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59106" name="Rectangle 2">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p>
        </p:txBody>
      </p:sp>
      <p:sp>
        <p:nvSpPr>
          <p:cNvPr id="559107" name="Rectangle 3">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p>
        </p:txBody>
      </p:sp>
      <p:sp>
        <p:nvSpPr>
          <p:cNvPr id="559108" name="Rectangle 4">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p>
        </p:txBody>
      </p:sp>
      <p:sp>
        <p:nvSpPr>
          <p:cNvPr id="559109" name="Rectangle 5"/>
          <p:cNvSpPr>
            <a:spLocks noGrp="1" noChangeArrowheads="1"/>
          </p:cNvSpPr>
          <p:nvPr>
            <p:ph type="title"/>
          </p:nvPr>
        </p:nvSpPr>
        <p:spPr bwMode="auto">
          <a:xfrm>
            <a:off x="81915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1957511571"/>
      </p:ext>
    </p:extLst>
  </p:cSld>
  <p:clrMap bg1="lt1" tx1="dk1" bg2="lt2" tx2="dk2" accent1="accent1" accent2="accent2" accent3="accent3" accent4="accent4" accent5="accent5" accent6="accent6" hlink="hlink" folHlink="folHlink"/>
  <p:sldLayoutIdLst>
    <p:sldLayoutId id="2147484276" r:id="rId1"/>
    <p:sldLayoutId id="2147484277" r:id="rId2"/>
    <p:sldLayoutId id="2147484278" r:id="rId3"/>
    <p:sldLayoutId id="2147484279" r:id="rId4"/>
    <p:sldLayoutId id="2147484280" r:id="rId5"/>
    <p:sldLayoutId id="2147484281" r:id="rId6"/>
    <p:sldLayoutId id="2147484282" r:id="rId7"/>
    <p:sldLayoutId id="2147484283" r:id="rId8"/>
    <p:sldLayoutId id="2147484284" r:id="rId9"/>
    <p:sldLayoutId id="2147484285" r:id="rId10"/>
    <p:sldLayoutId id="2147484286" r:id="rId11"/>
  </p:sldLayoutIdLst>
  <p:transition>
    <p:wipe/>
  </p:transition>
  <p:txStyles>
    <p:titleStyle>
      <a:lvl1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mj-lt"/>
          <a:ea typeface="+mj-ea"/>
          <a:cs typeface="+mj-cs"/>
        </a:defRPr>
      </a:lvl1pPr>
      <a:lvl2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2pPr>
      <a:lvl3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3pPr>
      <a:lvl4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4pPr>
      <a:lvl5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5pPr>
      <a:lvl6pPr marL="4572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6pPr>
      <a:lvl7pPr marL="9144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7pPr>
      <a:lvl8pPr marL="13716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8pPr>
      <a:lvl9pPr marL="18288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tx1"/>
          </a:solidFill>
          <a:latin typeface="+mn-lt"/>
          <a:ea typeface="+mn-ea"/>
        </a:defRPr>
      </a:lvl2pPr>
      <a:lvl3pPr marL="1143000" indent="-228600" algn="l" rtl="0" eaLnBrk="0" fontAlgn="base" hangingPunct="0">
        <a:spcBef>
          <a:spcPct val="20000"/>
        </a:spcBef>
        <a:spcAft>
          <a:spcPct val="0"/>
        </a:spcAft>
        <a:buChar char="•"/>
        <a:defRPr sz="2400" b="1">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4"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9682" name="Rectangle 2"/>
          <p:cNvSpPr>
            <a:spLocks noChangeArrowheads="1"/>
          </p:cNvSpPr>
          <p:nvPr userDrawn="1"/>
        </p:nvSpPr>
        <p:spPr bwMode="auto">
          <a:xfrm>
            <a:off x="684213" y="0"/>
            <a:ext cx="8459787"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38100">
            <a:noFill/>
            <a:miter lim="800000"/>
            <a:headEnd/>
            <a:tailEnd/>
          </a:ln>
          <a:effectLst/>
        </p:spPr>
        <p:txBody>
          <a:bodyPr wrap="none" anchor="ctr"/>
          <a:lstStyle/>
          <a:p>
            <a:pPr eaLnBrk="0" hangingPunct="0">
              <a:defRPr/>
            </a:pPr>
            <a:endParaRPr lang="zh-CN" altLang="en-US"/>
          </a:p>
        </p:txBody>
      </p:sp>
      <p:sp>
        <p:nvSpPr>
          <p:cNvPr id="199683" name="Rectangle 3"/>
          <p:cNvSpPr>
            <a:spLocks noChangeArrowheads="1"/>
          </p:cNvSpPr>
          <p:nvPr userDrawn="1"/>
        </p:nvSpPr>
        <p:spPr bwMode="auto">
          <a:xfrm>
            <a:off x="684213" y="76517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a:defRPr/>
            </a:pPr>
            <a:endParaRPr lang="zh-CN" altLang="zh-CN"/>
          </a:p>
        </p:txBody>
      </p:sp>
      <p:sp>
        <p:nvSpPr>
          <p:cNvPr id="199684" name="Rectangle 4"/>
          <p:cNvSpPr>
            <a:spLocks noChangeArrowheads="1"/>
          </p:cNvSpPr>
          <p:nvPr userDrawn="1"/>
        </p:nvSpPr>
        <p:spPr bwMode="auto">
          <a:xfrm>
            <a:off x="692150" y="8366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a:defRPr/>
            </a:pPr>
            <a:endParaRPr lang="zh-CN" altLang="zh-CN"/>
          </a:p>
        </p:txBody>
      </p:sp>
      <p:sp>
        <p:nvSpPr>
          <p:cNvPr id="199686" name="Text Box 6"/>
          <p:cNvSpPr txBox="1">
            <a:spLocks noChangeArrowheads="1"/>
          </p:cNvSpPr>
          <p:nvPr userDrawn="1"/>
        </p:nvSpPr>
        <p:spPr bwMode="auto">
          <a:xfrm>
            <a:off x="34925" y="-71438"/>
            <a:ext cx="625475"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a:spcBef>
                <a:spcPct val="50000"/>
              </a:spcBef>
              <a:defRPr/>
            </a:pPr>
            <a:r>
              <a:rPr lang="zh-SG" altLang="en-US" b="1">
                <a:solidFill>
                  <a:srgbClr val="F1F0B6"/>
                </a:solidFill>
                <a:ea typeface="微软雅黑" pitchFamily="34" charset="-122"/>
              </a:rPr>
              <a:t>第</a:t>
            </a:r>
            <a:r>
              <a:rPr lang="zh-CN" altLang="en-US" b="1">
                <a:solidFill>
                  <a:srgbClr val="F1F0B6"/>
                </a:solidFill>
                <a:ea typeface="微软雅黑" pitchFamily="34" charset="-122"/>
              </a:rPr>
              <a:t>五章　　　　相似矩阵与二次型</a:t>
            </a:r>
            <a:r>
              <a:rPr lang="zh-CN" altLang="en-US" b="1">
                <a:solidFill>
                  <a:srgbClr val="F1F0B6"/>
                </a:solidFill>
                <a:latin typeface="华文细黑" pitchFamily="2" charset="-122"/>
                <a:ea typeface="微软雅黑" pitchFamily="34" charset="-122"/>
              </a:rPr>
              <a:t>　</a:t>
            </a:r>
          </a:p>
        </p:txBody>
      </p:sp>
    </p:spTree>
    <p:extLst>
      <p:ext uri="{BB962C8B-B14F-4D97-AF65-F5344CB8AC3E}">
        <p14:creationId xmlns:p14="http://schemas.microsoft.com/office/powerpoint/2010/main" val="3884463474"/>
      </p:ext>
    </p:extLst>
  </p:cSld>
  <p:clrMap bg1="dk2" tx1="lt1" bg2="dk1" tx2="lt2" accent1="accent1" accent2="accent2" accent3="accent3" accent4="accent4" accent5="accent5" accent6="accent6" hlink="hlink" folHlink="folHlink"/>
  <p:sldLayoutIdLst>
    <p:sldLayoutId id="2147484288" r:id="rId1"/>
    <p:sldLayoutId id="2147484289" r:id="rId2"/>
    <p:sldLayoutId id="2147484290" r:id="rId3"/>
    <p:sldLayoutId id="2147484291" r:id="rId4"/>
    <p:sldLayoutId id="2147484292" r:id="rId5"/>
    <p:sldLayoutId id="2147484293" r:id="rId6"/>
    <p:sldLayoutId id="2147484294" r:id="rId7"/>
    <p:sldLayoutId id="2147484295" r:id="rId8"/>
    <p:sldLayoutId id="2147484296" r:id="rId9"/>
    <p:sldLayoutId id="2147484297" r:id="rId10"/>
    <p:sldLayoutId id="2147484298" r:id="rId11"/>
    <p:sldLayoutId id="2147484299" r:id="rId12"/>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198658" name="Rectangle 2"/>
          <p:cNvSpPr>
            <a:spLocks noChangeArrowheads="1"/>
          </p:cNvSpPr>
          <p:nvPr userDrawn="1"/>
        </p:nvSpPr>
        <p:spPr bwMode="auto">
          <a:xfrm>
            <a:off x="684213" y="0"/>
            <a:ext cx="8459787" cy="6858000"/>
          </a:xfrm>
          <a:prstGeom prst="rect">
            <a:avLst/>
          </a:prstGeom>
          <a:gradFill rotWithShape="1">
            <a:gsLst>
              <a:gs pos="0">
                <a:srgbClr val="0000FF">
                  <a:alpha val="39000"/>
                </a:srgbClr>
              </a:gs>
              <a:gs pos="100000">
                <a:srgbClr val="0000FF">
                  <a:gamma/>
                  <a:shade val="46275"/>
                  <a:invGamma/>
                  <a:alpha val="39000"/>
                </a:srgbClr>
              </a:gs>
            </a:gsLst>
            <a:lin ang="5400000" scaled="1"/>
          </a:gradFill>
          <a:ln w="38100">
            <a:noFill/>
            <a:miter lim="800000"/>
            <a:headEnd/>
            <a:tailEnd/>
          </a:ln>
          <a:effectLst/>
        </p:spPr>
        <p:txBody>
          <a:bodyPr wrap="none" anchor="ctr"/>
          <a:lstStyle/>
          <a:p>
            <a:pPr eaLnBrk="0" hangingPunct="0">
              <a:defRPr/>
            </a:pPr>
            <a:endParaRPr lang="zh-CN" altLang="en-US"/>
          </a:p>
        </p:txBody>
      </p:sp>
      <p:sp>
        <p:nvSpPr>
          <p:cNvPr id="198659" name="Rectangle 3"/>
          <p:cNvSpPr>
            <a:spLocks noChangeArrowheads="1"/>
          </p:cNvSpPr>
          <p:nvPr userDrawn="1"/>
        </p:nvSpPr>
        <p:spPr bwMode="auto">
          <a:xfrm>
            <a:off x="684213" y="1608138"/>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a:defRPr/>
            </a:pPr>
            <a:endParaRPr lang="zh-CN" altLang="zh-CN"/>
          </a:p>
        </p:txBody>
      </p:sp>
      <p:sp>
        <p:nvSpPr>
          <p:cNvPr id="198660" name="Rectangle 4"/>
          <p:cNvSpPr>
            <a:spLocks noChangeArrowheads="1"/>
          </p:cNvSpPr>
          <p:nvPr userDrawn="1"/>
        </p:nvSpPr>
        <p:spPr bwMode="auto">
          <a:xfrm>
            <a:off x="692150" y="1700213"/>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a:defRPr/>
            </a:pPr>
            <a:endParaRPr lang="zh-CN" altLang="zh-CN"/>
          </a:p>
        </p:txBody>
      </p:sp>
      <p:sp>
        <p:nvSpPr>
          <p:cNvPr id="198661" name="Rectangle 5"/>
          <p:cNvSpPr>
            <a:spLocks noChangeArrowheads="1"/>
          </p:cNvSpPr>
          <p:nvPr userDrawn="1"/>
        </p:nvSpPr>
        <p:spPr bwMode="auto">
          <a:xfrm>
            <a:off x="692150" y="4365625"/>
            <a:ext cx="8451850" cy="139700"/>
          </a:xfrm>
          <a:prstGeom prst="rect">
            <a:avLst/>
          </a:prstGeom>
          <a:gradFill rotWithShape="0">
            <a:gsLst>
              <a:gs pos="0">
                <a:schemeClr val="bg1">
                  <a:gamma/>
                  <a:shade val="46275"/>
                  <a:invGamma/>
                </a:schemeClr>
              </a:gs>
              <a:gs pos="100000">
                <a:schemeClr val="bg1"/>
              </a:gs>
            </a:gsLst>
            <a:path path="shape">
              <a:fillToRect l="50000" t="50000" r="50000" b="50000"/>
            </a:path>
          </a:gradFill>
          <a:ln w="9525">
            <a:noFill/>
            <a:miter lim="800000"/>
            <a:headEnd/>
            <a:tailEnd/>
          </a:ln>
          <a:effectLst/>
        </p:spPr>
        <p:txBody>
          <a:bodyPr/>
          <a:lstStyle/>
          <a:p>
            <a:pPr>
              <a:defRPr/>
            </a:pPr>
            <a:endParaRPr lang="zh-CN" altLang="zh-CN"/>
          </a:p>
        </p:txBody>
      </p:sp>
      <p:sp>
        <p:nvSpPr>
          <p:cNvPr id="198662" name="Rectangle 6"/>
          <p:cNvSpPr>
            <a:spLocks noChangeArrowheads="1"/>
          </p:cNvSpPr>
          <p:nvPr userDrawn="1"/>
        </p:nvSpPr>
        <p:spPr bwMode="auto">
          <a:xfrm>
            <a:off x="684213" y="4441825"/>
            <a:ext cx="8451850" cy="139700"/>
          </a:xfrm>
          <a:prstGeom prst="rect">
            <a:avLst/>
          </a:prstGeom>
          <a:gradFill rotWithShape="0">
            <a:gsLst>
              <a:gs pos="0">
                <a:schemeClr val="hlink"/>
              </a:gs>
              <a:gs pos="100000">
                <a:schemeClr val="hlink">
                  <a:gamma/>
                  <a:shade val="46275"/>
                  <a:invGamma/>
                </a:schemeClr>
              </a:gs>
            </a:gsLst>
            <a:path path="shape">
              <a:fillToRect l="50000" t="50000" r="50000" b="50000"/>
            </a:path>
          </a:gradFill>
          <a:ln w="9525">
            <a:noFill/>
            <a:miter lim="800000"/>
            <a:headEnd/>
            <a:tailEnd/>
          </a:ln>
          <a:effectLst/>
        </p:spPr>
        <p:txBody>
          <a:bodyPr/>
          <a:lstStyle/>
          <a:p>
            <a:pPr>
              <a:defRPr/>
            </a:pPr>
            <a:endParaRPr lang="zh-CN" altLang="zh-CN"/>
          </a:p>
        </p:txBody>
      </p:sp>
      <p:sp>
        <p:nvSpPr>
          <p:cNvPr id="198664" name="Text Box 8"/>
          <p:cNvSpPr txBox="1">
            <a:spLocks noChangeArrowheads="1"/>
          </p:cNvSpPr>
          <p:nvPr userDrawn="1"/>
        </p:nvSpPr>
        <p:spPr bwMode="auto">
          <a:xfrm>
            <a:off x="34925" y="-71438"/>
            <a:ext cx="625475" cy="7029451"/>
          </a:xfrm>
          <a:prstGeom prst="rect">
            <a:avLst/>
          </a:prstGeom>
          <a:gradFill rotWithShape="1">
            <a:gsLst>
              <a:gs pos="0">
                <a:srgbClr val="0126E1"/>
              </a:gs>
              <a:gs pos="50000">
                <a:srgbClr val="0126E1">
                  <a:gamma/>
                  <a:shade val="63529"/>
                  <a:invGamma/>
                </a:srgbClr>
              </a:gs>
              <a:gs pos="100000">
                <a:srgbClr val="0126E1"/>
              </a:gs>
            </a:gsLst>
            <a:lin ang="0" scaled="1"/>
          </a:gradFill>
          <a:ln w="76200" cmpd="tri">
            <a:solidFill>
              <a:schemeClr val="bg2"/>
            </a:solidFill>
            <a:miter lim="800000"/>
            <a:headEnd/>
            <a:tailEnd/>
          </a:ln>
          <a:effectLst/>
        </p:spPr>
        <p:txBody>
          <a:bodyPr vert="eaVert">
            <a:spAutoFit/>
          </a:bodyPr>
          <a:lstStyle/>
          <a:p>
            <a:pPr algn="ctr">
              <a:spcBef>
                <a:spcPct val="50000"/>
              </a:spcBef>
              <a:defRPr/>
            </a:pPr>
            <a:r>
              <a:rPr lang="zh-SG" altLang="en-US" b="1">
                <a:solidFill>
                  <a:srgbClr val="F1F0B6"/>
                </a:solidFill>
                <a:ea typeface="微软雅黑" pitchFamily="34" charset="-122"/>
              </a:rPr>
              <a:t>第</a:t>
            </a:r>
            <a:r>
              <a:rPr lang="zh-CN" altLang="en-US" b="1">
                <a:solidFill>
                  <a:srgbClr val="F1F0B6"/>
                </a:solidFill>
                <a:ea typeface="微软雅黑" pitchFamily="34" charset="-122"/>
              </a:rPr>
              <a:t>五章　　　　相似矩阵与二次型</a:t>
            </a:r>
            <a:r>
              <a:rPr lang="zh-CN" altLang="en-US" b="1">
                <a:solidFill>
                  <a:srgbClr val="F1F0B6"/>
                </a:solidFill>
                <a:latin typeface="华文细黑" pitchFamily="2" charset="-122"/>
                <a:ea typeface="微软雅黑" pitchFamily="34" charset="-122"/>
              </a:rPr>
              <a:t>　</a:t>
            </a:r>
          </a:p>
        </p:txBody>
      </p:sp>
    </p:spTree>
    <p:extLst>
      <p:ext uri="{BB962C8B-B14F-4D97-AF65-F5344CB8AC3E}">
        <p14:creationId xmlns:p14="http://schemas.microsoft.com/office/powerpoint/2010/main" val="3337184667"/>
      </p:ext>
    </p:extLst>
  </p:cSld>
  <p:clrMap bg1="dk2" tx1="lt1" bg2="dk1" tx2="lt2" accent1="accent1" accent2="accent2" accent3="accent3" accent4="accent4" accent5="accent5" accent6="accent6" hlink="hlink" folHlink="folHlink"/>
  <p:sldLayoutIdLst>
    <p:sldLayoutId id="2147484301" r:id="rId1"/>
    <p:sldLayoutId id="2147484302" r:id="rId2"/>
    <p:sldLayoutId id="2147484303" r:id="rId3"/>
    <p:sldLayoutId id="2147484304" r:id="rId4"/>
    <p:sldLayoutId id="2147484305" r:id="rId5"/>
    <p:sldLayoutId id="2147484306" r:id="rId6"/>
    <p:sldLayoutId id="2147484307" r:id="rId7"/>
    <p:sldLayoutId id="2147484308" r:id="rId8"/>
    <p:sldLayoutId id="2147484309" r:id="rId9"/>
    <p:sldLayoutId id="2147484310" r:id="rId10"/>
    <p:sldLayoutId id="2147484311" r:id="rId1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3495" name="Rectangle 7">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pPr>
              <a:defRPr/>
            </a:pPr>
            <a:endParaRPr lang="zh-CN" altLang="en-US" sz="2800">
              <a:solidFill>
                <a:srgbClr val="000000"/>
              </a:solidFill>
            </a:endParaRPr>
          </a:p>
        </p:txBody>
      </p:sp>
      <p:sp>
        <p:nvSpPr>
          <p:cNvPr id="63496" name="Rectangle 8">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a:defRPr/>
            </a:pPr>
            <a:endParaRPr lang="zh-CN" altLang="en-US" sz="2800">
              <a:solidFill>
                <a:srgbClr val="000000"/>
              </a:solidFill>
            </a:endParaRPr>
          </a:p>
        </p:txBody>
      </p:sp>
      <p:sp>
        <p:nvSpPr>
          <p:cNvPr id="63497" name="Rectangle 9">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a:defRPr/>
            </a:pPr>
            <a:endParaRPr lang="zh-CN" altLang="en-US" sz="2800">
              <a:solidFill>
                <a:srgbClr val="000000"/>
              </a:solidFill>
            </a:endParaRPr>
          </a:p>
        </p:txBody>
      </p:sp>
      <p:sp>
        <p:nvSpPr>
          <p:cNvPr id="63499" name="Rectangle 11"/>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4054641219"/>
      </p:ext>
    </p:extLst>
  </p:cSld>
  <p:clrMap bg1="lt1" tx1="dk1" bg2="lt2" tx2="dk2" accent1="accent1" accent2="accent2" accent3="accent3" accent4="accent4" accent5="accent5" accent6="accent6" hlink="hlink" folHlink="folHlink"/>
  <p:sldLayoutIdLst>
    <p:sldLayoutId id="2147484313" r:id="rId1"/>
    <p:sldLayoutId id="2147484314" r:id="rId2"/>
    <p:sldLayoutId id="2147484315" r:id="rId3"/>
    <p:sldLayoutId id="2147484316" r:id="rId4"/>
    <p:sldLayoutId id="2147484317" r:id="rId5"/>
    <p:sldLayoutId id="2147484318" r:id="rId6"/>
    <p:sldLayoutId id="2147484319" r:id="rId7"/>
    <p:sldLayoutId id="2147484320" r:id="rId8"/>
    <p:sldLayoutId id="2147484321" r:id="rId9"/>
    <p:sldLayoutId id="2147484322" r:id="rId10"/>
    <p:sldLayoutId id="2147484323" r:id="rId11"/>
  </p:sldLayoutIdLst>
  <p:transition>
    <p:wipe/>
  </p:transition>
  <p:txStyles>
    <p:titleStyle>
      <a:lvl1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2pPr>
      <a:lvl3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3pPr>
      <a:lvl4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4pPr>
      <a:lvl5pPr algn="l" rtl="0" eaLnBrk="0" fontAlgn="base" hangingPunct="0">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9pPr>
    </p:titleStyle>
    <p:bodyStyle>
      <a:lvl1pPr marL="342900" indent="-342900" algn="l" rtl="0" eaLnBrk="0" fontAlgn="base" hangingPunct="0">
        <a:spcBef>
          <a:spcPct val="20000"/>
        </a:spcBef>
        <a:spcAft>
          <a:spcPct val="0"/>
        </a:spcAft>
        <a:buChar char="•"/>
        <a:defRPr kumimoji="1"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b="1">
          <a:solidFill>
            <a:schemeClr val="tx1"/>
          </a:solidFill>
          <a:latin typeface="+mn-lt"/>
          <a:ea typeface="+mn-ea"/>
        </a:defRPr>
      </a:lvl2pPr>
      <a:lvl3pPr marL="1143000" indent="-228600" algn="l" rtl="0" eaLnBrk="0" fontAlgn="base" hangingPunct="0">
        <a:spcBef>
          <a:spcPct val="20000"/>
        </a:spcBef>
        <a:spcAft>
          <a:spcPct val="0"/>
        </a:spcAft>
        <a:buChar char="•"/>
        <a:defRPr kumimoji="1" sz="2400" b="1">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0706" name="Rectangle 2"/>
          <p:cNvSpPr>
            <a:spLocks noChangeArrowheads="1"/>
          </p:cNvSpPr>
          <p:nvPr userDrawn="1"/>
        </p:nvSpPr>
        <p:spPr bwMode="auto">
          <a:xfrm>
            <a:off x="-14288" y="0"/>
            <a:ext cx="9158288" cy="6858000"/>
          </a:xfrm>
          <a:prstGeom prst="rect">
            <a:avLst/>
          </a:prstGeom>
          <a:gradFill rotWithShape="1">
            <a:gsLst>
              <a:gs pos="0">
                <a:srgbClr val="0000FF">
                  <a:alpha val="59000"/>
                </a:srgbClr>
              </a:gs>
              <a:gs pos="100000">
                <a:srgbClr val="0000FF">
                  <a:gamma/>
                  <a:shade val="46275"/>
                  <a:invGamma/>
                  <a:alpha val="56000"/>
                </a:srgbClr>
              </a:gs>
            </a:gsLst>
            <a:lin ang="5400000" scaled="1"/>
          </a:gradFill>
          <a:ln w="9525">
            <a:noFill/>
            <a:miter lim="800000"/>
            <a:headEnd/>
            <a:tailEnd/>
          </a:ln>
          <a:effectLst/>
        </p:spPr>
        <p:txBody>
          <a:bodyPr wrap="none" anchor="ctr"/>
          <a:lstStyle/>
          <a:p>
            <a:pPr eaLnBrk="0" hangingPunct="0">
              <a:defRPr/>
            </a:pPr>
            <a:endParaRPr lang="zh-CN" altLang="en-US"/>
          </a:p>
        </p:txBody>
      </p:sp>
    </p:spTree>
    <p:extLst>
      <p:ext uri="{BB962C8B-B14F-4D97-AF65-F5344CB8AC3E}">
        <p14:creationId xmlns:p14="http://schemas.microsoft.com/office/powerpoint/2010/main" val="2756153408"/>
      </p:ext>
    </p:extLst>
  </p:cSld>
  <p:clrMap bg1="dk2" tx1="lt1" bg2="dk1" tx2="lt2" accent1="accent1" accent2="accent2" accent3="accent3" accent4="accent4" accent5="accent5" accent6="accent6" hlink="hlink" folHlink="folHlink"/>
  <p:sldLayoutIdLst>
    <p:sldLayoutId id="2147484325" r:id="rId1"/>
    <p:sldLayoutId id="2147484326" r:id="rId2"/>
    <p:sldLayoutId id="2147484327" r:id="rId3"/>
    <p:sldLayoutId id="2147484328" r:id="rId4"/>
    <p:sldLayoutId id="2147484329" r:id="rId5"/>
    <p:sldLayoutId id="2147484330" r:id="rId6"/>
    <p:sldLayoutId id="2147484331" r:id="rId7"/>
    <p:sldLayoutId id="2147484332" r:id="rId8"/>
    <p:sldLayoutId id="2147484333" r:id="rId9"/>
    <p:sldLayoutId id="2147484334" r:id="rId10"/>
    <p:sldLayoutId id="2147484335" r:id="rId1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66274" name="Rectangle 2">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solidFill>
                <a:srgbClr val="000000"/>
              </a:solidFill>
            </a:endParaRPr>
          </a:p>
        </p:txBody>
      </p:sp>
      <p:sp>
        <p:nvSpPr>
          <p:cNvPr id="566275" name="Rectangle 3">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solidFill>
                <a:srgbClr val="000000"/>
              </a:solidFill>
            </a:endParaRPr>
          </a:p>
        </p:txBody>
      </p:sp>
      <p:sp>
        <p:nvSpPr>
          <p:cNvPr id="566276" name="Rectangle 4">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pPr eaLnBrk="0" hangingPunct="0">
              <a:defRPr/>
            </a:pPr>
            <a:endParaRPr lang="zh-CN" altLang="en-US">
              <a:solidFill>
                <a:srgbClr val="000000"/>
              </a:solidFill>
            </a:endParaRPr>
          </a:p>
        </p:txBody>
      </p:sp>
      <p:sp>
        <p:nvSpPr>
          <p:cNvPr id="566277" name="Rectangle 5"/>
          <p:cNvSpPr>
            <a:spLocks noGrp="1" noChangeArrowheads="1"/>
          </p:cNvSpPr>
          <p:nvPr>
            <p:ph type="title"/>
          </p:nvPr>
        </p:nvSpPr>
        <p:spPr bwMode="auto">
          <a:xfrm>
            <a:off x="8382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232263103"/>
      </p:ext>
    </p:extLst>
  </p:cSld>
  <p:clrMap bg1="lt1" tx1="dk1" bg2="lt2" tx2="dk2" accent1="accent1" accent2="accent2" accent3="accent3" accent4="accent4" accent5="accent5" accent6="accent6" hlink="hlink" folHlink="folHlink"/>
  <p:sldLayoutIdLst>
    <p:sldLayoutId id="2147484337" r:id="rId1"/>
    <p:sldLayoutId id="2147484338" r:id="rId2"/>
    <p:sldLayoutId id="2147484339" r:id="rId3"/>
    <p:sldLayoutId id="2147484340" r:id="rId4"/>
    <p:sldLayoutId id="2147484341" r:id="rId5"/>
    <p:sldLayoutId id="2147484342" r:id="rId6"/>
    <p:sldLayoutId id="2147484343" r:id="rId7"/>
    <p:sldLayoutId id="2147484344" r:id="rId8"/>
    <p:sldLayoutId id="2147484345" r:id="rId9"/>
    <p:sldLayoutId id="2147484346" r:id="rId10"/>
    <p:sldLayoutId id="2147484347" r:id="rId11"/>
  </p:sldLayoutIdLst>
  <p:transition>
    <p:wipe/>
  </p:transition>
  <p:txStyles>
    <p:titleStyle>
      <a:lvl1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mj-lt"/>
          <a:ea typeface="+mj-ea"/>
          <a:cs typeface="+mj-cs"/>
        </a:defRPr>
      </a:lvl1pPr>
      <a:lvl2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2pPr>
      <a:lvl3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3pPr>
      <a:lvl4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4pPr>
      <a:lvl5pPr algn="l" rtl="0" eaLnBrk="0" fontAlgn="base" hangingPunct="0">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5pPr>
      <a:lvl6pPr marL="4572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6pPr>
      <a:lvl7pPr marL="9144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7pPr>
      <a:lvl8pPr marL="13716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8pPr>
      <a:lvl9pPr marL="1828800" algn="l" rtl="0" fontAlgn="base">
        <a:spcBef>
          <a:spcPct val="0"/>
        </a:spcBef>
        <a:spcAft>
          <a:spcPct val="0"/>
        </a:spcAft>
        <a:defRPr sz="4000" b="1">
          <a:solidFill>
            <a:srgbClr val="0000FF"/>
          </a:solidFill>
          <a:effectLst>
            <a:outerShdw blurRad="38100" dist="38100" dir="2700000" algn="tl">
              <a:srgbClr val="C0C0C0"/>
            </a:outerShdw>
          </a:effectLst>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tx1"/>
          </a:solidFill>
          <a:latin typeface="+mn-lt"/>
          <a:ea typeface="+mn-ea"/>
        </a:defRPr>
      </a:lvl2pPr>
      <a:lvl3pPr marL="1143000" indent="-228600" algn="l" rtl="0" eaLnBrk="0" fontAlgn="base" hangingPunct="0">
        <a:spcBef>
          <a:spcPct val="20000"/>
        </a:spcBef>
        <a:spcAft>
          <a:spcPct val="0"/>
        </a:spcAft>
        <a:buChar char="•"/>
        <a:defRPr sz="2400" b="1">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8375" name="Rectangle 7">
            <a:hlinkClick r:id="" action="ppaction://hlinkshowjump?jump=previousslide"/>
          </p:cNvPr>
          <p:cNvSpPr>
            <a:spLocks noChangeArrowheads="1"/>
          </p:cNvSpPr>
          <p:nvPr userDrawn="1"/>
        </p:nvSpPr>
        <p:spPr bwMode="auto">
          <a:xfrm>
            <a:off x="6400800" y="6292850"/>
            <a:ext cx="685800" cy="381000"/>
          </a:xfrm>
          <a:prstGeom prst="rect">
            <a:avLst/>
          </a:prstGeom>
          <a:noFill/>
          <a:ln w="57150">
            <a:noFill/>
            <a:miter lim="800000"/>
            <a:headEnd/>
            <a:tailEnd/>
          </a:ln>
          <a:effectLst/>
        </p:spPr>
        <p:txBody>
          <a:bodyPr wrap="none" anchor="ctr"/>
          <a:lstStyle/>
          <a:p>
            <a:endParaRPr lang="zh-CN" altLang="en-US" sz="2800" b="1">
              <a:solidFill>
                <a:srgbClr val="000000"/>
              </a:solidFill>
              <a:ea typeface="宋体" charset="-122"/>
            </a:endParaRPr>
          </a:p>
        </p:txBody>
      </p:sp>
      <p:sp>
        <p:nvSpPr>
          <p:cNvPr id="58376" name="Rectangle 8">
            <a:hlinkClick r:id="" action="ppaction://hlinkshowjump?jump=nextslide"/>
          </p:cNvPr>
          <p:cNvSpPr>
            <a:spLocks noChangeArrowheads="1"/>
          </p:cNvSpPr>
          <p:nvPr userDrawn="1"/>
        </p:nvSpPr>
        <p:spPr bwMode="auto">
          <a:xfrm>
            <a:off x="7283450" y="6292850"/>
            <a:ext cx="685800" cy="381000"/>
          </a:xfrm>
          <a:prstGeom prst="rect">
            <a:avLst/>
          </a:prstGeom>
          <a:noFill/>
          <a:ln w="57150">
            <a:noFill/>
            <a:miter lim="800000"/>
            <a:headEnd/>
            <a:tailEnd/>
          </a:ln>
          <a:effectLst/>
        </p:spPr>
        <p:txBody>
          <a:bodyPr wrap="none" anchor="ctr"/>
          <a:lstStyle/>
          <a:p>
            <a:endParaRPr lang="zh-CN" altLang="en-US" sz="2800" b="1">
              <a:solidFill>
                <a:srgbClr val="000000"/>
              </a:solidFill>
              <a:ea typeface="宋体" charset="-122"/>
            </a:endParaRPr>
          </a:p>
        </p:txBody>
      </p:sp>
      <p:sp>
        <p:nvSpPr>
          <p:cNvPr id="58377" name="Rectangle 9">
            <a:hlinkClick r:id="" action="ppaction://hlinkshowjump?jump=firstslide"/>
          </p:cNvPr>
          <p:cNvSpPr>
            <a:spLocks noChangeArrowheads="1"/>
          </p:cNvSpPr>
          <p:nvPr userDrawn="1"/>
        </p:nvSpPr>
        <p:spPr bwMode="auto">
          <a:xfrm>
            <a:off x="8153400" y="6292850"/>
            <a:ext cx="685800" cy="381000"/>
          </a:xfrm>
          <a:prstGeom prst="rect">
            <a:avLst/>
          </a:prstGeom>
          <a:noFill/>
          <a:ln w="57150">
            <a:noFill/>
            <a:miter lim="800000"/>
            <a:headEnd/>
            <a:tailEnd/>
          </a:ln>
          <a:effectLst/>
        </p:spPr>
        <p:txBody>
          <a:bodyPr wrap="none" anchor="ctr"/>
          <a:lstStyle/>
          <a:p>
            <a:endParaRPr lang="zh-CN" altLang="en-US" sz="2800" b="1">
              <a:solidFill>
                <a:srgbClr val="000000"/>
              </a:solidFill>
              <a:ea typeface="宋体" charset="-122"/>
            </a:endParaRPr>
          </a:p>
        </p:txBody>
      </p:sp>
      <p:sp>
        <p:nvSpPr>
          <p:cNvPr id="58379" name="Rectangle 11"/>
          <p:cNvSpPr>
            <a:spLocks noGrp="1" noChangeArrowheads="1"/>
          </p:cNvSpPr>
          <p:nvPr>
            <p:ph type="title"/>
          </p:nvPr>
        </p:nvSpPr>
        <p:spPr bwMode="auto">
          <a:xfrm>
            <a:off x="85725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Tree>
    <p:extLst>
      <p:ext uri="{BB962C8B-B14F-4D97-AF65-F5344CB8AC3E}">
        <p14:creationId xmlns:p14="http://schemas.microsoft.com/office/powerpoint/2010/main" val="1217414191"/>
      </p:ext>
    </p:extLst>
  </p:cSld>
  <p:clrMap bg1="lt1" tx1="dk1" bg2="lt2" tx2="dk2" accent1="accent1" accent2="accent2" accent3="accent3" accent4="accent4" accent5="accent5" accent6="accent6" hlink="hlink" folHlink="folHlink"/>
  <p:sldLayoutIdLst>
    <p:sldLayoutId id="2147484349" r:id="rId1"/>
    <p:sldLayoutId id="2147484350" r:id="rId2"/>
    <p:sldLayoutId id="2147484351" r:id="rId3"/>
    <p:sldLayoutId id="2147484352" r:id="rId4"/>
    <p:sldLayoutId id="2147484353" r:id="rId5"/>
    <p:sldLayoutId id="2147484354" r:id="rId6"/>
    <p:sldLayoutId id="2147484355" r:id="rId7"/>
    <p:sldLayoutId id="2147484356" r:id="rId8"/>
    <p:sldLayoutId id="2147484357" r:id="rId9"/>
    <p:sldLayoutId id="2147484358" r:id="rId10"/>
    <p:sldLayoutId id="2147484359" r:id="rId11"/>
  </p:sldLayoutIdLst>
  <p:transition>
    <p:wipe/>
  </p:transition>
  <p:txStyles>
    <p:titleStyle>
      <a:lvl1pPr algn="l" rtl="0" fontAlgn="base">
        <a:spcBef>
          <a:spcPct val="0"/>
        </a:spcBef>
        <a:spcAft>
          <a:spcPct val="0"/>
        </a:spcAft>
        <a:defRPr kumimoji="1" sz="4000" b="1">
          <a:solidFill>
            <a:srgbClr val="0000FF"/>
          </a:solidFill>
          <a:effectLst>
            <a:outerShdw blurRad="38100" dist="38100" dir="2700000" algn="tl">
              <a:srgbClr val="C0C0C0"/>
            </a:outerShdw>
          </a:effectLst>
          <a:latin typeface="+mj-lt"/>
          <a:ea typeface="+mj-ea"/>
          <a:cs typeface="+mj-cs"/>
        </a:defRPr>
      </a:lvl1pPr>
      <a:lvl2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2pPr>
      <a:lvl3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3pPr>
      <a:lvl4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4pPr>
      <a:lvl5pPr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5pPr>
      <a:lvl6pPr marL="4572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6pPr>
      <a:lvl7pPr marL="9144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7pPr>
      <a:lvl8pPr marL="13716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8pPr>
      <a:lvl9pPr marL="1828800" algn="l" rtl="0" fontAlgn="base">
        <a:spcBef>
          <a:spcPct val="0"/>
        </a:spcBef>
        <a:spcAft>
          <a:spcPct val="0"/>
        </a:spcAft>
        <a:defRPr kumimoji="1" sz="4000" b="1">
          <a:solidFill>
            <a:srgbClr val="0000FF"/>
          </a:solidFill>
          <a:effectLst>
            <a:outerShdw blurRad="38100" dist="38100" dir="2700000" algn="tl">
              <a:srgbClr val="C0C0C0"/>
            </a:outerShdw>
          </a:effectLst>
          <a:latin typeface="Times New Roman" pitchFamily="18" charset="0"/>
          <a:ea typeface="黑体" pitchFamily="49" charset="-122"/>
        </a:defRPr>
      </a:lvl9pPr>
    </p:titleStyle>
    <p:bodyStyle>
      <a:lvl1pPr marL="342900" indent="-342900" algn="l" rtl="0" fontAlgn="base">
        <a:spcBef>
          <a:spcPct val="20000"/>
        </a:spcBef>
        <a:spcAft>
          <a:spcPct val="0"/>
        </a:spcAft>
        <a:buChar char="•"/>
        <a:defRPr kumimoji="1" sz="3200" b="1">
          <a:solidFill>
            <a:schemeClr val="tx1"/>
          </a:solidFill>
          <a:latin typeface="+mn-lt"/>
          <a:ea typeface="+mn-ea"/>
          <a:cs typeface="+mn-cs"/>
        </a:defRPr>
      </a:lvl1pPr>
      <a:lvl2pPr marL="742950" indent="-285750" algn="l" rtl="0" fontAlgn="base">
        <a:spcBef>
          <a:spcPct val="20000"/>
        </a:spcBef>
        <a:spcAft>
          <a:spcPct val="0"/>
        </a:spcAft>
        <a:buChar char="–"/>
        <a:defRPr kumimoji="1" sz="2800" b="1">
          <a:solidFill>
            <a:schemeClr val="tx1"/>
          </a:solidFill>
          <a:latin typeface="+mn-lt"/>
          <a:ea typeface="+mn-ea"/>
        </a:defRPr>
      </a:lvl2pPr>
      <a:lvl3pPr marL="1143000" indent="-228600" algn="l" rtl="0" fontAlgn="base">
        <a:spcBef>
          <a:spcPct val="20000"/>
        </a:spcBef>
        <a:spcAft>
          <a:spcPct val="0"/>
        </a:spcAft>
        <a:buChar char="•"/>
        <a:defRPr kumimoji="1" sz="2400" b="1">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Layout" Target="../slideLayouts/slideLayout145.xml"/></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1.xml"/><Relationship Id="rId1" Type="http://schemas.openxmlformats.org/officeDocument/2006/relationships/slideLayout" Target="../slideLayouts/slideLayout137.xml"/><Relationship Id="rId4" Type="http://schemas.openxmlformats.org/officeDocument/2006/relationships/image" Target="../media/image6.wmf"/></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79.xml"/></Relationships>
</file>

<file path=ppt/slides/_rels/slide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29.xml"/></Relationships>
</file>

<file path=ppt/slides/_rels/slide5.xml.rels><?xml version="1.0" encoding="UTF-8" standalone="yes"?>
<Relationships xmlns="http://schemas.openxmlformats.org/package/2006/relationships"><Relationship Id="rId8" Type="http://schemas.openxmlformats.org/officeDocument/2006/relationships/oleObject" Target="../embeddings/oleObject4.bin"/><Relationship Id="rId3" Type="http://schemas.openxmlformats.org/officeDocument/2006/relationships/image" Target="../media/image2.jpeg"/><Relationship Id="rId7" Type="http://schemas.openxmlformats.org/officeDocument/2006/relationships/image" Target="../media/image8.wmf"/><Relationship Id="rId2" Type="http://schemas.openxmlformats.org/officeDocument/2006/relationships/notesSlide" Target="../notesSlides/notesSlide4.xml"/><Relationship Id="rId1" Type="http://schemas.openxmlformats.org/officeDocument/2006/relationships/slideLayout" Target="../slideLayouts/slideLayout25.xml"/><Relationship Id="rId6" Type="http://schemas.openxmlformats.org/officeDocument/2006/relationships/oleObject" Target="../embeddings/oleObject3.bin"/><Relationship Id="rId11" Type="http://schemas.openxmlformats.org/officeDocument/2006/relationships/image" Target="../media/image10.wmf"/><Relationship Id="rId5" Type="http://schemas.openxmlformats.org/officeDocument/2006/relationships/image" Target="../media/image7.wmf"/><Relationship Id="rId10" Type="http://schemas.openxmlformats.org/officeDocument/2006/relationships/oleObject" Target="../embeddings/oleObject5.bin"/><Relationship Id="rId4" Type="http://schemas.openxmlformats.org/officeDocument/2006/relationships/oleObject" Target="../embeddings/oleObject2.bin"/><Relationship Id="rId9" Type="http://schemas.openxmlformats.org/officeDocument/2006/relationships/image" Target="../media/image9.wmf"/></Relationships>
</file>

<file path=ppt/slides/_rels/slide6.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5.xml"/><Relationship Id="rId1" Type="http://schemas.openxmlformats.org/officeDocument/2006/relationships/slideLayout" Target="../slideLayouts/slideLayout25.xml"/><Relationship Id="rId5" Type="http://schemas.openxmlformats.org/officeDocument/2006/relationships/image" Target="../media/image2.jpeg"/><Relationship Id="rId4" Type="http://schemas.openxmlformats.org/officeDocument/2006/relationships/image" Target="../media/image11.emf"/></Relationships>
</file>

<file path=ppt/slides/_rels/slide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xml"/><Relationship Id="rId1" Type="http://schemas.openxmlformats.org/officeDocument/2006/relationships/slideLayout" Target="../slideLayouts/slideLayout25.xml"/><Relationship Id="rId4" Type="http://schemas.openxmlformats.org/officeDocument/2006/relationships/image" Target="../media/image12.emf"/></Relationships>
</file>

<file path=ppt/slides/_rels/slide8.xml.rels><?xml version="1.0" encoding="UTF-8" standalone="yes"?>
<Relationships xmlns="http://schemas.openxmlformats.org/package/2006/relationships"><Relationship Id="rId8" Type="http://schemas.openxmlformats.org/officeDocument/2006/relationships/image" Target="../media/image15.wmf"/><Relationship Id="rId13" Type="http://schemas.openxmlformats.org/officeDocument/2006/relationships/image" Target="../media/image2.jpeg"/><Relationship Id="rId3" Type="http://schemas.openxmlformats.org/officeDocument/2006/relationships/oleObject" Target="../embeddings/oleObject7.bin"/><Relationship Id="rId7" Type="http://schemas.openxmlformats.org/officeDocument/2006/relationships/oleObject" Target="../embeddings/oleObject9.bin"/><Relationship Id="rId12" Type="http://schemas.openxmlformats.org/officeDocument/2006/relationships/image" Target="../media/image17.wmf"/><Relationship Id="rId2" Type="http://schemas.openxmlformats.org/officeDocument/2006/relationships/notesSlide" Target="../notesSlides/notesSlide7.xml"/><Relationship Id="rId1" Type="http://schemas.openxmlformats.org/officeDocument/2006/relationships/slideLayout" Target="../slideLayouts/slideLayout25.xml"/><Relationship Id="rId6" Type="http://schemas.openxmlformats.org/officeDocument/2006/relationships/image" Target="../media/image14.wmf"/><Relationship Id="rId11" Type="http://schemas.openxmlformats.org/officeDocument/2006/relationships/oleObject" Target="../embeddings/oleObject11.bin"/><Relationship Id="rId5" Type="http://schemas.openxmlformats.org/officeDocument/2006/relationships/oleObject" Target="../embeddings/oleObject8.bin"/><Relationship Id="rId10" Type="http://schemas.openxmlformats.org/officeDocument/2006/relationships/image" Target="../media/image16.wmf"/><Relationship Id="rId4" Type="http://schemas.openxmlformats.org/officeDocument/2006/relationships/image" Target="../media/image13.wmf"/><Relationship Id="rId9" Type="http://schemas.openxmlformats.org/officeDocument/2006/relationships/oleObject" Target="../embeddings/oleObject10.bin"/></Relationships>
</file>

<file path=ppt/slides/_rels/slide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xml"/><Relationship Id="rId1" Type="http://schemas.openxmlformats.org/officeDocument/2006/relationships/slideLayout" Target="../slideLayouts/slideLayout25.xml"/><Relationship Id="rId5" Type="http://schemas.openxmlformats.org/officeDocument/2006/relationships/image" Target="../media/image18.wmf"/><Relationship Id="rId4" Type="http://schemas.openxmlformats.org/officeDocument/2006/relationships/oleObject" Target="../embeddings/oleObject12.bin"/></Relationships>
</file>

<file path=ppt/slides/_rels/slide10.xml.rels><?xml version="1.0" encoding="UTF-8" standalone="yes"?>
<Relationships xmlns="http://schemas.openxmlformats.org/package/2006/relationships"><Relationship Id="rId8" Type="http://schemas.openxmlformats.org/officeDocument/2006/relationships/image" Target="../media/image2.jpeg"/><Relationship Id="rId3" Type="http://schemas.openxmlformats.org/officeDocument/2006/relationships/oleObject" Target="../embeddings/oleObject13.bin"/><Relationship Id="rId7" Type="http://schemas.openxmlformats.org/officeDocument/2006/relationships/slide" Target="slide55.xml"/><Relationship Id="rId2" Type="http://schemas.openxmlformats.org/officeDocument/2006/relationships/notesSlide" Target="../notesSlides/notesSlide9.xml"/><Relationship Id="rId1" Type="http://schemas.openxmlformats.org/officeDocument/2006/relationships/slideLayout" Target="../slideLayouts/slideLayout25.xml"/><Relationship Id="rId6" Type="http://schemas.openxmlformats.org/officeDocument/2006/relationships/slide" Target="slide98.xml"/><Relationship Id="rId5" Type="http://schemas.openxmlformats.org/officeDocument/2006/relationships/slide" Target="slide99.xml"/><Relationship Id="rId4" Type="http://schemas.openxmlformats.org/officeDocument/2006/relationships/image" Target="../media/image19.wmf"/></Relationships>
</file>

<file path=ppt/slides/_rels/slide11.xml.rels><?xml version="1.0" encoding="UTF-8" standalone="yes"?>
<Relationships xmlns="http://schemas.openxmlformats.org/package/2006/relationships"><Relationship Id="rId8" Type="http://schemas.openxmlformats.org/officeDocument/2006/relationships/oleObject" Target="../embeddings/oleObject16.bin"/><Relationship Id="rId3" Type="http://schemas.openxmlformats.org/officeDocument/2006/relationships/image" Target="../media/image2.jpeg"/><Relationship Id="rId7" Type="http://schemas.openxmlformats.org/officeDocument/2006/relationships/image" Target="../media/image21.emf"/><Relationship Id="rId2" Type="http://schemas.openxmlformats.org/officeDocument/2006/relationships/notesSlide" Target="../notesSlides/notesSlide10.xml"/><Relationship Id="rId1" Type="http://schemas.openxmlformats.org/officeDocument/2006/relationships/slideLayout" Target="../slideLayouts/slideLayout119.xml"/><Relationship Id="rId6" Type="http://schemas.openxmlformats.org/officeDocument/2006/relationships/oleObject" Target="../embeddings/oleObject15.bin"/><Relationship Id="rId11" Type="http://schemas.openxmlformats.org/officeDocument/2006/relationships/image" Target="../media/image23.emf"/><Relationship Id="rId5" Type="http://schemas.openxmlformats.org/officeDocument/2006/relationships/image" Target="../media/image20.emf"/><Relationship Id="rId10" Type="http://schemas.openxmlformats.org/officeDocument/2006/relationships/oleObject" Target="../embeddings/oleObject17.bin"/><Relationship Id="rId4" Type="http://schemas.openxmlformats.org/officeDocument/2006/relationships/oleObject" Target="../embeddings/oleObject14.bin"/><Relationship Id="rId9" Type="http://schemas.openxmlformats.org/officeDocument/2006/relationships/image" Target="../media/image22.wmf"/></Relationships>
</file>

<file path=ppt/slides/_rels/slide1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xml"/><Relationship Id="rId1" Type="http://schemas.openxmlformats.org/officeDocument/2006/relationships/slideLayout" Target="../slideLayouts/slideLayout119.xml"/></Relationships>
</file>

<file path=ppt/slides/_rels/slide13.xml.rels><?xml version="1.0" encoding="UTF-8" standalone="yes"?>
<Relationships xmlns="http://schemas.openxmlformats.org/package/2006/relationships"><Relationship Id="rId8" Type="http://schemas.openxmlformats.org/officeDocument/2006/relationships/image" Target="../media/image26.wmf"/><Relationship Id="rId13" Type="http://schemas.openxmlformats.org/officeDocument/2006/relationships/oleObject" Target="../embeddings/oleObject23.bin"/><Relationship Id="rId18" Type="http://schemas.openxmlformats.org/officeDocument/2006/relationships/image" Target="../media/image31.wmf"/><Relationship Id="rId26" Type="http://schemas.openxmlformats.org/officeDocument/2006/relationships/image" Target="../media/image35.wmf"/><Relationship Id="rId3" Type="http://schemas.openxmlformats.org/officeDocument/2006/relationships/oleObject" Target="../embeddings/oleObject18.bin"/><Relationship Id="rId21" Type="http://schemas.openxmlformats.org/officeDocument/2006/relationships/oleObject" Target="../embeddings/oleObject27.bin"/><Relationship Id="rId7" Type="http://schemas.openxmlformats.org/officeDocument/2006/relationships/oleObject" Target="../embeddings/oleObject20.bin"/><Relationship Id="rId12" Type="http://schemas.openxmlformats.org/officeDocument/2006/relationships/image" Target="../media/image28.wmf"/><Relationship Id="rId17" Type="http://schemas.openxmlformats.org/officeDocument/2006/relationships/oleObject" Target="../embeddings/oleObject25.bin"/><Relationship Id="rId25" Type="http://schemas.openxmlformats.org/officeDocument/2006/relationships/oleObject" Target="../embeddings/oleObject29.bin"/><Relationship Id="rId2" Type="http://schemas.openxmlformats.org/officeDocument/2006/relationships/notesSlide" Target="../notesSlides/notesSlide12.xml"/><Relationship Id="rId16" Type="http://schemas.openxmlformats.org/officeDocument/2006/relationships/image" Target="../media/image30.wmf"/><Relationship Id="rId20" Type="http://schemas.openxmlformats.org/officeDocument/2006/relationships/image" Target="../media/image32.wmf"/><Relationship Id="rId1" Type="http://schemas.openxmlformats.org/officeDocument/2006/relationships/slideLayout" Target="../slideLayouts/slideLayout137.xml"/><Relationship Id="rId6" Type="http://schemas.openxmlformats.org/officeDocument/2006/relationships/image" Target="../media/image25.wmf"/><Relationship Id="rId11" Type="http://schemas.openxmlformats.org/officeDocument/2006/relationships/oleObject" Target="../embeddings/oleObject22.bin"/><Relationship Id="rId24" Type="http://schemas.openxmlformats.org/officeDocument/2006/relationships/image" Target="../media/image34.wmf"/><Relationship Id="rId5" Type="http://schemas.openxmlformats.org/officeDocument/2006/relationships/oleObject" Target="../embeddings/oleObject19.bin"/><Relationship Id="rId15" Type="http://schemas.openxmlformats.org/officeDocument/2006/relationships/oleObject" Target="../embeddings/oleObject24.bin"/><Relationship Id="rId23" Type="http://schemas.openxmlformats.org/officeDocument/2006/relationships/oleObject" Target="../embeddings/oleObject28.bin"/><Relationship Id="rId28" Type="http://schemas.openxmlformats.org/officeDocument/2006/relationships/image" Target="../media/image36.wmf"/><Relationship Id="rId10" Type="http://schemas.openxmlformats.org/officeDocument/2006/relationships/image" Target="../media/image27.wmf"/><Relationship Id="rId19" Type="http://schemas.openxmlformats.org/officeDocument/2006/relationships/oleObject" Target="../embeddings/oleObject26.bin"/><Relationship Id="rId4" Type="http://schemas.openxmlformats.org/officeDocument/2006/relationships/image" Target="../media/image24.wmf"/><Relationship Id="rId9" Type="http://schemas.openxmlformats.org/officeDocument/2006/relationships/oleObject" Target="../embeddings/oleObject21.bin"/><Relationship Id="rId14" Type="http://schemas.openxmlformats.org/officeDocument/2006/relationships/image" Target="../media/image29.wmf"/><Relationship Id="rId22" Type="http://schemas.openxmlformats.org/officeDocument/2006/relationships/image" Target="../media/image33.wmf"/><Relationship Id="rId27" Type="http://schemas.openxmlformats.org/officeDocument/2006/relationships/oleObject" Target="../embeddings/oleObject30.bin"/></Relationships>
</file>

<file path=ppt/slides/_rels/slide14.xml.rels><?xml version="1.0" encoding="UTF-8" standalone="yes"?>
<Relationships xmlns="http://schemas.openxmlformats.org/package/2006/relationships"><Relationship Id="rId8" Type="http://schemas.openxmlformats.org/officeDocument/2006/relationships/oleObject" Target="../embeddings/oleObject34.bin"/><Relationship Id="rId13" Type="http://schemas.openxmlformats.org/officeDocument/2006/relationships/image" Target="../media/image42.wmf"/><Relationship Id="rId18" Type="http://schemas.openxmlformats.org/officeDocument/2006/relationships/oleObject" Target="../embeddings/oleObject39.bin"/><Relationship Id="rId3" Type="http://schemas.openxmlformats.org/officeDocument/2006/relationships/image" Target="../media/image37.wmf"/><Relationship Id="rId21" Type="http://schemas.openxmlformats.org/officeDocument/2006/relationships/image" Target="../media/image46.wmf"/><Relationship Id="rId7" Type="http://schemas.openxmlformats.org/officeDocument/2006/relationships/image" Target="../media/image39.wmf"/><Relationship Id="rId12" Type="http://schemas.openxmlformats.org/officeDocument/2006/relationships/oleObject" Target="../embeddings/oleObject36.bin"/><Relationship Id="rId17" Type="http://schemas.openxmlformats.org/officeDocument/2006/relationships/image" Target="../media/image44.wmf"/><Relationship Id="rId2" Type="http://schemas.openxmlformats.org/officeDocument/2006/relationships/oleObject" Target="../embeddings/oleObject31.bin"/><Relationship Id="rId16" Type="http://schemas.openxmlformats.org/officeDocument/2006/relationships/oleObject" Target="../embeddings/oleObject38.bin"/><Relationship Id="rId20" Type="http://schemas.openxmlformats.org/officeDocument/2006/relationships/oleObject" Target="../embeddings/oleObject40.bin"/><Relationship Id="rId1" Type="http://schemas.openxmlformats.org/officeDocument/2006/relationships/slideLayout" Target="../slideLayouts/slideLayout186.xml"/><Relationship Id="rId6" Type="http://schemas.openxmlformats.org/officeDocument/2006/relationships/oleObject" Target="../embeddings/oleObject33.bin"/><Relationship Id="rId11" Type="http://schemas.openxmlformats.org/officeDocument/2006/relationships/image" Target="../media/image41.wmf"/><Relationship Id="rId5" Type="http://schemas.openxmlformats.org/officeDocument/2006/relationships/image" Target="../media/image38.wmf"/><Relationship Id="rId15" Type="http://schemas.openxmlformats.org/officeDocument/2006/relationships/image" Target="../media/image43.wmf"/><Relationship Id="rId10" Type="http://schemas.openxmlformats.org/officeDocument/2006/relationships/oleObject" Target="../embeddings/oleObject35.bin"/><Relationship Id="rId19" Type="http://schemas.openxmlformats.org/officeDocument/2006/relationships/image" Target="../media/image45.wmf"/><Relationship Id="rId4" Type="http://schemas.openxmlformats.org/officeDocument/2006/relationships/oleObject" Target="../embeddings/oleObject32.bin"/><Relationship Id="rId9" Type="http://schemas.openxmlformats.org/officeDocument/2006/relationships/image" Target="../media/image40.wmf"/><Relationship Id="rId14" Type="http://schemas.openxmlformats.org/officeDocument/2006/relationships/oleObject" Target="../embeddings/oleObject37.bin"/></Relationships>
</file>

<file path=ppt/slides/_rels/slide15.xml.rels><?xml version="1.0" encoding="UTF-8" standalone="yes"?>
<Relationships xmlns="http://schemas.openxmlformats.org/package/2006/relationships"><Relationship Id="rId8" Type="http://schemas.openxmlformats.org/officeDocument/2006/relationships/image" Target="../media/image49.wmf"/><Relationship Id="rId13" Type="http://schemas.openxmlformats.org/officeDocument/2006/relationships/oleObject" Target="../embeddings/oleObject46.bin"/><Relationship Id="rId3" Type="http://schemas.openxmlformats.org/officeDocument/2006/relationships/oleObject" Target="../embeddings/oleObject41.bin"/><Relationship Id="rId7" Type="http://schemas.openxmlformats.org/officeDocument/2006/relationships/oleObject" Target="../embeddings/oleObject43.bin"/><Relationship Id="rId12" Type="http://schemas.openxmlformats.org/officeDocument/2006/relationships/image" Target="../media/image51.wmf"/><Relationship Id="rId2" Type="http://schemas.openxmlformats.org/officeDocument/2006/relationships/notesSlide" Target="../notesSlides/notesSlide13.xml"/><Relationship Id="rId16" Type="http://schemas.openxmlformats.org/officeDocument/2006/relationships/image" Target="../media/image53.wmf"/><Relationship Id="rId1" Type="http://schemas.openxmlformats.org/officeDocument/2006/relationships/slideLayout" Target="../slideLayouts/slideLayout137.xml"/><Relationship Id="rId6" Type="http://schemas.openxmlformats.org/officeDocument/2006/relationships/image" Target="../media/image48.wmf"/><Relationship Id="rId11" Type="http://schemas.openxmlformats.org/officeDocument/2006/relationships/oleObject" Target="../embeddings/oleObject45.bin"/><Relationship Id="rId5" Type="http://schemas.openxmlformats.org/officeDocument/2006/relationships/oleObject" Target="../embeddings/oleObject42.bin"/><Relationship Id="rId15" Type="http://schemas.openxmlformats.org/officeDocument/2006/relationships/oleObject" Target="../embeddings/oleObject47.bin"/><Relationship Id="rId10" Type="http://schemas.openxmlformats.org/officeDocument/2006/relationships/image" Target="../media/image50.wmf"/><Relationship Id="rId4" Type="http://schemas.openxmlformats.org/officeDocument/2006/relationships/image" Target="../media/image47.wmf"/><Relationship Id="rId9" Type="http://schemas.openxmlformats.org/officeDocument/2006/relationships/oleObject" Target="../embeddings/oleObject44.bin"/><Relationship Id="rId14" Type="http://schemas.openxmlformats.org/officeDocument/2006/relationships/image" Target="../media/image52.wmf"/></Relationships>
</file>

<file path=ppt/slides/_rels/slide16.xml.rels><?xml version="1.0" encoding="UTF-8" standalone="yes"?>
<Relationships xmlns="http://schemas.openxmlformats.org/package/2006/relationships"><Relationship Id="rId13" Type="http://schemas.openxmlformats.org/officeDocument/2006/relationships/image" Target="../media/image59.emf"/><Relationship Id="rId18" Type="http://schemas.openxmlformats.org/officeDocument/2006/relationships/oleObject" Target="../embeddings/oleObject55.bin"/><Relationship Id="rId26" Type="http://schemas.openxmlformats.org/officeDocument/2006/relationships/oleObject" Target="../embeddings/oleObject59.bin"/><Relationship Id="rId39" Type="http://schemas.openxmlformats.org/officeDocument/2006/relationships/image" Target="../media/image72.emf"/><Relationship Id="rId21" Type="http://schemas.openxmlformats.org/officeDocument/2006/relationships/image" Target="../media/image63.emf"/><Relationship Id="rId34" Type="http://schemas.openxmlformats.org/officeDocument/2006/relationships/oleObject" Target="../embeddings/oleObject63.bin"/><Relationship Id="rId42" Type="http://schemas.openxmlformats.org/officeDocument/2006/relationships/oleObject" Target="../embeddings/oleObject67.bin"/><Relationship Id="rId47" Type="http://schemas.openxmlformats.org/officeDocument/2006/relationships/image" Target="../media/image76.emf"/><Relationship Id="rId50" Type="http://schemas.openxmlformats.org/officeDocument/2006/relationships/oleObject" Target="../embeddings/oleObject71.bin"/><Relationship Id="rId7" Type="http://schemas.openxmlformats.org/officeDocument/2006/relationships/oleObject" Target="../embeddings/oleObject50.bin"/><Relationship Id="rId2" Type="http://schemas.openxmlformats.org/officeDocument/2006/relationships/notesSlide" Target="../notesSlides/notesSlide14.xml"/><Relationship Id="rId16" Type="http://schemas.openxmlformats.org/officeDocument/2006/relationships/oleObject" Target="../embeddings/oleObject54.bin"/><Relationship Id="rId29" Type="http://schemas.openxmlformats.org/officeDocument/2006/relationships/image" Target="../media/image67.wmf"/><Relationship Id="rId11" Type="http://schemas.openxmlformats.org/officeDocument/2006/relationships/image" Target="../media/image58.emf"/><Relationship Id="rId24" Type="http://schemas.openxmlformats.org/officeDocument/2006/relationships/oleObject" Target="../embeddings/oleObject58.bin"/><Relationship Id="rId32" Type="http://schemas.openxmlformats.org/officeDocument/2006/relationships/oleObject" Target="../embeddings/oleObject62.bin"/><Relationship Id="rId37" Type="http://schemas.openxmlformats.org/officeDocument/2006/relationships/image" Target="../media/image71.emf"/><Relationship Id="rId40" Type="http://schemas.openxmlformats.org/officeDocument/2006/relationships/oleObject" Target="../embeddings/oleObject66.bin"/><Relationship Id="rId45" Type="http://schemas.openxmlformats.org/officeDocument/2006/relationships/image" Target="../media/image75.emf"/><Relationship Id="rId5" Type="http://schemas.openxmlformats.org/officeDocument/2006/relationships/oleObject" Target="../embeddings/oleObject49.bin"/><Relationship Id="rId15" Type="http://schemas.openxmlformats.org/officeDocument/2006/relationships/image" Target="../media/image60.emf"/><Relationship Id="rId23" Type="http://schemas.openxmlformats.org/officeDocument/2006/relationships/image" Target="../media/image64.emf"/><Relationship Id="rId28" Type="http://schemas.openxmlformats.org/officeDocument/2006/relationships/oleObject" Target="../embeddings/oleObject60.bin"/><Relationship Id="rId36" Type="http://schemas.openxmlformats.org/officeDocument/2006/relationships/oleObject" Target="../embeddings/oleObject64.bin"/><Relationship Id="rId49" Type="http://schemas.openxmlformats.org/officeDocument/2006/relationships/image" Target="../media/image77.wmf"/><Relationship Id="rId10" Type="http://schemas.openxmlformats.org/officeDocument/2006/relationships/oleObject" Target="../embeddings/oleObject51.bin"/><Relationship Id="rId19" Type="http://schemas.openxmlformats.org/officeDocument/2006/relationships/image" Target="../media/image62.emf"/><Relationship Id="rId31" Type="http://schemas.openxmlformats.org/officeDocument/2006/relationships/image" Target="../media/image68.wmf"/><Relationship Id="rId44" Type="http://schemas.openxmlformats.org/officeDocument/2006/relationships/oleObject" Target="../embeddings/oleObject68.bin"/><Relationship Id="rId4" Type="http://schemas.openxmlformats.org/officeDocument/2006/relationships/image" Target="../media/image54.wmf"/><Relationship Id="rId9" Type="http://schemas.openxmlformats.org/officeDocument/2006/relationships/image" Target="../media/image57.emf"/><Relationship Id="rId14" Type="http://schemas.openxmlformats.org/officeDocument/2006/relationships/oleObject" Target="../embeddings/oleObject53.bin"/><Relationship Id="rId22" Type="http://schemas.openxmlformats.org/officeDocument/2006/relationships/oleObject" Target="../embeddings/oleObject57.bin"/><Relationship Id="rId27" Type="http://schemas.openxmlformats.org/officeDocument/2006/relationships/image" Target="../media/image66.emf"/><Relationship Id="rId30" Type="http://schemas.openxmlformats.org/officeDocument/2006/relationships/oleObject" Target="../embeddings/oleObject61.bin"/><Relationship Id="rId35" Type="http://schemas.openxmlformats.org/officeDocument/2006/relationships/image" Target="../media/image70.emf"/><Relationship Id="rId43" Type="http://schemas.openxmlformats.org/officeDocument/2006/relationships/image" Target="../media/image74.emf"/><Relationship Id="rId48" Type="http://schemas.openxmlformats.org/officeDocument/2006/relationships/oleObject" Target="../embeddings/oleObject70.bin"/><Relationship Id="rId8" Type="http://schemas.openxmlformats.org/officeDocument/2006/relationships/image" Target="../media/image56.emf"/><Relationship Id="rId51" Type="http://schemas.openxmlformats.org/officeDocument/2006/relationships/image" Target="../media/image78.wmf"/><Relationship Id="rId3" Type="http://schemas.openxmlformats.org/officeDocument/2006/relationships/oleObject" Target="../embeddings/oleObject48.bin"/><Relationship Id="rId12" Type="http://schemas.openxmlformats.org/officeDocument/2006/relationships/oleObject" Target="../embeddings/oleObject52.bin"/><Relationship Id="rId17" Type="http://schemas.openxmlformats.org/officeDocument/2006/relationships/image" Target="../media/image61.emf"/><Relationship Id="rId25" Type="http://schemas.openxmlformats.org/officeDocument/2006/relationships/image" Target="../media/image65.emf"/><Relationship Id="rId33" Type="http://schemas.openxmlformats.org/officeDocument/2006/relationships/image" Target="../media/image69.emf"/><Relationship Id="rId38" Type="http://schemas.openxmlformats.org/officeDocument/2006/relationships/oleObject" Target="../embeddings/oleObject65.bin"/><Relationship Id="rId46" Type="http://schemas.openxmlformats.org/officeDocument/2006/relationships/oleObject" Target="../embeddings/oleObject69.bin"/><Relationship Id="rId20" Type="http://schemas.openxmlformats.org/officeDocument/2006/relationships/oleObject" Target="../embeddings/oleObject56.bin"/><Relationship Id="rId41" Type="http://schemas.openxmlformats.org/officeDocument/2006/relationships/image" Target="../media/image73.emf"/><Relationship Id="rId1" Type="http://schemas.openxmlformats.org/officeDocument/2006/relationships/slideLayout" Target="../slideLayouts/slideLayout143.xml"/><Relationship Id="rId6" Type="http://schemas.openxmlformats.org/officeDocument/2006/relationships/image" Target="../media/image55.emf"/></Relationships>
</file>

<file path=ppt/slides/_rels/slide17.xml.rels><?xml version="1.0" encoding="UTF-8" standalone="yes"?>
<Relationships xmlns="http://schemas.openxmlformats.org/package/2006/relationships"><Relationship Id="rId8" Type="http://schemas.openxmlformats.org/officeDocument/2006/relationships/oleObject" Target="../embeddings/oleObject75.bin"/><Relationship Id="rId13" Type="http://schemas.openxmlformats.org/officeDocument/2006/relationships/oleObject" Target="../embeddings/oleObject78.bin"/><Relationship Id="rId3" Type="http://schemas.openxmlformats.org/officeDocument/2006/relationships/image" Target="../media/image79.wmf"/><Relationship Id="rId7" Type="http://schemas.openxmlformats.org/officeDocument/2006/relationships/image" Target="../media/image81.wmf"/><Relationship Id="rId12" Type="http://schemas.openxmlformats.org/officeDocument/2006/relationships/oleObject" Target="../embeddings/oleObject77.bin"/><Relationship Id="rId2" Type="http://schemas.openxmlformats.org/officeDocument/2006/relationships/oleObject" Target="../embeddings/oleObject72.bin"/><Relationship Id="rId16" Type="http://schemas.openxmlformats.org/officeDocument/2006/relationships/image" Target="../media/image85.wmf"/><Relationship Id="rId1" Type="http://schemas.openxmlformats.org/officeDocument/2006/relationships/slideLayout" Target="../slideLayouts/slideLayout137.xml"/><Relationship Id="rId6" Type="http://schemas.openxmlformats.org/officeDocument/2006/relationships/oleObject" Target="../embeddings/oleObject74.bin"/><Relationship Id="rId11" Type="http://schemas.openxmlformats.org/officeDocument/2006/relationships/image" Target="../media/image83.wmf"/><Relationship Id="rId5" Type="http://schemas.openxmlformats.org/officeDocument/2006/relationships/image" Target="../media/image80.wmf"/><Relationship Id="rId15" Type="http://schemas.openxmlformats.org/officeDocument/2006/relationships/oleObject" Target="../embeddings/oleObject79.bin"/><Relationship Id="rId10" Type="http://schemas.openxmlformats.org/officeDocument/2006/relationships/oleObject" Target="../embeddings/oleObject76.bin"/><Relationship Id="rId4" Type="http://schemas.openxmlformats.org/officeDocument/2006/relationships/oleObject" Target="../embeddings/oleObject73.bin"/><Relationship Id="rId9" Type="http://schemas.openxmlformats.org/officeDocument/2006/relationships/image" Target="../media/image82.wmf"/><Relationship Id="rId14" Type="http://schemas.openxmlformats.org/officeDocument/2006/relationships/image" Target="../media/image84.wmf"/></Relationships>
</file>

<file path=ppt/slides/_rels/slide18.xml.rels><?xml version="1.0" encoding="UTF-8" standalone="yes"?>
<Relationships xmlns="http://schemas.openxmlformats.org/package/2006/relationships"><Relationship Id="rId8" Type="http://schemas.openxmlformats.org/officeDocument/2006/relationships/image" Target="../media/image88.wmf"/><Relationship Id="rId13" Type="http://schemas.openxmlformats.org/officeDocument/2006/relationships/oleObject" Target="../embeddings/oleObject85.bin"/><Relationship Id="rId18" Type="http://schemas.openxmlformats.org/officeDocument/2006/relationships/image" Target="../media/image92.emf"/><Relationship Id="rId3" Type="http://schemas.openxmlformats.org/officeDocument/2006/relationships/oleObject" Target="../embeddings/oleObject80.bin"/><Relationship Id="rId7" Type="http://schemas.openxmlformats.org/officeDocument/2006/relationships/oleObject" Target="../embeddings/oleObject82.bin"/><Relationship Id="rId12" Type="http://schemas.openxmlformats.org/officeDocument/2006/relationships/image" Target="../media/image90.wmf"/><Relationship Id="rId17" Type="http://schemas.openxmlformats.org/officeDocument/2006/relationships/oleObject" Target="../embeddings/oleObject87.bin"/><Relationship Id="rId2" Type="http://schemas.openxmlformats.org/officeDocument/2006/relationships/notesSlide" Target="../notesSlides/notesSlide15.xml"/><Relationship Id="rId16" Type="http://schemas.openxmlformats.org/officeDocument/2006/relationships/image" Target="../media/image19.wmf"/><Relationship Id="rId20" Type="http://schemas.openxmlformats.org/officeDocument/2006/relationships/slide" Target="slide46.xml"/><Relationship Id="rId1" Type="http://schemas.openxmlformats.org/officeDocument/2006/relationships/slideLayout" Target="../slideLayouts/slideLayout137.xml"/><Relationship Id="rId6" Type="http://schemas.openxmlformats.org/officeDocument/2006/relationships/image" Target="../media/image87.wmf"/><Relationship Id="rId11" Type="http://schemas.openxmlformats.org/officeDocument/2006/relationships/oleObject" Target="../embeddings/oleObject84.bin"/><Relationship Id="rId5" Type="http://schemas.openxmlformats.org/officeDocument/2006/relationships/oleObject" Target="../embeddings/oleObject81.bin"/><Relationship Id="rId15" Type="http://schemas.openxmlformats.org/officeDocument/2006/relationships/oleObject" Target="../embeddings/oleObject86.bin"/><Relationship Id="rId10" Type="http://schemas.openxmlformats.org/officeDocument/2006/relationships/image" Target="../media/image89.emf"/><Relationship Id="rId19" Type="http://schemas.openxmlformats.org/officeDocument/2006/relationships/oleObject" Target="../embeddings/oleObject88.bin"/><Relationship Id="rId4" Type="http://schemas.openxmlformats.org/officeDocument/2006/relationships/image" Target="../media/image86.wmf"/><Relationship Id="rId9" Type="http://schemas.openxmlformats.org/officeDocument/2006/relationships/oleObject" Target="../embeddings/oleObject83.bin"/><Relationship Id="rId14" Type="http://schemas.openxmlformats.org/officeDocument/2006/relationships/image" Target="../media/image91.wmf"/></Relationships>
</file>

<file path=ppt/slides/_rels/slide19.xml.rels><?xml version="1.0" encoding="UTF-8" standalone="yes"?>
<Relationships xmlns="http://schemas.openxmlformats.org/package/2006/relationships"><Relationship Id="rId8" Type="http://schemas.openxmlformats.org/officeDocument/2006/relationships/oleObject" Target="../embeddings/oleObject92.bin"/><Relationship Id="rId13" Type="http://schemas.openxmlformats.org/officeDocument/2006/relationships/image" Target="../media/image98.wmf"/><Relationship Id="rId3" Type="http://schemas.openxmlformats.org/officeDocument/2006/relationships/image" Target="../media/image93.wmf"/><Relationship Id="rId7" Type="http://schemas.openxmlformats.org/officeDocument/2006/relationships/image" Target="../media/image95.emf"/><Relationship Id="rId12" Type="http://schemas.openxmlformats.org/officeDocument/2006/relationships/oleObject" Target="../embeddings/oleObject94.bin"/><Relationship Id="rId2" Type="http://schemas.openxmlformats.org/officeDocument/2006/relationships/oleObject" Target="../embeddings/oleObject89.bin"/><Relationship Id="rId1" Type="http://schemas.openxmlformats.org/officeDocument/2006/relationships/slideLayout" Target="../slideLayouts/slideLayout137.xml"/><Relationship Id="rId6" Type="http://schemas.openxmlformats.org/officeDocument/2006/relationships/oleObject" Target="../embeddings/oleObject91.bin"/><Relationship Id="rId11" Type="http://schemas.openxmlformats.org/officeDocument/2006/relationships/image" Target="../media/image97.wmf"/><Relationship Id="rId5" Type="http://schemas.openxmlformats.org/officeDocument/2006/relationships/image" Target="../media/image94.wmf"/><Relationship Id="rId10" Type="http://schemas.openxmlformats.org/officeDocument/2006/relationships/oleObject" Target="../embeddings/oleObject93.bin"/><Relationship Id="rId4" Type="http://schemas.openxmlformats.org/officeDocument/2006/relationships/oleObject" Target="../embeddings/oleObject90.bin"/><Relationship Id="rId9" Type="http://schemas.openxmlformats.org/officeDocument/2006/relationships/image" Target="../media/image96.wmf"/></Relationships>
</file>

<file path=ppt/slides/_rels/slide20.xml.rels><?xml version="1.0" encoding="UTF-8" standalone="yes"?>
<Relationships xmlns="http://schemas.openxmlformats.org/package/2006/relationships"><Relationship Id="rId8" Type="http://schemas.openxmlformats.org/officeDocument/2006/relationships/image" Target="../media/image101.wmf"/><Relationship Id="rId3" Type="http://schemas.openxmlformats.org/officeDocument/2006/relationships/oleObject" Target="../embeddings/oleObject95.bin"/><Relationship Id="rId7" Type="http://schemas.openxmlformats.org/officeDocument/2006/relationships/oleObject" Target="../embeddings/oleObject97.bin"/><Relationship Id="rId2" Type="http://schemas.openxmlformats.org/officeDocument/2006/relationships/notesSlide" Target="../notesSlides/notesSlide16.xml"/><Relationship Id="rId1" Type="http://schemas.openxmlformats.org/officeDocument/2006/relationships/slideLayout" Target="../slideLayouts/slideLayout137.xml"/><Relationship Id="rId6" Type="http://schemas.openxmlformats.org/officeDocument/2006/relationships/image" Target="../media/image100.wmf"/><Relationship Id="rId11" Type="http://schemas.openxmlformats.org/officeDocument/2006/relationships/slide" Target="slide46.xml"/><Relationship Id="rId5" Type="http://schemas.openxmlformats.org/officeDocument/2006/relationships/oleObject" Target="../embeddings/oleObject96.bin"/><Relationship Id="rId10" Type="http://schemas.openxmlformats.org/officeDocument/2006/relationships/image" Target="../media/image102.wmf"/><Relationship Id="rId4" Type="http://schemas.openxmlformats.org/officeDocument/2006/relationships/image" Target="../media/image99.wmf"/><Relationship Id="rId9" Type="http://schemas.openxmlformats.org/officeDocument/2006/relationships/oleObject" Target="../embeddings/oleObject98.bin"/></Relationships>
</file>

<file path=ppt/slides/_rels/slide21.xml.rels><?xml version="1.0" encoding="UTF-8" standalone="yes"?>
<Relationships xmlns="http://schemas.openxmlformats.org/package/2006/relationships"><Relationship Id="rId8" Type="http://schemas.openxmlformats.org/officeDocument/2006/relationships/image" Target="../media/image105.wmf"/><Relationship Id="rId3" Type="http://schemas.openxmlformats.org/officeDocument/2006/relationships/oleObject" Target="../embeddings/oleObject99.bin"/><Relationship Id="rId7" Type="http://schemas.openxmlformats.org/officeDocument/2006/relationships/oleObject" Target="../embeddings/oleObject101.bin"/><Relationship Id="rId2" Type="http://schemas.openxmlformats.org/officeDocument/2006/relationships/notesSlide" Target="../notesSlides/notesSlide17.xml"/><Relationship Id="rId1" Type="http://schemas.openxmlformats.org/officeDocument/2006/relationships/slideLayout" Target="../slideLayouts/slideLayout137.xml"/><Relationship Id="rId6" Type="http://schemas.openxmlformats.org/officeDocument/2006/relationships/image" Target="../media/image104.wmf"/><Relationship Id="rId5" Type="http://schemas.openxmlformats.org/officeDocument/2006/relationships/oleObject" Target="../embeddings/oleObject100.bin"/><Relationship Id="rId4" Type="http://schemas.openxmlformats.org/officeDocument/2006/relationships/image" Target="../media/image103.wmf"/><Relationship Id="rId9" Type="http://schemas.openxmlformats.org/officeDocument/2006/relationships/slide" Target="slide46.xml"/></Relationships>
</file>

<file path=ppt/slides/_rels/slide22.xml.rels><?xml version="1.0" encoding="UTF-8" standalone="yes"?>
<Relationships xmlns="http://schemas.openxmlformats.org/package/2006/relationships"><Relationship Id="rId8" Type="http://schemas.openxmlformats.org/officeDocument/2006/relationships/oleObject" Target="../embeddings/oleObject105.bin"/><Relationship Id="rId3" Type="http://schemas.openxmlformats.org/officeDocument/2006/relationships/image" Target="../media/image106.wmf"/><Relationship Id="rId7" Type="http://schemas.openxmlformats.org/officeDocument/2006/relationships/image" Target="../media/image108.wmf"/><Relationship Id="rId2" Type="http://schemas.openxmlformats.org/officeDocument/2006/relationships/oleObject" Target="../embeddings/oleObject102.bin"/><Relationship Id="rId1" Type="http://schemas.openxmlformats.org/officeDocument/2006/relationships/slideLayout" Target="../slideLayouts/slideLayout137.xml"/><Relationship Id="rId6" Type="http://schemas.openxmlformats.org/officeDocument/2006/relationships/oleObject" Target="../embeddings/oleObject104.bin"/><Relationship Id="rId5" Type="http://schemas.openxmlformats.org/officeDocument/2006/relationships/image" Target="../media/image107.wmf"/><Relationship Id="rId4" Type="http://schemas.openxmlformats.org/officeDocument/2006/relationships/oleObject" Target="../embeddings/oleObject103.bin"/><Relationship Id="rId9" Type="http://schemas.openxmlformats.org/officeDocument/2006/relationships/image" Target="../media/image109.wmf"/></Relationships>
</file>

<file path=ppt/slides/_rels/slide23.xml.rels><?xml version="1.0" encoding="UTF-8" standalone="yes"?>
<Relationships xmlns="http://schemas.openxmlformats.org/package/2006/relationships"><Relationship Id="rId8" Type="http://schemas.openxmlformats.org/officeDocument/2006/relationships/oleObject" Target="../embeddings/oleObject109.bin"/><Relationship Id="rId13" Type="http://schemas.openxmlformats.org/officeDocument/2006/relationships/image" Target="../media/image115.wmf"/><Relationship Id="rId3" Type="http://schemas.openxmlformats.org/officeDocument/2006/relationships/image" Target="../media/image110.wmf"/><Relationship Id="rId7" Type="http://schemas.openxmlformats.org/officeDocument/2006/relationships/image" Target="../media/image112.wmf"/><Relationship Id="rId12" Type="http://schemas.openxmlformats.org/officeDocument/2006/relationships/oleObject" Target="../embeddings/oleObject111.bin"/><Relationship Id="rId17" Type="http://schemas.openxmlformats.org/officeDocument/2006/relationships/image" Target="../media/image117.wmf"/><Relationship Id="rId2" Type="http://schemas.openxmlformats.org/officeDocument/2006/relationships/oleObject" Target="../embeddings/oleObject106.bin"/><Relationship Id="rId16" Type="http://schemas.openxmlformats.org/officeDocument/2006/relationships/oleObject" Target="../embeddings/oleObject113.bin"/><Relationship Id="rId1" Type="http://schemas.openxmlformats.org/officeDocument/2006/relationships/slideLayout" Target="../slideLayouts/slideLayout134.xml"/><Relationship Id="rId6" Type="http://schemas.openxmlformats.org/officeDocument/2006/relationships/oleObject" Target="../embeddings/oleObject108.bin"/><Relationship Id="rId11" Type="http://schemas.openxmlformats.org/officeDocument/2006/relationships/image" Target="../media/image114.wmf"/><Relationship Id="rId5" Type="http://schemas.openxmlformats.org/officeDocument/2006/relationships/image" Target="../media/image111.wmf"/><Relationship Id="rId15" Type="http://schemas.openxmlformats.org/officeDocument/2006/relationships/image" Target="../media/image116.wmf"/><Relationship Id="rId10" Type="http://schemas.openxmlformats.org/officeDocument/2006/relationships/oleObject" Target="../embeddings/oleObject110.bin"/><Relationship Id="rId4" Type="http://schemas.openxmlformats.org/officeDocument/2006/relationships/oleObject" Target="../embeddings/oleObject107.bin"/><Relationship Id="rId9" Type="http://schemas.openxmlformats.org/officeDocument/2006/relationships/image" Target="../media/image113.wmf"/><Relationship Id="rId14" Type="http://schemas.openxmlformats.org/officeDocument/2006/relationships/oleObject" Target="../embeddings/oleObject112.bin"/></Relationships>
</file>

<file path=ppt/slides/_rels/slide24.xml.rels><?xml version="1.0" encoding="UTF-8" standalone="yes"?>
<Relationships xmlns="http://schemas.openxmlformats.org/package/2006/relationships"><Relationship Id="rId8" Type="http://schemas.openxmlformats.org/officeDocument/2006/relationships/oleObject" Target="../embeddings/oleObject117.bin"/><Relationship Id="rId13" Type="http://schemas.openxmlformats.org/officeDocument/2006/relationships/image" Target="../media/image123.wmf"/><Relationship Id="rId18" Type="http://schemas.openxmlformats.org/officeDocument/2006/relationships/image" Target="../media/image125.wmf"/><Relationship Id="rId3" Type="http://schemas.openxmlformats.org/officeDocument/2006/relationships/image" Target="../media/image118.wmf"/><Relationship Id="rId7" Type="http://schemas.openxmlformats.org/officeDocument/2006/relationships/image" Target="../media/image120.wmf"/><Relationship Id="rId12" Type="http://schemas.openxmlformats.org/officeDocument/2006/relationships/oleObject" Target="../embeddings/oleObject119.bin"/><Relationship Id="rId17" Type="http://schemas.openxmlformats.org/officeDocument/2006/relationships/oleObject" Target="../embeddings/oleObject121.bin"/><Relationship Id="rId2" Type="http://schemas.openxmlformats.org/officeDocument/2006/relationships/oleObject" Target="../embeddings/oleObject114.bin"/><Relationship Id="rId16" Type="http://schemas.openxmlformats.org/officeDocument/2006/relationships/slide" Target="slide46.xml"/><Relationship Id="rId20" Type="http://schemas.openxmlformats.org/officeDocument/2006/relationships/image" Target="../media/image126.wmf"/><Relationship Id="rId1" Type="http://schemas.openxmlformats.org/officeDocument/2006/relationships/slideLayout" Target="../slideLayouts/slideLayout134.xml"/><Relationship Id="rId6" Type="http://schemas.openxmlformats.org/officeDocument/2006/relationships/oleObject" Target="../embeddings/oleObject116.bin"/><Relationship Id="rId11" Type="http://schemas.openxmlformats.org/officeDocument/2006/relationships/image" Target="../media/image122.wmf"/><Relationship Id="rId5" Type="http://schemas.openxmlformats.org/officeDocument/2006/relationships/image" Target="../media/image119.wmf"/><Relationship Id="rId15" Type="http://schemas.openxmlformats.org/officeDocument/2006/relationships/image" Target="../media/image124.wmf"/><Relationship Id="rId10" Type="http://schemas.openxmlformats.org/officeDocument/2006/relationships/oleObject" Target="../embeddings/oleObject118.bin"/><Relationship Id="rId19" Type="http://schemas.openxmlformats.org/officeDocument/2006/relationships/oleObject" Target="../embeddings/oleObject122.bin"/><Relationship Id="rId4" Type="http://schemas.openxmlformats.org/officeDocument/2006/relationships/oleObject" Target="../embeddings/oleObject115.bin"/><Relationship Id="rId9" Type="http://schemas.openxmlformats.org/officeDocument/2006/relationships/image" Target="../media/image121.wmf"/><Relationship Id="rId14" Type="http://schemas.openxmlformats.org/officeDocument/2006/relationships/oleObject" Target="../embeddings/oleObject120.bin"/></Relationships>
</file>

<file path=ppt/slides/_rels/slide25.xml.rels><?xml version="1.0" encoding="UTF-8" standalone="yes"?>
<Relationships xmlns="http://schemas.openxmlformats.org/package/2006/relationships"><Relationship Id="rId8" Type="http://schemas.openxmlformats.org/officeDocument/2006/relationships/image" Target="../media/image129.wmf"/><Relationship Id="rId13" Type="http://schemas.openxmlformats.org/officeDocument/2006/relationships/oleObject" Target="../embeddings/oleObject128.bin"/><Relationship Id="rId18" Type="http://schemas.openxmlformats.org/officeDocument/2006/relationships/image" Target="../media/image134.wmf"/><Relationship Id="rId3" Type="http://schemas.openxmlformats.org/officeDocument/2006/relationships/oleObject" Target="../embeddings/oleObject123.bin"/><Relationship Id="rId7" Type="http://schemas.openxmlformats.org/officeDocument/2006/relationships/oleObject" Target="../embeddings/oleObject125.bin"/><Relationship Id="rId12" Type="http://schemas.openxmlformats.org/officeDocument/2006/relationships/image" Target="../media/image131.wmf"/><Relationship Id="rId17" Type="http://schemas.openxmlformats.org/officeDocument/2006/relationships/oleObject" Target="../embeddings/oleObject130.bin"/><Relationship Id="rId2" Type="http://schemas.openxmlformats.org/officeDocument/2006/relationships/notesSlide" Target="../notesSlides/notesSlide18.xml"/><Relationship Id="rId16" Type="http://schemas.openxmlformats.org/officeDocument/2006/relationships/image" Target="../media/image133.wmf"/><Relationship Id="rId1" Type="http://schemas.openxmlformats.org/officeDocument/2006/relationships/slideLayout" Target="../slideLayouts/slideLayout137.xml"/><Relationship Id="rId6" Type="http://schemas.openxmlformats.org/officeDocument/2006/relationships/image" Target="../media/image128.wmf"/><Relationship Id="rId11" Type="http://schemas.openxmlformats.org/officeDocument/2006/relationships/oleObject" Target="../embeddings/oleObject127.bin"/><Relationship Id="rId5" Type="http://schemas.openxmlformats.org/officeDocument/2006/relationships/oleObject" Target="../embeddings/oleObject124.bin"/><Relationship Id="rId15" Type="http://schemas.openxmlformats.org/officeDocument/2006/relationships/oleObject" Target="../embeddings/oleObject129.bin"/><Relationship Id="rId10" Type="http://schemas.openxmlformats.org/officeDocument/2006/relationships/image" Target="../media/image130.wmf"/><Relationship Id="rId4" Type="http://schemas.openxmlformats.org/officeDocument/2006/relationships/image" Target="../media/image127.wmf"/><Relationship Id="rId9" Type="http://schemas.openxmlformats.org/officeDocument/2006/relationships/oleObject" Target="../embeddings/oleObject126.bin"/><Relationship Id="rId14" Type="http://schemas.openxmlformats.org/officeDocument/2006/relationships/image" Target="../media/image132.wmf"/></Relationships>
</file>

<file path=ppt/slides/_rels/slide26.xml.rels><?xml version="1.0" encoding="UTF-8" standalone="yes"?>
<Relationships xmlns="http://schemas.openxmlformats.org/package/2006/relationships"><Relationship Id="rId13" Type="http://schemas.openxmlformats.org/officeDocument/2006/relationships/oleObject" Target="../embeddings/oleObject136.bin"/><Relationship Id="rId18" Type="http://schemas.openxmlformats.org/officeDocument/2006/relationships/image" Target="../media/image142.wmf"/><Relationship Id="rId26" Type="http://schemas.openxmlformats.org/officeDocument/2006/relationships/image" Target="../media/image146.emf"/><Relationship Id="rId21" Type="http://schemas.openxmlformats.org/officeDocument/2006/relationships/oleObject" Target="../embeddings/oleObject140.bin"/><Relationship Id="rId34" Type="http://schemas.openxmlformats.org/officeDocument/2006/relationships/image" Target="../media/image150.emf"/><Relationship Id="rId7" Type="http://schemas.openxmlformats.org/officeDocument/2006/relationships/oleObject" Target="../embeddings/oleObject133.bin"/><Relationship Id="rId12" Type="http://schemas.openxmlformats.org/officeDocument/2006/relationships/image" Target="../media/image139.wmf"/><Relationship Id="rId17" Type="http://schemas.openxmlformats.org/officeDocument/2006/relationships/oleObject" Target="../embeddings/oleObject138.bin"/><Relationship Id="rId25" Type="http://schemas.openxmlformats.org/officeDocument/2006/relationships/oleObject" Target="../embeddings/oleObject142.bin"/><Relationship Id="rId33" Type="http://schemas.openxmlformats.org/officeDocument/2006/relationships/oleObject" Target="../embeddings/oleObject146.bin"/><Relationship Id="rId38" Type="http://schemas.openxmlformats.org/officeDocument/2006/relationships/image" Target="../media/image152.emf"/><Relationship Id="rId2" Type="http://schemas.openxmlformats.org/officeDocument/2006/relationships/notesSlide" Target="../notesSlides/notesSlide19.xml"/><Relationship Id="rId16" Type="http://schemas.openxmlformats.org/officeDocument/2006/relationships/image" Target="../media/image141.emf"/><Relationship Id="rId20" Type="http://schemas.openxmlformats.org/officeDocument/2006/relationships/image" Target="../media/image143.wmf"/><Relationship Id="rId29" Type="http://schemas.openxmlformats.org/officeDocument/2006/relationships/oleObject" Target="../embeddings/oleObject144.bin"/><Relationship Id="rId1" Type="http://schemas.openxmlformats.org/officeDocument/2006/relationships/slideLayout" Target="../slideLayouts/slideLayout137.xml"/><Relationship Id="rId6" Type="http://schemas.openxmlformats.org/officeDocument/2006/relationships/image" Target="../media/image136.wmf"/><Relationship Id="rId11" Type="http://schemas.openxmlformats.org/officeDocument/2006/relationships/oleObject" Target="../embeddings/oleObject135.bin"/><Relationship Id="rId24" Type="http://schemas.openxmlformats.org/officeDocument/2006/relationships/image" Target="../media/image145.emf"/><Relationship Id="rId32" Type="http://schemas.openxmlformats.org/officeDocument/2006/relationships/image" Target="../media/image149.emf"/><Relationship Id="rId37" Type="http://schemas.openxmlformats.org/officeDocument/2006/relationships/oleObject" Target="../embeddings/oleObject148.bin"/><Relationship Id="rId5" Type="http://schemas.openxmlformats.org/officeDocument/2006/relationships/oleObject" Target="../embeddings/oleObject132.bin"/><Relationship Id="rId15" Type="http://schemas.openxmlformats.org/officeDocument/2006/relationships/oleObject" Target="../embeddings/oleObject137.bin"/><Relationship Id="rId23" Type="http://schemas.openxmlformats.org/officeDocument/2006/relationships/oleObject" Target="../embeddings/oleObject141.bin"/><Relationship Id="rId28" Type="http://schemas.openxmlformats.org/officeDocument/2006/relationships/image" Target="../media/image147.emf"/><Relationship Id="rId36" Type="http://schemas.openxmlformats.org/officeDocument/2006/relationships/image" Target="../media/image151.emf"/><Relationship Id="rId10" Type="http://schemas.openxmlformats.org/officeDocument/2006/relationships/image" Target="../media/image138.emf"/><Relationship Id="rId19" Type="http://schemas.openxmlformats.org/officeDocument/2006/relationships/oleObject" Target="../embeddings/oleObject139.bin"/><Relationship Id="rId31" Type="http://schemas.openxmlformats.org/officeDocument/2006/relationships/oleObject" Target="../embeddings/oleObject145.bin"/><Relationship Id="rId4" Type="http://schemas.openxmlformats.org/officeDocument/2006/relationships/image" Target="../media/image135.wmf"/><Relationship Id="rId9" Type="http://schemas.openxmlformats.org/officeDocument/2006/relationships/oleObject" Target="../embeddings/oleObject134.bin"/><Relationship Id="rId14" Type="http://schemas.openxmlformats.org/officeDocument/2006/relationships/image" Target="../media/image140.wmf"/><Relationship Id="rId22" Type="http://schemas.openxmlformats.org/officeDocument/2006/relationships/image" Target="../media/image144.emf"/><Relationship Id="rId27" Type="http://schemas.openxmlformats.org/officeDocument/2006/relationships/oleObject" Target="../embeddings/oleObject143.bin"/><Relationship Id="rId30" Type="http://schemas.openxmlformats.org/officeDocument/2006/relationships/image" Target="../media/image148.emf"/><Relationship Id="rId35" Type="http://schemas.openxmlformats.org/officeDocument/2006/relationships/oleObject" Target="../embeddings/oleObject147.bin"/><Relationship Id="rId8" Type="http://schemas.openxmlformats.org/officeDocument/2006/relationships/image" Target="../media/image137.wmf"/><Relationship Id="rId3" Type="http://schemas.openxmlformats.org/officeDocument/2006/relationships/oleObject" Target="../embeddings/oleObject131.bin"/></Relationships>
</file>

<file path=ppt/slides/_rels/slide27.xml.rels><?xml version="1.0" encoding="UTF-8" standalone="yes"?>
<Relationships xmlns="http://schemas.openxmlformats.org/package/2006/relationships"><Relationship Id="rId8" Type="http://schemas.openxmlformats.org/officeDocument/2006/relationships/image" Target="../media/image155.wmf"/><Relationship Id="rId13" Type="http://schemas.openxmlformats.org/officeDocument/2006/relationships/oleObject" Target="../embeddings/oleObject154.bin"/><Relationship Id="rId3" Type="http://schemas.openxmlformats.org/officeDocument/2006/relationships/oleObject" Target="../embeddings/oleObject149.bin"/><Relationship Id="rId7" Type="http://schemas.openxmlformats.org/officeDocument/2006/relationships/oleObject" Target="../embeddings/oleObject151.bin"/><Relationship Id="rId12" Type="http://schemas.openxmlformats.org/officeDocument/2006/relationships/image" Target="../media/image157.wmf"/><Relationship Id="rId2" Type="http://schemas.openxmlformats.org/officeDocument/2006/relationships/notesSlide" Target="../notesSlides/notesSlide20.xml"/><Relationship Id="rId16" Type="http://schemas.openxmlformats.org/officeDocument/2006/relationships/image" Target="../media/image159.wmf"/><Relationship Id="rId1" Type="http://schemas.openxmlformats.org/officeDocument/2006/relationships/slideLayout" Target="../slideLayouts/slideLayout137.xml"/><Relationship Id="rId6" Type="http://schemas.openxmlformats.org/officeDocument/2006/relationships/image" Target="../media/image154.wmf"/><Relationship Id="rId11" Type="http://schemas.openxmlformats.org/officeDocument/2006/relationships/oleObject" Target="../embeddings/oleObject153.bin"/><Relationship Id="rId5" Type="http://schemas.openxmlformats.org/officeDocument/2006/relationships/oleObject" Target="../embeddings/oleObject150.bin"/><Relationship Id="rId15" Type="http://schemas.openxmlformats.org/officeDocument/2006/relationships/oleObject" Target="../embeddings/oleObject155.bin"/><Relationship Id="rId10" Type="http://schemas.openxmlformats.org/officeDocument/2006/relationships/image" Target="../media/image156.wmf"/><Relationship Id="rId4" Type="http://schemas.openxmlformats.org/officeDocument/2006/relationships/image" Target="../media/image153.wmf"/><Relationship Id="rId9" Type="http://schemas.openxmlformats.org/officeDocument/2006/relationships/oleObject" Target="../embeddings/oleObject152.bin"/><Relationship Id="rId14" Type="http://schemas.openxmlformats.org/officeDocument/2006/relationships/image" Target="../media/image158.wmf"/></Relationships>
</file>

<file path=ppt/slides/_rels/slide28.xml.rels><?xml version="1.0" encoding="UTF-8" standalone="yes"?>
<Relationships xmlns="http://schemas.openxmlformats.org/package/2006/relationships"><Relationship Id="rId8" Type="http://schemas.openxmlformats.org/officeDocument/2006/relationships/image" Target="../media/image161.wmf"/><Relationship Id="rId13" Type="http://schemas.openxmlformats.org/officeDocument/2006/relationships/oleObject" Target="../embeddings/oleObject161.bin"/><Relationship Id="rId3" Type="http://schemas.openxmlformats.org/officeDocument/2006/relationships/oleObject" Target="../embeddings/oleObject156.bin"/><Relationship Id="rId7" Type="http://schemas.openxmlformats.org/officeDocument/2006/relationships/oleObject" Target="../embeddings/oleObject158.bin"/><Relationship Id="rId12" Type="http://schemas.openxmlformats.org/officeDocument/2006/relationships/image" Target="../media/image163.wmf"/><Relationship Id="rId2" Type="http://schemas.openxmlformats.org/officeDocument/2006/relationships/notesSlide" Target="../notesSlides/notesSlide21.xml"/><Relationship Id="rId16" Type="http://schemas.openxmlformats.org/officeDocument/2006/relationships/image" Target="../media/image165.wmf"/><Relationship Id="rId1" Type="http://schemas.openxmlformats.org/officeDocument/2006/relationships/slideLayout" Target="../slideLayouts/slideLayout137.xml"/><Relationship Id="rId6" Type="http://schemas.openxmlformats.org/officeDocument/2006/relationships/image" Target="../media/image160.wmf"/><Relationship Id="rId11" Type="http://schemas.openxmlformats.org/officeDocument/2006/relationships/oleObject" Target="../embeddings/oleObject160.bin"/><Relationship Id="rId5" Type="http://schemas.openxmlformats.org/officeDocument/2006/relationships/oleObject" Target="../embeddings/oleObject157.bin"/><Relationship Id="rId15" Type="http://schemas.openxmlformats.org/officeDocument/2006/relationships/oleObject" Target="../embeddings/oleObject162.bin"/><Relationship Id="rId10" Type="http://schemas.openxmlformats.org/officeDocument/2006/relationships/image" Target="../media/image162.wmf"/><Relationship Id="rId4" Type="http://schemas.openxmlformats.org/officeDocument/2006/relationships/image" Target="../media/image153.wmf"/><Relationship Id="rId9" Type="http://schemas.openxmlformats.org/officeDocument/2006/relationships/oleObject" Target="../embeddings/oleObject159.bin"/><Relationship Id="rId14" Type="http://schemas.openxmlformats.org/officeDocument/2006/relationships/image" Target="../media/image164.wmf"/></Relationships>
</file>

<file path=ppt/slides/_rels/slide29.xml.rels><?xml version="1.0" encoding="UTF-8" standalone="yes"?>
<Relationships xmlns="http://schemas.openxmlformats.org/package/2006/relationships"><Relationship Id="rId8" Type="http://schemas.openxmlformats.org/officeDocument/2006/relationships/image" Target="../media/image167.wmf"/><Relationship Id="rId3" Type="http://schemas.openxmlformats.org/officeDocument/2006/relationships/oleObject" Target="../embeddings/oleObject163.bin"/><Relationship Id="rId7" Type="http://schemas.openxmlformats.org/officeDocument/2006/relationships/oleObject" Target="../embeddings/oleObject165.bin"/><Relationship Id="rId2" Type="http://schemas.openxmlformats.org/officeDocument/2006/relationships/notesSlide" Target="../notesSlides/notesSlide22.xml"/><Relationship Id="rId1" Type="http://schemas.openxmlformats.org/officeDocument/2006/relationships/slideLayout" Target="../slideLayouts/slideLayout137.xml"/><Relationship Id="rId6" Type="http://schemas.openxmlformats.org/officeDocument/2006/relationships/image" Target="../media/image127.wmf"/><Relationship Id="rId5" Type="http://schemas.openxmlformats.org/officeDocument/2006/relationships/oleObject" Target="../embeddings/oleObject164.bin"/><Relationship Id="rId10" Type="http://schemas.openxmlformats.org/officeDocument/2006/relationships/image" Target="../media/image168.wmf"/><Relationship Id="rId4" Type="http://schemas.openxmlformats.org/officeDocument/2006/relationships/image" Target="../media/image166.wmf"/><Relationship Id="rId9" Type="http://schemas.openxmlformats.org/officeDocument/2006/relationships/oleObject" Target="../embeddings/oleObject166.bin"/></Relationships>
</file>

<file path=ppt/slides/_rels/slide30.xml.rels><?xml version="1.0" encoding="UTF-8" standalone="yes"?>
<Relationships xmlns="http://schemas.openxmlformats.org/package/2006/relationships"><Relationship Id="rId8" Type="http://schemas.openxmlformats.org/officeDocument/2006/relationships/oleObject" Target="../embeddings/oleObject170.bin"/><Relationship Id="rId13" Type="http://schemas.openxmlformats.org/officeDocument/2006/relationships/image" Target="../media/image174.wmf"/><Relationship Id="rId18" Type="http://schemas.openxmlformats.org/officeDocument/2006/relationships/oleObject" Target="../embeddings/oleObject175.bin"/><Relationship Id="rId3" Type="http://schemas.openxmlformats.org/officeDocument/2006/relationships/image" Target="../media/image169.wmf"/><Relationship Id="rId7" Type="http://schemas.openxmlformats.org/officeDocument/2006/relationships/image" Target="../media/image171.wmf"/><Relationship Id="rId12" Type="http://schemas.openxmlformats.org/officeDocument/2006/relationships/oleObject" Target="../embeddings/oleObject172.bin"/><Relationship Id="rId17" Type="http://schemas.openxmlformats.org/officeDocument/2006/relationships/image" Target="../media/image176.wmf"/><Relationship Id="rId2" Type="http://schemas.openxmlformats.org/officeDocument/2006/relationships/oleObject" Target="../embeddings/oleObject167.bin"/><Relationship Id="rId16" Type="http://schemas.openxmlformats.org/officeDocument/2006/relationships/oleObject" Target="../embeddings/oleObject174.bin"/><Relationship Id="rId1" Type="http://schemas.openxmlformats.org/officeDocument/2006/relationships/slideLayout" Target="../slideLayouts/slideLayout137.xml"/><Relationship Id="rId6" Type="http://schemas.openxmlformats.org/officeDocument/2006/relationships/oleObject" Target="../embeddings/oleObject169.bin"/><Relationship Id="rId11" Type="http://schemas.openxmlformats.org/officeDocument/2006/relationships/image" Target="../media/image173.wmf"/><Relationship Id="rId5" Type="http://schemas.openxmlformats.org/officeDocument/2006/relationships/image" Target="../media/image170.wmf"/><Relationship Id="rId15" Type="http://schemas.openxmlformats.org/officeDocument/2006/relationships/image" Target="../media/image175.wmf"/><Relationship Id="rId10" Type="http://schemas.openxmlformats.org/officeDocument/2006/relationships/oleObject" Target="../embeddings/oleObject171.bin"/><Relationship Id="rId19" Type="http://schemas.openxmlformats.org/officeDocument/2006/relationships/image" Target="../media/image177.wmf"/><Relationship Id="rId4" Type="http://schemas.openxmlformats.org/officeDocument/2006/relationships/oleObject" Target="../embeddings/oleObject168.bin"/><Relationship Id="rId9" Type="http://schemas.openxmlformats.org/officeDocument/2006/relationships/image" Target="../media/image172.wmf"/><Relationship Id="rId14" Type="http://schemas.openxmlformats.org/officeDocument/2006/relationships/oleObject" Target="../embeddings/oleObject173.bin"/></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3.xml"/></Relationships>
</file>

<file path=ppt/slides/_rels/slide32.xml.rels><?xml version="1.0" encoding="UTF-8" standalone="yes"?>
<Relationships xmlns="http://schemas.openxmlformats.org/package/2006/relationships"><Relationship Id="rId3" Type="http://schemas.openxmlformats.org/officeDocument/2006/relationships/slide" Target="slide142.xml"/><Relationship Id="rId2" Type="http://schemas.openxmlformats.org/officeDocument/2006/relationships/notesSlide" Target="../notesSlides/notesSlide24.xml"/><Relationship Id="rId1" Type="http://schemas.openxmlformats.org/officeDocument/2006/relationships/slideLayout" Target="../slideLayouts/slideLayout210.xml"/><Relationship Id="rId5" Type="http://schemas.openxmlformats.org/officeDocument/2006/relationships/image" Target="../media/image178.wmf"/><Relationship Id="rId4" Type="http://schemas.openxmlformats.org/officeDocument/2006/relationships/oleObject" Target="../embeddings/oleObject176.bin"/></Relationships>
</file>

<file path=ppt/slides/_rels/slide33.xml.rels><?xml version="1.0" encoding="UTF-8" standalone="yes"?>
<Relationships xmlns="http://schemas.openxmlformats.org/package/2006/relationships"><Relationship Id="rId8" Type="http://schemas.openxmlformats.org/officeDocument/2006/relationships/oleObject" Target="../embeddings/oleObject180.bin"/><Relationship Id="rId13" Type="http://schemas.openxmlformats.org/officeDocument/2006/relationships/image" Target="../media/image184.wmf"/><Relationship Id="rId18" Type="http://schemas.openxmlformats.org/officeDocument/2006/relationships/oleObject" Target="../embeddings/oleObject185.bin"/><Relationship Id="rId3" Type="http://schemas.openxmlformats.org/officeDocument/2006/relationships/image" Target="../media/image179.wmf"/><Relationship Id="rId7" Type="http://schemas.openxmlformats.org/officeDocument/2006/relationships/image" Target="../media/image181.wmf"/><Relationship Id="rId12" Type="http://schemas.openxmlformats.org/officeDocument/2006/relationships/oleObject" Target="../embeddings/oleObject182.bin"/><Relationship Id="rId17" Type="http://schemas.openxmlformats.org/officeDocument/2006/relationships/image" Target="../media/image186.wmf"/><Relationship Id="rId2" Type="http://schemas.openxmlformats.org/officeDocument/2006/relationships/oleObject" Target="../embeddings/oleObject177.bin"/><Relationship Id="rId16" Type="http://schemas.openxmlformats.org/officeDocument/2006/relationships/oleObject" Target="../embeddings/oleObject184.bin"/><Relationship Id="rId20" Type="http://schemas.openxmlformats.org/officeDocument/2006/relationships/slide" Target="slide25.xml"/><Relationship Id="rId1" Type="http://schemas.openxmlformats.org/officeDocument/2006/relationships/slideLayout" Target="../slideLayouts/slideLayout256.xml"/><Relationship Id="rId6" Type="http://schemas.openxmlformats.org/officeDocument/2006/relationships/oleObject" Target="../embeddings/oleObject179.bin"/><Relationship Id="rId11" Type="http://schemas.openxmlformats.org/officeDocument/2006/relationships/image" Target="../media/image183.wmf"/><Relationship Id="rId5" Type="http://schemas.openxmlformats.org/officeDocument/2006/relationships/image" Target="../media/image180.wmf"/><Relationship Id="rId15" Type="http://schemas.openxmlformats.org/officeDocument/2006/relationships/image" Target="../media/image185.wmf"/><Relationship Id="rId10" Type="http://schemas.openxmlformats.org/officeDocument/2006/relationships/oleObject" Target="../embeddings/oleObject181.bin"/><Relationship Id="rId19" Type="http://schemas.openxmlformats.org/officeDocument/2006/relationships/image" Target="../media/image187.wmf"/><Relationship Id="rId4" Type="http://schemas.openxmlformats.org/officeDocument/2006/relationships/oleObject" Target="../embeddings/oleObject178.bin"/><Relationship Id="rId9" Type="http://schemas.openxmlformats.org/officeDocument/2006/relationships/image" Target="../media/image182.wmf"/><Relationship Id="rId14" Type="http://schemas.openxmlformats.org/officeDocument/2006/relationships/oleObject" Target="../embeddings/oleObject183.bin"/></Relationships>
</file>

<file path=ppt/slides/_rels/slide34.xml.rels><?xml version="1.0" encoding="UTF-8" standalone="yes"?>
<Relationships xmlns="http://schemas.openxmlformats.org/package/2006/relationships"><Relationship Id="rId3" Type="http://schemas.openxmlformats.org/officeDocument/2006/relationships/slide" Target="slide142.xml"/><Relationship Id="rId2" Type="http://schemas.openxmlformats.org/officeDocument/2006/relationships/notesSlide" Target="../notesSlides/notesSlide25.xml"/><Relationship Id="rId1" Type="http://schemas.openxmlformats.org/officeDocument/2006/relationships/slideLayout" Target="../slideLayouts/slideLayout210.xml"/><Relationship Id="rId4" Type="http://schemas.openxmlformats.org/officeDocument/2006/relationships/image" Target="../media/image188.emf"/></Relationships>
</file>

<file path=ppt/slides/_rels/slide35.xml.rels><?xml version="1.0" encoding="UTF-8" standalone="yes"?>
<Relationships xmlns="http://schemas.openxmlformats.org/package/2006/relationships"><Relationship Id="rId3" Type="http://schemas.openxmlformats.org/officeDocument/2006/relationships/slide" Target="slide142.xml"/><Relationship Id="rId7" Type="http://schemas.openxmlformats.org/officeDocument/2006/relationships/image" Target="../media/image190.emf"/><Relationship Id="rId2" Type="http://schemas.openxmlformats.org/officeDocument/2006/relationships/notesSlide" Target="../notesSlides/notesSlide26.xml"/><Relationship Id="rId1" Type="http://schemas.openxmlformats.org/officeDocument/2006/relationships/slideLayout" Target="../slideLayouts/slideLayout210.xml"/><Relationship Id="rId6" Type="http://schemas.openxmlformats.org/officeDocument/2006/relationships/oleObject" Target="../embeddings/oleObject187.bin"/><Relationship Id="rId5" Type="http://schemas.openxmlformats.org/officeDocument/2006/relationships/image" Target="../media/image189.emf"/><Relationship Id="rId4" Type="http://schemas.openxmlformats.org/officeDocument/2006/relationships/oleObject" Target="../embeddings/oleObject186.bin"/></Relationships>
</file>

<file path=ppt/slides/_rels/slide36.xml.rels><?xml version="1.0" encoding="UTF-8" standalone="yes"?>
<Relationships xmlns="http://schemas.openxmlformats.org/package/2006/relationships"><Relationship Id="rId8" Type="http://schemas.openxmlformats.org/officeDocument/2006/relationships/oleObject" Target="../embeddings/oleObject190.bin"/><Relationship Id="rId13" Type="http://schemas.openxmlformats.org/officeDocument/2006/relationships/image" Target="../media/image195.emf"/><Relationship Id="rId18" Type="http://schemas.openxmlformats.org/officeDocument/2006/relationships/oleObject" Target="../embeddings/oleObject195.bin"/><Relationship Id="rId3" Type="http://schemas.openxmlformats.org/officeDocument/2006/relationships/image" Target="../media/image2.jpeg"/><Relationship Id="rId21" Type="http://schemas.openxmlformats.org/officeDocument/2006/relationships/image" Target="../media/image199.emf"/><Relationship Id="rId7" Type="http://schemas.openxmlformats.org/officeDocument/2006/relationships/image" Target="../media/image192.emf"/><Relationship Id="rId12" Type="http://schemas.openxmlformats.org/officeDocument/2006/relationships/oleObject" Target="../embeddings/oleObject192.bin"/><Relationship Id="rId17" Type="http://schemas.openxmlformats.org/officeDocument/2006/relationships/image" Target="../media/image197.emf"/><Relationship Id="rId25" Type="http://schemas.openxmlformats.org/officeDocument/2006/relationships/image" Target="../media/image201.emf"/><Relationship Id="rId2" Type="http://schemas.openxmlformats.org/officeDocument/2006/relationships/notesSlide" Target="../notesSlides/notesSlide27.xml"/><Relationship Id="rId16" Type="http://schemas.openxmlformats.org/officeDocument/2006/relationships/oleObject" Target="../embeddings/oleObject194.bin"/><Relationship Id="rId20" Type="http://schemas.openxmlformats.org/officeDocument/2006/relationships/oleObject" Target="../embeddings/oleObject196.bin"/><Relationship Id="rId1" Type="http://schemas.openxmlformats.org/officeDocument/2006/relationships/slideLayout" Target="../slideLayouts/slideLayout221.xml"/><Relationship Id="rId6" Type="http://schemas.openxmlformats.org/officeDocument/2006/relationships/oleObject" Target="../embeddings/oleObject189.bin"/><Relationship Id="rId11" Type="http://schemas.openxmlformats.org/officeDocument/2006/relationships/image" Target="../media/image194.wmf"/><Relationship Id="rId24" Type="http://schemas.openxmlformats.org/officeDocument/2006/relationships/oleObject" Target="../embeddings/oleObject198.bin"/><Relationship Id="rId5" Type="http://schemas.openxmlformats.org/officeDocument/2006/relationships/image" Target="../media/image191.emf"/><Relationship Id="rId15" Type="http://schemas.openxmlformats.org/officeDocument/2006/relationships/image" Target="../media/image196.emf"/><Relationship Id="rId23" Type="http://schemas.openxmlformats.org/officeDocument/2006/relationships/image" Target="../media/image200.emf"/><Relationship Id="rId10" Type="http://schemas.openxmlformats.org/officeDocument/2006/relationships/oleObject" Target="../embeddings/oleObject191.bin"/><Relationship Id="rId19" Type="http://schemas.openxmlformats.org/officeDocument/2006/relationships/image" Target="../media/image198.emf"/><Relationship Id="rId4" Type="http://schemas.openxmlformats.org/officeDocument/2006/relationships/oleObject" Target="../embeddings/oleObject188.bin"/><Relationship Id="rId9" Type="http://schemas.openxmlformats.org/officeDocument/2006/relationships/image" Target="../media/image193.emf"/><Relationship Id="rId14" Type="http://schemas.openxmlformats.org/officeDocument/2006/relationships/oleObject" Target="../embeddings/oleObject193.bin"/><Relationship Id="rId22" Type="http://schemas.openxmlformats.org/officeDocument/2006/relationships/oleObject" Target="../embeddings/oleObject197.bin"/></Relationships>
</file>

<file path=ppt/slides/_rels/slide37.xml.rels><?xml version="1.0" encoding="UTF-8" standalone="yes"?>
<Relationships xmlns="http://schemas.openxmlformats.org/package/2006/relationships"><Relationship Id="rId8" Type="http://schemas.openxmlformats.org/officeDocument/2006/relationships/oleObject" Target="../embeddings/oleObject202.bin"/><Relationship Id="rId13" Type="http://schemas.openxmlformats.org/officeDocument/2006/relationships/image" Target="../media/image207.emf"/><Relationship Id="rId3" Type="http://schemas.openxmlformats.org/officeDocument/2006/relationships/image" Target="../media/image202.wmf"/><Relationship Id="rId7" Type="http://schemas.openxmlformats.org/officeDocument/2006/relationships/image" Target="../media/image204.wmf"/><Relationship Id="rId12" Type="http://schemas.openxmlformats.org/officeDocument/2006/relationships/oleObject" Target="../embeddings/oleObject204.bin"/><Relationship Id="rId17" Type="http://schemas.openxmlformats.org/officeDocument/2006/relationships/image" Target="../media/image209.wmf"/><Relationship Id="rId2" Type="http://schemas.openxmlformats.org/officeDocument/2006/relationships/oleObject" Target="../embeddings/oleObject199.bin"/><Relationship Id="rId16" Type="http://schemas.openxmlformats.org/officeDocument/2006/relationships/oleObject" Target="../embeddings/oleObject206.bin"/><Relationship Id="rId1" Type="http://schemas.openxmlformats.org/officeDocument/2006/relationships/slideLayout" Target="../slideLayouts/slideLayout251.xml"/><Relationship Id="rId6" Type="http://schemas.openxmlformats.org/officeDocument/2006/relationships/oleObject" Target="../embeddings/oleObject201.bin"/><Relationship Id="rId11" Type="http://schemas.openxmlformats.org/officeDocument/2006/relationships/image" Target="../media/image206.emf"/><Relationship Id="rId5" Type="http://schemas.openxmlformats.org/officeDocument/2006/relationships/image" Target="../media/image203.emf"/><Relationship Id="rId15" Type="http://schemas.openxmlformats.org/officeDocument/2006/relationships/image" Target="../media/image208.emf"/><Relationship Id="rId10" Type="http://schemas.openxmlformats.org/officeDocument/2006/relationships/oleObject" Target="../embeddings/oleObject203.bin"/><Relationship Id="rId4" Type="http://schemas.openxmlformats.org/officeDocument/2006/relationships/oleObject" Target="../embeddings/oleObject200.bin"/><Relationship Id="rId9" Type="http://schemas.openxmlformats.org/officeDocument/2006/relationships/image" Target="../media/image205.emf"/><Relationship Id="rId14" Type="http://schemas.openxmlformats.org/officeDocument/2006/relationships/oleObject" Target="../embeddings/oleObject205.bin"/></Relationships>
</file>

<file path=ppt/slides/_rels/slide38.xml.rels><?xml version="1.0" encoding="UTF-8" standalone="yes"?>
<Relationships xmlns="http://schemas.openxmlformats.org/package/2006/relationships"><Relationship Id="rId8" Type="http://schemas.openxmlformats.org/officeDocument/2006/relationships/oleObject" Target="../embeddings/oleObject210.bin"/><Relationship Id="rId3" Type="http://schemas.openxmlformats.org/officeDocument/2006/relationships/image" Target="../media/image210.wmf"/><Relationship Id="rId7" Type="http://schemas.openxmlformats.org/officeDocument/2006/relationships/image" Target="../media/image212.wmf"/><Relationship Id="rId12" Type="http://schemas.openxmlformats.org/officeDocument/2006/relationships/slide" Target="slide25.xml"/><Relationship Id="rId2" Type="http://schemas.openxmlformats.org/officeDocument/2006/relationships/oleObject" Target="../embeddings/oleObject207.bin"/><Relationship Id="rId1" Type="http://schemas.openxmlformats.org/officeDocument/2006/relationships/slideLayout" Target="../slideLayouts/slideLayout251.xml"/><Relationship Id="rId6" Type="http://schemas.openxmlformats.org/officeDocument/2006/relationships/oleObject" Target="../embeddings/oleObject209.bin"/><Relationship Id="rId11" Type="http://schemas.openxmlformats.org/officeDocument/2006/relationships/image" Target="../media/image214.wmf"/><Relationship Id="rId5" Type="http://schemas.openxmlformats.org/officeDocument/2006/relationships/image" Target="../media/image211.wmf"/><Relationship Id="rId10" Type="http://schemas.openxmlformats.org/officeDocument/2006/relationships/oleObject" Target="../embeddings/oleObject211.bin"/><Relationship Id="rId4" Type="http://schemas.openxmlformats.org/officeDocument/2006/relationships/oleObject" Target="../embeddings/oleObject208.bin"/><Relationship Id="rId9" Type="http://schemas.openxmlformats.org/officeDocument/2006/relationships/image" Target="../media/image213.wmf"/></Relationships>
</file>

<file path=ppt/slides/_rels/slide39.xml.rels><?xml version="1.0" encoding="UTF-8" standalone="yes"?>
<Relationships xmlns="http://schemas.openxmlformats.org/package/2006/relationships"><Relationship Id="rId8" Type="http://schemas.openxmlformats.org/officeDocument/2006/relationships/oleObject" Target="../embeddings/oleObject214.bin"/><Relationship Id="rId13" Type="http://schemas.openxmlformats.org/officeDocument/2006/relationships/image" Target="../media/image219.emf"/><Relationship Id="rId18" Type="http://schemas.openxmlformats.org/officeDocument/2006/relationships/oleObject" Target="../embeddings/oleObject219.bin"/><Relationship Id="rId3" Type="http://schemas.openxmlformats.org/officeDocument/2006/relationships/image" Target="../media/image2.jpeg"/><Relationship Id="rId21" Type="http://schemas.openxmlformats.org/officeDocument/2006/relationships/image" Target="../media/image223.emf"/><Relationship Id="rId7" Type="http://schemas.openxmlformats.org/officeDocument/2006/relationships/image" Target="../media/image216.emf"/><Relationship Id="rId12" Type="http://schemas.openxmlformats.org/officeDocument/2006/relationships/oleObject" Target="../embeddings/oleObject216.bin"/><Relationship Id="rId17" Type="http://schemas.openxmlformats.org/officeDocument/2006/relationships/image" Target="../media/image221.emf"/><Relationship Id="rId2" Type="http://schemas.openxmlformats.org/officeDocument/2006/relationships/notesSlide" Target="../notesSlides/notesSlide28.xml"/><Relationship Id="rId16" Type="http://schemas.openxmlformats.org/officeDocument/2006/relationships/oleObject" Target="../embeddings/oleObject218.bin"/><Relationship Id="rId20" Type="http://schemas.openxmlformats.org/officeDocument/2006/relationships/oleObject" Target="../embeddings/oleObject220.bin"/><Relationship Id="rId1" Type="http://schemas.openxmlformats.org/officeDocument/2006/relationships/slideLayout" Target="../slideLayouts/slideLayout221.xml"/><Relationship Id="rId6" Type="http://schemas.openxmlformats.org/officeDocument/2006/relationships/oleObject" Target="../embeddings/oleObject213.bin"/><Relationship Id="rId11" Type="http://schemas.openxmlformats.org/officeDocument/2006/relationships/image" Target="../media/image218.emf"/><Relationship Id="rId5" Type="http://schemas.openxmlformats.org/officeDocument/2006/relationships/image" Target="../media/image215.emf"/><Relationship Id="rId15" Type="http://schemas.openxmlformats.org/officeDocument/2006/relationships/image" Target="../media/image220.emf"/><Relationship Id="rId10" Type="http://schemas.openxmlformats.org/officeDocument/2006/relationships/oleObject" Target="../embeddings/oleObject215.bin"/><Relationship Id="rId19" Type="http://schemas.openxmlformats.org/officeDocument/2006/relationships/image" Target="../media/image222.emf"/><Relationship Id="rId4" Type="http://schemas.openxmlformats.org/officeDocument/2006/relationships/oleObject" Target="../embeddings/oleObject212.bin"/><Relationship Id="rId9" Type="http://schemas.openxmlformats.org/officeDocument/2006/relationships/image" Target="../media/image217.emf"/><Relationship Id="rId14" Type="http://schemas.openxmlformats.org/officeDocument/2006/relationships/oleObject" Target="../embeddings/oleObject217.bin"/></Relationships>
</file>

<file path=ppt/slides/_rels/slide40.xml.rels><?xml version="1.0" encoding="UTF-8" standalone="yes"?>
<Relationships xmlns="http://schemas.openxmlformats.org/package/2006/relationships"><Relationship Id="rId13" Type="http://schemas.openxmlformats.org/officeDocument/2006/relationships/image" Target="../media/image229.wmf"/><Relationship Id="rId18" Type="http://schemas.openxmlformats.org/officeDocument/2006/relationships/oleObject" Target="../embeddings/oleObject229.bin"/><Relationship Id="rId26" Type="http://schemas.openxmlformats.org/officeDocument/2006/relationships/oleObject" Target="../embeddings/oleObject233.bin"/><Relationship Id="rId39" Type="http://schemas.openxmlformats.org/officeDocument/2006/relationships/image" Target="../media/image242.wmf"/><Relationship Id="rId21" Type="http://schemas.openxmlformats.org/officeDocument/2006/relationships/image" Target="../media/image233.wmf"/><Relationship Id="rId34" Type="http://schemas.openxmlformats.org/officeDocument/2006/relationships/oleObject" Target="../embeddings/oleObject237.bin"/><Relationship Id="rId42" Type="http://schemas.openxmlformats.org/officeDocument/2006/relationships/oleObject" Target="../embeddings/oleObject241.bin"/><Relationship Id="rId7" Type="http://schemas.openxmlformats.org/officeDocument/2006/relationships/image" Target="../media/image226.wmf"/><Relationship Id="rId2" Type="http://schemas.openxmlformats.org/officeDocument/2006/relationships/oleObject" Target="../embeddings/oleObject221.bin"/><Relationship Id="rId16" Type="http://schemas.openxmlformats.org/officeDocument/2006/relationships/oleObject" Target="../embeddings/oleObject228.bin"/><Relationship Id="rId29" Type="http://schemas.openxmlformats.org/officeDocument/2006/relationships/image" Target="../media/image237.wmf"/><Relationship Id="rId1" Type="http://schemas.openxmlformats.org/officeDocument/2006/relationships/slideLayout" Target="../slideLayouts/slideLayout245.xml"/><Relationship Id="rId6" Type="http://schemas.openxmlformats.org/officeDocument/2006/relationships/oleObject" Target="../embeddings/oleObject223.bin"/><Relationship Id="rId11" Type="http://schemas.openxmlformats.org/officeDocument/2006/relationships/image" Target="../media/image228.wmf"/><Relationship Id="rId24" Type="http://schemas.openxmlformats.org/officeDocument/2006/relationships/oleObject" Target="../embeddings/oleObject232.bin"/><Relationship Id="rId32" Type="http://schemas.openxmlformats.org/officeDocument/2006/relationships/oleObject" Target="../embeddings/oleObject236.bin"/><Relationship Id="rId37" Type="http://schemas.openxmlformats.org/officeDocument/2006/relationships/image" Target="../media/image241.wmf"/><Relationship Id="rId40" Type="http://schemas.openxmlformats.org/officeDocument/2006/relationships/oleObject" Target="../embeddings/oleObject240.bin"/><Relationship Id="rId45" Type="http://schemas.openxmlformats.org/officeDocument/2006/relationships/image" Target="../media/image245.wmf"/><Relationship Id="rId5" Type="http://schemas.openxmlformats.org/officeDocument/2006/relationships/image" Target="../media/image225.wmf"/><Relationship Id="rId15" Type="http://schemas.openxmlformats.org/officeDocument/2006/relationships/image" Target="../media/image230.wmf"/><Relationship Id="rId23" Type="http://schemas.openxmlformats.org/officeDocument/2006/relationships/image" Target="../media/image234.wmf"/><Relationship Id="rId28" Type="http://schemas.openxmlformats.org/officeDocument/2006/relationships/oleObject" Target="../embeddings/oleObject234.bin"/><Relationship Id="rId36" Type="http://schemas.openxmlformats.org/officeDocument/2006/relationships/oleObject" Target="../embeddings/oleObject238.bin"/><Relationship Id="rId10" Type="http://schemas.openxmlformats.org/officeDocument/2006/relationships/oleObject" Target="../embeddings/oleObject225.bin"/><Relationship Id="rId19" Type="http://schemas.openxmlformats.org/officeDocument/2006/relationships/image" Target="../media/image232.wmf"/><Relationship Id="rId31" Type="http://schemas.openxmlformats.org/officeDocument/2006/relationships/image" Target="../media/image238.wmf"/><Relationship Id="rId44" Type="http://schemas.openxmlformats.org/officeDocument/2006/relationships/oleObject" Target="../embeddings/oleObject242.bin"/><Relationship Id="rId4" Type="http://schemas.openxmlformats.org/officeDocument/2006/relationships/oleObject" Target="../embeddings/oleObject222.bin"/><Relationship Id="rId9" Type="http://schemas.openxmlformats.org/officeDocument/2006/relationships/image" Target="../media/image227.wmf"/><Relationship Id="rId14" Type="http://schemas.openxmlformats.org/officeDocument/2006/relationships/oleObject" Target="../embeddings/oleObject227.bin"/><Relationship Id="rId22" Type="http://schemas.openxmlformats.org/officeDocument/2006/relationships/oleObject" Target="../embeddings/oleObject231.bin"/><Relationship Id="rId27" Type="http://schemas.openxmlformats.org/officeDocument/2006/relationships/image" Target="../media/image236.wmf"/><Relationship Id="rId30" Type="http://schemas.openxmlformats.org/officeDocument/2006/relationships/oleObject" Target="../embeddings/oleObject235.bin"/><Relationship Id="rId35" Type="http://schemas.openxmlformats.org/officeDocument/2006/relationships/image" Target="../media/image240.wmf"/><Relationship Id="rId43" Type="http://schemas.openxmlformats.org/officeDocument/2006/relationships/image" Target="../media/image244.wmf"/><Relationship Id="rId8" Type="http://schemas.openxmlformats.org/officeDocument/2006/relationships/oleObject" Target="../embeddings/oleObject224.bin"/><Relationship Id="rId3" Type="http://schemas.openxmlformats.org/officeDocument/2006/relationships/image" Target="../media/image224.wmf"/><Relationship Id="rId12" Type="http://schemas.openxmlformats.org/officeDocument/2006/relationships/oleObject" Target="../embeddings/oleObject226.bin"/><Relationship Id="rId17" Type="http://schemas.openxmlformats.org/officeDocument/2006/relationships/image" Target="../media/image231.wmf"/><Relationship Id="rId25" Type="http://schemas.openxmlformats.org/officeDocument/2006/relationships/image" Target="../media/image235.wmf"/><Relationship Id="rId33" Type="http://schemas.openxmlformats.org/officeDocument/2006/relationships/image" Target="../media/image239.wmf"/><Relationship Id="rId38" Type="http://schemas.openxmlformats.org/officeDocument/2006/relationships/oleObject" Target="../embeddings/oleObject239.bin"/><Relationship Id="rId20" Type="http://schemas.openxmlformats.org/officeDocument/2006/relationships/oleObject" Target="../embeddings/oleObject230.bin"/><Relationship Id="rId41" Type="http://schemas.openxmlformats.org/officeDocument/2006/relationships/image" Target="../media/image243.wmf"/></Relationships>
</file>

<file path=ppt/slides/_rels/slide41.xml.rels><?xml version="1.0" encoding="UTF-8" standalone="yes"?>
<Relationships xmlns="http://schemas.openxmlformats.org/package/2006/relationships"><Relationship Id="rId8" Type="http://schemas.openxmlformats.org/officeDocument/2006/relationships/oleObject" Target="../embeddings/oleObject245.bin"/><Relationship Id="rId3" Type="http://schemas.openxmlformats.org/officeDocument/2006/relationships/image" Target="../media/image2.jpeg"/><Relationship Id="rId7" Type="http://schemas.openxmlformats.org/officeDocument/2006/relationships/image" Target="../media/image247.wmf"/><Relationship Id="rId2" Type="http://schemas.openxmlformats.org/officeDocument/2006/relationships/notesSlide" Target="../notesSlides/notesSlide29.xml"/><Relationship Id="rId1" Type="http://schemas.openxmlformats.org/officeDocument/2006/relationships/slideLayout" Target="../slideLayouts/slideLayout267.xml"/><Relationship Id="rId6" Type="http://schemas.openxmlformats.org/officeDocument/2006/relationships/oleObject" Target="../embeddings/oleObject244.bin"/><Relationship Id="rId11" Type="http://schemas.openxmlformats.org/officeDocument/2006/relationships/image" Target="../media/image249.wmf"/><Relationship Id="rId5" Type="http://schemas.openxmlformats.org/officeDocument/2006/relationships/image" Target="../media/image246.wmf"/><Relationship Id="rId10" Type="http://schemas.openxmlformats.org/officeDocument/2006/relationships/oleObject" Target="../embeddings/oleObject246.bin"/><Relationship Id="rId4" Type="http://schemas.openxmlformats.org/officeDocument/2006/relationships/oleObject" Target="../embeddings/oleObject243.bin"/><Relationship Id="rId9" Type="http://schemas.openxmlformats.org/officeDocument/2006/relationships/image" Target="../media/image248.wmf"/></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249.bin"/><Relationship Id="rId13" Type="http://schemas.openxmlformats.org/officeDocument/2006/relationships/image" Target="../media/image251.emf"/><Relationship Id="rId18" Type="http://schemas.openxmlformats.org/officeDocument/2006/relationships/image" Target="../media/image254.emf"/><Relationship Id="rId26" Type="http://schemas.openxmlformats.org/officeDocument/2006/relationships/image" Target="../media/image259.wmf"/><Relationship Id="rId3" Type="http://schemas.openxmlformats.org/officeDocument/2006/relationships/oleObject" Target="../embeddings/oleObject247.bin"/><Relationship Id="rId21" Type="http://schemas.openxmlformats.org/officeDocument/2006/relationships/oleObject" Target="../embeddings/oleObject254.bin"/><Relationship Id="rId7" Type="http://schemas.openxmlformats.org/officeDocument/2006/relationships/image" Target="../media/image246.wmf"/><Relationship Id="rId12" Type="http://schemas.openxmlformats.org/officeDocument/2006/relationships/oleObject" Target="../embeddings/oleObject251.bin"/><Relationship Id="rId17" Type="http://schemas.openxmlformats.org/officeDocument/2006/relationships/image" Target="../media/image253.emf"/><Relationship Id="rId25" Type="http://schemas.openxmlformats.org/officeDocument/2006/relationships/oleObject" Target="../embeddings/oleObject256.bin"/><Relationship Id="rId2" Type="http://schemas.openxmlformats.org/officeDocument/2006/relationships/notesSlide" Target="../notesSlides/notesSlide30.xml"/><Relationship Id="rId16" Type="http://schemas.openxmlformats.org/officeDocument/2006/relationships/oleObject" Target="../embeddings/oleObject253.bin"/><Relationship Id="rId20" Type="http://schemas.openxmlformats.org/officeDocument/2006/relationships/image" Target="../media/image256.emf"/><Relationship Id="rId29" Type="http://schemas.openxmlformats.org/officeDocument/2006/relationships/oleObject" Target="../embeddings/oleObject258.bin"/><Relationship Id="rId1" Type="http://schemas.openxmlformats.org/officeDocument/2006/relationships/slideLayout" Target="../slideLayouts/slideLayout267.xml"/><Relationship Id="rId6" Type="http://schemas.openxmlformats.org/officeDocument/2006/relationships/oleObject" Target="../embeddings/oleObject248.bin"/><Relationship Id="rId11" Type="http://schemas.openxmlformats.org/officeDocument/2006/relationships/image" Target="../media/image248.wmf"/><Relationship Id="rId24" Type="http://schemas.openxmlformats.org/officeDocument/2006/relationships/image" Target="../media/image258.wmf"/><Relationship Id="rId32" Type="http://schemas.openxmlformats.org/officeDocument/2006/relationships/image" Target="../media/image262.wmf"/><Relationship Id="rId5" Type="http://schemas.openxmlformats.org/officeDocument/2006/relationships/image" Target="../media/image2.jpeg"/><Relationship Id="rId15" Type="http://schemas.openxmlformats.org/officeDocument/2006/relationships/image" Target="../media/image252.wmf"/><Relationship Id="rId23" Type="http://schemas.openxmlformats.org/officeDocument/2006/relationships/oleObject" Target="../embeddings/oleObject255.bin"/><Relationship Id="rId28" Type="http://schemas.openxmlformats.org/officeDocument/2006/relationships/image" Target="../media/image260.wmf"/><Relationship Id="rId10" Type="http://schemas.openxmlformats.org/officeDocument/2006/relationships/oleObject" Target="../embeddings/oleObject250.bin"/><Relationship Id="rId19" Type="http://schemas.openxmlformats.org/officeDocument/2006/relationships/image" Target="../media/image255.emf"/><Relationship Id="rId31" Type="http://schemas.openxmlformats.org/officeDocument/2006/relationships/oleObject" Target="../embeddings/oleObject259.bin"/><Relationship Id="rId4" Type="http://schemas.openxmlformats.org/officeDocument/2006/relationships/image" Target="../media/image250.wmf"/><Relationship Id="rId9" Type="http://schemas.openxmlformats.org/officeDocument/2006/relationships/image" Target="../media/image247.wmf"/><Relationship Id="rId14" Type="http://schemas.openxmlformats.org/officeDocument/2006/relationships/oleObject" Target="../embeddings/oleObject252.bin"/><Relationship Id="rId22" Type="http://schemas.openxmlformats.org/officeDocument/2006/relationships/image" Target="../media/image257.wmf"/><Relationship Id="rId27" Type="http://schemas.openxmlformats.org/officeDocument/2006/relationships/oleObject" Target="../embeddings/oleObject257.bin"/><Relationship Id="rId30" Type="http://schemas.openxmlformats.org/officeDocument/2006/relationships/image" Target="../media/image261.wmf"/></Relationships>
</file>

<file path=ppt/slides/_rels/slide43.xml.rels><?xml version="1.0" encoding="UTF-8" standalone="yes"?>
<Relationships xmlns="http://schemas.openxmlformats.org/package/2006/relationships"><Relationship Id="rId8" Type="http://schemas.openxmlformats.org/officeDocument/2006/relationships/oleObject" Target="../embeddings/oleObject262.bin"/><Relationship Id="rId13" Type="http://schemas.openxmlformats.org/officeDocument/2006/relationships/image" Target="../media/image265.wmf"/><Relationship Id="rId18" Type="http://schemas.openxmlformats.org/officeDocument/2006/relationships/oleObject" Target="../embeddings/oleObject267.bin"/><Relationship Id="rId3" Type="http://schemas.openxmlformats.org/officeDocument/2006/relationships/image" Target="../media/image2.jpeg"/><Relationship Id="rId21" Type="http://schemas.openxmlformats.org/officeDocument/2006/relationships/image" Target="../media/image269.wmf"/><Relationship Id="rId7" Type="http://schemas.openxmlformats.org/officeDocument/2006/relationships/image" Target="../media/image247.wmf"/><Relationship Id="rId12" Type="http://schemas.openxmlformats.org/officeDocument/2006/relationships/oleObject" Target="../embeddings/oleObject264.bin"/><Relationship Id="rId17" Type="http://schemas.openxmlformats.org/officeDocument/2006/relationships/image" Target="../media/image267.wmf"/><Relationship Id="rId2" Type="http://schemas.openxmlformats.org/officeDocument/2006/relationships/notesSlide" Target="../notesSlides/notesSlide31.xml"/><Relationship Id="rId16" Type="http://schemas.openxmlformats.org/officeDocument/2006/relationships/oleObject" Target="../embeddings/oleObject266.bin"/><Relationship Id="rId20" Type="http://schemas.openxmlformats.org/officeDocument/2006/relationships/oleObject" Target="../embeddings/oleObject268.bin"/><Relationship Id="rId1" Type="http://schemas.openxmlformats.org/officeDocument/2006/relationships/slideLayout" Target="../slideLayouts/slideLayout267.xml"/><Relationship Id="rId6" Type="http://schemas.openxmlformats.org/officeDocument/2006/relationships/oleObject" Target="../embeddings/oleObject261.bin"/><Relationship Id="rId11" Type="http://schemas.openxmlformats.org/officeDocument/2006/relationships/image" Target="../media/image264.emf"/><Relationship Id="rId5" Type="http://schemas.openxmlformats.org/officeDocument/2006/relationships/image" Target="../media/image246.wmf"/><Relationship Id="rId15" Type="http://schemas.openxmlformats.org/officeDocument/2006/relationships/image" Target="../media/image266.wmf"/><Relationship Id="rId23" Type="http://schemas.openxmlformats.org/officeDocument/2006/relationships/image" Target="../media/image270.wmf"/><Relationship Id="rId10" Type="http://schemas.openxmlformats.org/officeDocument/2006/relationships/oleObject" Target="../embeddings/oleObject263.bin"/><Relationship Id="rId19" Type="http://schemas.openxmlformats.org/officeDocument/2006/relationships/image" Target="../media/image268.wmf"/><Relationship Id="rId4" Type="http://schemas.openxmlformats.org/officeDocument/2006/relationships/oleObject" Target="../embeddings/oleObject260.bin"/><Relationship Id="rId9" Type="http://schemas.openxmlformats.org/officeDocument/2006/relationships/image" Target="../media/image263.emf"/><Relationship Id="rId14" Type="http://schemas.openxmlformats.org/officeDocument/2006/relationships/oleObject" Target="../embeddings/oleObject265.bin"/><Relationship Id="rId22" Type="http://schemas.openxmlformats.org/officeDocument/2006/relationships/oleObject" Target="../embeddings/oleObject269.bin"/></Relationships>
</file>

<file path=ppt/slides/_rels/slide44.xml.rels><?xml version="1.0" encoding="UTF-8" standalone="yes"?>
<Relationships xmlns="http://schemas.openxmlformats.org/package/2006/relationships"><Relationship Id="rId8" Type="http://schemas.openxmlformats.org/officeDocument/2006/relationships/oleObject" Target="../embeddings/oleObject273.bin"/><Relationship Id="rId13" Type="http://schemas.openxmlformats.org/officeDocument/2006/relationships/image" Target="../media/image276.wmf"/><Relationship Id="rId18" Type="http://schemas.openxmlformats.org/officeDocument/2006/relationships/oleObject" Target="../embeddings/oleObject278.bin"/><Relationship Id="rId26" Type="http://schemas.openxmlformats.org/officeDocument/2006/relationships/slide" Target="slide25.xml"/><Relationship Id="rId3" Type="http://schemas.openxmlformats.org/officeDocument/2006/relationships/image" Target="../media/image271.wmf"/><Relationship Id="rId21" Type="http://schemas.openxmlformats.org/officeDocument/2006/relationships/image" Target="../media/image280.wmf"/><Relationship Id="rId7" Type="http://schemas.openxmlformats.org/officeDocument/2006/relationships/image" Target="../media/image273.wmf"/><Relationship Id="rId12" Type="http://schemas.openxmlformats.org/officeDocument/2006/relationships/oleObject" Target="../embeddings/oleObject275.bin"/><Relationship Id="rId17" Type="http://schemas.openxmlformats.org/officeDocument/2006/relationships/image" Target="../media/image278.wmf"/><Relationship Id="rId25" Type="http://schemas.openxmlformats.org/officeDocument/2006/relationships/image" Target="../media/image282.emf"/><Relationship Id="rId2" Type="http://schemas.openxmlformats.org/officeDocument/2006/relationships/oleObject" Target="../embeddings/oleObject270.bin"/><Relationship Id="rId16" Type="http://schemas.openxmlformats.org/officeDocument/2006/relationships/oleObject" Target="../embeddings/oleObject277.bin"/><Relationship Id="rId20" Type="http://schemas.openxmlformats.org/officeDocument/2006/relationships/oleObject" Target="../embeddings/oleObject279.bin"/><Relationship Id="rId1" Type="http://schemas.openxmlformats.org/officeDocument/2006/relationships/slideLayout" Target="../slideLayouts/slideLayout279.xml"/><Relationship Id="rId6" Type="http://schemas.openxmlformats.org/officeDocument/2006/relationships/oleObject" Target="../embeddings/oleObject272.bin"/><Relationship Id="rId11" Type="http://schemas.openxmlformats.org/officeDocument/2006/relationships/image" Target="../media/image275.wmf"/><Relationship Id="rId24" Type="http://schemas.openxmlformats.org/officeDocument/2006/relationships/oleObject" Target="../embeddings/oleObject281.bin"/><Relationship Id="rId5" Type="http://schemas.openxmlformats.org/officeDocument/2006/relationships/image" Target="../media/image272.wmf"/><Relationship Id="rId15" Type="http://schemas.openxmlformats.org/officeDocument/2006/relationships/image" Target="../media/image277.wmf"/><Relationship Id="rId23" Type="http://schemas.openxmlformats.org/officeDocument/2006/relationships/image" Target="../media/image281.wmf"/><Relationship Id="rId10" Type="http://schemas.openxmlformats.org/officeDocument/2006/relationships/oleObject" Target="../embeddings/oleObject274.bin"/><Relationship Id="rId19" Type="http://schemas.openxmlformats.org/officeDocument/2006/relationships/image" Target="../media/image279.wmf"/><Relationship Id="rId4" Type="http://schemas.openxmlformats.org/officeDocument/2006/relationships/oleObject" Target="../embeddings/oleObject271.bin"/><Relationship Id="rId9" Type="http://schemas.openxmlformats.org/officeDocument/2006/relationships/image" Target="../media/image274.wmf"/><Relationship Id="rId14" Type="http://schemas.openxmlformats.org/officeDocument/2006/relationships/oleObject" Target="../embeddings/oleObject276.bin"/><Relationship Id="rId22" Type="http://schemas.openxmlformats.org/officeDocument/2006/relationships/oleObject" Target="../embeddings/oleObject280.bin"/></Relationships>
</file>

<file path=ppt/slides/_rels/slide45.xml.rels><?xml version="1.0" encoding="UTF-8" standalone="yes"?>
<Relationships xmlns="http://schemas.openxmlformats.org/package/2006/relationships"><Relationship Id="rId8" Type="http://schemas.openxmlformats.org/officeDocument/2006/relationships/oleObject" Target="../embeddings/oleObject285.bin"/><Relationship Id="rId13" Type="http://schemas.openxmlformats.org/officeDocument/2006/relationships/image" Target="../media/image288.wmf"/><Relationship Id="rId18" Type="http://schemas.openxmlformats.org/officeDocument/2006/relationships/oleObject" Target="../embeddings/oleObject290.bin"/><Relationship Id="rId3" Type="http://schemas.openxmlformats.org/officeDocument/2006/relationships/image" Target="../media/image283.wmf"/><Relationship Id="rId21" Type="http://schemas.openxmlformats.org/officeDocument/2006/relationships/image" Target="../media/image292.wmf"/><Relationship Id="rId7" Type="http://schemas.openxmlformats.org/officeDocument/2006/relationships/image" Target="../media/image285.wmf"/><Relationship Id="rId12" Type="http://schemas.openxmlformats.org/officeDocument/2006/relationships/oleObject" Target="../embeddings/oleObject287.bin"/><Relationship Id="rId17" Type="http://schemas.openxmlformats.org/officeDocument/2006/relationships/image" Target="../media/image290.wmf"/><Relationship Id="rId2" Type="http://schemas.openxmlformats.org/officeDocument/2006/relationships/oleObject" Target="../embeddings/oleObject282.bin"/><Relationship Id="rId16" Type="http://schemas.openxmlformats.org/officeDocument/2006/relationships/oleObject" Target="../embeddings/oleObject289.bin"/><Relationship Id="rId20" Type="http://schemas.openxmlformats.org/officeDocument/2006/relationships/oleObject" Target="../embeddings/oleObject291.bin"/><Relationship Id="rId1" Type="http://schemas.openxmlformats.org/officeDocument/2006/relationships/slideLayout" Target="../slideLayouts/slideLayout279.xml"/><Relationship Id="rId6" Type="http://schemas.openxmlformats.org/officeDocument/2006/relationships/oleObject" Target="../embeddings/oleObject284.bin"/><Relationship Id="rId11" Type="http://schemas.openxmlformats.org/officeDocument/2006/relationships/image" Target="../media/image287.wmf"/><Relationship Id="rId5" Type="http://schemas.openxmlformats.org/officeDocument/2006/relationships/image" Target="../media/image284.wmf"/><Relationship Id="rId15" Type="http://schemas.openxmlformats.org/officeDocument/2006/relationships/image" Target="../media/image289.wmf"/><Relationship Id="rId23" Type="http://schemas.openxmlformats.org/officeDocument/2006/relationships/image" Target="../media/image293.wmf"/><Relationship Id="rId10" Type="http://schemas.openxmlformats.org/officeDocument/2006/relationships/oleObject" Target="../embeddings/oleObject286.bin"/><Relationship Id="rId19" Type="http://schemas.openxmlformats.org/officeDocument/2006/relationships/image" Target="../media/image291.wmf"/><Relationship Id="rId4" Type="http://schemas.openxmlformats.org/officeDocument/2006/relationships/oleObject" Target="../embeddings/oleObject283.bin"/><Relationship Id="rId9" Type="http://schemas.openxmlformats.org/officeDocument/2006/relationships/image" Target="../media/image286.wmf"/><Relationship Id="rId14" Type="http://schemas.openxmlformats.org/officeDocument/2006/relationships/oleObject" Target="../embeddings/oleObject288.bin"/><Relationship Id="rId22" Type="http://schemas.openxmlformats.org/officeDocument/2006/relationships/oleObject" Target="../embeddings/oleObject292.bin"/></Relationships>
</file>

<file path=ppt/slides/_rels/slide46.xml.rels><?xml version="1.0" encoding="UTF-8" standalone="yes"?>
<Relationships xmlns="http://schemas.openxmlformats.org/package/2006/relationships"><Relationship Id="rId8" Type="http://schemas.openxmlformats.org/officeDocument/2006/relationships/oleObject" Target="../embeddings/oleObject296.bin"/><Relationship Id="rId13" Type="http://schemas.openxmlformats.org/officeDocument/2006/relationships/image" Target="../media/image299.emf"/><Relationship Id="rId18" Type="http://schemas.openxmlformats.org/officeDocument/2006/relationships/slide" Target="slide25.xml"/><Relationship Id="rId3" Type="http://schemas.openxmlformats.org/officeDocument/2006/relationships/image" Target="../media/image294.emf"/><Relationship Id="rId7" Type="http://schemas.openxmlformats.org/officeDocument/2006/relationships/image" Target="../media/image296.emf"/><Relationship Id="rId12" Type="http://schemas.openxmlformats.org/officeDocument/2006/relationships/oleObject" Target="../embeddings/oleObject298.bin"/><Relationship Id="rId17" Type="http://schemas.openxmlformats.org/officeDocument/2006/relationships/image" Target="../media/image301.emf"/><Relationship Id="rId2" Type="http://schemas.openxmlformats.org/officeDocument/2006/relationships/oleObject" Target="../embeddings/oleObject293.bin"/><Relationship Id="rId16" Type="http://schemas.openxmlformats.org/officeDocument/2006/relationships/oleObject" Target="../embeddings/oleObject300.bin"/><Relationship Id="rId20" Type="http://schemas.openxmlformats.org/officeDocument/2006/relationships/image" Target="../media/image302.emf"/><Relationship Id="rId1" Type="http://schemas.openxmlformats.org/officeDocument/2006/relationships/slideLayout" Target="../slideLayouts/slideLayout210.xml"/><Relationship Id="rId6" Type="http://schemas.openxmlformats.org/officeDocument/2006/relationships/oleObject" Target="../embeddings/oleObject295.bin"/><Relationship Id="rId11" Type="http://schemas.openxmlformats.org/officeDocument/2006/relationships/image" Target="../media/image298.emf"/><Relationship Id="rId5" Type="http://schemas.openxmlformats.org/officeDocument/2006/relationships/image" Target="../media/image295.emf"/><Relationship Id="rId15" Type="http://schemas.openxmlformats.org/officeDocument/2006/relationships/image" Target="../media/image300.emf"/><Relationship Id="rId10" Type="http://schemas.openxmlformats.org/officeDocument/2006/relationships/oleObject" Target="../embeddings/oleObject297.bin"/><Relationship Id="rId19" Type="http://schemas.openxmlformats.org/officeDocument/2006/relationships/oleObject" Target="../embeddings/oleObject301.bin"/><Relationship Id="rId4" Type="http://schemas.openxmlformats.org/officeDocument/2006/relationships/oleObject" Target="../embeddings/oleObject294.bin"/><Relationship Id="rId9" Type="http://schemas.openxmlformats.org/officeDocument/2006/relationships/image" Target="../media/image297.emf"/><Relationship Id="rId14" Type="http://schemas.openxmlformats.org/officeDocument/2006/relationships/oleObject" Target="../embeddings/oleObject299.bin"/></Relationships>
</file>

<file path=ppt/slides/_rels/slide47.xml.rels><?xml version="1.0" encoding="UTF-8" standalone="yes"?>
<Relationships xmlns="http://schemas.openxmlformats.org/package/2006/relationships"><Relationship Id="rId8" Type="http://schemas.openxmlformats.org/officeDocument/2006/relationships/oleObject" Target="../embeddings/oleObject305.bin"/><Relationship Id="rId13" Type="http://schemas.openxmlformats.org/officeDocument/2006/relationships/image" Target="../media/image308.wmf"/><Relationship Id="rId18" Type="http://schemas.openxmlformats.org/officeDocument/2006/relationships/oleObject" Target="../embeddings/oleObject310.bin"/><Relationship Id="rId3" Type="http://schemas.openxmlformats.org/officeDocument/2006/relationships/image" Target="../media/image303.wmf"/><Relationship Id="rId21" Type="http://schemas.openxmlformats.org/officeDocument/2006/relationships/image" Target="../media/image312.wmf"/><Relationship Id="rId7" Type="http://schemas.openxmlformats.org/officeDocument/2006/relationships/image" Target="../media/image305.wmf"/><Relationship Id="rId12" Type="http://schemas.openxmlformats.org/officeDocument/2006/relationships/oleObject" Target="../embeddings/oleObject307.bin"/><Relationship Id="rId17" Type="http://schemas.openxmlformats.org/officeDocument/2006/relationships/image" Target="../media/image310.wmf"/><Relationship Id="rId2" Type="http://schemas.openxmlformats.org/officeDocument/2006/relationships/oleObject" Target="../embeddings/oleObject302.bin"/><Relationship Id="rId16" Type="http://schemas.openxmlformats.org/officeDocument/2006/relationships/oleObject" Target="../embeddings/oleObject309.bin"/><Relationship Id="rId20" Type="http://schemas.openxmlformats.org/officeDocument/2006/relationships/oleObject" Target="../embeddings/oleObject311.bin"/><Relationship Id="rId1" Type="http://schemas.openxmlformats.org/officeDocument/2006/relationships/slideLayout" Target="../slideLayouts/slideLayout210.xml"/><Relationship Id="rId6" Type="http://schemas.openxmlformats.org/officeDocument/2006/relationships/oleObject" Target="../embeddings/oleObject304.bin"/><Relationship Id="rId11" Type="http://schemas.openxmlformats.org/officeDocument/2006/relationships/image" Target="../media/image307.wmf"/><Relationship Id="rId5" Type="http://schemas.openxmlformats.org/officeDocument/2006/relationships/image" Target="../media/image304.wmf"/><Relationship Id="rId15" Type="http://schemas.openxmlformats.org/officeDocument/2006/relationships/image" Target="../media/image309.wmf"/><Relationship Id="rId10" Type="http://schemas.openxmlformats.org/officeDocument/2006/relationships/oleObject" Target="../embeddings/oleObject306.bin"/><Relationship Id="rId19" Type="http://schemas.openxmlformats.org/officeDocument/2006/relationships/image" Target="../media/image311.wmf"/><Relationship Id="rId4" Type="http://schemas.openxmlformats.org/officeDocument/2006/relationships/oleObject" Target="../embeddings/oleObject303.bin"/><Relationship Id="rId9" Type="http://schemas.openxmlformats.org/officeDocument/2006/relationships/image" Target="../media/image306.wmf"/><Relationship Id="rId14" Type="http://schemas.openxmlformats.org/officeDocument/2006/relationships/oleObject" Target="../embeddings/oleObject308.bin"/></Relationships>
</file>

<file path=ppt/slides/_rels/slide48.xml.rels><?xml version="1.0" encoding="UTF-8" standalone="yes"?>
<Relationships xmlns="http://schemas.openxmlformats.org/package/2006/relationships"><Relationship Id="rId8" Type="http://schemas.openxmlformats.org/officeDocument/2006/relationships/image" Target="../media/image315.wmf"/><Relationship Id="rId13" Type="http://schemas.openxmlformats.org/officeDocument/2006/relationships/oleObject" Target="../embeddings/oleObject317.bin"/><Relationship Id="rId18" Type="http://schemas.openxmlformats.org/officeDocument/2006/relationships/image" Target="../media/image320.wmf"/><Relationship Id="rId3" Type="http://schemas.openxmlformats.org/officeDocument/2006/relationships/oleObject" Target="../embeddings/oleObject312.bin"/><Relationship Id="rId7" Type="http://schemas.openxmlformats.org/officeDocument/2006/relationships/oleObject" Target="../embeddings/oleObject314.bin"/><Relationship Id="rId12" Type="http://schemas.openxmlformats.org/officeDocument/2006/relationships/image" Target="../media/image317.wmf"/><Relationship Id="rId17" Type="http://schemas.openxmlformats.org/officeDocument/2006/relationships/oleObject" Target="../embeddings/oleObject319.bin"/><Relationship Id="rId2" Type="http://schemas.openxmlformats.org/officeDocument/2006/relationships/notesSlide" Target="../notesSlides/notesSlide32.xml"/><Relationship Id="rId16" Type="http://schemas.openxmlformats.org/officeDocument/2006/relationships/image" Target="../media/image319.wmf"/><Relationship Id="rId1" Type="http://schemas.openxmlformats.org/officeDocument/2006/relationships/slideLayout" Target="../slideLayouts/slideLayout210.xml"/><Relationship Id="rId6" Type="http://schemas.openxmlformats.org/officeDocument/2006/relationships/image" Target="../media/image314.wmf"/><Relationship Id="rId11" Type="http://schemas.openxmlformats.org/officeDocument/2006/relationships/oleObject" Target="../embeddings/oleObject316.bin"/><Relationship Id="rId5" Type="http://schemas.openxmlformats.org/officeDocument/2006/relationships/oleObject" Target="../embeddings/oleObject313.bin"/><Relationship Id="rId15" Type="http://schemas.openxmlformats.org/officeDocument/2006/relationships/oleObject" Target="../embeddings/oleObject318.bin"/><Relationship Id="rId10" Type="http://schemas.openxmlformats.org/officeDocument/2006/relationships/image" Target="../media/image316.wmf"/><Relationship Id="rId4" Type="http://schemas.openxmlformats.org/officeDocument/2006/relationships/image" Target="../media/image313.wmf"/><Relationship Id="rId9" Type="http://schemas.openxmlformats.org/officeDocument/2006/relationships/oleObject" Target="../embeddings/oleObject315.bin"/><Relationship Id="rId14" Type="http://schemas.openxmlformats.org/officeDocument/2006/relationships/image" Target="../media/image318.wmf"/></Relationships>
</file>

<file path=ppt/slides/_rels/slide49.xml.rels><?xml version="1.0" encoding="UTF-8" standalone="yes"?>
<Relationships xmlns="http://schemas.openxmlformats.org/package/2006/relationships"><Relationship Id="rId8" Type="http://schemas.openxmlformats.org/officeDocument/2006/relationships/image" Target="../media/image323.wmf"/><Relationship Id="rId13" Type="http://schemas.openxmlformats.org/officeDocument/2006/relationships/oleObject" Target="../embeddings/oleObject325.bin"/><Relationship Id="rId18" Type="http://schemas.openxmlformats.org/officeDocument/2006/relationships/image" Target="../media/image328.wmf"/><Relationship Id="rId3" Type="http://schemas.openxmlformats.org/officeDocument/2006/relationships/oleObject" Target="../embeddings/oleObject320.bin"/><Relationship Id="rId21" Type="http://schemas.openxmlformats.org/officeDocument/2006/relationships/oleObject" Target="../embeddings/oleObject329.bin"/><Relationship Id="rId7" Type="http://schemas.openxmlformats.org/officeDocument/2006/relationships/oleObject" Target="../embeddings/oleObject322.bin"/><Relationship Id="rId12" Type="http://schemas.openxmlformats.org/officeDocument/2006/relationships/image" Target="../media/image325.wmf"/><Relationship Id="rId17" Type="http://schemas.openxmlformats.org/officeDocument/2006/relationships/oleObject" Target="../embeddings/oleObject327.bin"/><Relationship Id="rId25" Type="http://schemas.openxmlformats.org/officeDocument/2006/relationships/slide" Target="slide25.xml"/><Relationship Id="rId2" Type="http://schemas.openxmlformats.org/officeDocument/2006/relationships/notesSlide" Target="../notesSlides/notesSlide33.xml"/><Relationship Id="rId16" Type="http://schemas.openxmlformats.org/officeDocument/2006/relationships/image" Target="../media/image327.wmf"/><Relationship Id="rId20" Type="http://schemas.openxmlformats.org/officeDocument/2006/relationships/image" Target="../media/image329.wmf"/><Relationship Id="rId1" Type="http://schemas.openxmlformats.org/officeDocument/2006/relationships/slideLayout" Target="../slideLayouts/slideLayout256.xml"/><Relationship Id="rId6" Type="http://schemas.openxmlformats.org/officeDocument/2006/relationships/image" Target="../media/image322.wmf"/><Relationship Id="rId11" Type="http://schemas.openxmlformats.org/officeDocument/2006/relationships/oleObject" Target="../embeddings/oleObject324.bin"/><Relationship Id="rId24" Type="http://schemas.openxmlformats.org/officeDocument/2006/relationships/image" Target="../media/image331.wmf"/><Relationship Id="rId5" Type="http://schemas.openxmlformats.org/officeDocument/2006/relationships/oleObject" Target="../embeddings/oleObject321.bin"/><Relationship Id="rId15" Type="http://schemas.openxmlformats.org/officeDocument/2006/relationships/oleObject" Target="../embeddings/oleObject326.bin"/><Relationship Id="rId23" Type="http://schemas.openxmlformats.org/officeDocument/2006/relationships/oleObject" Target="../embeddings/oleObject330.bin"/><Relationship Id="rId10" Type="http://schemas.openxmlformats.org/officeDocument/2006/relationships/image" Target="../media/image324.wmf"/><Relationship Id="rId19" Type="http://schemas.openxmlformats.org/officeDocument/2006/relationships/oleObject" Target="../embeddings/oleObject328.bin"/><Relationship Id="rId4" Type="http://schemas.openxmlformats.org/officeDocument/2006/relationships/image" Target="../media/image321.wmf"/><Relationship Id="rId9" Type="http://schemas.openxmlformats.org/officeDocument/2006/relationships/oleObject" Target="../embeddings/oleObject323.bin"/><Relationship Id="rId14" Type="http://schemas.openxmlformats.org/officeDocument/2006/relationships/image" Target="../media/image326.wmf"/><Relationship Id="rId22" Type="http://schemas.openxmlformats.org/officeDocument/2006/relationships/image" Target="../media/image330.wmf"/></Relationships>
</file>

<file path=ppt/slides/_rels/slide50.xml.rels><?xml version="1.0" encoding="UTF-8" standalone="yes"?>
<Relationships xmlns="http://schemas.openxmlformats.org/package/2006/relationships"><Relationship Id="rId8" Type="http://schemas.openxmlformats.org/officeDocument/2006/relationships/image" Target="../media/image334.emf"/><Relationship Id="rId13" Type="http://schemas.openxmlformats.org/officeDocument/2006/relationships/oleObject" Target="../embeddings/oleObject336.bin"/><Relationship Id="rId18" Type="http://schemas.openxmlformats.org/officeDocument/2006/relationships/image" Target="../media/image339.emf"/><Relationship Id="rId3" Type="http://schemas.openxmlformats.org/officeDocument/2006/relationships/oleObject" Target="../embeddings/oleObject331.bin"/><Relationship Id="rId21" Type="http://schemas.openxmlformats.org/officeDocument/2006/relationships/oleObject" Target="../embeddings/oleObject340.bin"/><Relationship Id="rId7" Type="http://schemas.openxmlformats.org/officeDocument/2006/relationships/oleObject" Target="../embeddings/oleObject333.bin"/><Relationship Id="rId12" Type="http://schemas.openxmlformats.org/officeDocument/2006/relationships/image" Target="../media/image336.emf"/><Relationship Id="rId17" Type="http://schemas.openxmlformats.org/officeDocument/2006/relationships/oleObject" Target="../embeddings/oleObject338.bin"/><Relationship Id="rId25" Type="http://schemas.openxmlformats.org/officeDocument/2006/relationships/slide" Target="slide25.xml"/><Relationship Id="rId2" Type="http://schemas.openxmlformats.org/officeDocument/2006/relationships/notesSlide" Target="../notesSlides/notesSlide34.xml"/><Relationship Id="rId16" Type="http://schemas.openxmlformats.org/officeDocument/2006/relationships/image" Target="../media/image338.emf"/><Relationship Id="rId20" Type="http://schemas.openxmlformats.org/officeDocument/2006/relationships/image" Target="../media/image340.emf"/><Relationship Id="rId1" Type="http://schemas.openxmlformats.org/officeDocument/2006/relationships/slideLayout" Target="../slideLayouts/slideLayout256.xml"/><Relationship Id="rId6" Type="http://schemas.openxmlformats.org/officeDocument/2006/relationships/image" Target="../media/image333.emf"/><Relationship Id="rId11" Type="http://schemas.openxmlformats.org/officeDocument/2006/relationships/oleObject" Target="../embeddings/oleObject335.bin"/><Relationship Id="rId24" Type="http://schemas.openxmlformats.org/officeDocument/2006/relationships/image" Target="../media/image342.emf"/><Relationship Id="rId5" Type="http://schemas.openxmlformats.org/officeDocument/2006/relationships/oleObject" Target="../embeddings/oleObject332.bin"/><Relationship Id="rId15" Type="http://schemas.openxmlformats.org/officeDocument/2006/relationships/oleObject" Target="../embeddings/oleObject337.bin"/><Relationship Id="rId23" Type="http://schemas.openxmlformats.org/officeDocument/2006/relationships/oleObject" Target="../embeddings/oleObject341.bin"/><Relationship Id="rId10" Type="http://schemas.openxmlformats.org/officeDocument/2006/relationships/image" Target="../media/image335.emf"/><Relationship Id="rId19" Type="http://schemas.openxmlformats.org/officeDocument/2006/relationships/oleObject" Target="../embeddings/oleObject339.bin"/><Relationship Id="rId4" Type="http://schemas.openxmlformats.org/officeDocument/2006/relationships/image" Target="../media/image332.emf"/><Relationship Id="rId9" Type="http://schemas.openxmlformats.org/officeDocument/2006/relationships/oleObject" Target="../embeddings/oleObject334.bin"/><Relationship Id="rId14" Type="http://schemas.openxmlformats.org/officeDocument/2006/relationships/image" Target="../media/image337.emf"/><Relationship Id="rId22" Type="http://schemas.openxmlformats.org/officeDocument/2006/relationships/image" Target="../media/image341.emf"/></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03.xml"/></Relationships>
</file>

<file path=ppt/slides/_rels/slide5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6.xml"/><Relationship Id="rId1" Type="http://schemas.openxmlformats.org/officeDocument/2006/relationships/slideLayout" Target="../slideLayouts/slideLayout290.xml"/></Relationships>
</file>

<file path=ppt/slides/_rels/slide53.xml.rels><?xml version="1.0" encoding="UTF-8" standalone="yes"?>
<Relationships xmlns="http://schemas.openxmlformats.org/package/2006/relationships"><Relationship Id="rId8" Type="http://schemas.openxmlformats.org/officeDocument/2006/relationships/oleObject" Target="../embeddings/oleObject345.bin"/><Relationship Id="rId3" Type="http://schemas.openxmlformats.org/officeDocument/2006/relationships/image" Target="../media/image343.wmf"/><Relationship Id="rId7" Type="http://schemas.openxmlformats.org/officeDocument/2006/relationships/image" Target="../media/image345.wmf"/><Relationship Id="rId2" Type="http://schemas.openxmlformats.org/officeDocument/2006/relationships/oleObject" Target="../embeddings/oleObject342.bin"/><Relationship Id="rId1" Type="http://schemas.openxmlformats.org/officeDocument/2006/relationships/slideLayout" Target="../slideLayouts/slideLayout307.xml"/><Relationship Id="rId6" Type="http://schemas.openxmlformats.org/officeDocument/2006/relationships/oleObject" Target="../embeddings/oleObject344.bin"/><Relationship Id="rId11" Type="http://schemas.openxmlformats.org/officeDocument/2006/relationships/image" Target="../media/image347.wmf"/><Relationship Id="rId5" Type="http://schemas.openxmlformats.org/officeDocument/2006/relationships/image" Target="../media/image344.wmf"/><Relationship Id="rId10" Type="http://schemas.openxmlformats.org/officeDocument/2006/relationships/oleObject" Target="../embeddings/oleObject346.bin"/><Relationship Id="rId4" Type="http://schemas.openxmlformats.org/officeDocument/2006/relationships/oleObject" Target="../embeddings/oleObject343.bin"/><Relationship Id="rId9" Type="http://schemas.openxmlformats.org/officeDocument/2006/relationships/image" Target="../media/image346.wmf"/></Relationships>
</file>

<file path=ppt/slides/_rels/slide54.xml.rels><?xml version="1.0" encoding="UTF-8" standalone="yes"?>
<Relationships xmlns="http://schemas.openxmlformats.org/package/2006/relationships"><Relationship Id="rId8" Type="http://schemas.openxmlformats.org/officeDocument/2006/relationships/oleObject" Target="../embeddings/oleObject350.bin"/><Relationship Id="rId13" Type="http://schemas.openxmlformats.org/officeDocument/2006/relationships/image" Target="../media/image353.wmf"/><Relationship Id="rId18" Type="http://schemas.openxmlformats.org/officeDocument/2006/relationships/oleObject" Target="../embeddings/oleObject355.bin"/><Relationship Id="rId3" Type="http://schemas.openxmlformats.org/officeDocument/2006/relationships/image" Target="../media/image348.wmf"/><Relationship Id="rId21" Type="http://schemas.openxmlformats.org/officeDocument/2006/relationships/image" Target="../media/image357.wmf"/><Relationship Id="rId7" Type="http://schemas.openxmlformats.org/officeDocument/2006/relationships/image" Target="../media/image350.wmf"/><Relationship Id="rId12" Type="http://schemas.openxmlformats.org/officeDocument/2006/relationships/oleObject" Target="../embeddings/oleObject352.bin"/><Relationship Id="rId17" Type="http://schemas.openxmlformats.org/officeDocument/2006/relationships/image" Target="../media/image355.wmf"/><Relationship Id="rId2" Type="http://schemas.openxmlformats.org/officeDocument/2006/relationships/oleObject" Target="../embeddings/oleObject347.bin"/><Relationship Id="rId16" Type="http://schemas.openxmlformats.org/officeDocument/2006/relationships/oleObject" Target="../embeddings/oleObject354.bin"/><Relationship Id="rId20" Type="http://schemas.openxmlformats.org/officeDocument/2006/relationships/oleObject" Target="../embeddings/oleObject356.bin"/><Relationship Id="rId1" Type="http://schemas.openxmlformats.org/officeDocument/2006/relationships/slideLayout" Target="../slideLayouts/slideLayout326.xml"/><Relationship Id="rId6" Type="http://schemas.openxmlformats.org/officeDocument/2006/relationships/oleObject" Target="../embeddings/oleObject349.bin"/><Relationship Id="rId11" Type="http://schemas.openxmlformats.org/officeDocument/2006/relationships/image" Target="../media/image352.wmf"/><Relationship Id="rId5" Type="http://schemas.openxmlformats.org/officeDocument/2006/relationships/image" Target="../media/image349.wmf"/><Relationship Id="rId15" Type="http://schemas.openxmlformats.org/officeDocument/2006/relationships/image" Target="../media/image354.wmf"/><Relationship Id="rId23" Type="http://schemas.openxmlformats.org/officeDocument/2006/relationships/image" Target="../media/image358.wmf"/><Relationship Id="rId10" Type="http://schemas.openxmlformats.org/officeDocument/2006/relationships/oleObject" Target="../embeddings/oleObject351.bin"/><Relationship Id="rId19" Type="http://schemas.openxmlformats.org/officeDocument/2006/relationships/image" Target="../media/image356.wmf"/><Relationship Id="rId4" Type="http://schemas.openxmlformats.org/officeDocument/2006/relationships/oleObject" Target="../embeddings/oleObject348.bin"/><Relationship Id="rId9" Type="http://schemas.openxmlformats.org/officeDocument/2006/relationships/image" Target="../media/image351.wmf"/><Relationship Id="rId14" Type="http://schemas.openxmlformats.org/officeDocument/2006/relationships/oleObject" Target="../embeddings/oleObject353.bin"/><Relationship Id="rId22" Type="http://schemas.openxmlformats.org/officeDocument/2006/relationships/oleObject" Target="../embeddings/oleObject357.bin"/></Relationships>
</file>

<file path=ppt/slides/_rels/slide55.xml.rels><?xml version="1.0" encoding="UTF-8" standalone="yes"?>
<Relationships xmlns="http://schemas.openxmlformats.org/package/2006/relationships"><Relationship Id="rId8" Type="http://schemas.openxmlformats.org/officeDocument/2006/relationships/oleObject" Target="../embeddings/oleObject360.bin"/><Relationship Id="rId13" Type="http://schemas.openxmlformats.org/officeDocument/2006/relationships/image" Target="../media/image363.wmf"/><Relationship Id="rId18" Type="http://schemas.openxmlformats.org/officeDocument/2006/relationships/oleObject" Target="../embeddings/oleObject365.bin"/><Relationship Id="rId26" Type="http://schemas.openxmlformats.org/officeDocument/2006/relationships/oleObject" Target="../embeddings/oleObject369.bin"/><Relationship Id="rId3" Type="http://schemas.openxmlformats.org/officeDocument/2006/relationships/image" Target="../media/image2.jpeg"/><Relationship Id="rId21" Type="http://schemas.openxmlformats.org/officeDocument/2006/relationships/image" Target="../media/image367.wmf"/><Relationship Id="rId7" Type="http://schemas.openxmlformats.org/officeDocument/2006/relationships/image" Target="../media/image360.wmf"/><Relationship Id="rId12" Type="http://schemas.openxmlformats.org/officeDocument/2006/relationships/oleObject" Target="../embeddings/oleObject362.bin"/><Relationship Id="rId17" Type="http://schemas.openxmlformats.org/officeDocument/2006/relationships/image" Target="../media/image365.wmf"/><Relationship Id="rId25" Type="http://schemas.openxmlformats.org/officeDocument/2006/relationships/image" Target="../media/image369.wmf"/><Relationship Id="rId2" Type="http://schemas.openxmlformats.org/officeDocument/2006/relationships/notesSlide" Target="../notesSlides/notesSlide37.xml"/><Relationship Id="rId16" Type="http://schemas.openxmlformats.org/officeDocument/2006/relationships/oleObject" Target="../embeddings/oleObject364.bin"/><Relationship Id="rId20" Type="http://schemas.openxmlformats.org/officeDocument/2006/relationships/oleObject" Target="../embeddings/oleObject366.bin"/><Relationship Id="rId1" Type="http://schemas.openxmlformats.org/officeDocument/2006/relationships/slideLayout" Target="../slideLayouts/slideLayout290.xml"/><Relationship Id="rId6" Type="http://schemas.openxmlformats.org/officeDocument/2006/relationships/oleObject" Target="../embeddings/oleObject359.bin"/><Relationship Id="rId11" Type="http://schemas.openxmlformats.org/officeDocument/2006/relationships/image" Target="../media/image362.wmf"/><Relationship Id="rId24" Type="http://schemas.openxmlformats.org/officeDocument/2006/relationships/oleObject" Target="../embeddings/oleObject368.bin"/><Relationship Id="rId5" Type="http://schemas.openxmlformats.org/officeDocument/2006/relationships/image" Target="../media/image359.wmf"/><Relationship Id="rId15" Type="http://schemas.openxmlformats.org/officeDocument/2006/relationships/image" Target="../media/image364.wmf"/><Relationship Id="rId23" Type="http://schemas.openxmlformats.org/officeDocument/2006/relationships/image" Target="../media/image368.wmf"/><Relationship Id="rId10" Type="http://schemas.openxmlformats.org/officeDocument/2006/relationships/oleObject" Target="../embeddings/oleObject361.bin"/><Relationship Id="rId19" Type="http://schemas.openxmlformats.org/officeDocument/2006/relationships/image" Target="../media/image366.wmf"/><Relationship Id="rId4" Type="http://schemas.openxmlformats.org/officeDocument/2006/relationships/oleObject" Target="../embeddings/oleObject358.bin"/><Relationship Id="rId9" Type="http://schemas.openxmlformats.org/officeDocument/2006/relationships/image" Target="../media/image361.wmf"/><Relationship Id="rId14" Type="http://schemas.openxmlformats.org/officeDocument/2006/relationships/oleObject" Target="../embeddings/oleObject363.bin"/><Relationship Id="rId22" Type="http://schemas.openxmlformats.org/officeDocument/2006/relationships/oleObject" Target="../embeddings/oleObject367.bin"/><Relationship Id="rId27" Type="http://schemas.openxmlformats.org/officeDocument/2006/relationships/image" Target="../media/image370.wmf"/></Relationships>
</file>

<file path=ppt/slides/_rels/slide56.xml.rels><?xml version="1.0" encoding="UTF-8" standalone="yes"?>
<Relationships xmlns="http://schemas.openxmlformats.org/package/2006/relationships"><Relationship Id="rId3" Type="http://schemas.openxmlformats.org/officeDocument/2006/relationships/oleObject" Target="../embeddings/oleObject370.bin"/><Relationship Id="rId2" Type="http://schemas.openxmlformats.org/officeDocument/2006/relationships/notesSlide" Target="../notesSlides/notesSlide38.xml"/><Relationship Id="rId1" Type="http://schemas.openxmlformats.org/officeDocument/2006/relationships/slideLayout" Target="../slideLayouts/slideLayout290.xml"/><Relationship Id="rId5" Type="http://schemas.openxmlformats.org/officeDocument/2006/relationships/image" Target="../media/image2.jpeg"/><Relationship Id="rId4" Type="http://schemas.openxmlformats.org/officeDocument/2006/relationships/image" Target="../media/image371.wmf"/></Relationships>
</file>

<file path=ppt/slides/_rels/slide57.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373.wmf"/><Relationship Id="rId2" Type="http://schemas.openxmlformats.org/officeDocument/2006/relationships/notesSlide" Target="../notesSlides/notesSlide39.xml"/><Relationship Id="rId1" Type="http://schemas.openxmlformats.org/officeDocument/2006/relationships/slideLayout" Target="../slideLayouts/slideLayout314.xml"/><Relationship Id="rId6" Type="http://schemas.openxmlformats.org/officeDocument/2006/relationships/oleObject" Target="../embeddings/oleObject372.bin"/><Relationship Id="rId5" Type="http://schemas.openxmlformats.org/officeDocument/2006/relationships/image" Target="../media/image372.wmf"/><Relationship Id="rId4" Type="http://schemas.openxmlformats.org/officeDocument/2006/relationships/oleObject" Target="../embeddings/oleObject371.bin"/></Relationships>
</file>

<file path=ppt/slides/_rels/slide5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0.xml"/><Relationship Id="rId1" Type="http://schemas.openxmlformats.org/officeDocument/2006/relationships/slideLayout" Target="../slideLayouts/slideLayout314.xml"/></Relationships>
</file>

<file path=ppt/slides/_rels/slide5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1.xml"/><Relationship Id="rId1" Type="http://schemas.openxmlformats.org/officeDocument/2006/relationships/slideLayout" Target="../slideLayouts/slideLayout314.xml"/></Relationships>
</file>

<file path=ppt/slides/_rels/slide6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2.xml"/><Relationship Id="rId1" Type="http://schemas.openxmlformats.org/officeDocument/2006/relationships/slideLayout" Target="../slideLayouts/slideLayout314.xml"/></Relationships>
</file>

<file path=ppt/slides/_rels/slide61.xml.rels><?xml version="1.0" encoding="UTF-8" standalone="yes"?>
<Relationships xmlns="http://schemas.openxmlformats.org/package/2006/relationships"><Relationship Id="rId8" Type="http://schemas.openxmlformats.org/officeDocument/2006/relationships/image" Target="../media/image376.wmf"/><Relationship Id="rId13" Type="http://schemas.openxmlformats.org/officeDocument/2006/relationships/oleObject" Target="../embeddings/oleObject378.bin"/><Relationship Id="rId3" Type="http://schemas.openxmlformats.org/officeDocument/2006/relationships/oleObject" Target="../embeddings/oleObject373.bin"/><Relationship Id="rId7" Type="http://schemas.openxmlformats.org/officeDocument/2006/relationships/oleObject" Target="../embeddings/oleObject375.bin"/><Relationship Id="rId12" Type="http://schemas.openxmlformats.org/officeDocument/2006/relationships/image" Target="../media/image378.wmf"/><Relationship Id="rId2" Type="http://schemas.openxmlformats.org/officeDocument/2006/relationships/notesSlide" Target="../notesSlides/notesSlide43.xml"/><Relationship Id="rId16" Type="http://schemas.openxmlformats.org/officeDocument/2006/relationships/image" Target="../media/image380.wmf"/><Relationship Id="rId1" Type="http://schemas.openxmlformats.org/officeDocument/2006/relationships/slideLayout" Target="../slideLayouts/slideLayout326.xml"/><Relationship Id="rId6" Type="http://schemas.openxmlformats.org/officeDocument/2006/relationships/image" Target="../media/image375.wmf"/><Relationship Id="rId11" Type="http://schemas.openxmlformats.org/officeDocument/2006/relationships/oleObject" Target="../embeddings/oleObject377.bin"/><Relationship Id="rId5" Type="http://schemas.openxmlformats.org/officeDocument/2006/relationships/oleObject" Target="../embeddings/oleObject374.bin"/><Relationship Id="rId15" Type="http://schemas.openxmlformats.org/officeDocument/2006/relationships/oleObject" Target="../embeddings/oleObject379.bin"/><Relationship Id="rId10" Type="http://schemas.openxmlformats.org/officeDocument/2006/relationships/image" Target="../media/image377.wmf"/><Relationship Id="rId4" Type="http://schemas.openxmlformats.org/officeDocument/2006/relationships/image" Target="../media/image374.wmf"/><Relationship Id="rId9" Type="http://schemas.openxmlformats.org/officeDocument/2006/relationships/oleObject" Target="../embeddings/oleObject376.bin"/><Relationship Id="rId14" Type="http://schemas.openxmlformats.org/officeDocument/2006/relationships/image" Target="../media/image379.wmf"/></Relationships>
</file>

<file path=ppt/slides/_rels/slide62.xml.rels><?xml version="1.0" encoding="UTF-8" standalone="yes"?>
<Relationships xmlns="http://schemas.openxmlformats.org/package/2006/relationships"><Relationship Id="rId13" Type="http://schemas.openxmlformats.org/officeDocument/2006/relationships/oleObject" Target="../embeddings/oleObject385.bin"/><Relationship Id="rId18" Type="http://schemas.openxmlformats.org/officeDocument/2006/relationships/image" Target="../media/image388.wmf"/><Relationship Id="rId26" Type="http://schemas.openxmlformats.org/officeDocument/2006/relationships/image" Target="../media/image392.wmf"/><Relationship Id="rId39" Type="http://schemas.openxmlformats.org/officeDocument/2006/relationships/oleObject" Target="../embeddings/oleObject398.bin"/><Relationship Id="rId21" Type="http://schemas.openxmlformats.org/officeDocument/2006/relationships/oleObject" Target="../embeddings/oleObject389.bin"/><Relationship Id="rId34" Type="http://schemas.openxmlformats.org/officeDocument/2006/relationships/image" Target="../media/image396.wmf"/><Relationship Id="rId42" Type="http://schemas.openxmlformats.org/officeDocument/2006/relationships/image" Target="../media/image400.wmf"/><Relationship Id="rId47" Type="http://schemas.openxmlformats.org/officeDocument/2006/relationships/oleObject" Target="../embeddings/oleObject402.bin"/><Relationship Id="rId50" Type="http://schemas.openxmlformats.org/officeDocument/2006/relationships/image" Target="../media/image404.wmf"/><Relationship Id="rId55" Type="http://schemas.openxmlformats.org/officeDocument/2006/relationships/oleObject" Target="../embeddings/oleObject406.bin"/><Relationship Id="rId63" Type="http://schemas.openxmlformats.org/officeDocument/2006/relationships/oleObject" Target="../embeddings/oleObject410.bin"/><Relationship Id="rId7" Type="http://schemas.openxmlformats.org/officeDocument/2006/relationships/oleObject" Target="../embeddings/oleObject382.bin"/><Relationship Id="rId2" Type="http://schemas.openxmlformats.org/officeDocument/2006/relationships/notesSlide" Target="../notesSlides/notesSlide44.xml"/><Relationship Id="rId16" Type="http://schemas.openxmlformats.org/officeDocument/2006/relationships/image" Target="../media/image387.wmf"/><Relationship Id="rId29" Type="http://schemas.openxmlformats.org/officeDocument/2006/relationships/oleObject" Target="../embeddings/oleObject393.bin"/><Relationship Id="rId11" Type="http://schemas.openxmlformats.org/officeDocument/2006/relationships/oleObject" Target="../embeddings/oleObject384.bin"/><Relationship Id="rId24" Type="http://schemas.openxmlformats.org/officeDocument/2006/relationships/image" Target="../media/image391.wmf"/><Relationship Id="rId32" Type="http://schemas.openxmlformats.org/officeDocument/2006/relationships/image" Target="../media/image395.wmf"/><Relationship Id="rId37" Type="http://schemas.openxmlformats.org/officeDocument/2006/relationships/oleObject" Target="../embeddings/oleObject397.bin"/><Relationship Id="rId40" Type="http://schemas.openxmlformats.org/officeDocument/2006/relationships/image" Target="../media/image399.wmf"/><Relationship Id="rId45" Type="http://schemas.openxmlformats.org/officeDocument/2006/relationships/oleObject" Target="../embeddings/oleObject401.bin"/><Relationship Id="rId53" Type="http://schemas.openxmlformats.org/officeDocument/2006/relationships/oleObject" Target="../embeddings/oleObject405.bin"/><Relationship Id="rId58" Type="http://schemas.openxmlformats.org/officeDocument/2006/relationships/image" Target="../media/image408.wmf"/><Relationship Id="rId5" Type="http://schemas.openxmlformats.org/officeDocument/2006/relationships/oleObject" Target="../embeddings/oleObject381.bin"/><Relationship Id="rId61" Type="http://schemas.openxmlformats.org/officeDocument/2006/relationships/oleObject" Target="../embeddings/oleObject409.bin"/><Relationship Id="rId19" Type="http://schemas.openxmlformats.org/officeDocument/2006/relationships/oleObject" Target="../embeddings/oleObject388.bin"/><Relationship Id="rId14" Type="http://schemas.openxmlformats.org/officeDocument/2006/relationships/image" Target="../media/image386.wmf"/><Relationship Id="rId22" Type="http://schemas.openxmlformats.org/officeDocument/2006/relationships/image" Target="../media/image390.wmf"/><Relationship Id="rId27" Type="http://schemas.openxmlformats.org/officeDocument/2006/relationships/oleObject" Target="../embeddings/oleObject392.bin"/><Relationship Id="rId30" Type="http://schemas.openxmlformats.org/officeDocument/2006/relationships/image" Target="../media/image394.wmf"/><Relationship Id="rId35" Type="http://schemas.openxmlformats.org/officeDocument/2006/relationships/oleObject" Target="../embeddings/oleObject396.bin"/><Relationship Id="rId43" Type="http://schemas.openxmlformats.org/officeDocument/2006/relationships/oleObject" Target="../embeddings/oleObject400.bin"/><Relationship Id="rId48" Type="http://schemas.openxmlformats.org/officeDocument/2006/relationships/image" Target="../media/image403.wmf"/><Relationship Id="rId56" Type="http://schemas.openxmlformats.org/officeDocument/2006/relationships/image" Target="../media/image407.wmf"/><Relationship Id="rId64" Type="http://schemas.openxmlformats.org/officeDocument/2006/relationships/image" Target="../media/image411.wmf"/><Relationship Id="rId8" Type="http://schemas.openxmlformats.org/officeDocument/2006/relationships/image" Target="../media/image383.wmf"/><Relationship Id="rId51" Type="http://schemas.openxmlformats.org/officeDocument/2006/relationships/oleObject" Target="../embeddings/oleObject404.bin"/><Relationship Id="rId3" Type="http://schemas.openxmlformats.org/officeDocument/2006/relationships/oleObject" Target="../embeddings/oleObject380.bin"/><Relationship Id="rId12" Type="http://schemas.openxmlformats.org/officeDocument/2006/relationships/image" Target="../media/image385.wmf"/><Relationship Id="rId17" Type="http://schemas.openxmlformats.org/officeDocument/2006/relationships/oleObject" Target="../embeddings/oleObject387.bin"/><Relationship Id="rId25" Type="http://schemas.openxmlformats.org/officeDocument/2006/relationships/oleObject" Target="../embeddings/oleObject391.bin"/><Relationship Id="rId33" Type="http://schemas.openxmlformats.org/officeDocument/2006/relationships/oleObject" Target="../embeddings/oleObject395.bin"/><Relationship Id="rId38" Type="http://schemas.openxmlformats.org/officeDocument/2006/relationships/image" Target="../media/image398.wmf"/><Relationship Id="rId46" Type="http://schemas.openxmlformats.org/officeDocument/2006/relationships/image" Target="../media/image402.wmf"/><Relationship Id="rId59" Type="http://schemas.openxmlformats.org/officeDocument/2006/relationships/oleObject" Target="../embeddings/oleObject408.bin"/><Relationship Id="rId20" Type="http://schemas.openxmlformats.org/officeDocument/2006/relationships/image" Target="../media/image389.wmf"/><Relationship Id="rId41" Type="http://schemas.openxmlformats.org/officeDocument/2006/relationships/oleObject" Target="../embeddings/oleObject399.bin"/><Relationship Id="rId54" Type="http://schemas.openxmlformats.org/officeDocument/2006/relationships/image" Target="../media/image406.wmf"/><Relationship Id="rId62" Type="http://schemas.openxmlformats.org/officeDocument/2006/relationships/image" Target="../media/image410.wmf"/><Relationship Id="rId1" Type="http://schemas.openxmlformats.org/officeDocument/2006/relationships/slideLayout" Target="../slideLayouts/slideLayout337.xml"/><Relationship Id="rId6" Type="http://schemas.openxmlformats.org/officeDocument/2006/relationships/image" Target="../media/image382.wmf"/><Relationship Id="rId15" Type="http://schemas.openxmlformats.org/officeDocument/2006/relationships/oleObject" Target="../embeddings/oleObject386.bin"/><Relationship Id="rId23" Type="http://schemas.openxmlformats.org/officeDocument/2006/relationships/oleObject" Target="../embeddings/oleObject390.bin"/><Relationship Id="rId28" Type="http://schemas.openxmlformats.org/officeDocument/2006/relationships/image" Target="../media/image393.wmf"/><Relationship Id="rId36" Type="http://schemas.openxmlformats.org/officeDocument/2006/relationships/image" Target="../media/image397.wmf"/><Relationship Id="rId49" Type="http://schemas.openxmlformats.org/officeDocument/2006/relationships/oleObject" Target="../embeddings/oleObject403.bin"/><Relationship Id="rId57" Type="http://schemas.openxmlformats.org/officeDocument/2006/relationships/oleObject" Target="../embeddings/oleObject407.bin"/><Relationship Id="rId10" Type="http://schemas.openxmlformats.org/officeDocument/2006/relationships/image" Target="../media/image384.wmf"/><Relationship Id="rId31" Type="http://schemas.openxmlformats.org/officeDocument/2006/relationships/oleObject" Target="../embeddings/oleObject394.bin"/><Relationship Id="rId44" Type="http://schemas.openxmlformats.org/officeDocument/2006/relationships/image" Target="../media/image401.wmf"/><Relationship Id="rId52" Type="http://schemas.openxmlformats.org/officeDocument/2006/relationships/image" Target="../media/image405.wmf"/><Relationship Id="rId60" Type="http://schemas.openxmlformats.org/officeDocument/2006/relationships/image" Target="../media/image409.wmf"/><Relationship Id="rId4" Type="http://schemas.openxmlformats.org/officeDocument/2006/relationships/image" Target="../media/image381.wmf"/><Relationship Id="rId9" Type="http://schemas.openxmlformats.org/officeDocument/2006/relationships/oleObject" Target="../embeddings/oleObject383.bin"/></Relationships>
</file>

<file path=ppt/slides/_rels/slide63.xml.rels><?xml version="1.0" encoding="UTF-8" standalone="yes"?>
<Relationships xmlns="http://schemas.openxmlformats.org/package/2006/relationships"><Relationship Id="rId8" Type="http://schemas.openxmlformats.org/officeDocument/2006/relationships/image" Target="../media/image414.wmf"/><Relationship Id="rId13" Type="http://schemas.openxmlformats.org/officeDocument/2006/relationships/oleObject" Target="../embeddings/oleObject416.bin"/><Relationship Id="rId18" Type="http://schemas.openxmlformats.org/officeDocument/2006/relationships/image" Target="../media/image419.wmf"/><Relationship Id="rId3" Type="http://schemas.openxmlformats.org/officeDocument/2006/relationships/oleObject" Target="../embeddings/oleObject411.bin"/><Relationship Id="rId7" Type="http://schemas.openxmlformats.org/officeDocument/2006/relationships/oleObject" Target="../embeddings/oleObject413.bin"/><Relationship Id="rId12" Type="http://schemas.openxmlformats.org/officeDocument/2006/relationships/image" Target="../media/image416.wmf"/><Relationship Id="rId17" Type="http://schemas.openxmlformats.org/officeDocument/2006/relationships/oleObject" Target="../embeddings/oleObject418.bin"/><Relationship Id="rId2" Type="http://schemas.openxmlformats.org/officeDocument/2006/relationships/notesSlide" Target="../notesSlides/notesSlide45.xml"/><Relationship Id="rId16" Type="http://schemas.openxmlformats.org/officeDocument/2006/relationships/image" Target="../media/image418.wmf"/><Relationship Id="rId20" Type="http://schemas.openxmlformats.org/officeDocument/2006/relationships/image" Target="../media/image420.wmf"/><Relationship Id="rId1" Type="http://schemas.openxmlformats.org/officeDocument/2006/relationships/slideLayout" Target="../slideLayouts/slideLayout337.xml"/><Relationship Id="rId6" Type="http://schemas.openxmlformats.org/officeDocument/2006/relationships/image" Target="../media/image413.wmf"/><Relationship Id="rId11" Type="http://schemas.openxmlformats.org/officeDocument/2006/relationships/oleObject" Target="../embeddings/oleObject415.bin"/><Relationship Id="rId5" Type="http://schemas.openxmlformats.org/officeDocument/2006/relationships/oleObject" Target="../embeddings/oleObject412.bin"/><Relationship Id="rId15" Type="http://schemas.openxmlformats.org/officeDocument/2006/relationships/oleObject" Target="../embeddings/oleObject417.bin"/><Relationship Id="rId10" Type="http://schemas.openxmlformats.org/officeDocument/2006/relationships/image" Target="../media/image415.wmf"/><Relationship Id="rId19" Type="http://schemas.openxmlformats.org/officeDocument/2006/relationships/oleObject" Target="../embeddings/oleObject419.bin"/><Relationship Id="rId4" Type="http://schemas.openxmlformats.org/officeDocument/2006/relationships/image" Target="../media/image412.wmf"/><Relationship Id="rId9" Type="http://schemas.openxmlformats.org/officeDocument/2006/relationships/oleObject" Target="../embeddings/oleObject414.bin"/><Relationship Id="rId14" Type="http://schemas.openxmlformats.org/officeDocument/2006/relationships/image" Target="../media/image417.wmf"/></Relationships>
</file>

<file path=ppt/slides/_rels/slide64.xml.rels><?xml version="1.0" encoding="UTF-8" standalone="yes"?>
<Relationships xmlns="http://schemas.openxmlformats.org/package/2006/relationships"><Relationship Id="rId13" Type="http://schemas.openxmlformats.org/officeDocument/2006/relationships/image" Target="../media/image384.wmf"/><Relationship Id="rId18" Type="http://schemas.openxmlformats.org/officeDocument/2006/relationships/oleObject" Target="../embeddings/oleObject428.bin"/><Relationship Id="rId26" Type="http://schemas.openxmlformats.org/officeDocument/2006/relationships/oleObject" Target="../embeddings/oleObject432.bin"/><Relationship Id="rId3" Type="http://schemas.openxmlformats.org/officeDocument/2006/relationships/image" Target="../media/image417.wmf"/><Relationship Id="rId21" Type="http://schemas.openxmlformats.org/officeDocument/2006/relationships/image" Target="../media/image395.wmf"/><Relationship Id="rId34" Type="http://schemas.openxmlformats.org/officeDocument/2006/relationships/image" Target="../media/image429.wmf"/><Relationship Id="rId7" Type="http://schemas.openxmlformats.org/officeDocument/2006/relationships/image" Target="../media/image422.wmf"/><Relationship Id="rId12" Type="http://schemas.openxmlformats.org/officeDocument/2006/relationships/oleObject" Target="../embeddings/oleObject425.bin"/><Relationship Id="rId17" Type="http://schemas.openxmlformats.org/officeDocument/2006/relationships/image" Target="../media/image392.wmf"/><Relationship Id="rId25" Type="http://schemas.openxmlformats.org/officeDocument/2006/relationships/image" Target="../media/image425.wmf"/><Relationship Id="rId33" Type="http://schemas.openxmlformats.org/officeDocument/2006/relationships/oleObject" Target="../embeddings/oleObject436.bin"/><Relationship Id="rId2" Type="http://schemas.openxmlformats.org/officeDocument/2006/relationships/oleObject" Target="../embeddings/oleObject420.bin"/><Relationship Id="rId16" Type="http://schemas.openxmlformats.org/officeDocument/2006/relationships/oleObject" Target="../embeddings/oleObject427.bin"/><Relationship Id="rId20" Type="http://schemas.openxmlformats.org/officeDocument/2006/relationships/oleObject" Target="../embeddings/oleObject429.bin"/><Relationship Id="rId29" Type="http://schemas.openxmlformats.org/officeDocument/2006/relationships/image" Target="../media/image427.wmf"/><Relationship Id="rId1" Type="http://schemas.openxmlformats.org/officeDocument/2006/relationships/slideLayout" Target="../slideLayouts/slideLayout337.xml"/><Relationship Id="rId6" Type="http://schemas.openxmlformats.org/officeDocument/2006/relationships/oleObject" Target="../embeddings/oleObject422.bin"/><Relationship Id="rId11" Type="http://schemas.openxmlformats.org/officeDocument/2006/relationships/image" Target="../media/image424.wmf"/><Relationship Id="rId24" Type="http://schemas.openxmlformats.org/officeDocument/2006/relationships/oleObject" Target="../embeddings/oleObject431.bin"/><Relationship Id="rId32" Type="http://schemas.openxmlformats.org/officeDocument/2006/relationships/oleObject" Target="../embeddings/oleObject435.bin"/><Relationship Id="rId5" Type="http://schemas.openxmlformats.org/officeDocument/2006/relationships/image" Target="../media/image421.wmf"/><Relationship Id="rId15" Type="http://schemas.openxmlformats.org/officeDocument/2006/relationships/image" Target="../media/image385.wmf"/><Relationship Id="rId23" Type="http://schemas.openxmlformats.org/officeDocument/2006/relationships/image" Target="../media/image396.wmf"/><Relationship Id="rId28" Type="http://schemas.openxmlformats.org/officeDocument/2006/relationships/oleObject" Target="../embeddings/oleObject433.bin"/><Relationship Id="rId10" Type="http://schemas.openxmlformats.org/officeDocument/2006/relationships/oleObject" Target="../embeddings/oleObject424.bin"/><Relationship Id="rId19" Type="http://schemas.openxmlformats.org/officeDocument/2006/relationships/image" Target="../media/image393.wmf"/><Relationship Id="rId31" Type="http://schemas.openxmlformats.org/officeDocument/2006/relationships/image" Target="../media/image428.wmf"/><Relationship Id="rId4" Type="http://schemas.openxmlformats.org/officeDocument/2006/relationships/oleObject" Target="../embeddings/oleObject421.bin"/><Relationship Id="rId9" Type="http://schemas.openxmlformats.org/officeDocument/2006/relationships/image" Target="../media/image423.wmf"/><Relationship Id="rId14" Type="http://schemas.openxmlformats.org/officeDocument/2006/relationships/oleObject" Target="../embeddings/oleObject426.bin"/><Relationship Id="rId22" Type="http://schemas.openxmlformats.org/officeDocument/2006/relationships/oleObject" Target="../embeddings/oleObject430.bin"/><Relationship Id="rId27" Type="http://schemas.openxmlformats.org/officeDocument/2006/relationships/image" Target="../media/image426.wmf"/><Relationship Id="rId30" Type="http://schemas.openxmlformats.org/officeDocument/2006/relationships/oleObject" Target="../embeddings/oleObject434.bin"/><Relationship Id="rId8" Type="http://schemas.openxmlformats.org/officeDocument/2006/relationships/oleObject" Target="../embeddings/oleObject423.bin"/></Relationships>
</file>

<file path=ppt/slides/_rels/slide65.xml.rels><?xml version="1.0" encoding="UTF-8" standalone="yes"?>
<Relationships xmlns="http://schemas.openxmlformats.org/package/2006/relationships"><Relationship Id="rId8" Type="http://schemas.openxmlformats.org/officeDocument/2006/relationships/oleObject" Target="../embeddings/oleObject440.bin"/><Relationship Id="rId13" Type="http://schemas.openxmlformats.org/officeDocument/2006/relationships/image" Target="../media/image435.wmf"/><Relationship Id="rId18" Type="http://schemas.openxmlformats.org/officeDocument/2006/relationships/oleObject" Target="../embeddings/oleObject445.bin"/><Relationship Id="rId3" Type="http://schemas.openxmlformats.org/officeDocument/2006/relationships/image" Target="../media/image430.wmf"/><Relationship Id="rId21" Type="http://schemas.openxmlformats.org/officeDocument/2006/relationships/image" Target="../media/image439.wmf"/><Relationship Id="rId7" Type="http://schemas.openxmlformats.org/officeDocument/2006/relationships/image" Target="../media/image432.wmf"/><Relationship Id="rId12" Type="http://schemas.openxmlformats.org/officeDocument/2006/relationships/oleObject" Target="../embeddings/oleObject442.bin"/><Relationship Id="rId17" Type="http://schemas.openxmlformats.org/officeDocument/2006/relationships/image" Target="../media/image437.wmf"/><Relationship Id="rId2" Type="http://schemas.openxmlformats.org/officeDocument/2006/relationships/oleObject" Target="../embeddings/oleObject437.bin"/><Relationship Id="rId16" Type="http://schemas.openxmlformats.org/officeDocument/2006/relationships/oleObject" Target="../embeddings/oleObject444.bin"/><Relationship Id="rId20" Type="http://schemas.openxmlformats.org/officeDocument/2006/relationships/oleObject" Target="../embeddings/oleObject446.bin"/><Relationship Id="rId1" Type="http://schemas.openxmlformats.org/officeDocument/2006/relationships/slideLayout" Target="../slideLayouts/slideLayout337.xml"/><Relationship Id="rId6" Type="http://schemas.openxmlformats.org/officeDocument/2006/relationships/oleObject" Target="../embeddings/oleObject439.bin"/><Relationship Id="rId11" Type="http://schemas.openxmlformats.org/officeDocument/2006/relationships/image" Target="../media/image434.wmf"/><Relationship Id="rId5" Type="http://schemas.openxmlformats.org/officeDocument/2006/relationships/image" Target="../media/image431.wmf"/><Relationship Id="rId15" Type="http://schemas.openxmlformats.org/officeDocument/2006/relationships/image" Target="../media/image436.wmf"/><Relationship Id="rId10" Type="http://schemas.openxmlformats.org/officeDocument/2006/relationships/oleObject" Target="../embeddings/oleObject441.bin"/><Relationship Id="rId19" Type="http://schemas.openxmlformats.org/officeDocument/2006/relationships/image" Target="../media/image438.wmf"/><Relationship Id="rId4" Type="http://schemas.openxmlformats.org/officeDocument/2006/relationships/oleObject" Target="../embeddings/oleObject438.bin"/><Relationship Id="rId9" Type="http://schemas.openxmlformats.org/officeDocument/2006/relationships/image" Target="../media/image433.wmf"/><Relationship Id="rId14" Type="http://schemas.openxmlformats.org/officeDocument/2006/relationships/oleObject" Target="../embeddings/oleObject443.bin"/></Relationships>
</file>

<file path=ppt/slides/_rels/slide66.xml.rels><?xml version="1.0" encoding="UTF-8" standalone="yes"?>
<Relationships xmlns="http://schemas.openxmlformats.org/package/2006/relationships"><Relationship Id="rId13" Type="http://schemas.openxmlformats.org/officeDocument/2006/relationships/image" Target="../media/image444.emf"/><Relationship Id="rId18" Type="http://schemas.openxmlformats.org/officeDocument/2006/relationships/oleObject" Target="../embeddings/oleObject454.bin"/><Relationship Id="rId26" Type="http://schemas.openxmlformats.org/officeDocument/2006/relationships/oleObject" Target="../embeddings/oleObject458.bin"/><Relationship Id="rId3" Type="http://schemas.openxmlformats.org/officeDocument/2006/relationships/image" Target="../media/image2.jpeg"/><Relationship Id="rId21" Type="http://schemas.openxmlformats.org/officeDocument/2006/relationships/image" Target="../media/image448.emf"/><Relationship Id="rId7" Type="http://schemas.openxmlformats.org/officeDocument/2006/relationships/image" Target="../media/image441.emf"/><Relationship Id="rId12" Type="http://schemas.openxmlformats.org/officeDocument/2006/relationships/oleObject" Target="../embeddings/oleObject451.bin"/><Relationship Id="rId17" Type="http://schemas.openxmlformats.org/officeDocument/2006/relationships/image" Target="../media/image446.emf"/><Relationship Id="rId25" Type="http://schemas.openxmlformats.org/officeDocument/2006/relationships/image" Target="../media/image450.emf"/><Relationship Id="rId33" Type="http://schemas.openxmlformats.org/officeDocument/2006/relationships/image" Target="../media/image454.wmf"/><Relationship Id="rId2" Type="http://schemas.openxmlformats.org/officeDocument/2006/relationships/notesSlide" Target="../notesSlides/notesSlide46.xml"/><Relationship Id="rId16" Type="http://schemas.openxmlformats.org/officeDocument/2006/relationships/oleObject" Target="../embeddings/oleObject453.bin"/><Relationship Id="rId20" Type="http://schemas.openxmlformats.org/officeDocument/2006/relationships/oleObject" Target="../embeddings/oleObject455.bin"/><Relationship Id="rId29" Type="http://schemas.openxmlformats.org/officeDocument/2006/relationships/image" Target="../media/image452.emf"/><Relationship Id="rId1" Type="http://schemas.openxmlformats.org/officeDocument/2006/relationships/slideLayout" Target="../slideLayouts/slideLayout314.xml"/><Relationship Id="rId6" Type="http://schemas.openxmlformats.org/officeDocument/2006/relationships/oleObject" Target="../embeddings/oleObject448.bin"/><Relationship Id="rId11" Type="http://schemas.openxmlformats.org/officeDocument/2006/relationships/image" Target="../media/image443.emf"/><Relationship Id="rId24" Type="http://schemas.openxmlformats.org/officeDocument/2006/relationships/oleObject" Target="../embeddings/oleObject457.bin"/><Relationship Id="rId32" Type="http://schemas.openxmlformats.org/officeDocument/2006/relationships/oleObject" Target="../embeddings/oleObject461.bin"/><Relationship Id="rId5" Type="http://schemas.openxmlformats.org/officeDocument/2006/relationships/image" Target="../media/image440.emf"/><Relationship Id="rId15" Type="http://schemas.openxmlformats.org/officeDocument/2006/relationships/image" Target="../media/image445.emf"/><Relationship Id="rId23" Type="http://schemas.openxmlformats.org/officeDocument/2006/relationships/image" Target="../media/image449.emf"/><Relationship Id="rId28" Type="http://schemas.openxmlformats.org/officeDocument/2006/relationships/oleObject" Target="../embeddings/oleObject459.bin"/><Relationship Id="rId10" Type="http://schemas.openxmlformats.org/officeDocument/2006/relationships/oleObject" Target="../embeddings/oleObject450.bin"/><Relationship Id="rId19" Type="http://schemas.openxmlformats.org/officeDocument/2006/relationships/image" Target="../media/image447.emf"/><Relationship Id="rId31" Type="http://schemas.openxmlformats.org/officeDocument/2006/relationships/image" Target="../media/image453.wmf"/><Relationship Id="rId4" Type="http://schemas.openxmlformats.org/officeDocument/2006/relationships/oleObject" Target="../embeddings/oleObject447.bin"/><Relationship Id="rId9" Type="http://schemas.openxmlformats.org/officeDocument/2006/relationships/image" Target="../media/image442.emf"/><Relationship Id="rId14" Type="http://schemas.openxmlformats.org/officeDocument/2006/relationships/oleObject" Target="../embeddings/oleObject452.bin"/><Relationship Id="rId22" Type="http://schemas.openxmlformats.org/officeDocument/2006/relationships/oleObject" Target="../embeddings/oleObject456.bin"/><Relationship Id="rId27" Type="http://schemas.openxmlformats.org/officeDocument/2006/relationships/image" Target="../media/image451.emf"/><Relationship Id="rId30" Type="http://schemas.openxmlformats.org/officeDocument/2006/relationships/oleObject" Target="../embeddings/oleObject460.bin"/><Relationship Id="rId8" Type="http://schemas.openxmlformats.org/officeDocument/2006/relationships/oleObject" Target="../embeddings/oleObject449.bin"/></Relationships>
</file>

<file path=ppt/slides/_rels/slide67.xml.rels><?xml version="1.0" encoding="UTF-8" standalone="yes"?>
<Relationships xmlns="http://schemas.openxmlformats.org/package/2006/relationships"><Relationship Id="rId8" Type="http://schemas.openxmlformats.org/officeDocument/2006/relationships/oleObject" Target="../embeddings/oleObject465.bin"/><Relationship Id="rId3" Type="http://schemas.openxmlformats.org/officeDocument/2006/relationships/image" Target="../media/image455.wmf"/><Relationship Id="rId7" Type="http://schemas.openxmlformats.org/officeDocument/2006/relationships/image" Target="../media/image457.wmf"/><Relationship Id="rId2" Type="http://schemas.openxmlformats.org/officeDocument/2006/relationships/oleObject" Target="../embeddings/oleObject462.bin"/><Relationship Id="rId1" Type="http://schemas.openxmlformats.org/officeDocument/2006/relationships/slideLayout" Target="../slideLayouts/slideLayout348.xml"/><Relationship Id="rId6" Type="http://schemas.openxmlformats.org/officeDocument/2006/relationships/oleObject" Target="../embeddings/oleObject464.bin"/><Relationship Id="rId11" Type="http://schemas.openxmlformats.org/officeDocument/2006/relationships/image" Target="../media/image459.wmf"/><Relationship Id="rId5" Type="http://schemas.openxmlformats.org/officeDocument/2006/relationships/image" Target="../media/image456.wmf"/><Relationship Id="rId10" Type="http://schemas.openxmlformats.org/officeDocument/2006/relationships/oleObject" Target="../embeddings/oleObject466.bin"/><Relationship Id="rId4" Type="http://schemas.openxmlformats.org/officeDocument/2006/relationships/oleObject" Target="../embeddings/oleObject463.bin"/><Relationship Id="rId9" Type="http://schemas.openxmlformats.org/officeDocument/2006/relationships/image" Target="../media/image458.wmf"/></Relationships>
</file>

<file path=ppt/slides/_rels/slide68.xml.rels><?xml version="1.0" encoding="UTF-8" standalone="yes"?>
<Relationships xmlns="http://schemas.openxmlformats.org/package/2006/relationships"><Relationship Id="rId8" Type="http://schemas.openxmlformats.org/officeDocument/2006/relationships/oleObject" Target="../embeddings/oleObject469.bin"/><Relationship Id="rId13" Type="http://schemas.openxmlformats.org/officeDocument/2006/relationships/image" Target="../media/image464.wmf"/><Relationship Id="rId18" Type="http://schemas.openxmlformats.org/officeDocument/2006/relationships/oleObject" Target="../embeddings/oleObject474.bin"/><Relationship Id="rId3" Type="http://schemas.openxmlformats.org/officeDocument/2006/relationships/image" Target="../media/image2.jpeg"/><Relationship Id="rId21" Type="http://schemas.openxmlformats.org/officeDocument/2006/relationships/image" Target="../media/image369.wmf"/><Relationship Id="rId7" Type="http://schemas.openxmlformats.org/officeDocument/2006/relationships/image" Target="../media/image461.wmf"/><Relationship Id="rId12" Type="http://schemas.openxmlformats.org/officeDocument/2006/relationships/oleObject" Target="../embeddings/oleObject471.bin"/><Relationship Id="rId17" Type="http://schemas.openxmlformats.org/officeDocument/2006/relationships/image" Target="../media/image466.wmf"/><Relationship Id="rId2" Type="http://schemas.openxmlformats.org/officeDocument/2006/relationships/notesSlide" Target="../notesSlides/notesSlide47.xml"/><Relationship Id="rId16" Type="http://schemas.openxmlformats.org/officeDocument/2006/relationships/oleObject" Target="../embeddings/oleObject473.bin"/><Relationship Id="rId20" Type="http://schemas.openxmlformats.org/officeDocument/2006/relationships/oleObject" Target="../embeddings/oleObject368.bin"/><Relationship Id="rId1" Type="http://schemas.openxmlformats.org/officeDocument/2006/relationships/slideLayout" Target="../slideLayouts/slideLayout314.xml"/><Relationship Id="rId6" Type="http://schemas.openxmlformats.org/officeDocument/2006/relationships/oleObject" Target="../embeddings/oleObject468.bin"/><Relationship Id="rId11" Type="http://schemas.openxmlformats.org/officeDocument/2006/relationships/image" Target="../media/image463.wmf"/><Relationship Id="rId5" Type="http://schemas.openxmlformats.org/officeDocument/2006/relationships/image" Target="../media/image460.wmf"/><Relationship Id="rId15" Type="http://schemas.openxmlformats.org/officeDocument/2006/relationships/image" Target="../media/image465.wmf"/><Relationship Id="rId23" Type="http://schemas.openxmlformats.org/officeDocument/2006/relationships/image" Target="../media/image370.wmf"/><Relationship Id="rId10" Type="http://schemas.openxmlformats.org/officeDocument/2006/relationships/oleObject" Target="../embeddings/oleObject470.bin"/><Relationship Id="rId19" Type="http://schemas.openxmlformats.org/officeDocument/2006/relationships/image" Target="../media/image467.wmf"/><Relationship Id="rId4" Type="http://schemas.openxmlformats.org/officeDocument/2006/relationships/oleObject" Target="../embeddings/oleObject467.bin"/><Relationship Id="rId9" Type="http://schemas.openxmlformats.org/officeDocument/2006/relationships/image" Target="../media/image462.wmf"/><Relationship Id="rId14" Type="http://schemas.openxmlformats.org/officeDocument/2006/relationships/oleObject" Target="../embeddings/oleObject472.bin"/><Relationship Id="rId22" Type="http://schemas.openxmlformats.org/officeDocument/2006/relationships/oleObject" Target="../embeddings/oleObject369.bin"/></Relationships>
</file>

<file path=ppt/slides/_rels/slide69.xml.rels><?xml version="1.0" encoding="UTF-8" standalone="yes"?>
<Relationships xmlns="http://schemas.openxmlformats.org/package/2006/relationships"><Relationship Id="rId8" Type="http://schemas.openxmlformats.org/officeDocument/2006/relationships/image" Target="../media/image470.wmf"/><Relationship Id="rId13" Type="http://schemas.openxmlformats.org/officeDocument/2006/relationships/oleObject" Target="../embeddings/oleObject480.bin"/><Relationship Id="rId3" Type="http://schemas.openxmlformats.org/officeDocument/2006/relationships/oleObject" Target="../embeddings/oleObject475.bin"/><Relationship Id="rId7" Type="http://schemas.openxmlformats.org/officeDocument/2006/relationships/oleObject" Target="../embeddings/oleObject477.bin"/><Relationship Id="rId12" Type="http://schemas.openxmlformats.org/officeDocument/2006/relationships/image" Target="../media/image472.wmf"/><Relationship Id="rId2" Type="http://schemas.openxmlformats.org/officeDocument/2006/relationships/notesSlide" Target="../notesSlides/notesSlide48.xml"/><Relationship Id="rId16" Type="http://schemas.openxmlformats.org/officeDocument/2006/relationships/image" Target="../media/image474.wmf"/><Relationship Id="rId1" Type="http://schemas.openxmlformats.org/officeDocument/2006/relationships/slideLayout" Target="../slideLayouts/slideLayout348.xml"/><Relationship Id="rId6" Type="http://schemas.openxmlformats.org/officeDocument/2006/relationships/image" Target="../media/image469.wmf"/><Relationship Id="rId11" Type="http://schemas.openxmlformats.org/officeDocument/2006/relationships/oleObject" Target="../embeddings/oleObject479.bin"/><Relationship Id="rId5" Type="http://schemas.openxmlformats.org/officeDocument/2006/relationships/oleObject" Target="../embeddings/oleObject476.bin"/><Relationship Id="rId15" Type="http://schemas.openxmlformats.org/officeDocument/2006/relationships/oleObject" Target="../embeddings/oleObject481.bin"/><Relationship Id="rId10" Type="http://schemas.openxmlformats.org/officeDocument/2006/relationships/image" Target="../media/image471.wmf"/><Relationship Id="rId4" Type="http://schemas.openxmlformats.org/officeDocument/2006/relationships/image" Target="../media/image468.wmf"/><Relationship Id="rId9" Type="http://schemas.openxmlformats.org/officeDocument/2006/relationships/oleObject" Target="../embeddings/oleObject478.bin"/><Relationship Id="rId14" Type="http://schemas.openxmlformats.org/officeDocument/2006/relationships/image" Target="../media/image473.wmf"/></Relationships>
</file>

<file path=ppt/slides/_rels/slide70.xml.rels><?xml version="1.0" encoding="UTF-8" standalone="yes"?>
<Relationships xmlns="http://schemas.openxmlformats.org/package/2006/relationships"><Relationship Id="rId8" Type="http://schemas.openxmlformats.org/officeDocument/2006/relationships/image" Target="../media/image477.wmf"/><Relationship Id="rId13" Type="http://schemas.openxmlformats.org/officeDocument/2006/relationships/oleObject" Target="../embeddings/oleObject487.bin"/><Relationship Id="rId18" Type="http://schemas.openxmlformats.org/officeDocument/2006/relationships/image" Target="../media/image482.wmf"/><Relationship Id="rId3" Type="http://schemas.openxmlformats.org/officeDocument/2006/relationships/oleObject" Target="../embeddings/oleObject482.bin"/><Relationship Id="rId7" Type="http://schemas.openxmlformats.org/officeDocument/2006/relationships/oleObject" Target="../embeddings/oleObject484.bin"/><Relationship Id="rId12" Type="http://schemas.openxmlformats.org/officeDocument/2006/relationships/image" Target="../media/image479.wmf"/><Relationship Id="rId17" Type="http://schemas.openxmlformats.org/officeDocument/2006/relationships/oleObject" Target="../embeddings/oleObject489.bin"/><Relationship Id="rId2" Type="http://schemas.openxmlformats.org/officeDocument/2006/relationships/notesSlide" Target="../notesSlides/notesSlide49.xml"/><Relationship Id="rId16" Type="http://schemas.openxmlformats.org/officeDocument/2006/relationships/image" Target="../media/image481.wmf"/><Relationship Id="rId1" Type="http://schemas.openxmlformats.org/officeDocument/2006/relationships/slideLayout" Target="../slideLayouts/slideLayout348.xml"/><Relationship Id="rId6" Type="http://schemas.openxmlformats.org/officeDocument/2006/relationships/image" Target="../media/image476.wmf"/><Relationship Id="rId11" Type="http://schemas.openxmlformats.org/officeDocument/2006/relationships/oleObject" Target="../embeddings/oleObject486.bin"/><Relationship Id="rId5" Type="http://schemas.openxmlformats.org/officeDocument/2006/relationships/oleObject" Target="../embeddings/oleObject483.bin"/><Relationship Id="rId15" Type="http://schemas.openxmlformats.org/officeDocument/2006/relationships/oleObject" Target="../embeddings/oleObject488.bin"/><Relationship Id="rId10" Type="http://schemas.openxmlformats.org/officeDocument/2006/relationships/image" Target="../media/image478.wmf"/><Relationship Id="rId4" Type="http://schemas.openxmlformats.org/officeDocument/2006/relationships/image" Target="../media/image475.wmf"/><Relationship Id="rId9" Type="http://schemas.openxmlformats.org/officeDocument/2006/relationships/oleObject" Target="../embeddings/oleObject485.bin"/><Relationship Id="rId14" Type="http://schemas.openxmlformats.org/officeDocument/2006/relationships/image" Target="../media/image480.wmf"/></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4.xml"/></Relationships>
</file>

<file path=ppt/slides/_rels/slide72.xml.rels><?xml version="1.0" encoding="UTF-8" standalone="yes"?>
<Relationships xmlns="http://schemas.openxmlformats.org/package/2006/relationships"><Relationship Id="rId13" Type="http://schemas.openxmlformats.org/officeDocument/2006/relationships/oleObject" Target="../embeddings/oleObject495.bin"/><Relationship Id="rId18" Type="http://schemas.openxmlformats.org/officeDocument/2006/relationships/image" Target="../media/image490.wmf"/><Relationship Id="rId26" Type="http://schemas.openxmlformats.org/officeDocument/2006/relationships/image" Target="../media/image494.wmf"/><Relationship Id="rId39" Type="http://schemas.openxmlformats.org/officeDocument/2006/relationships/oleObject" Target="../embeddings/oleObject508.bin"/><Relationship Id="rId21" Type="http://schemas.openxmlformats.org/officeDocument/2006/relationships/oleObject" Target="../embeddings/oleObject499.bin"/><Relationship Id="rId34" Type="http://schemas.openxmlformats.org/officeDocument/2006/relationships/image" Target="../media/image498.wmf"/><Relationship Id="rId42" Type="http://schemas.openxmlformats.org/officeDocument/2006/relationships/image" Target="../media/image502.wmf"/><Relationship Id="rId7" Type="http://schemas.openxmlformats.org/officeDocument/2006/relationships/oleObject" Target="../embeddings/oleObject492.bin"/><Relationship Id="rId2" Type="http://schemas.openxmlformats.org/officeDocument/2006/relationships/notesSlide" Target="../notesSlides/notesSlide51.xml"/><Relationship Id="rId16" Type="http://schemas.openxmlformats.org/officeDocument/2006/relationships/image" Target="../media/image489.wmf"/><Relationship Id="rId20" Type="http://schemas.openxmlformats.org/officeDocument/2006/relationships/image" Target="../media/image491.wmf"/><Relationship Id="rId29" Type="http://schemas.openxmlformats.org/officeDocument/2006/relationships/oleObject" Target="../embeddings/oleObject503.bin"/><Relationship Id="rId41" Type="http://schemas.openxmlformats.org/officeDocument/2006/relationships/oleObject" Target="../embeddings/oleObject509.bin"/><Relationship Id="rId1" Type="http://schemas.openxmlformats.org/officeDocument/2006/relationships/slideLayout" Target="../slideLayouts/slideLayout348.xml"/><Relationship Id="rId6" Type="http://schemas.openxmlformats.org/officeDocument/2006/relationships/image" Target="../media/image484.wmf"/><Relationship Id="rId11" Type="http://schemas.openxmlformats.org/officeDocument/2006/relationships/oleObject" Target="../embeddings/oleObject494.bin"/><Relationship Id="rId24" Type="http://schemas.openxmlformats.org/officeDocument/2006/relationships/image" Target="../media/image493.wmf"/><Relationship Id="rId32" Type="http://schemas.openxmlformats.org/officeDocument/2006/relationships/image" Target="../media/image497.wmf"/><Relationship Id="rId37" Type="http://schemas.openxmlformats.org/officeDocument/2006/relationships/oleObject" Target="../embeddings/oleObject507.bin"/><Relationship Id="rId40" Type="http://schemas.openxmlformats.org/officeDocument/2006/relationships/image" Target="../media/image501.wmf"/><Relationship Id="rId5" Type="http://schemas.openxmlformats.org/officeDocument/2006/relationships/oleObject" Target="../embeddings/oleObject491.bin"/><Relationship Id="rId15" Type="http://schemas.openxmlformats.org/officeDocument/2006/relationships/oleObject" Target="../embeddings/oleObject496.bin"/><Relationship Id="rId23" Type="http://schemas.openxmlformats.org/officeDocument/2006/relationships/oleObject" Target="../embeddings/oleObject500.bin"/><Relationship Id="rId28" Type="http://schemas.openxmlformats.org/officeDocument/2006/relationships/image" Target="../media/image495.wmf"/><Relationship Id="rId36" Type="http://schemas.openxmlformats.org/officeDocument/2006/relationships/image" Target="../media/image499.wmf"/><Relationship Id="rId10" Type="http://schemas.openxmlformats.org/officeDocument/2006/relationships/image" Target="../media/image486.wmf"/><Relationship Id="rId19" Type="http://schemas.openxmlformats.org/officeDocument/2006/relationships/oleObject" Target="../embeddings/oleObject498.bin"/><Relationship Id="rId31" Type="http://schemas.openxmlformats.org/officeDocument/2006/relationships/oleObject" Target="../embeddings/oleObject504.bin"/><Relationship Id="rId44" Type="http://schemas.openxmlformats.org/officeDocument/2006/relationships/image" Target="../media/image503.wmf"/><Relationship Id="rId4" Type="http://schemas.openxmlformats.org/officeDocument/2006/relationships/image" Target="../media/image483.wmf"/><Relationship Id="rId9" Type="http://schemas.openxmlformats.org/officeDocument/2006/relationships/oleObject" Target="../embeddings/oleObject493.bin"/><Relationship Id="rId14" Type="http://schemas.openxmlformats.org/officeDocument/2006/relationships/image" Target="../media/image488.wmf"/><Relationship Id="rId22" Type="http://schemas.openxmlformats.org/officeDocument/2006/relationships/image" Target="../media/image492.wmf"/><Relationship Id="rId27" Type="http://schemas.openxmlformats.org/officeDocument/2006/relationships/oleObject" Target="../embeddings/oleObject502.bin"/><Relationship Id="rId30" Type="http://schemas.openxmlformats.org/officeDocument/2006/relationships/image" Target="../media/image496.wmf"/><Relationship Id="rId35" Type="http://schemas.openxmlformats.org/officeDocument/2006/relationships/oleObject" Target="../embeddings/oleObject506.bin"/><Relationship Id="rId43" Type="http://schemas.openxmlformats.org/officeDocument/2006/relationships/oleObject" Target="../embeddings/oleObject510.bin"/><Relationship Id="rId8" Type="http://schemas.openxmlformats.org/officeDocument/2006/relationships/image" Target="../media/image485.wmf"/><Relationship Id="rId3" Type="http://schemas.openxmlformats.org/officeDocument/2006/relationships/oleObject" Target="../embeddings/oleObject490.bin"/><Relationship Id="rId12" Type="http://schemas.openxmlformats.org/officeDocument/2006/relationships/image" Target="../media/image487.wmf"/><Relationship Id="rId17" Type="http://schemas.openxmlformats.org/officeDocument/2006/relationships/oleObject" Target="../embeddings/oleObject497.bin"/><Relationship Id="rId25" Type="http://schemas.openxmlformats.org/officeDocument/2006/relationships/oleObject" Target="../embeddings/oleObject501.bin"/><Relationship Id="rId33" Type="http://schemas.openxmlformats.org/officeDocument/2006/relationships/oleObject" Target="../embeddings/oleObject505.bin"/><Relationship Id="rId38" Type="http://schemas.openxmlformats.org/officeDocument/2006/relationships/image" Target="../media/image500.wmf"/></Relationships>
</file>

<file path=ppt/slides/_rels/slide73.xml.rels><?xml version="1.0" encoding="UTF-8" standalone="yes"?>
<Relationships xmlns="http://schemas.openxmlformats.org/package/2006/relationships"><Relationship Id="rId8" Type="http://schemas.openxmlformats.org/officeDocument/2006/relationships/image" Target="../media/image504.wmf"/><Relationship Id="rId13" Type="http://schemas.openxmlformats.org/officeDocument/2006/relationships/oleObject" Target="../embeddings/oleObject516.bin"/><Relationship Id="rId18" Type="http://schemas.openxmlformats.org/officeDocument/2006/relationships/image" Target="../media/image509.wmf"/><Relationship Id="rId26" Type="http://schemas.openxmlformats.org/officeDocument/2006/relationships/image" Target="../media/image511.wmf"/><Relationship Id="rId3" Type="http://schemas.openxmlformats.org/officeDocument/2006/relationships/oleObject" Target="../embeddings/oleObject511.bin"/><Relationship Id="rId21" Type="http://schemas.openxmlformats.org/officeDocument/2006/relationships/oleObject" Target="../embeddings/oleObject520.bin"/><Relationship Id="rId7" Type="http://schemas.openxmlformats.org/officeDocument/2006/relationships/oleObject" Target="../embeddings/oleObject513.bin"/><Relationship Id="rId12" Type="http://schemas.openxmlformats.org/officeDocument/2006/relationships/image" Target="../media/image506.wmf"/><Relationship Id="rId17" Type="http://schemas.openxmlformats.org/officeDocument/2006/relationships/oleObject" Target="../embeddings/oleObject518.bin"/><Relationship Id="rId25" Type="http://schemas.openxmlformats.org/officeDocument/2006/relationships/oleObject" Target="../embeddings/oleObject522.bin"/><Relationship Id="rId2" Type="http://schemas.openxmlformats.org/officeDocument/2006/relationships/notesSlide" Target="../notesSlides/notesSlide52.xml"/><Relationship Id="rId16" Type="http://schemas.openxmlformats.org/officeDocument/2006/relationships/image" Target="../media/image508.wmf"/><Relationship Id="rId20" Type="http://schemas.openxmlformats.org/officeDocument/2006/relationships/image" Target="../media/image510.wmf"/><Relationship Id="rId29" Type="http://schemas.openxmlformats.org/officeDocument/2006/relationships/oleObject" Target="../embeddings/oleObject524.bin"/><Relationship Id="rId1" Type="http://schemas.openxmlformats.org/officeDocument/2006/relationships/slideLayout" Target="../slideLayouts/slideLayout348.xml"/><Relationship Id="rId6" Type="http://schemas.openxmlformats.org/officeDocument/2006/relationships/image" Target="../media/image484.wmf"/><Relationship Id="rId11" Type="http://schemas.openxmlformats.org/officeDocument/2006/relationships/oleObject" Target="../embeddings/oleObject515.bin"/><Relationship Id="rId24" Type="http://schemas.openxmlformats.org/officeDocument/2006/relationships/image" Target="../media/image493.wmf"/><Relationship Id="rId5" Type="http://schemas.openxmlformats.org/officeDocument/2006/relationships/oleObject" Target="../embeddings/oleObject512.bin"/><Relationship Id="rId15" Type="http://schemas.openxmlformats.org/officeDocument/2006/relationships/oleObject" Target="../embeddings/oleObject517.bin"/><Relationship Id="rId23" Type="http://schemas.openxmlformats.org/officeDocument/2006/relationships/oleObject" Target="../embeddings/oleObject521.bin"/><Relationship Id="rId28" Type="http://schemas.openxmlformats.org/officeDocument/2006/relationships/image" Target="../media/image512.emf"/><Relationship Id="rId10" Type="http://schemas.openxmlformats.org/officeDocument/2006/relationships/image" Target="../media/image505.wmf"/><Relationship Id="rId19" Type="http://schemas.openxmlformats.org/officeDocument/2006/relationships/oleObject" Target="../embeddings/oleObject519.bin"/><Relationship Id="rId4" Type="http://schemas.openxmlformats.org/officeDocument/2006/relationships/image" Target="../media/image483.wmf"/><Relationship Id="rId9" Type="http://schemas.openxmlformats.org/officeDocument/2006/relationships/oleObject" Target="../embeddings/oleObject514.bin"/><Relationship Id="rId14" Type="http://schemas.openxmlformats.org/officeDocument/2006/relationships/image" Target="../media/image507.wmf"/><Relationship Id="rId22" Type="http://schemas.openxmlformats.org/officeDocument/2006/relationships/image" Target="../media/image502.wmf"/><Relationship Id="rId27" Type="http://schemas.openxmlformats.org/officeDocument/2006/relationships/oleObject" Target="../embeddings/oleObject523.bin"/><Relationship Id="rId30" Type="http://schemas.openxmlformats.org/officeDocument/2006/relationships/image" Target="../media/image513.wmf"/></Relationships>
</file>

<file path=ppt/slides/_rels/slide74.xml.rels><?xml version="1.0" encoding="UTF-8" standalone="yes"?>
<Relationships xmlns="http://schemas.openxmlformats.org/package/2006/relationships"><Relationship Id="rId8" Type="http://schemas.openxmlformats.org/officeDocument/2006/relationships/oleObject" Target="../embeddings/oleObject528.bin"/><Relationship Id="rId13" Type="http://schemas.openxmlformats.org/officeDocument/2006/relationships/image" Target="../media/image519.wmf"/><Relationship Id="rId18" Type="http://schemas.openxmlformats.org/officeDocument/2006/relationships/oleObject" Target="../embeddings/oleObject533.bin"/><Relationship Id="rId26" Type="http://schemas.openxmlformats.org/officeDocument/2006/relationships/oleObject" Target="../embeddings/oleObject537.bin"/><Relationship Id="rId3" Type="http://schemas.openxmlformats.org/officeDocument/2006/relationships/image" Target="../media/image514.wmf"/><Relationship Id="rId21" Type="http://schemas.openxmlformats.org/officeDocument/2006/relationships/image" Target="../media/image523.wmf"/><Relationship Id="rId7" Type="http://schemas.openxmlformats.org/officeDocument/2006/relationships/image" Target="../media/image516.wmf"/><Relationship Id="rId12" Type="http://schemas.openxmlformats.org/officeDocument/2006/relationships/oleObject" Target="../embeddings/oleObject530.bin"/><Relationship Id="rId17" Type="http://schemas.openxmlformats.org/officeDocument/2006/relationships/image" Target="../media/image521.wmf"/><Relationship Id="rId25" Type="http://schemas.openxmlformats.org/officeDocument/2006/relationships/image" Target="../media/image525.wmf"/><Relationship Id="rId2" Type="http://schemas.openxmlformats.org/officeDocument/2006/relationships/oleObject" Target="../embeddings/oleObject525.bin"/><Relationship Id="rId16" Type="http://schemas.openxmlformats.org/officeDocument/2006/relationships/oleObject" Target="../embeddings/oleObject532.bin"/><Relationship Id="rId20" Type="http://schemas.openxmlformats.org/officeDocument/2006/relationships/oleObject" Target="../embeddings/oleObject534.bin"/><Relationship Id="rId29" Type="http://schemas.openxmlformats.org/officeDocument/2006/relationships/image" Target="../media/image527.wmf"/><Relationship Id="rId1" Type="http://schemas.openxmlformats.org/officeDocument/2006/relationships/slideLayout" Target="../slideLayouts/slideLayout347.xml"/><Relationship Id="rId6" Type="http://schemas.openxmlformats.org/officeDocument/2006/relationships/oleObject" Target="../embeddings/oleObject527.bin"/><Relationship Id="rId11" Type="http://schemas.openxmlformats.org/officeDocument/2006/relationships/image" Target="../media/image518.wmf"/><Relationship Id="rId24" Type="http://schemas.openxmlformats.org/officeDocument/2006/relationships/oleObject" Target="../embeddings/oleObject536.bin"/><Relationship Id="rId5" Type="http://schemas.openxmlformats.org/officeDocument/2006/relationships/image" Target="../media/image515.wmf"/><Relationship Id="rId15" Type="http://schemas.openxmlformats.org/officeDocument/2006/relationships/image" Target="../media/image520.wmf"/><Relationship Id="rId23" Type="http://schemas.openxmlformats.org/officeDocument/2006/relationships/image" Target="../media/image524.wmf"/><Relationship Id="rId28" Type="http://schemas.openxmlformats.org/officeDocument/2006/relationships/oleObject" Target="../embeddings/oleObject538.bin"/><Relationship Id="rId10" Type="http://schemas.openxmlformats.org/officeDocument/2006/relationships/oleObject" Target="../embeddings/oleObject529.bin"/><Relationship Id="rId19" Type="http://schemas.openxmlformats.org/officeDocument/2006/relationships/image" Target="../media/image522.wmf"/><Relationship Id="rId4" Type="http://schemas.openxmlformats.org/officeDocument/2006/relationships/oleObject" Target="../embeddings/oleObject526.bin"/><Relationship Id="rId9" Type="http://schemas.openxmlformats.org/officeDocument/2006/relationships/image" Target="../media/image517.wmf"/><Relationship Id="rId14" Type="http://schemas.openxmlformats.org/officeDocument/2006/relationships/oleObject" Target="../embeddings/oleObject531.bin"/><Relationship Id="rId22" Type="http://schemas.openxmlformats.org/officeDocument/2006/relationships/oleObject" Target="../embeddings/oleObject535.bin"/><Relationship Id="rId27" Type="http://schemas.openxmlformats.org/officeDocument/2006/relationships/image" Target="../media/image526.wmf"/></Relationships>
</file>

<file path=ppt/slides/_rels/slide75.xml.rels><?xml version="1.0" encoding="UTF-8" standalone="yes"?>
<Relationships xmlns="http://schemas.openxmlformats.org/package/2006/relationships"><Relationship Id="rId8" Type="http://schemas.openxmlformats.org/officeDocument/2006/relationships/oleObject" Target="../embeddings/oleObject541.bin"/><Relationship Id="rId3" Type="http://schemas.openxmlformats.org/officeDocument/2006/relationships/image" Target="../media/image2.jpeg"/><Relationship Id="rId7" Type="http://schemas.openxmlformats.org/officeDocument/2006/relationships/image" Target="../media/image529.emf"/><Relationship Id="rId2" Type="http://schemas.openxmlformats.org/officeDocument/2006/relationships/notesSlide" Target="../notesSlides/notesSlide53.xml"/><Relationship Id="rId1" Type="http://schemas.openxmlformats.org/officeDocument/2006/relationships/slideLayout" Target="../slideLayouts/slideLayout290.xml"/><Relationship Id="rId6" Type="http://schemas.openxmlformats.org/officeDocument/2006/relationships/oleObject" Target="../embeddings/oleObject540.bin"/><Relationship Id="rId5" Type="http://schemas.openxmlformats.org/officeDocument/2006/relationships/image" Target="../media/image528.emf"/><Relationship Id="rId4" Type="http://schemas.openxmlformats.org/officeDocument/2006/relationships/oleObject" Target="../embeddings/oleObject539.bin"/><Relationship Id="rId9" Type="http://schemas.openxmlformats.org/officeDocument/2006/relationships/image" Target="../media/image530.emf"/></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64.xml"/></Relationships>
</file>

<file path=ppt/slides/_rels/slide7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5.xml"/><Relationship Id="rId1" Type="http://schemas.openxmlformats.org/officeDocument/2006/relationships/slideLayout" Target="../slideLayouts/slideLayout371.xml"/></Relationships>
</file>

<file path=ppt/slides/_rels/slide7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6.xml"/><Relationship Id="rId1" Type="http://schemas.openxmlformats.org/officeDocument/2006/relationships/slideLayout" Target="../slideLayouts/slideLayout371.xml"/></Relationships>
</file>

<file path=ppt/slides/_rels/slide7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7.xml"/><Relationship Id="rId1" Type="http://schemas.openxmlformats.org/officeDocument/2006/relationships/slideLayout" Target="../slideLayouts/slideLayout371.xml"/></Relationships>
</file>

<file path=ppt/slides/_rels/slide8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8.xml"/><Relationship Id="rId1" Type="http://schemas.openxmlformats.org/officeDocument/2006/relationships/slideLayout" Target="../slideLayouts/slideLayout371.xml"/></Relationships>
</file>

<file path=ppt/slides/_rels/slide81.xml.rels><?xml version="1.0" encoding="UTF-8" standalone="yes"?>
<Relationships xmlns="http://schemas.openxmlformats.org/package/2006/relationships"><Relationship Id="rId8" Type="http://schemas.openxmlformats.org/officeDocument/2006/relationships/image" Target="../media/image533.emf"/><Relationship Id="rId13" Type="http://schemas.openxmlformats.org/officeDocument/2006/relationships/oleObject" Target="../embeddings/oleObject547.bin"/><Relationship Id="rId3" Type="http://schemas.openxmlformats.org/officeDocument/2006/relationships/oleObject" Target="../embeddings/oleObject542.bin"/><Relationship Id="rId7" Type="http://schemas.openxmlformats.org/officeDocument/2006/relationships/oleObject" Target="../embeddings/oleObject544.bin"/><Relationship Id="rId12" Type="http://schemas.openxmlformats.org/officeDocument/2006/relationships/image" Target="../media/image535.emf"/><Relationship Id="rId2" Type="http://schemas.openxmlformats.org/officeDocument/2006/relationships/notesSlide" Target="../notesSlides/notesSlide59.xml"/><Relationship Id="rId1" Type="http://schemas.openxmlformats.org/officeDocument/2006/relationships/slideLayout" Target="../slideLayouts/slideLayout383.xml"/><Relationship Id="rId6" Type="http://schemas.openxmlformats.org/officeDocument/2006/relationships/image" Target="../media/image532.emf"/><Relationship Id="rId11" Type="http://schemas.openxmlformats.org/officeDocument/2006/relationships/oleObject" Target="../embeddings/oleObject546.bin"/><Relationship Id="rId5" Type="http://schemas.openxmlformats.org/officeDocument/2006/relationships/oleObject" Target="../embeddings/oleObject543.bin"/><Relationship Id="rId10" Type="http://schemas.openxmlformats.org/officeDocument/2006/relationships/image" Target="../media/image534.emf"/><Relationship Id="rId4" Type="http://schemas.openxmlformats.org/officeDocument/2006/relationships/image" Target="../media/image531.wmf"/><Relationship Id="rId9" Type="http://schemas.openxmlformats.org/officeDocument/2006/relationships/oleObject" Target="../embeddings/oleObject545.bin"/><Relationship Id="rId14" Type="http://schemas.openxmlformats.org/officeDocument/2006/relationships/image" Target="../media/image536.emf"/></Relationships>
</file>

<file path=ppt/slides/_rels/slide82.xml.rels><?xml version="1.0" encoding="UTF-8" standalone="yes"?>
<Relationships xmlns="http://schemas.openxmlformats.org/package/2006/relationships"><Relationship Id="rId3" Type="http://schemas.openxmlformats.org/officeDocument/2006/relationships/image" Target="../media/image537.wmf"/><Relationship Id="rId2" Type="http://schemas.openxmlformats.org/officeDocument/2006/relationships/oleObject" Target="../embeddings/oleObject548.bin"/><Relationship Id="rId1" Type="http://schemas.openxmlformats.org/officeDocument/2006/relationships/slideLayout" Target="../slideLayouts/slideLayout383.xml"/></Relationships>
</file>

<file path=ppt/slides/_rels/slide83.xml.rels><?xml version="1.0" encoding="UTF-8" standalone="yes"?>
<Relationships xmlns="http://schemas.openxmlformats.org/package/2006/relationships"><Relationship Id="rId8" Type="http://schemas.openxmlformats.org/officeDocument/2006/relationships/oleObject" Target="../embeddings/oleObject551.bin"/><Relationship Id="rId3" Type="http://schemas.openxmlformats.org/officeDocument/2006/relationships/image" Target="../media/image2.jpeg"/><Relationship Id="rId7" Type="http://schemas.openxmlformats.org/officeDocument/2006/relationships/image" Target="../media/image539.wmf"/><Relationship Id="rId2" Type="http://schemas.openxmlformats.org/officeDocument/2006/relationships/notesSlide" Target="../notesSlides/notesSlide60.xml"/><Relationship Id="rId1" Type="http://schemas.openxmlformats.org/officeDocument/2006/relationships/slideLayout" Target="../slideLayouts/slideLayout371.xml"/><Relationship Id="rId6" Type="http://schemas.openxmlformats.org/officeDocument/2006/relationships/oleObject" Target="../embeddings/oleObject550.bin"/><Relationship Id="rId5" Type="http://schemas.openxmlformats.org/officeDocument/2006/relationships/image" Target="../media/image538.wmf"/><Relationship Id="rId4" Type="http://schemas.openxmlformats.org/officeDocument/2006/relationships/oleObject" Target="../embeddings/oleObject549.bin"/><Relationship Id="rId9" Type="http://schemas.openxmlformats.org/officeDocument/2006/relationships/image" Target="../media/image540.wmf"/></Relationships>
</file>

<file path=ppt/slides/_rels/slide84.xml.rels><?xml version="1.0" encoding="UTF-8" standalone="yes"?>
<Relationships xmlns="http://schemas.openxmlformats.org/package/2006/relationships"><Relationship Id="rId8" Type="http://schemas.openxmlformats.org/officeDocument/2006/relationships/image" Target="../media/image543.wmf"/><Relationship Id="rId3" Type="http://schemas.openxmlformats.org/officeDocument/2006/relationships/oleObject" Target="../embeddings/oleObject552.bin"/><Relationship Id="rId7" Type="http://schemas.openxmlformats.org/officeDocument/2006/relationships/oleObject" Target="../embeddings/oleObject554.bin"/><Relationship Id="rId2" Type="http://schemas.openxmlformats.org/officeDocument/2006/relationships/notesSlide" Target="../notesSlides/notesSlide61.xml"/><Relationship Id="rId1" Type="http://schemas.openxmlformats.org/officeDocument/2006/relationships/slideLayout" Target="../slideLayouts/slideLayout371.xml"/><Relationship Id="rId6" Type="http://schemas.openxmlformats.org/officeDocument/2006/relationships/image" Target="../media/image542.wmf"/><Relationship Id="rId5" Type="http://schemas.openxmlformats.org/officeDocument/2006/relationships/oleObject" Target="../embeddings/oleObject553.bin"/><Relationship Id="rId4" Type="http://schemas.openxmlformats.org/officeDocument/2006/relationships/image" Target="../media/image541.wmf"/><Relationship Id="rId9" Type="http://schemas.openxmlformats.org/officeDocument/2006/relationships/image" Target="../media/image2.jpeg"/></Relationships>
</file>

<file path=ppt/slides/_rels/slide85.xml.rels><?xml version="1.0" encoding="UTF-8" standalone="yes"?>
<Relationships xmlns="http://schemas.openxmlformats.org/package/2006/relationships"><Relationship Id="rId8" Type="http://schemas.openxmlformats.org/officeDocument/2006/relationships/oleObject" Target="../embeddings/oleObject557.bin"/><Relationship Id="rId3" Type="http://schemas.openxmlformats.org/officeDocument/2006/relationships/image" Target="../media/image2.jpeg"/><Relationship Id="rId7" Type="http://schemas.openxmlformats.org/officeDocument/2006/relationships/image" Target="../media/image545.wmf"/><Relationship Id="rId2" Type="http://schemas.openxmlformats.org/officeDocument/2006/relationships/notesSlide" Target="../notesSlides/notesSlide62.xml"/><Relationship Id="rId1" Type="http://schemas.openxmlformats.org/officeDocument/2006/relationships/slideLayout" Target="../slideLayouts/slideLayout371.xml"/><Relationship Id="rId6" Type="http://schemas.openxmlformats.org/officeDocument/2006/relationships/oleObject" Target="../embeddings/oleObject556.bin"/><Relationship Id="rId5" Type="http://schemas.openxmlformats.org/officeDocument/2006/relationships/image" Target="../media/image544.wmf"/><Relationship Id="rId4" Type="http://schemas.openxmlformats.org/officeDocument/2006/relationships/oleObject" Target="../embeddings/oleObject555.bin"/><Relationship Id="rId9" Type="http://schemas.openxmlformats.org/officeDocument/2006/relationships/image" Target="../media/image546.wmf"/></Relationships>
</file>

<file path=ppt/slides/_rels/slide86.xml.rels><?xml version="1.0" encoding="UTF-8" standalone="yes"?>
<Relationships xmlns="http://schemas.openxmlformats.org/package/2006/relationships"><Relationship Id="rId8" Type="http://schemas.openxmlformats.org/officeDocument/2006/relationships/oleObject" Target="../embeddings/oleObject561.bin"/><Relationship Id="rId13" Type="http://schemas.openxmlformats.org/officeDocument/2006/relationships/image" Target="../media/image552.wmf"/><Relationship Id="rId3" Type="http://schemas.openxmlformats.org/officeDocument/2006/relationships/image" Target="../media/image547.wmf"/><Relationship Id="rId7" Type="http://schemas.openxmlformats.org/officeDocument/2006/relationships/image" Target="../media/image549.wmf"/><Relationship Id="rId12" Type="http://schemas.openxmlformats.org/officeDocument/2006/relationships/oleObject" Target="../embeddings/oleObject563.bin"/><Relationship Id="rId17" Type="http://schemas.openxmlformats.org/officeDocument/2006/relationships/image" Target="../media/image554.wmf"/><Relationship Id="rId2" Type="http://schemas.openxmlformats.org/officeDocument/2006/relationships/oleObject" Target="../embeddings/oleObject558.bin"/><Relationship Id="rId16" Type="http://schemas.openxmlformats.org/officeDocument/2006/relationships/oleObject" Target="../embeddings/oleObject565.bin"/><Relationship Id="rId1" Type="http://schemas.openxmlformats.org/officeDocument/2006/relationships/slideLayout" Target="../slideLayouts/slideLayout378.xml"/><Relationship Id="rId6" Type="http://schemas.openxmlformats.org/officeDocument/2006/relationships/oleObject" Target="../embeddings/oleObject560.bin"/><Relationship Id="rId11" Type="http://schemas.openxmlformats.org/officeDocument/2006/relationships/image" Target="../media/image551.wmf"/><Relationship Id="rId5" Type="http://schemas.openxmlformats.org/officeDocument/2006/relationships/image" Target="../media/image548.wmf"/><Relationship Id="rId15" Type="http://schemas.openxmlformats.org/officeDocument/2006/relationships/image" Target="../media/image553.wmf"/><Relationship Id="rId10" Type="http://schemas.openxmlformats.org/officeDocument/2006/relationships/oleObject" Target="../embeddings/oleObject562.bin"/><Relationship Id="rId4" Type="http://schemas.openxmlformats.org/officeDocument/2006/relationships/oleObject" Target="../embeddings/oleObject559.bin"/><Relationship Id="rId9" Type="http://schemas.openxmlformats.org/officeDocument/2006/relationships/image" Target="../media/image550.wmf"/><Relationship Id="rId14" Type="http://schemas.openxmlformats.org/officeDocument/2006/relationships/oleObject" Target="../embeddings/oleObject564.bin"/></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566.bin"/><Relationship Id="rId2" Type="http://schemas.openxmlformats.org/officeDocument/2006/relationships/notesSlide" Target="../notesSlides/notesSlide63.xml"/><Relationship Id="rId1" Type="http://schemas.openxmlformats.org/officeDocument/2006/relationships/slideLayout" Target="../slideLayouts/slideLayout378.xml"/><Relationship Id="rId6" Type="http://schemas.openxmlformats.org/officeDocument/2006/relationships/image" Target="../media/image556.wmf"/><Relationship Id="rId5" Type="http://schemas.openxmlformats.org/officeDocument/2006/relationships/oleObject" Target="../embeddings/oleObject567.bin"/><Relationship Id="rId4" Type="http://schemas.openxmlformats.org/officeDocument/2006/relationships/image" Target="../media/image555.wmf"/></Relationships>
</file>

<file path=ppt/slides/_rels/slide88.xml.rels><?xml version="1.0" encoding="UTF-8" standalone="yes"?>
<Relationships xmlns="http://schemas.openxmlformats.org/package/2006/relationships"><Relationship Id="rId13" Type="http://schemas.openxmlformats.org/officeDocument/2006/relationships/oleObject" Target="../embeddings/oleObject573.bin"/><Relationship Id="rId18" Type="http://schemas.openxmlformats.org/officeDocument/2006/relationships/image" Target="../media/image564.wmf"/><Relationship Id="rId26" Type="http://schemas.openxmlformats.org/officeDocument/2006/relationships/image" Target="../media/image568.wmf"/><Relationship Id="rId21" Type="http://schemas.openxmlformats.org/officeDocument/2006/relationships/oleObject" Target="../embeddings/oleObject577.bin"/><Relationship Id="rId34" Type="http://schemas.openxmlformats.org/officeDocument/2006/relationships/image" Target="../media/image572.wmf"/><Relationship Id="rId7" Type="http://schemas.openxmlformats.org/officeDocument/2006/relationships/oleObject" Target="../embeddings/oleObject570.bin"/><Relationship Id="rId12" Type="http://schemas.openxmlformats.org/officeDocument/2006/relationships/image" Target="../media/image561.wmf"/><Relationship Id="rId17" Type="http://schemas.openxmlformats.org/officeDocument/2006/relationships/oleObject" Target="../embeddings/oleObject575.bin"/><Relationship Id="rId25" Type="http://schemas.openxmlformats.org/officeDocument/2006/relationships/oleObject" Target="../embeddings/oleObject579.bin"/><Relationship Id="rId33" Type="http://schemas.openxmlformats.org/officeDocument/2006/relationships/oleObject" Target="../embeddings/oleObject583.bin"/><Relationship Id="rId38" Type="http://schemas.openxmlformats.org/officeDocument/2006/relationships/image" Target="../media/image574.wmf"/><Relationship Id="rId2" Type="http://schemas.openxmlformats.org/officeDocument/2006/relationships/notesSlide" Target="../notesSlides/notesSlide64.xml"/><Relationship Id="rId16" Type="http://schemas.openxmlformats.org/officeDocument/2006/relationships/image" Target="../media/image563.wmf"/><Relationship Id="rId20" Type="http://schemas.openxmlformats.org/officeDocument/2006/relationships/image" Target="../media/image565.wmf"/><Relationship Id="rId29" Type="http://schemas.openxmlformats.org/officeDocument/2006/relationships/oleObject" Target="../embeddings/oleObject581.bin"/><Relationship Id="rId1" Type="http://schemas.openxmlformats.org/officeDocument/2006/relationships/slideLayout" Target="../slideLayouts/slideLayout378.xml"/><Relationship Id="rId6" Type="http://schemas.openxmlformats.org/officeDocument/2006/relationships/image" Target="../media/image558.wmf"/><Relationship Id="rId11" Type="http://schemas.openxmlformats.org/officeDocument/2006/relationships/oleObject" Target="../embeddings/oleObject572.bin"/><Relationship Id="rId24" Type="http://schemas.openxmlformats.org/officeDocument/2006/relationships/image" Target="../media/image567.wmf"/><Relationship Id="rId32" Type="http://schemas.openxmlformats.org/officeDocument/2006/relationships/image" Target="../media/image571.wmf"/><Relationship Id="rId37" Type="http://schemas.openxmlformats.org/officeDocument/2006/relationships/oleObject" Target="../embeddings/oleObject585.bin"/><Relationship Id="rId5" Type="http://schemas.openxmlformats.org/officeDocument/2006/relationships/oleObject" Target="../embeddings/oleObject569.bin"/><Relationship Id="rId15" Type="http://schemas.openxmlformats.org/officeDocument/2006/relationships/oleObject" Target="../embeddings/oleObject574.bin"/><Relationship Id="rId23" Type="http://schemas.openxmlformats.org/officeDocument/2006/relationships/oleObject" Target="../embeddings/oleObject578.bin"/><Relationship Id="rId28" Type="http://schemas.openxmlformats.org/officeDocument/2006/relationships/image" Target="../media/image569.wmf"/><Relationship Id="rId36" Type="http://schemas.openxmlformats.org/officeDocument/2006/relationships/image" Target="../media/image573.wmf"/><Relationship Id="rId10" Type="http://schemas.openxmlformats.org/officeDocument/2006/relationships/image" Target="../media/image560.wmf"/><Relationship Id="rId19" Type="http://schemas.openxmlformats.org/officeDocument/2006/relationships/oleObject" Target="../embeddings/oleObject576.bin"/><Relationship Id="rId31" Type="http://schemas.openxmlformats.org/officeDocument/2006/relationships/oleObject" Target="../embeddings/oleObject582.bin"/><Relationship Id="rId4" Type="http://schemas.openxmlformats.org/officeDocument/2006/relationships/image" Target="../media/image557.wmf"/><Relationship Id="rId9" Type="http://schemas.openxmlformats.org/officeDocument/2006/relationships/oleObject" Target="../embeddings/oleObject571.bin"/><Relationship Id="rId14" Type="http://schemas.openxmlformats.org/officeDocument/2006/relationships/image" Target="../media/image562.wmf"/><Relationship Id="rId22" Type="http://schemas.openxmlformats.org/officeDocument/2006/relationships/image" Target="../media/image566.wmf"/><Relationship Id="rId27" Type="http://schemas.openxmlformats.org/officeDocument/2006/relationships/oleObject" Target="../embeddings/oleObject580.bin"/><Relationship Id="rId30" Type="http://schemas.openxmlformats.org/officeDocument/2006/relationships/image" Target="../media/image570.wmf"/><Relationship Id="rId35" Type="http://schemas.openxmlformats.org/officeDocument/2006/relationships/oleObject" Target="../embeddings/oleObject584.bin"/><Relationship Id="rId8" Type="http://schemas.openxmlformats.org/officeDocument/2006/relationships/image" Target="../media/image559.wmf"/><Relationship Id="rId3" Type="http://schemas.openxmlformats.org/officeDocument/2006/relationships/oleObject" Target="../embeddings/oleObject568.bin"/></Relationships>
</file>

<file path=ppt/slides/_rels/slide89.xml.rels><?xml version="1.0" encoding="UTF-8" standalone="yes"?>
<Relationships xmlns="http://schemas.openxmlformats.org/package/2006/relationships"><Relationship Id="rId8" Type="http://schemas.openxmlformats.org/officeDocument/2006/relationships/image" Target="../media/image577.wmf"/><Relationship Id="rId3" Type="http://schemas.openxmlformats.org/officeDocument/2006/relationships/oleObject" Target="../embeddings/oleObject586.bin"/><Relationship Id="rId7" Type="http://schemas.openxmlformats.org/officeDocument/2006/relationships/oleObject" Target="../embeddings/oleObject588.bin"/><Relationship Id="rId2" Type="http://schemas.openxmlformats.org/officeDocument/2006/relationships/notesSlide" Target="../notesSlides/notesSlide65.xml"/><Relationship Id="rId1" Type="http://schemas.openxmlformats.org/officeDocument/2006/relationships/slideLayout" Target="../slideLayouts/slideLayout395.xml"/><Relationship Id="rId6" Type="http://schemas.openxmlformats.org/officeDocument/2006/relationships/image" Target="../media/image576.wmf"/><Relationship Id="rId11" Type="http://schemas.openxmlformats.org/officeDocument/2006/relationships/image" Target="../media/image2.jpeg"/><Relationship Id="rId5" Type="http://schemas.openxmlformats.org/officeDocument/2006/relationships/oleObject" Target="../embeddings/oleObject587.bin"/><Relationship Id="rId10" Type="http://schemas.openxmlformats.org/officeDocument/2006/relationships/image" Target="../media/image578.wmf"/><Relationship Id="rId4" Type="http://schemas.openxmlformats.org/officeDocument/2006/relationships/image" Target="../media/image575.wmf"/><Relationship Id="rId9" Type="http://schemas.openxmlformats.org/officeDocument/2006/relationships/oleObject" Target="../embeddings/oleObject589.bin"/></Relationships>
</file>

<file path=ppt/slides/_rels/slide9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6.xml"/><Relationship Id="rId1" Type="http://schemas.openxmlformats.org/officeDocument/2006/relationships/slideLayout" Target="../slideLayouts/slideLayout371.xml"/></Relationships>
</file>

<file path=ppt/slides/_rels/slide91.xml.rels><?xml version="1.0" encoding="UTF-8" standalone="yes"?>
<Relationships xmlns="http://schemas.openxmlformats.org/package/2006/relationships"><Relationship Id="rId8" Type="http://schemas.openxmlformats.org/officeDocument/2006/relationships/image" Target="../media/image581.wmf"/><Relationship Id="rId13" Type="http://schemas.openxmlformats.org/officeDocument/2006/relationships/oleObject" Target="../embeddings/oleObject595.bin"/><Relationship Id="rId3" Type="http://schemas.openxmlformats.org/officeDocument/2006/relationships/oleObject" Target="../embeddings/oleObject590.bin"/><Relationship Id="rId7" Type="http://schemas.openxmlformats.org/officeDocument/2006/relationships/oleObject" Target="../embeddings/oleObject592.bin"/><Relationship Id="rId12" Type="http://schemas.openxmlformats.org/officeDocument/2006/relationships/image" Target="../media/image583.wmf"/><Relationship Id="rId2" Type="http://schemas.openxmlformats.org/officeDocument/2006/relationships/notesSlide" Target="../notesSlides/notesSlide67.xml"/><Relationship Id="rId16" Type="http://schemas.openxmlformats.org/officeDocument/2006/relationships/image" Target="../media/image585.wmf"/><Relationship Id="rId1" Type="http://schemas.openxmlformats.org/officeDocument/2006/relationships/slideLayout" Target="../slideLayouts/slideLayout407.xml"/><Relationship Id="rId6" Type="http://schemas.openxmlformats.org/officeDocument/2006/relationships/image" Target="../media/image580.wmf"/><Relationship Id="rId11" Type="http://schemas.openxmlformats.org/officeDocument/2006/relationships/oleObject" Target="../embeddings/oleObject594.bin"/><Relationship Id="rId5" Type="http://schemas.openxmlformats.org/officeDocument/2006/relationships/oleObject" Target="../embeddings/oleObject591.bin"/><Relationship Id="rId15" Type="http://schemas.openxmlformats.org/officeDocument/2006/relationships/oleObject" Target="../embeddings/oleObject596.bin"/><Relationship Id="rId10" Type="http://schemas.openxmlformats.org/officeDocument/2006/relationships/image" Target="../media/image582.wmf"/><Relationship Id="rId4" Type="http://schemas.openxmlformats.org/officeDocument/2006/relationships/image" Target="../media/image579.wmf"/><Relationship Id="rId9" Type="http://schemas.openxmlformats.org/officeDocument/2006/relationships/oleObject" Target="../embeddings/oleObject593.bin"/><Relationship Id="rId14" Type="http://schemas.openxmlformats.org/officeDocument/2006/relationships/image" Target="../media/image584.wmf"/></Relationships>
</file>

<file path=ppt/slides/_rels/slide92.xml.rels><?xml version="1.0" encoding="UTF-8" standalone="yes"?>
<Relationships xmlns="http://schemas.openxmlformats.org/package/2006/relationships"><Relationship Id="rId8" Type="http://schemas.openxmlformats.org/officeDocument/2006/relationships/oleObject" Target="../embeddings/oleObject600.bin"/><Relationship Id="rId13" Type="http://schemas.openxmlformats.org/officeDocument/2006/relationships/image" Target="../media/image591.wmf"/><Relationship Id="rId18" Type="http://schemas.openxmlformats.org/officeDocument/2006/relationships/oleObject" Target="../embeddings/oleObject605.bin"/><Relationship Id="rId3" Type="http://schemas.openxmlformats.org/officeDocument/2006/relationships/image" Target="../media/image586.wmf"/><Relationship Id="rId21" Type="http://schemas.openxmlformats.org/officeDocument/2006/relationships/image" Target="../media/image595.wmf"/><Relationship Id="rId7" Type="http://schemas.openxmlformats.org/officeDocument/2006/relationships/image" Target="../media/image588.wmf"/><Relationship Id="rId12" Type="http://schemas.openxmlformats.org/officeDocument/2006/relationships/oleObject" Target="../embeddings/oleObject602.bin"/><Relationship Id="rId17" Type="http://schemas.openxmlformats.org/officeDocument/2006/relationships/image" Target="../media/image593.wmf"/><Relationship Id="rId25" Type="http://schemas.openxmlformats.org/officeDocument/2006/relationships/image" Target="../media/image597.wmf"/><Relationship Id="rId2" Type="http://schemas.openxmlformats.org/officeDocument/2006/relationships/oleObject" Target="../embeddings/oleObject597.bin"/><Relationship Id="rId16" Type="http://schemas.openxmlformats.org/officeDocument/2006/relationships/oleObject" Target="../embeddings/oleObject604.bin"/><Relationship Id="rId20" Type="http://schemas.openxmlformats.org/officeDocument/2006/relationships/oleObject" Target="../embeddings/oleObject606.bin"/><Relationship Id="rId1" Type="http://schemas.openxmlformats.org/officeDocument/2006/relationships/slideLayout" Target="../slideLayouts/slideLayout418.xml"/><Relationship Id="rId6" Type="http://schemas.openxmlformats.org/officeDocument/2006/relationships/oleObject" Target="../embeddings/oleObject599.bin"/><Relationship Id="rId11" Type="http://schemas.openxmlformats.org/officeDocument/2006/relationships/image" Target="../media/image590.wmf"/><Relationship Id="rId24" Type="http://schemas.openxmlformats.org/officeDocument/2006/relationships/oleObject" Target="../embeddings/oleObject608.bin"/><Relationship Id="rId5" Type="http://schemas.openxmlformats.org/officeDocument/2006/relationships/image" Target="../media/image587.wmf"/><Relationship Id="rId15" Type="http://schemas.openxmlformats.org/officeDocument/2006/relationships/image" Target="../media/image592.wmf"/><Relationship Id="rId23" Type="http://schemas.openxmlformats.org/officeDocument/2006/relationships/image" Target="../media/image596.wmf"/><Relationship Id="rId10" Type="http://schemas.openxmlformats.org/officeDocument/2006/relationships/oleObject" Target="../embeddings/oleObject601.bin"/><Relationship Id="rId19" Type="http://schemas.openxmlformats.org/officeDocument/2006/relationships/image" Target="../media/image594.wmf"/><Relationship Id="rId4" Type="http://schemas.openxmlformats.org/officeDocument/2006/relationships/oleObject" Target="../embeddings/oleObject598.bin"/><Relationship Id="rId9" Type="http://schemas.openxmlformats.org/officeDocument/2006/relationships/image" Target="../media/image589.wmf"/><Relationship Id="rId14" Type="http://schemas.openxmlformats.org/officeDocument/2006/relationships/oleObject" Target="../embeddings/oleObject603.bin"/><Relationship Id="rId22" Type="http://schemas.openxmlformats.org/officeDocument/2006/relationships/oleObject" Target="../embeddings/oleObject607.bin"/></Relationships>
</file>

<file path=ppt/slides/_rels/slide93.xml.rels><?xml version="1.0" encoding="UTF-8" standalone="yes"?>
<Relationships xmlns="http://schemas.openxmlformats.org/package/2006/relationships"><Relationship Id="rId13" Type="http://schemas.openxmlformats.org/officeDocument/2006/relationships/image" Target="../media/image603.wmf"/><Relationship Id="rId18" Type="http://schemas.openxmlformats.org/officeDocument/2006/relationships/oleObject" Target="../embeddings/oleObject617.bin"/><Relationship Id="rId26" Type="http://schemas.openxmlformats.org/officeDocument/2006/relationships/oleObject" Target="../embeddings/oleObject621.bin"/><Relationship Id="rId39" Type="http://schemas.openxmlformats.org/officeDocument/2006/relationships/image" Target="../media/image616.wmf"/><Relationship Id="rId21" Type="http://schemas.openxmlformats.org/officeDocument/2006/relationships/image" Target="../media/image607.wmf"/><Relationship Id="rId34" Type="http://schemas.openxmlformats.org/officeDocument/2006/relationships/oleObject" Target="../embeddings/oleObject625.bin"/><Relationship Id="rId7" Type="http://schemas.openxmlformats.org/officeDocument/2006/relationships/image" Target="../media/image600.wmf"/><Relationship Id="rId12" Type="http://schemas.openxmlformats.org/officeDocument/2006/relationships/oleObject" Target="../embeddings/oleObject614.bin"/><Relationship Id="rId17" Type="http://schemas.openxmlformats.org/officeDocument/2006/relationships/image" Target="../media/image605.wmf"/><Relationship Id="rId25" Type="http://schemas.openxmlformats.org/officeDocument/2006/relationships/image" Target="../media/image609.wmf"/><Relationship Id="rId33" Type="http://schemas.openxmlformats.org/officeDocument/2006/relationships/image" Target="../media/image613.wmf"/><Relationship Id="rId38" Type="http://schemas.openxmlformats.org/officeDocument/2006/relationships/oleObject" Target="../embeddings/oleObject627.bin"/><Relationship Id="rId2" Type="http://schemas.openxmlformats.org/officeDocument/2006/relationships/oleObject" Target="../embeddings/oleObject609.bin"/><Relationship Id="rId16" Type="http://schemas.openxmlformats.org/officeDocument/2006/relationships/oleObject" Target="../embeddings/oleObject616.bin"/><Relationship Id="rId20" Type="http://schemas.openxmlformats.org/officeDocument/2006/relationships/oleObject" Target="../embeddings/oleObject618.bin"/><Relationship Id="rId29" Type="http://schemas.openxmlformats.org/officeDocument/2006/relationships/image" Target="../media/image611.wmf"/><Relationship Id="rId1" Type="http://schemas.openxmlformats.org/officeDocument/2006/relationships/slideLayout" Target="../slideLayouts/slideLayout418.xml"/><Relationship Id="rId6" Type="http://schemas.openxmlformats.org/officeDocument/2006/relationships/oleObject" Target="../embeddings/oleObject611.bin"/><Relationship Id="rId11" Type="http://schemas.openxmlformats.org/officeDocument/2006/relationships/image" Target="../media/image602.wmf"/><Relationship Id="rId24" Type="http://schemas.openxmlformats.org/officeDocument/2006/relationships/oleObject" Target="../embeddings/oleObject620.bin"/><Relationship Id="rId32" Type="http://schemas.openxmlformats.org/officeDocument/2006/relationships/oleObject" Target="../embeddings/oleObject624.bin"/><Relationship Id="rId37" Type="http://schemas.openxmlformats.org/officeDocument/2006/relationships/image" Target="../media/image615.wmf"/><Relationship Id="rId5" Type="http://schemas.openxmlformats.org/officeDocument/2006/relationships/image" Target="../media/image599.wmf"/><Relationship Id="rId15" Type="http://schemas.openxmlformats.org/officeDocument/2006/relationships/image" Target="../media/image604.wmf"/><Relationship Id="rId23" Type="http://schemas.openxmlformats.org/officeDocument/2006/relationships/image" Target="../media/image608.wmf"/><Relationship Id="rId28" Type="http://schemas.openxmlformats.org/officeDocument/2006/relationships/oleObject" Target="../embeddings/oleObject622.bin"/><Relationship Id="rId36" Type="http://schemas.openxmlformats.org/officeDocument/2006/relationships/oleObject" Target="../embeddings/oleObject626.bin"/><Relationship Id="rId10" Type="http://schemas.openxmlformats.org/officeDocument/2006/relationships/oleObject" Target="../embeddings/oleObject613.bin"/><Relationship Id="rId19" Type="http://schemas.openxmlformats.org/officeDocument/2006/relationships/image" Target="../media/image606.wmf"/><Relationship Id="rId31" Type="http://schemas.openxmlformats.org/officeDocument/2006/relationships/image" Target="../media/image612.wmf"/><Relationship Id="rId4" Type="http://schemas.openxmlformats.org/officeDocument/2006/relationships/oleObject" Target="../embeddings/oleObject610.bin"/><Relationship Id="rId9" Type="http://schemas.openxmlformats.org/officeDocument/2006/relationships/image" Target="../media/image601.wmf"/><Relationship Id="rId14" Type="http://schemas.openxmlformats.org/officeDocument/2006/relationships/oleObject" Target="../embeddings/oleObject615.bin"/><Relationship Id="rId22" Type="http://schemas.openxmlformats.org/officeDocument/2006/relationships/oleObject" Target="../embeddings/oleObject619.bin"/><Relationship Id="rId27" Type="http://schemas.openxmlformats.org/officeDocument/2006/relationships/image" Target="../media/image610.wmf"/><Relationship Id="rId30" Type="http://schemas.openxmlformats.org/officeDocument/2006/relationships/oleObject" Target="../embeddings/oleObject623.bin"/><Relationship Id="rId35" Type="http://schemas.openxmlformats.org/officeDocument/2006/relationships/image" Target="../media/image614.wmf"/><Relationship Id="rId8" Type="http://schemas.openxmlformats.org/officeDocument/2006/relationships/oleObject" Target="../embeddings/oleObject612.bin"/><Relationship Id="rId3" Type="http://schemas.openxmlformats.org/officeDocument/2006/relationships/image" Target="../media/image598.wmf"/></Relationships>
</file>

<file path=ppt/slides/_rels/slide94.xml.rels><?xml version="1.0" encoding="UTF-8" standalone="yes"?>
<Relationships xmlns="http://schemas.openxmlformats.org/package/2006/relationships"><Relationship Id="rId8" Type="http://schemas.openxmlformats.org/officeDocument/2006/relationships/image" Target="../media/image361.wmf"/><Relationship Id="rId3" Type="http://schemas.openxmlformats.org/officeDocument/2006/relationships/oleObject" Target="../embeddings/oleObject628.bin"/><Relationship Id="rId7" Type="http://schemas.openxmlformats.org/officeDocument/2006/relationships/oleObject" Target="../embeddings/oleObject630.bin"/><Relationship Id="rId2" Type="http://schemas.openxmlformats.org/officeDocument/2006/relationships/notesSlide" Target="../notesSlides/notesSlide68.xml"/><Relationship Id="rId1" Type="http://schemas.openxmlformats.org/officeDocument/2006/relationships/slideLayout" Target="../slideLayouts/slideLayout395.xml"/><Relationship Id="rId6" Type="http://schemas.openxmlformats.org/officeDocument/2006/relationships/image" Target="../media/image617.wmf"/><Relationship Id="rId5" Type="http://schemas.openxmlformats.org/officeDocument/2006/relationships/oleObject" Target="../embeddings/oleObject629.bin"/><Relationship Id="rId4" Type="http://schemas.openxmlformats.org/officeDocument/2006/relationships/image" Target="../media/image359.wmf"/><Relationship Id="rId9" Type="http://schemas.openxmlformats.org/officeDocument/2006/relationships/image" Target="../media/image2.jpeg"/></Relationships>
</file>

<file path=ppt/slides/_rels/slide95.xml.rels><?xml version="1.0" encoding="UTF-8" standalone="yes"?>
<Relationships xmlns="http://schemas.openxmlformats.org/package/2006/relationships"><Relationship Id="rId8" Type="http://schemas.openxmlformats.org/officeDocument/2006/relationships/oleObject" Target="../embeddings/oleObject633.bin"/><Relationship Id="rId13" Type="http://schemas.openxmlformats.org/officeDocument/2006/relationships/image" Target="../media/image622.wmf"/><Relationship Id="rId18" Type="http://schemas.openxmlformats.org/officeDocument/2006/relationships/oleObject" Target="../embeddings/oleObject638.bin"/><Relationship Id="rId3" Type="http://schemas.openxmlformats.org/officeDocument/2006/relationships/image" Target="../media/image2.jpeg"/><Relationship Id="rId21" Type="http://schemas.openxmlformats.org/officeDocument/2006/relationships/image" Target="../media/image626.wmf"/><Relationship Id="rId7" Type="http://schemas.openxmlformats.org/officeDocument/2006/relationships/image" Target="../media/image619.wmf"/><Relationship Id="rId12" Type="http://schemas.openxmlformats.org/officeDocument/2006/relationships/oleObject" Target="../embeddings/oleObject635.bin"/><Relationship Id="rId17" Type="http://schemas.openxmlformats.org/officeDocument/2006/relationships/image" Target="../media/image624.wmf"/><Relationship Id="rId2" Type="http://schemas.openxmlformats.org/officeDocument/2006/relationships/notesSlide" Target="../notesSlides/notesSlide69.xml"/><Relationship Id="rId16" Type="http://schemas.openxmlformats.org/officeDocument/2006/relationships/oleObject" Target="../embeddings/oleObject637.bin"/><Relationship Id="rId20" Type="http://schemas.openxmlformats.org/officeDocument/2006/relationships/oleObject" Target="../embeddings/oleObject639.bin"/><Relationship Id="rId1" Type="http://schemas.openxmlformats.org/officeDocument/2006/relationships/slideLayout" Target="../slideLayouts/slideLayout371.xml"/><Relationship Id="rId6" Type="http://schemas.openxmlformats.org/officeDocument/2006/relationships/oleObject" Target="../embeddings/oleObject632.bin"/><Relationship Id="rId11" Type="http://schemas.openxmlformats.org/officeDocument/2006/relationships/image" Target="../media/image621.wmf"/><Relationship Id="rId5" Type="http://schemas.openxmlformats.org/officeDocument/2006/relationships/image" Target="../media/image618.wmf"/><Relationship Id="rId15" Type="http://schemas.openxmlformats.org/officeDocument/2006/relationships/image" Target="../media/image623.wmf"/><Relationship Id="rId23" Type="http://schemas.openxmlformats.org/officeDocument/2006/relationships/image" Target="../media/image627.wmf"/><Relationship Id="rId10" Type="http://schemas.openxmlformats.org/officeDocument/2006/relationships/oleObject" Target="../embeddings/oleObject634.bin"/><Relationship Id="rId19" Type="http://schemas.openxmlformats.org/officeDocument/2006/relationships/image" Target="../media/image625.wmf"/><Relationship Id="rId4" Type="http://schemas.openxmlformats.org/officeDocument/2006/relationships/oleObject" Target="../embeddings/oleObject631.bin"/><Relationship Id="rId9" Type="http://schemas.openxmlformats.org/officeDocument/2006/relationships/image" Target="../media/image620.wmf"/><Relationship Id="rId14" Type="http://schemas.openxmlformats.org/officeDocument/2006/relationships/oleObject" Target="../embeddings/oleObject636.bin"/><Relationship Id="rId22" Type="http://schemas.openxmlformats.org/officeDocument/2006/relationships/oleObject" Target="../embeddings/oleObject640.bin"/></Relationships>
</file>

<file path=ppt/slides/_rels/slide9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0.xml"/><Relationship Id="rId1" Type="http://schemas.openxmlformats.org/officeDocument/2006/relationships/slideLayout" Target="../slideLayouts/slideLayout371.xml"/></Relationships>
</file>

<file path=ppt/slides/_rels/slide97.xml.rels><?xml version="1.0" encoding="UTF-8" standalone="yes"?>
<Relationships xmlns="http://schemas.openxmlformats.org/package/2006/relationships"><Relationship Id="rId8" Type="http://schemas.openxmlformats.org/officeDocument/2006/relationships/image" Target="../media/image630.wmf"/><Relationship Id="rId3" Type="http://schemas.openxmlformats.org/officeDocument/2006/relationships/oleObject" Target="../embeddings/oleObject641.bin"/><Relationship Id="rId7" Type="http://schemas.openxmlformats.org/officeDocument/2006/relationships/oleObject" Target="../embeddings/oleObject643.bin"/><Relationship Id="rId2" Type="http://schemas.openxmlformats.org/officeDocument/2006/relationships/notesSlide" Target="../notesSlides/notesSlide71.xml"/><Relationship Id="rId1" Type="http://schemas.openxmlformats.org/officeDocument/2006/relationships/slideLayout" Target="../slideLayouts/slideLayout430.xml"/><Relationship Id="rId6" Type="http://schemas.openxmlformats.org/officeDocument/2006/relationships/image" Target="../media/image629.wmf"/><Relationship Id="rId5" Type="http://schemas.openxmlformats.org/officeDocument/2006/relationships/oleObject" Target="../embeddings/oleObject642.bin"/><Relationship Id="rId4" Type="http://schemas.openxmlformats.org/officeDocument/2006/relationships/image" Target="../media/image628.wmf"/></Relationships>
</file>

<file path=ppt/slides/_rels/slide98.xml.rels><?xml version="1.0" encoding="UTF-8" standalone="yes"?>
<Relationships xmlns="http://schemas.openxmlformats.org/package/2006/relationships"><Relationship Id="rId13" Type="http://schemas.openxmlformats.org/officeDocument/2006/relationships/oleObject" Target="../embeddings/oleObject649.bin"/><Relationship Id="rId18" Type="http://schemas.openxmlformats.org/officeDocument/2006/relationships/image" Target="../media/image638.wmf"/><Relationship Id="rId26" Type="http://schemas.openxmlformats.org/officeDocument/2006/relationships/image" Target="../media/image642.wmf"/><Relationship Id="rId39" Type="http://schemas.openxmlformats.org/officeDocument/2006/relationships/oleObject" Target="../embeddings/oleObject662.bin"/><Relationship Id="rId21" Type="http://schemas.openxmlformats.org/officeDocument/2006/relationships/oleObject" Target="../embeddings/oleObject653.bin"/><Relationship Id="rId34" Type="http://schemas.openxmlformats.org/officeDocument/2006/relationships/image" Target="../media/image646.wmf"/><Relationship Id="rId7" Type="http://schemas.openxmlformats.org/officeDocument/2006/relationships/oleObject" Target="../embeddings/oleObject646.bin"/><Relationship Id="rId12" Type="http://schemas.openxmlformats.org/officeDocument/2006/relationships/image" Target="../media/image635.wmf"/><Relationship Id="rId17" Type="http://schemas.openxmlformats.org/officeDocument/2006/relationships/oleObject" Target="../embeddings/oleObject651.bin"/><Relationship Id="rId25" Type="http://schemas.openxmlformats.org/officeDocument/2006/relationships/oleObject" Target="../embeddings/oleObject655.bin"/><Relationship Id="rId33" Type="http://schemas.openxmlformats.org/officeDocument/2006/relationships/oleObject" Target="../embeddings/oleObject659.bin"/><Relationship Id="rId38" Type="http://schemas.openxmlformats.org/officeDocument/2006/relationships/image" Target="../media/image648.wmf"/><Relationship Id="rId2" Type="http://schemas.openxmlformats.org/officeDocument/2006/relationships/notesSlide" Target="../notesSlides/notesSlide72.xml"/><Relationship Id="rId16" Type="http://schemas.openxmlformats.org/officeDocument/2006/relationships/image" Target="../media/image637.wmf"/><Relationship Id="rId20" Type="http://schemas.openxmlformats.org/officeDocument/2006/relationships/image" Target="../media/image639.wmf"/><Relationship Id="rId29" Type="http://schemas.openxmlformats.org/officeDocument/2006/relationships/oleObject" Target="../embeddings/oleObject657.bin"/><Relationship Id="rId1" Type="http://schemas.openxmlformats.org/officeDocument/2006/relationships/slideLayout" Target="../slideLayouts/slideLayout418.xml"/><Relationship Id="rId6" Type="http://schemas.openxmlformats.org/officeDocument/2006/relationships/image" Target="../media/image632.wmf"/><Relationship Id="rId11" Type="http://schemas.openxmlformats.org/officeDocument/2006/relationships/oleObject" Target="../embeddings/oleObject648.bin"/><Relationship Id="rId24" Type="http://schemas.openxmlformats.org/officeDocument/2006/relationships/image" Target="../media/image641.wmf"/><Relationship Id="rId32" Type="http://schemas.openxmlformats.org/officeDocument/2006/relationships/image" Target="../media/image645.wmf"/><Relationship Id="rId37" Type="http://schemas.openxmlformats.org/officeDocument/2006/relationships/oleObject" Target="../embeddings/oleObject661.bin"/><Relationship Id="rId40" Type="http://schemas.openxmlformats.org/officeDocument/2006/relationships/image" Target="../media/image649.wmf"/><Relationship Id="rId5" Type="http://schemas.openxmlformats.org/officeDocument/2006/relationships/oleObject" Target="../embeddings/oleObject645.bin"/><Relationship Id="rId15" Type="http://schemas.openxmlformats.org/officeDocument/2006/relationships/oleObject" Target="../embeddings/oleObject650.bin"/><Relationship Id="rId23" Type="http://schemas.openxmlformats.org/officeDocument/2006/relationships/oleObject" Target="../embeddings/oleObject654.bin"/><Relationship Id="rId28" Type="http://schemas.openxmlformats.org/officeDocument/2006/relationships/image" Target="../media/image643.wmf"/><Relationship Id="rId36" Type="http://schemas.openxmlformats.org/officeDocument/2006/relationships/image" Target="../media/image647.wmf"/><Relationship Id="rId10" Type="http://schemas.openxmlformats.org/officeDocument/2006/relationships/image" Target="../media/image634.wmf"/><Relationship Id="rId19" Type="http://schemas.openxmlformats.org/officeDocument/2006/relationships/oleObject" Target="../embeddings/oleObject652.bin"/><Relationship Id="rId31" Type="http://schemas.openxmlformats.org/officeDocument/2006/relationships/oleObject" Target="../embeddings/oleObject658.bin"/><Relationship Id="rId4" Type="http://schemas.openxmlformats.org/officeDocument/2006/relationships/image" Target="../media/image631.wmf"/><Relationship Id="rId9" Type="http://schemas.openxmlformats.org/officeDocument/2006/relationships/oleObject" Target="../embeddings/oleObject647.bin"/><Relationship Id="rId14" Type="http://schemas.openxmlformats.org/officeDocument/2006/relationships/image" Target="../media/image636.wmf"/><Relationship Id="rId22" Type="http://schemas.openxmlformats.org/officeDocument/2006/relationships/image" Target="../media/image640.wmf"/><Relationship Id="rId27" Type="http://schemas.openxmlformats.org/officeDocument/2006/relationships/oleObject" Target="../embeddings/oleObject656.bin"/><Relationship Id="rId30" Type="http://schemas.openxmlformats.org/officeDocument/2006/relationships/image" Target="../media/image644.wmf"/><Relationship Id="rId35" Type="http://schemas.openxmlformats.org/officeDocument/2006/relationships/oleObject" Target="../embeddings/oleObject660.bin"/><Relationship Id="rId8" Type="http://schemas.openxmlformats.org/officeDocument/2006/relationships/image" Target="../media/image633.wmf"/><Relationship Id="rId3" Type="http://schemas.openxmlformats.org/officeDocument/2006/relationships/oleObject" Target="../embeddings/oleObject644.bin"/></Relationships>
</file>

<file path=ppt/slides/_rels/slide9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3.xml"/><Relationship Id="rId1" Type="http://schemas.openxmlformats.org/officeDocument/2006/relationships/slideLayout" Target="../slideLayouts/slideLayout371.xml"/></Relationships>
</file>

<file path=ppt/slides/_rels/slide100.xml.rels><?xml version="1.0" encoding="UTF-8" standalone="yes"?>
<Relationships xmlns="http://schemas.openxmlformats.org/package/2006/relationships"><Relationship Id="rId8" Type="http://schemas.openxmlformats.org/officeDocument/2006/relationships/image" Target="../media/image652.wmf"/><Relationship Id="rId13" Type="http://schemas.openxmlformats.org/officeDocument/2006/relationships/oleObject" Target="../embeddings/oleObject668.bin"/><Relationship Id="rId3" Type="http://schemas.openxmlformats.org/officeDocument/2006/relationships/oleObject" Target="../embeddings/oleObject663.bin"/><Relationship Id="rId7" Type="http://schemas.openxmlformats.org/officeDocument/2006/relationships/oleObject" Target="../embeddings/oleObject665.bin"/><Relationship Id="rId12" Type="http://schemas.openxmlformats.org/officeDocument/2006/relationships/image" Target="../media/image654.wmf"/><Relationship Id="rId2" Type="http://schemas.openxmlformats.org/officeDocument/2006/relationships/notesSlide" Target="../notesSlides/notesSlide74.xml"/><Relationship Id="rId16" Type="http://schemas.openxmlformats.org/officeDocument/2006/relationships/image" Target="../media/image656.wmf"/><Relationship Id="rId1" Type="http://schemas.openxmlformats.org/officeDocument/2006/relationships/slideLayout" Target="../slideLayouts/slideLayout430.xml"/><Relationship Id="rId6" Type="http://schemas.openxmlformats.org/officeDocument/2006/relationships/image" Target="../media/image651.wmf"/><Relationship Id="rId11" Type="http://schemas.openxmlformats.org/officeDocument/2006/relationships/oleObject" Target="../embeddings/oleObject667.bin"/><Relationship Id="rId5" Type="http://schemas.openxmlformats.org/officeDocument/2006/relationships/oleObject" Target="../embeddings/oleObject664.bin"/><Relationship Id="rId15" Type="http://schemas.openxmlformats.org/officeDocument/2006/relationships/oleObject" Target="../embeddings/oleObject669.bin"/><Relationship Id="rId10" Type="http://schemas.openxmlformats.org/officeDocument/2006/relationships/image" Target="../media/image653.wmf"/><Relationship Id="rId4" Type="http://schemas.openxmlformats.org/officeDocument/2006/relationships/image" Target="../media/image650.wmf"/><Relationship Id="rId9" Type="http://schemas.openxmlformats.org/officeDocument/2006/relationships/oleObject" Target="../embeddings/oleObject666.bin"/><Relationship Id="rId14" Type="http://schemas.openxmlformats.org/officeDocument/2006/relationships/image" Target="../media/image655.wmf"/></Relationships>
</file>

<file path=ppt/slides/_rels/slide10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5.xml"/><Relationship Id="rId1" Type="http://schemas.openxmlformats.org/officeDocument/2006/relationships/slideLayout" Target="../slideLayouts/slideLayout371.xml"/></Relationships>
</file>

<file path=ppt/slides/_rels/slide10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6.xml"/><Relationship Id="rId1" Type="http://schemas.openxmlformats.org/officeDocument/2006/relationships/slideLayout" Target="../slideLayouts/slideLayout371.xml"/></Relationships>
</file>

<file path=ppt/slides/_rels/slide103.xml.rels><?xml version="1.0" encoding="UTF-8" standalone="yes"?>
<Relationships xmlns="http://schemas.openxmlformats.org/package/2006/relationships"><Relationship Id="rId13" Type="http://schemas.openxmlformats.org/officeDocument/2006/relationships/oleObject" Target="../embeddings/oleObject675.bin"/><Relationship Id="rId18" Type="http://schemas.openxmlformats.org/officeDocument/2006/relationships/image" Target="../media/image664.wmf"/><Relationship Id="rId26" Type="http://schemas.openxmlformats.org/officeDocument/2006/relationships/image" Target="../media/image668.wmf"/><Relationship Id="rId39" Type="http://schemas.openxmlformats.org/officeDocument/2006/relationships/oleObject" Target="../embeddings/oleObject688.bin"/><Relationship Id="rId21" Type="http://schemas.openxmlformats.org/officeDocument/2006/relationships/oleObject" Target="../embeddings/oleObject679.bin"/><Relationship Id="rId34" Type="http://schemas.openxmlformats.org/officeDocument/2006/relationships/image" Target="../media/image672.wmf"/><Relationship Id="rId42" Type="http://schemas.openxmlformats.org/officeDocument/2006/relationships/image" Target="../media/image676.wmf"/><Relationship Id="rId7" Type="http://schemas.openxmlformats.org/officeDocument/2006/relationships/oleObject" Target="../embeddings/oleObject672.bin"/><Relationship Id="rId2" Type="http://schemas.openxmlformats.org/officeDocument/2006/relationships/notesSlide" Target="../notesSlides/notesSlide77.xml"/><Relationship Id="rId16" Type="http://schemas.openxmlformats.org/officeDocument/2006/relationships/image" Target="../media/image663.wmf"/><Relationship Id="rId29" Type="http://schemas.openxmlformats.org/officeDocument/2006/relationships/oleObject" Target="../embeddings/oleObject683.bin"/><Relationship Id="rId1" Type="http://schemas.openxmlformats.org/officeDocument/2006/relationships/slideLayout" Target="../slideLayouts/slideLayout430.xml"/><Relationship Id="rId6" Type="http://schemas.openxmlformats.org/officeDocument/2006/relationships/image" Target="../media/image658.wmf"/><Relationship Id="rId11" Type="http://schemas.openxmlformats.org/officeDocument/2006/relationships/oleObject" Target="../embeddings/oleObject674.bin"/><Relationship Id="rId24" Type="http://schemas.openxmlformats.org/officeDocument/2006/relationships/image" Target="../media/image667.wmf"/><Relationship Id="rId32" Type="http://schemas.openxmlformats.org/officeDocument/2006/relationships/image" Target="../media/image671.wmf"/><Relationship Id="rId37" Type="http://schemas.openxmlformats.org/officeDocument/2006/relationships/oleObject" Target="../embeddings/oleObject687.bin"/><Relationship Id="rId40" Type="http://schemas.openxmlformats.org/officeDocument/2006/relationships/image" Target="../media/image675.wmf"/><Relationship Id="rId45" Type="http://schemas.openxmlformats.org/officeDocument/2006/relationships/oleObject" Target="../embeddings/oleObject691.bin"/><Relationship Id="rId5" Type="http://schemas.openxmlformats.org/officeDocument/2006/relationships/oleObject" Target="../embeddings/oleObject671.bin"/><Relationship Id="rId15" Type="http://schemas.openxmlformats.org/officeDocument/2006/relationships/oleObject" Target="../embeddings/oleObject676.bin"/><Relationship Id="rId23" Type="http://schemas.openxmlformats.org/officeDocument/2006/relationships/oleObject" Target="../embeddings/oleObject680.bin"/><Relationship Id="rId28" Type="http://schemas.openxmlformats.org/officeDocument/2006/relationships/image" Target="../media/image669.wmf"/><Relationship Id="rId36" Type="http://schemas.openxmlformats.org/officeDocument/2006/relationships/image" Target="../media/image673.wmf"/><Relationship Id="rId10" Type="http://schemas.openxmlformats.org/officeDocument/2006/relationships/image" Target="../media/image660.wmf"/><Relationship Id="rId19" Type="http://schemas.openxmlformats.org/officeDocument/2006/relationships/oleObject" Target="../embeddings/oleObject678.bin"/><Relationship Id="rId31" Type="http://schemas.openxmlformats.org/officeDocument/2006/relationships/oleObject" Target="../embeddings/oleObject684.bin"/><Relationship Id="rId44" Type="http://schemas.openxmlformats.org/officeDocument/2006/relationships/image" Target="../media/image677.wmf"/><Relationship Id="rId4" Type="http://schemas.openxmlformats.org/officeDocument/2006/relationships/image" Target="../media/image657.wmf"/><Relationship Id="rId9" Type="http://schemas.openxmlformats.org/officeDocument/2006/relationships/oleObject" Target="../embeddings/oleObject673.bin"/><Relationship Id="rId14" Type="http://schemas.openxmlformats.org/officeDocument/2006/relationships/image" Target="../media/image662.wmf"/><Relationship Id="rId22" Type="http://schemas.openxmlformats.org/officeDocument/2006/relationships/image" Target="../media/image666.wmf"/><Relationship Id="rId27" Type="http://schemas.openxmlformats.org/officeDocument/2006/relationships/oleObject" Target="../embeddings/oleObject682.bin"/><Relationship Id="rId30" Type="http://schemas.openxmlformats.org/officeDocument/2006/relationships/image" Target="../media/image670.wmf"/><Relationship Id="rId35" Type="http://schemas.openxmlformats.org/officeDocument/2006/relationships/oleObject" Target="../embeddings/oleObject686.bin"/><Relationship Id="rId43" Type="http://schemas.openxmlformats.org/officeDocument/2006/relationships/oleObject" Target="../embeddings/oleObject690.bin"/><Relationship Id="rId8" Type="http://schemas.openxmlformats.org/officeDocument/2006/relationships/image" Target="../media/image659.wmf"/><Relationship Id="rId3" Type="http://schemas.openxmlformats.org/officeDocument/2006/relationships/oleObject" Target="../embeddings/oleObject670.bin"/><Relationship Id="rId12" Type="http://schemas.openxmlformats.org/officeDocument/2006/relationships/image" Target="../media/image661.wmf"/><Relationship Id="rId17" Type="http://schemas.openxmlformats.org/officeDocument/2006/relationships/oleObject" Target="../embeddings/oleObject677.bin"/><Relationship Id="rId25" Type="http://schemas.openxmlformats.org/officeDocument/2006/relationships/oleObject" Target="../embeddings/oleObject681.bin"/><Relationship Id="rId33" Type="http://schemas.openxmlformats.org/officeDocument/2006/relationships/oleObject" Target="../embeddings/oleObject685.bin"/><Relationship Id="rId38" Type="http://schemas.openxmlformats.org/officeDocument/2006/relationships/image" Target="../media/image674.wmf"/><Relationship Id="rId46" Type="http://schemas.openxmlformats.org/officeDocument/2006/relationships/image" Target="../media/image678.wmf"/><Relationship Id="rId20" Type="http://schemas.openxmlformats.org/officeDocument/2006/relationships/image" Target="../media/image665.wmf"/><Relationship Id="rId41" Type="http://schemas.openxmlformats.org/officeDocument/2006/relationships/oleObject" Target="../embeddings/oleObject689.bin"/></Relationships>
</file>

<file path=ppt/slides/_rels/slide104.xml.rels><?xml version="1.0" encoding="UTF-8" standalone="yes"?>
<Relationships xmlns="http://schemas.openxmlformats.org/package/2006/relationships"><Relationship Id="rId8" Type="http://schemas.openxmlformats.org/officeDocument/2006/relationships/image" Target="../media/image681.wmf"/><Relationship Id="rId13" Type="http://schemas.openxmlformats.org/officeDocument/2006/relationships/oleObject" Target="../embeddings/oleObject697.bin"/><Relationship Id="rId18" Type="http://schemas.openxmlformats.org/officeDocument/2006/relationships/image" Target="../media/image686.wmf"/><Relationship Id="rId3" Type="http://schemas.openxmlformats.org/officeDocument/2006/relationships/oleObject" Target="../embeddings/oleObject692.bin"/><Relationship Id="rId7" Type="http://schemas.openxmlformats.org/officeDocument/2006/relationships/oleObject" Target="../embeddings/oleObject694.bin"/><Relationship Id="rId12" Type="http://schemas.openxmlformats.org/officeDocument/2006/relationships/image" Target="../media/image683.wmf"/><Relationship Id="rId17" Type="http://schemas.openxmlformats.org/officeDocument/2006/relationships/oleObject" Target="../embeddings/oleObject699.bin"/><Relationship Id="rId2" Type="http://schemas.openxmlformats.org/officeDocument/2006/relationships/notesSlide" Target="../notesSlides/notesSlide78.xml"/><Relationship Id="rId16" Type="http://schemas.openxmlformats.org/officeDocument/2006/relationships/image" Target="../media/image685.wmf"/><Relationship Id="rId20" Type="http://schemas.openxmlformats.org/officeDocument/2006/relationships/image" Target="../media/image687.wmf"/><Relationship Id="rId1" Type="http://schemas.openxmlformats.org/officeDocument/2006/relationships/slideLayout" Target="../slideLayouts/slideLayout430.xml"/><Relationship Id="rId6" Type="http://schemas.openxmlformats.org/officeDocument/2006/relationships/image" Target="../media/image680.wmf"/><Relationship Id="rId11" Type="http://schemas.openxmlformats.org/officeDocument/2006/relationships/oleObject" Target="../embeddings/oleObject696.bin"/><Relationship Id="rId5" Type="http://schemas.openxmlformats.org/officeDocument/2006/relationships/oleObject" Target="../embeddings/oleObject693.bin"/><Relationship Id="rId15" Type="http://schemas.openxmlformats.org/officeDocument/2006/relationships/oleObject" Target="../embeddings/oleObject698.bin"/><Relationship Id="rId10" Type="http://schemas.openxmlformats.org/officeDocument/2006/relationships/image" Target="../media/image682.wmf"/><Relationship Id="rId19" Type="http://schemas.openxmlformats.org/officeDocument/2006/relationships/oleObject" Target="../embeddings/oleObject700.bin"/><Relationship Id="rId4" Type="http://schemas.openxmlformats.org/officeDocument/2006/relationships/image" Target="../media/image679.wmf"/><Relationship Id="rId9" Type="http://schemas.openxmlformats.org/officeDocument/2006/relationships/oleObject" Target="../embeddings/oleObject695.bin"/><Relationship Id="rId14" Type="http://schemas.openxmlformats.org/officeDocument/2006/relationships/image" Target="../media/image684.wmf"/></Relationships>
</file>

<file path=ppt/slides/_rels/slide105.xml.rels><?xml version="1.0" encoding="UTF-8" standalone="yes"?>
<Relationships xmlns="http://schemas.openxmlformats.org/package/2006/relationships"><Relationship Id="rId8" Type="http://schemas.openxmlformats.org/officeDocument/2006/relationships/image" Target="../media/image690.wmf"/><Relationship Id="rId13" Type="http://schemas.openxmlformats.org/officeDocument/2006/relationships/oleObject" Target="../embeddings/oleObject706.bin"/><Relationship Id="rId18" Type="http://schemas.openxmlformats.org/officeDocument/2006/relationships/image" Target="../media/image695.wmf"/><Relationship Id="rId3" Type="http://schemas.openxmlformats.org/officeDocument/2006/relationships/oleObject" Target="../embeddings/oleObject701.bin"/><Relationship Id="rId7" Type="http://schemas.openxmlformats.org/officeDocument/2006/relationships/oleObject" Target="../embeddings/oleObject703.bin"/><Relationship Id="rId12" Type="http://schemas.openxmlformats.org/officeDocument/2006/relationships/image" Target="../media/image692.wmf"/><Relationship Id="rId17" Type="http://schemas.openxmlformats.org/officeDocument/2006/relationships/oleObject" Target="../embeddings/oleObject708.bin"/><Relationship Id="rId2" Type="http://schemas.openxmlformats.org/officeDocument/2006/relationships/notesSlide" Target="../notesSlides/notesSlide79.xml"/><Relationship Id="rId16" Type="http://schemas.openxmlformats.org/officeDocument/2006/relationships/image" Target="../media/image694.wmf"/><Relationship Id="rId1" Type="http://schemas.openxmlformats.org/officeDocument/2006/relationships/slideLayout" Target="../slideLayouts/slideLayout430.xml"/><Relationship Id="rId6" Type="http://schemas.openxmlformats.org/officeDocument/2006/relationships/image" Target="../media/image689.wmf"/><Relationship Id="rId11" Type="http://schemas.openxmlformats.org/officeDocument/2006/relationships/oleObject" Target="../embeddings/oleObject705.bin"/><Relationship Id="rId5" Type="http://schemas.openxmlformats.org/officeDocument/2006/relationships/oleObject" Target="../embeddings/oleObject702.bin"/><Relationship Id="rId15" Type="http://schemas.openxmlformats.org/officeDocument/2006/relationships/oleObject" Target="../embeddings/oleObject707.bin"/><Relationship Id="rId10" Type="http://schemas.openxmlformats.org/officeDocument/2006/relationships/image" Target="../media/image691.wmf"/><Relationship Id="rId4" Type="http://schemas.openxmlformats.org/officeDocument/2006/relationships/image" Target="../media/image688.wmf"/><Relationship Id="rId9" Type="http://schemas.openxmlformats.org/officeDocument/2006/relationships/oleObject" Target="../embeddings/oleObject704.bin"/><Relationship Id="rId14" Type="http://schemas.openxmlformats.org/officeDocument/2006/relationships/image" Target="../media/image693.wmf"/></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46.xml"/></Relationships>
</file>

<file path=ppt/slides/_rels/slide107.xml.rels><?xml version="1.0" encoding="UTF-8" standalone="yes"?>
<Relationships xmlns="http://schemas.openxmlformats.org/package/2006/relationships"><Relationship Id="rId8" Type="http://schemas.openxmlformats.org/officeDocument/2006/relationships/oleObject" Target="../embeddings/oleObject711.bin"/><Relationship Id="rId3" Type="http://schemas.openxmlformats.org/officeDocument/2006/relationships/image" Target="../media/image2.jpeg"/><Relationship Id="rId7" Type="http://schemas.openxmlformats.org/officeDocument/2006/relationships/image" Target="../media/image697.wmf"/><Relationship Id="rId2" Type="http://schemas.openxmlformats.org/officeDocument/2006/relationships/notesSlide" Target="../notesSlides/notesSlide81.xml"/><Relationship Id="rId1" Type="http://schemas.openxmlformats.org/officeDocument/2006/relationships/slideLayout" Target="../slideLayouts/slideLayout453.xml"/><Relationship Id="rId6" Type="http://schemas.openxmlformats.org/officeDocument/2006/relationships/oleObject" Target="../embeddings/oleObject710.bin"/><Relationship Id="rId5" Type="http://schemas.openxmlformats.org/officeDocument/2006/relationships/image" Target="../media/image696.wmf"/><Relationship Id="rId4" Type="http://schemas.openxmlformats.org/officeDocument/2006/relationships/oleObject" Target="../embeddings/oleObject709.bin"/><Relationship Id="rId9" Type="http://schemas.openxmlformats.org/officeDocument/2006/relationships/image" Target="../media/image698.wmf"/></Relationships>
</file>

<file path=ppt/slides/_rels/slide10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2.xml"/><Relationship Id="rId1" Type="http://schemas.openxmlformats.org/officeDocument/2006/relationships/slideLayout" Target="../slideLayouts/slideLayout453.xml"/></Relationships>
</file>

<file path=ppt/slides/_rels/slide109.xml.rels><?xml version="1.0" encoding="UTF-8" standalone="yes"?>
<Relationships xmlns="http://schemas.openxmlformats.org/package/2006/relationships"><Relationship Id="rId8" Type="http://schemas.openxmlformats.org/officeDocument/2006/relationships/oleObject" Target="../embeddings/oleObject714.bin"/><Relationship Id="rId3" Type="http://schemas.openxmlformats.org/officeDocument/2006/relationships/image" Target="../media/image2.jpeg"/><Relationship Id="rId7" Type="http://schemas.openxmlformats.org/officeDocument/2006/relationships/image" Target="../media/image700.wmf"/><Relationship Id="rId2" Type="http://schemas.openxmlformats.org/officeDocument/2006/relationships/notesSlide" Target="../notesSlides/notesSlide83.xml"/><Relationship Id="rId1" Type="http://schemas.openxmlformats.org/officeDocument/2006/relationships/slideLayout" Target="../slideLayouts/slideLayout453.xml"/><Relationship Id="rId6" Type="http://schemas.openxmlformats.org/officeDocument/2006/relationships/oleObject" Target="../embeddings/oleObject713.bin"/><Relationship Id="rId5" Type="http://schemas.openxmlformats.org/officeDocument/2006/relationships/image" Target="../media/image699.wmf"/><Relationship Id="rId4" Type="http://schemas.openxmlformats.org/officeDocument/2006/relationships/oleObject" Target="../embeddings/oleObject712.bin"/><Relationship Id="rId9" Type="http://schemas.openxmlformats.org/officeDocument/2006/relationships/image" Target="../media/image701.wmf"/></Relationships>
</file>

<file path=ppt/slides/_rels/slide110.xml.rels><?xml version="1.0" encoding="UTF-8" standalone="yes"?>
<Relationships xmlns="http://schemas.openxmlformats.org/package/2006/relationships"><Relationship Id="rId8" Type="http://schemas.openxmlformats.org/officeDocument/2006/relationships/oleObject" Target="../embeddings/oleObject717.bin"/><Relationship Id="rId13" Type="http://schemas.openxmlformats.org/officeDocument/2006/relationships/image" Target="../media/image706.wmf"/><Relationship Id="rId18" Type="http://schemas.microsoft.com/office/2007/relationships/diagramDrawing" Target="../diagrams/drawing13.xml"/><Relationship Id="rId3" Type="http://schemas.openxmlformats.org/officeDocument/2006/relationships/image" Target="../media/image2.jpeg"/><Relationship Id="rId21" Type="http://schemas.openxmlformats.org/officeDocument/2006/relationships/oleObject" Target="../embeddings/oleObject721.bin"/><Relationship Id="rId7" Type="http://schemas.openxmlformats.org/officeDocument/2006/relationships/image" Target="../media/image703.wmf"/><Relationship Id="rId12" Type="http://schemas.openxmlformats.org/officeDocument/2006/relationships/oleObject" Target="../embeddings/oleObject719.bin"/><Relationship Id="rId17" Type="http://schemas.openxmlformats.org/officeDocument/2006/relationships/diagramColors" Target="../diagrams/colors13.xml"/><Relationship Id="rId2" Type="http://schemas.openxmlformats.org/officeDocument/2006/relationships/notesSlide" Target="../notesSlides/notesSlide84.xml"/><Relationship Id="rId16" Type="http://schemas.openxmlformats.org/officeDocument/2006/relationships/diagramQuickStyle" Target="../diagrams/quickStyle13.xml"/><Relationship Id="rId20" Type="http://schemas.openxmlformats.org/officeDocument/2006/relationships/image" Target="../media/image707.wmf"/><Relationship Id="rId1" Type="http://schemas.openxmlformats.org/officeDocument/2006/relationships/slideLayout" Target="../slideLayouts/slideLayout453.xml"/><Relationship Id="rId6" Type="http://schemas.openxmlformats.org/officeDocument/2006/relationships/oleObject" Target="../embeddings/oleObject716.bin"/><Relationship Id="rId11" Type="http://schemas.openxmlformats.org/officeDocument/2006/relationships/image" Target="../media/image705.wmf"/><Relationship Id="rId5" Type="http://schemas.openxmlformats.org/officeDocument/2006/relationships/image" Target="../media/image702.wmf"/><Relationship Id="rId15" Type="http://schemas.openxmlformats.org/officeDocument/2006/relationships/diagramLayout" Target="../diagrams/layout13.xml"/><Relationship Id="rId10" Type="http://schemas.openxmlformats.org/officeDocument/2006/relationships/oleObject" Target="../embeddings/oleObject718.bin"/><Relationship Id="rId19" Type="http://schemas.openxmlformats.org/officeDocument/2006/relationships/oleObject" Target="../embeddings/oleObject720.bin"/><Relationship Id="rId4" Type="http://schemas.openxmlformats.org/officeDocument/2006/relationships/oleObject" Target="../embeddings/oleObject715.bin"/><Relationship Id="rId9" Type="http://schemas.openxmlformats.org/officeDocument/2006/relationships/image" Target="../media/image704.wmf"/><Relationship Id="rId14" Type="http://schemas.openxmlformats.org/officeDocument/2006/relationships/diagramData" Target="../diagrams/data13.xml"/><Relationship Id="rId22" Type="http://schemas.openxmlformats.org/officeDocument/2006/relationships/image" Target="../media/image708.wmf"/></Relationships>
</file>

<file path=ppt/slides/_rels/slide111.xml.rels><?xml version="1.0" encoding="UTF-8" standalone="yes"?>
<Relationships xmlns="http://schemas.openxmlformats.org/package/2006/relationships"><Relationship Id="rId8" Type="http://schemas.openxmlformats.org/officeDocument/2006/relationships/oleObject" Target="../embeddings/oleObject724.bin"/><Relationship Id="rId3" Type="http://schemas.openxmlformats.org/officeDocument/2006/relationships/image" Target="../media/image2.jpeg"/><Relationship Id="rId7" Type="http://schemas.openxmlformats.org/officeDocument/2006/relationships/image" Target="../media/image710.wmf"/><Relationship Id="rId2" Type="http://schemas.openxmlformats.org/officeDocument/2006/relationships/notesSlide" Target="../notesSlides/notesSlide85.xml"/><Relationship Id="rId1" Type="http://schemas.openxmlformats.org/officeDocument/2006/relationships/slideLayout" Target="../slideLayouts/slideLayout453.xml"/><Relationship Id="rId6" Type="http://schemas.openxmlformats.org/officeDocument/2006/relationships/oleObject" Target="../embeddings/oleObject723.bin"/><Relationship Id="rId11" Type="http://schemas.openxmlformats.org/officeDocument/2006/relationships/image" Target="../media/image712.wmf"/><Relationship Id="rId5" Type="http://schemas.openxmlformats.org/officeDocument/2006/relationships/image" Target="../media/image709.wmf"/><Relationship Id="rId10" Type="http://schemas.openxmlformats.org/officeDocument/2006/relationships/oleObject" Target="../embeddings/oleObject725.bin"/><Relationship Id="rId4" Type="http://schemas.openxmlformats.org/officeDocument/2006/relationships/oleObject" Target="../embeddings/oleObject722.bin"/><Relationship Id="rId9" Type="http://schemas.openxmlformats.org/officeDocument/2006/relationships/image" Target="../media/image711.wmf"/></Relationships>
</file>

<file path=ppt/slides/_rels/slide112.xml.rels><?xml version="1.0" encoding="UTF-8" standalone="yes"?>
<Relationships xmlns="http://schemas.openxmlformats.org/package/2006/relationships"><Relationship Id="rId8" Type="http://schemas.openxmlformats.org/officeDocument/2006/relationships/oleObject" Target="../embeddings/oleObject729.bin"/><Relationship Id="rId13" Type="http://schemas.openxmlformats.org/officeDocument/2006/relationships/image" Target="../media/image718.wmf"/><Relationship Id="rId3" Type="http://schemas.openxmlformats.org/officeDocument/2006/relationships/image" Target="../media/image713.wmf"/><Relationship Id="rId7" Type="http://schemas.openxmlformats.org/officeDocument/2006/relationships/image" Target="../media/image715.wmf"/><Relationship Id="rId12" Type="http://schemas.openxmlformats.org/officeDocument/2006/relationships/oleObject" Target="../embeddings/oleObject731.bin"/><Relationship Id="rId2" Type="http://schemas.openxmlformats.org/officeDocument/2006/relationships/oleObject" Target="../embeddings/oleObject726.bin"/><Relationship Id="rId1" Type="http://schemas.openxmlformats.org/officeDocument/2006/relationships/slideLayout" Target="../slideLayouts/slideLayout465.xml"/><Relationship Id="rId6" Type="http://schemas.openxmlformats.org/officeDocument/2006/relationships/oleObject" Target="../embeddings/oleObject728.bin"/><Relationship Id="rId11" Type="http://schemas.openxmlformats.org/officeDocument/2006/relationships/image" Target="../media/image717.wmf"/><Relationship Id="rId5" Type="http://schemas.openxmlformats.org/officeDocument/2006/relationships/image" Target="../media/image714.wmf"/><Relationship Id="rId15" Type="http://schemas.openxmlformats.org/officeDocument/2006/relationships/image" Target="../media/image719.wmf"/><Relationship Id="rId10" Type="http://schemas.openxmlformats.org/officeDocument/2006/relationships/oleObject" Target="../embeddings/oleObject730.bin"/><Relationship Id="rId4" Type="http://schemas.openxmlformats.org/officeDocument/2006/relationships/oleObject" Target="../embeddings/oleObject727.bin"/><Relationship Id="rId9" Type="http://schemas.openxmlformats.org/officeDocument/2006/relationships/image" Target="../media/image716.wmf"/><Relationship Id="rId14" Type="http://schemas.openxmlformats.org/officeDocument/2006/relationships/oleObject" Target="../embeddings/oleObject732.bin"/></Relationships>
</file>

<file path=ppt/slides/_rels/slide113.xml.rels><?xml version="1.0" encoding="UTF-8" standalone="yes"?>
<Relationships xmlns="http://schemas.openxmlformats.org/package/2006/relationships"><Relationship Id="rId8" Type="http://schemas.openxmlformats.org/officeDocument/2006/relationships/image" Target="../media/image722.wmf"/><Relationship Id="rId13" Type="http://schemas.openxmlformats.org/officeDocument/2006/relationships/oleObject" Target="../embeddings/oleObject738.bin"/><Relationship Id="rId3" Type="http://schemas.openxmlformats.org/officeDocument/2006/relationships/oleObject" Target="../embeddings/oleObject733.bin"/><Relationship Id="rId7" Type="http://schemas.openxmlformats.org/officeDocument/2006/relationships/oleObject" Target="../embeddings/oleObject735.bin"/><Relationship Id="rId12" Type="http://schemas.openxmlformats.org/officeDocument/2006/relationships/image" Target="../media/image724.wmf"/><Relationship Id="rId17" Type="http://schemas.openxmlformats.org/officeDocument/2006/relationships/image" Target="../media/image2.jpeg"/><Relationship Id="rId2" Type="http://schemas.openxmlformats.org/officeDocument/2006/relationships/notesSlide" Target="../notesSlides/notesSlide86.xml"/><Relationship Id="rId16" Type="http://schemas.openxmlformats.org/officeDocument/2006/relationships/image" Target="../media/image726.wmf"/><Relationship Id="rId1" Type="http://schemas.openxmlformats.org/officeDocument/2006/relationships/slideLayout" Target="../slideLayouts/slideLayout453.xml"/><Relationship Id="rId6" Type="http://schemas.openxmlformats.org/officeDocument/2006/relationships/image" Target="../media/image721.wmf"/><Relationship Id="rId11" Type="http://schemas.openxmlformats.org/officeDocument/2006/relationships/oleObject" Target="../embeddings/oleObject737.bin"/><Relationship Id="rId5" Type="http://schemas.openxmlformats.org/officeDocument/2006/relationships/oleObject" Target="../embeddings/oleObject734.bin"/><Relationship Id="rId15" Type="http://schemas.openxmlformats.org/officeDocument/2006/relationships/oleObject" Target="../embeddings/oleObject739.bin"/><Relationship Id="rId10" Type="http://schemas.openxmlformats.org/officeDocument/2006/relationships/image" Target="../media/image723.wmf"/><Relationship Id="rId4" Type="http://schemas.openxmlformats.org/officeDocument/2006/relationships/image" Target="../media/image720.wmf"/><Relationship Id="rId9" Type="http://schemas.openxmlformats.org/officeDocument/2006/relationships/oleObject" Target="../embeddings/oleObject736.bin"/><Relationship Id="rId14" Type="http://schemas.openxmlformats.org/officeDocument/2006/relationships/image" Target="../media/image725.wmf"/></Relationships>
</file>

<file path=ppt/slides/_rels/slide114.xml.rels><?xml version="1.0" encoding="UTF-8" standalone="yes"?>
<Relationships xmlns="http://schemas.openxmlformats.org/package/2006/relationships"><Relationship Id="rId8" Type="http://schemas.openxmlformats.org/officeDocument/2006/relationships/image" Target="../media/image729.emf"/><Relationship Id="rId13" Type="http://schemas.openxmlformats.org/officeDocument/2006/relationships/oleObject" Target="../embeddings/oleObject745.bin"/><Relationship Id="rId3" Type="http://schemas.openxmlformats.org/officeDocument/2006/relationships/oleObject" Target="../embeddings/oleObject740.bin"/><Relationship Id="rId7" Type="http://schemas.openxmlformats.org/officeDocument/2006/relationships/oleObject" Target="../embeddings/oleObject742.bin"/><Relationship Id="rId12" Type="http://schemas.openxmlformats.org/officeDocument/2006/relationships/image" Target="../media/image731.emf"/><Relationship Id="rId2" Type="http://schemas.openxmlformats.org/officeDocument/2006/relationships/notesSlide" Target="../notesSlides/notesSlide87.xml"/><Relationship Id="rId1" Type="http://schemas.openxmlformats.org/officeDocument/2006/relationships/slideLayout" Target="../slideLayouts/slideLayout221.xml"/><Relationship Id="rId6" Type="http://schemas.openxmlformats.org/officeDocument/2006/relationships/image" Target="../media/image728.emf"/><Relationship Id="rId11" Type="http://schemas.openxmlformats.org/officeDocument/2006/relationships/oleObject" Target="../embeddings/oleObject744.bin"/><Relationship Id="rId5" Type="http://schemas.openxmlformats.org/officeDocument/2006/relationships/oleObject" Target="../embeddings/oleObject741.bin"/><Relationship Id="rId15" Type="http://schemas.openxmlformats.org/officeDocument/2006/relationships/image" Target="../media/image2.jpeg"/><Relationship Id="rId10" Type="http://schemas.openxmlformats.org/officeDocument/2006/relationships/image" Target="../media/image730.emf"/><Relationship Id="rId4" Type="http://schemas.openxmlformats.org/officeDocument/2006/relationships/image" Target="../media/image727.wmf"/><Relationship Id="rId9" Type="http://schemas.openxmlformats.org/officeDocument/2006/relationships/oleObject" Target="../embeddings/oleObject743.bin"/><Relationship Id="rId14" Type="http://schemas.openxmlformats.org/officeDocument/2006/relationships/image" Target="../media/image732.emf"/></Relationships>
</file>

<file path=ppt/slides/_rels/slide115.xml.rels><?xml version="1.0" encoding="UTF-8" standalone="yes"?>
<Relationships xmlns="http://schemas.openxmlformats.org/package/2006/relationships"><Relationship Id="rId8" Type="http://schemas.openxmlformats.org/officeDocument/2006/relationships/image" Target="../media/image735.wmf"/><Relationship Id="rId13" Type="http://schemas.openxmlformats.org/officeDocument/2006/relationships/oleObject" Target="../embeddings/oleObject751.bin"/><Relationship Id="rId18" Type="http://schemas.openxmlformats.org/officeDocument/2006/relationships/image" Target="../media/image740.wmf"/><Relationship Id="rId3" Type="http://schemas.openxmlformats.org/officeDocument/2006/relationships/oleObject" Target="../embeddings/oleObject746.bin"/><Relationship Id="rId7" Type="http://schemas.openxmlformats.org/officeDocument/2006/relationships/oleObject" Target="../embeddings/oleObject748.bin"/><Relationship Id="rId12" Type="http://schemas.openxmlformats.org/officeDocument/2006/relationships/image" Target="../media/image737.wmf"/><Relationship Id="rId17" Type="http://schemas.openxmlformats.org/officeDocument/2006/relationships/oleObject" Target="../embeddings/oleObject753.bin"/><Relationship Id="rId2" Type="http://schemas.openxmlformats.org/officeDocument/2006/relationships/notesSlide" Target="../notesSlides/notesSlide88.xml"/><Relationship Id="rId16" Type="http://schemas.openxmlformats.org/officeDocument/2006/relationships/image" Target="../media/image739.wmf"/><Relationship Id="rId20" Type="http://schemas.openxmlformats.org/officeDocument/2006/relationships/image" Target="../media/image741.wmf"/><Relationship Id="rId1" Type="http://schemas.openxmlformats.org/officeDocument/2006/relationships/slideLayout" Target="../slideLayouts/slideLayout464.xml"/><Relationship Id="rId6" Type="http://schemas.openxmlformats.org/officeDocument/2006/relationships/image" Target="../media/image734.wmf"/><Relationship Id="rId11" Type="http://schemas.openxmlformats.org/officeDocument/2006/relationships/oleObject" Target="../embeddings/oleObject750.bin"/><Relationship Id="rId5" Type="http://schemas.openxmlformats.org/officeDocument/2006/relationships/oleObject" Target="../embeddings/oleObject747.bin"/><Relationship Id="rId15" Type="http://schemas.openxmlformats.org/officeDocument/2006/relationships/oleObject" Target="../embeddings/oleObject752.bin"/><Relationship Id="rId10" Type="http://schemas.openxmlformats.org/officeDocument/2006/relationships/image" Target="../media/image736.wmf"/><Relationship Id="rId19" Type="http://schemas.openxmlformats.org/officeDocument/2006/relationships/oleObject" Target="../embeddings/oleObject754.bin"/><Relationship Id="rId4" Type="http://schemas.openxmlformats.org/officeDocument/2006/relationships/image" Target="../media/image733.wmf"/><Relationship Id="rId9" Type="http://schemas.openxmlformats.org/officeDocument/2006/relationships/oleObject" Target="../embeddings/oleObject749.bin"/><Relationship Id="rId14" Type="http://schemas.openxmlformats.org/officeDocument/2006/relationships/image" Target="../media/image738.wmf"/></Relationships>
</file>

<file path=ppt/slides/_rels/slide116.xml.rels><?xml version="1.0" encoding="UTF-8" standalone="yes"?>
<Relationships xmlns="http://schemas.openxmlformats.org/package/2006/relationships"><Relationship Id="rId8" Type="http://schemas.openxmlformats.org/officeDocument/2006/relationships/image" Target="../media/image744.wmf"/><Relationship Id="rId13" Type="http://schemas.openxmlformats.org/officeDocument/2006/relationships/oleObject" Target="../embeddings/oleObject760.bin"/><Relationship Id="rId18" Type="http://schemas.openxmlformats.org/officeDocument/2006/relationships/image" Target="../media/image749.wmf"/><Relationship Id="rId26" Type="http://schemas.openxmlformats.org/officeDocument/2006/relationships/image" Target="../media/image753.wmf"/><Relationship Id="rId3" Type="http://schemas.openxmlformats.org/officeDocument/2006/relationships/oleObject" Target="../embeddings/oleObject755.bin"/><Relationship Id="rId21" Type="http://schemas.openxmlformats.org/officeDocument/2006/relationships/oleObject" Target="../embeddings/oleObject764.bin"/><Relationship Id="rId7" Type="http://schemas.openxmlformats.org/officeDocument/2006/relationships/oleObject" Target="../embeddings/oleObject757.bin"/><Relationship Id="rId12" Type="http://schemas.openxmlformats.org/officeDocument/2006/relationships/image" Target="../media/image746.wmf"/><Relationship Id="rId17" Type="http://schemas.openxmlformats.org/officeDocument/2006/relationships/oleObject" Target="../embeddings/oleObject762.bin"/><Relationship Id="rId25" Type="http://schemas.openxmlformats.org/officeDocument/2006/relationships/oleObject" Target="../embeddings/oleObject766.bin"/><Relationship Id="rId2" Type="http://schemas.openxmlformats.org/officeDocument/2006/relationships/notesSlide" Target="../notesSlides/notesSlide89.xml"/><Relationship Id="rId16" Type="http://schemas.openxmlformats.org/officeDocument/2006/relationships/image" Target="../media/image748.wmf"/><Relationship Id="rId20" Type="http://schemas.openxmlformats.org/officeDocument/2006/relationships/image" Target="../media/image750.wmf"/><Relationship Id="rId1" Type="http://schemas.openxmlformats.org/officeDocument/2006/relationships/slideLayout" Target="../slideLayouts/slideLayout465.xml"/><Relationship Id="rId6" Type="http://schemas.openxmlformats.org/officeDocument/2006/relationships/image" Target="../media/image743.wmf"/><Relationship Id="rId11" Type="http://schemas.openxmlformats.org/officeDocument/2006/relationships/oleObject" Target="../embeddings/oleObject759.bin"/><Relationship Id="rId24" Type="http://schemas.openxmlformats.org/officeDocument/2006/relationships/image" Target="../media/image752.wmf"/><Relationship Id="rId5" Type="http://schemas.openxmlformats.org/officeDocument/2006/relationships/oleObject" Target="../embeddings/oleObject756.bin"/><Relationship Id="rId15" Type="http://schemas.openxmlformats.org/officeDocument/2006/relationships/oleObject" Target="../embeddings/oleObject761.bin"/><Relationship Id="rId23" Type="http://schemas.openxmlformats.org/officeDocument/2006/relationships/oleObject" Target="../embeddings/oleObject765.bin"/><Relationship Id="rId28" Type="http://schemas.openxmlformats.org/officeDocument/2006/relationships/image" Target="../media/image754.wmf"/><Relationship Id="rId10" Type="http://schemas.openxmlformats.org/officeDocument/2006/relationships/image" Target="../media/image745.wmf"/><Relationship Id="rId19" Type="http://schemas.openxmlformats.org/officeDocument/2006/relationships/oleObject" Target="../embeddings/oleObject763.bin"/><Relationship Id="rId4" Type="http://schemas.openxmlformats.org/officeDocument/2006/relationships/image" Target="../media/image742.wmf"/><Relationship Id="rId9" Type="http://schemas.openxmlformats.org/officeDocument/2006/relationships/oleObject" Target="../embeddings/oleObject758.bin"/><Relationship Id="rId14" Type="http://schemas.openxmlformats.org/officeDocument/2006/relationships/image" Target="../media/image747.wmf"/><Relationship Id="rId22" Type="http://schemas.openxmlformats.org/officeDocument/2006/relationships/image" Target="../media/image751.wmf"/><Relationship Id="rId27" Type="http://schemas.openxmlformats.org/officeDocument/2006/relationships/oleObject" Target="../embeddings/oleObject767.bin"/></Relationships>
</file>

<file path=ppt/slides/_rels/slide117.xml.rels><?xml version="1.0" encoding="UTF-8" standalone="yes"?>
<Relationships xmlns="http://schemas.openxmlformats.org/package/2006/relationships"><Relationship Id="rId8" Type="http://schemas.openxmlformats.org/officeDocument/2006/relationships/oleObject" Target="../embeddings/oleObject770.bin"/><Relationship Id="rId13" Type="http://schemas.openxmlformats.org/officeDocument/2006/relationships/image" Target="../media/image759.wmf"/><Relationship Id="rId3" Type="http://schemas.openxmlformats.org/officeDocument/2006/relationships/image" Target="../media/image2.jpeg"/><Relationship Id="rId7" Type="http://schemas.openxmlformats.org/officeDocument/2006/relationships/image" Target="../media/image756.wmf"/><Relationship Id="rId12" Type="http://schemas.openxmlformats.org/officeDocument/2006/relationships/oleObject" Target="../embeddings/oleObject772.bin"/><Relationship Id="rId17" Type="http://schemas.openxmlformats.org/officeDocument/2006/relationships/image" Target="../media/image761.wmf"/><Relationship Id="rId2" Type="http://schemas.openxmlformats.org/officeDocument/2006/relationships/notesSlide" Target="../notesSlides/notesSlide90.xml"/><Relationship Id="rId16" Type="http://schemas.openxmlformats.org/officeDocument/2006/relationships/oleObject" Target="../embeddings/oleObject774.bin"/><Relationship Id="rId1" Type="http://schemas.openxmlformats.org/officeDocument/2006/relationships/slideLayout" Target="../slideLayouts/slideLayout453.xml"/><Relationship Id="rId6" Type="http://schemas.openxmlformats.org/officeDocument/2006/relationships/oleObject" Target="../embeddings/oleObject769.bin"/><Relationship Id="rId11" Type="http://schemas.openxmlformats.org/officeDocument/2006/relationships/image" Target="../media/image758.wmf"/><Relationship Id="rId5" Type="http://schemas.openxmlformats.org/officeDocument/2006/relationships/image" Target="../media/image755.wmf"/><Relationship Id="rId15" Type="http://schemas.openxmlformats.org/officeDocument/2006/relationships/image" Target="../media/image760.wmf"/><Relationship Id="rId10" Type="http://schemas.openxmlformats.org/officeDocument/2006/relationships/oleObject" Target="../embeddings/oleObject771.bin"/><Relationship Id="rId4" Type="http://schemas.openxmlformats.org/officeDocument/2006/relationships/oleObject" Target="../embeddings/oleObject768.bin"/><Relationship Id="rId9" Type="http://schemas.openxmlformats.org/officeDocument/2006/relationships/image" Target="../media/image757.wmf"/><Relationship Id="rId14" Type="http://schemas.openxmlformats.org/officeDocument/2006/relationships/oleObject" Target="../embeddings/oleObject773.bin"/></Relationships>
</file>

<file path=ppt/slides/_rels/slide118.xml.rels><?xml version="1.0" encoding="UTF-8" standalone="yes"?>
<Relationships xmlns="http://schemas.openxmlformats.org/package/2006/relationships"><Relationship Id="rId8" Type="http://schemas.openxmlformats.org/officeDocument/2006/relationships/image" Target="../media/image764.wmf"/><Relationship Id="rId13" Type="http://schemas.openxmlformats.org/officeDocument/2006/relationships/oleObject" Target="../embeddings/oleObject780.bin"/><Relationship Id="rId18" Type="http://schemas.openxmlformats.org/officeDocument/2006/relationships/image" Target="../media/image769.wmf"/><Relationship Id="rId3" Type="http://schemas.openxmlformats.org/officeDocument/2006/relationships/oleObject" Target="../embeddings/oleObject775.bin"/><Relationship Id="rId21" Type="http://schemas.openxmlformats.org/officeDocument/2006/relationships/oleObject" Target="../embeddings/oleObject784.bin"/><Relationship Id="rId7" Type="http://schemas.openxmlformats.org/officeDocument/2006/relationships/oleObject" Target="../embeddings/oleObject777.bin"/><Relationship Id="rId12" Type="http://schemas.openxmlformats.org/officeDocument/2006/relationships/image" Target="../media/image766.wmf"/><Relationship Id="rId17" Type="http://schemas.openxmlformats.org/officeDocument/2006/relationships/oleObject" Target="../embeddings/oleObject782.bin"/><Relationship Id="rId2" Type="http://schemas.openxmlformats.org/officeDocument/2006/relationships/notesSlide" Target="../notesSlides/notesSlide91.xml"/><Relationship Id="rId16" Type="http://schemas.openxmlformats.org/officeDocument/2006/relationships/image" Target="../media/image768.wmf"/><Relationship Id="rId20" Type="http://schemas.openxmlformats.org/officeDocument/2006/relationships/image" Target="../media/image770.wmf"/><Relationship Id="rId1" Type="http://schemas.openxmlformats.org/officeDocument/2006/relationships/slideLayout" Target="../slideLayouts/slideLayout465.xml"/><Relationship Id="rId6" Type="http://schemas.openxmlformats.org/officeDocument/2006/relationships/image" Target="../media/image763.wmf"/><Relationship Id="rId11" Type="http://schemas.openxmlformats.org/officeDocument/2006/relationships/oleObject" Target="../embeddings/oleObject779.bin"/><Relationship Id="rId24" Type="http://schemas.openxmlformats.org/officeDocument/2006/relationships/image" Target="../media/image772.wmf"/><Relationship Id="rId5" Type="http://schemas.openxmlformats.org/officeDocument/2006/relationships/oleObject" Target="../embeddings/oleObject776.bin"/><Relationship Id="rId15" Type="http://schemas.openxmlformats.org/officeDocument/2006/relationships/oleObject" Target="../embeddings/oleObject781.bin"/><Relationship Id="rId23" Type="http://schemas.openxmlformats.org/officeDocument/2006/relationships/oleObject" Target="../embeddings/oleObject785.bin"/><Relationship Id="rId10" Type="http://schemas.openxmlformats.org/officeDocument/2006/relationships/image" Target="../media/image765.wmf"/><Relationship Id="rId19" Type="http://schemas.openxmlformats.org/officeDocument/2006/relationships/oleObject" Target="../embeddings/oleObject783.bin"/><Relationship Id="rId4" Type="http://schemas.openxmlformats.org/officeDocument/2006/relationships/image" Target="../media/image762.wmf"/><Relationship Id="rId9" Type="http://schemas.openxmlformats.org/officeDocument/2006/relationships/oleObject" Target="../embeddings/oleObject778.bin"/><Relationship Id="rId14" Type="http://schemas.openxmlformats.org/officeDocument/2006/relationships/image" Target="../media/image767.wmf"/><Relationship Id="rId22" Type="http://schemas.openxmlformats.org/officeDocument/2006/relationships/image" Target="../media/image771.wmf"/></Relationships>
</file>

<file path=ppt/slides/_rels/slide119.xml.rels><?xml version="1.0" encoding="UTF-8" standalone="yes"?>
<Relationships xmlns="http://schemas.openxmlformats.org/package/2006/relationships"><Relationship Id="rId8" Type="http://schemas.openxmlformats.org/officeDocument/2006/relationships/image" Target="../media/image775.wmf"/><Relationship Id="rId13" Type="http://schemas.openxmlformats.org/officeDocument/2006/relationships/oleObject" Target="../embeddings/oleObject791.bin"/><Relationship Id="rId18" Type="http://schemas.openxmlformats.org/officeDocument/2006/relationships/image" Target="../media/image780.wmf"/><Relationship Id="rId3" Type="http://schemas.openxmlformats.org/officeDocument/2006/relationships/oleObject" Target="../embeddings/oleObject786.bin"/><Relationship Id="rId7" Type="http://schemas.openxmlformats.org/officeDocument/2006/relationships/oleObject" Target="../embeddings/oleObject788.bin"/><Relationship Id="rId12" Type="http://schemas.openxmlformats.org/officeDocument/2006/relationships/image" Target="../media/image777.wmf"/><Relationship Id="rId17" Type="http://schemas.openxmlformats.org/officeDocument/2006/relationships/oleObject" Target="../embeddings/oleObject793.bin"/><Relationship Id="rId2" Type="http://schemas.openxmlformats.org/officeDocument/2006/relationships/notesSlide" Target="../notesSlides/notesSlide92.xml"/><Relationship Id="rId16" Type="http://schemas.openxmlformats.org/officeDocument/2006/relationships/image" Target="../media/image779.wmf"/><Relationship Id="rId1" Type="http://schemas.openxmlformats.org/officeDocument/2006/relationships/slideLayout" Target="../slideLayouts/slideLayout476.xml"/><Relationship Id="rId6" Type="http://schemas.openxmlformats.org/officeDocument/2006/relationships/image" Target="../media/image774.wmf"/><Relationship Id="rId11" Type="http://schemas.openxmlformats.org/officeDocument/2006/relationships/oleObject" Target="../embeddings/oleObject790.bin"/><Relationship Id="rId5" Type="http://schemas.openxmlformats.org/officeDocument/2006/relationships/oleObject" Target="../embeddings/oleObject787.bin"/><Relationship Id="rId15" Type="http://schemas.openxmlformats.org/officeDocument/2006/relationships/oleObject" Target="../embeddings/oleObject792.bin"/><Relationship Id="rId10" Type="http://schemas.openxmlformats.org/officeDocument/2006/relationships/image" Target="../media/image776.wmf"/><Relationship Id="rId19" Type="http://schemas.openxmlformats.org/officeDocument/2006/relationships/image" Target="../media/image2.jpeg"/><Relationship Id="rId4" Type="http://schemas.openxmlformats.org/officeDocument/2006/relationships/image" Target="../media/image773.wmf"/><Relationship Id="rId9" Type="http://schemas.openxmlformats.org/officeDocument/2006/relationships/oleObject" Target="../embeddings/oleObject789.bin"/><Relationship Id="rId14" Type="http://schemas.openxmlformats.org/officeDocument/2006/relationships/image" Target="../media/image778.wmf"/></Relationships>
</file>

<file path=ppt/slides/_rels/slide120.xml.rels><?xml version="1.0" encoding="UTF-8" standalone="yes"?>
<Relationships xmlns="http://schemas.openxmlformats.org/package/2006/relationships"><Relationship Id="rId8" Type="http://schemas.openxmlformats.org/officeDocument/2006/relationships/image" Target="../media/image783.wmf"/><Relationship Id="rId13" Type="http://schemas.openxmlformats.org/officeDocument/2006/relationships/oleObject" Target="../embeddings/oleObject799.bin"/><Relationship Id="rId18" Type="http://schemas.openxmlformats.org/officeDocument/2006/relationships/image" Target="../media/image788.wmf"/><Relationship Id="rId26" Type="http://schemas.openxmlformats.org/officeDocument/2006/relationships/image" Target="../media/image792.wmf"/><Relationship Id="rId3" Type="http://schemas.openxmlformats.org/officeDocument/2006/relationships/oleObject" Target="../embeddings/oleObject794.bin"/><Relationship Id="rId21" Type="http://schemas.openxmlformats.org/officeDocument/2006/relationships/oleObject" Target="../embeddings/oleObject803.bin"/><Relationship Id="rId7" Type="http://schemas.openxmlformats.org/officeDocument/2006/relationships/oleObject" Target="../embeddings/oleObject796.bin"/><Relationship Id="rId12" Type="http://schemas.openxmlformats.org/officeDocument/2006/relationships/image" Target="../media/image785.wmf"/><Relationship Id="rId17" Type="http://schemas.openxmlformats.org/officeDocument/2006/relationships/oleObject" Target="../embeddings/oleObject801.bin"/><Relationship Id="rId25" Type="http://schemas.openxmlformats.org/officeDocument/2006/relationships/oleObject" Target="../embeddings/oleObject805.bin"/><Relationship Id="rId2" Type="http://schemas.openxmlformats.org/officeDocument/2006/relationships/notesSlide" Target="../notesSlides/notesSlide93.xml"/><Relationship Id="rId16" Type="http://schemas.openxmlformats.org/officeDocument/2006/relationships/image" Target="../media/image787.wmf"/><Relationship Id="rId20" Type="http://schemas.openxmlformats.org/officeDocument/2006/relationships/image" Target="../media/image789.wmf"/><Relationship Id="rId1" Type="http://schemas.openxmlformats.org/officeDocument/2006/relationships/slideLayout" Target="../slideLayouts/slideLayout481.xml"/><Relationship Id="rId6" Type="http://schemas.openxmlformats.org/officeDocument/2006/relationships/image" Target="../media/image782.wmf"/><Relationship Id="rId11" Type="http://schemas.openxmlformats.org/officeDocument/2006/relationships/oleObject" Target="../embeddings/oleObject798.bin"/><Relationship Id="rId24" Type="http://schemas.openxmlformats.org/officeDocument/2006/relationships/image" Target="../media/image791.wmf"/><Relationship Id="rId5" Type="http://schemas.openxmlformats.org/officeDocument/2006/relationships/oleObject" Target="../embeddings/oleObject795.bin"/><Relationship Id="rId15" Type="http://schemas.openxmlformats.org/officeDocument/2006/relationships/oleObject" Target="../embeddings/oleObject800.bin"/><Relationship Id="rId23" Type="http://schemas.openxmlformats.org/officeDocument/2006/relationships/oleObject" Target="../embeddings/oleObject804.bin"/><Relationship Id="rId10" Type="http://schemas.openxmlformats.org/officeDocument/2006/relationships/image" Target="../media/image784.wmf"/><Relationship Id="rId19" Type="http://schemas.openxmlformats.org/officeDocument/2006/relationships/oleObject" Target="../embeddings/oleObject802.bin"/><Relationship Id="rId4" Type="http://schemas.openxmlformats.org/officeDocument/2006/relationships/image" Target="../media/image781.wmf"/><Relationship Id="rId9" Type="http://schemas.openxmlformats.org/officeDocument/2006/relationships/oleObject" Target="../embeddings/oleObject797.bin"/><Relationship Id="rId14" Type="http://schemas.openxmlformats.org/officeDocument/2006/relationships/image" Target="../media/image786.wmf"/><Relationship Id="rId22" Type="http://schemas.openxmlformats.org/officeDocument/2006/relationships/image" Target="../media/image790.wmf"/><Relationship Id="rId27" Type="http://schemas.openxmlformats.org/officeDocument/2006/relationships/image" Target="../media/image2.jpeg"/></Relationships>
</file>

<file path=ppt/slides/_rels/slide121.xml.rels><?xml version="1.0" encoding="UTF-8" standalone="yes"?>
<Relationships xmlns="http://schemas.openxmlformats.org/package/2006/relationships"><Relationship Id="rId8" Type="http://schemas.openxmlformats.org/officeDocument/2006/relationships/image" Target="../media/image795.wmf"/><Relationship Id="rId13" Type="http://schemas.openxmlformats.org/officeDocument/2006/relationships/oleObject" Target="../embeddings/oleObject811.bin"/><Relationship Id="rId18" Type="http://schemas.openxmlformats.org/officeDocument/2006/relationships/image" Target="../media/image800.wmf"/><Relationship Id="rId26" Type="http://schemas.openxmlformats.org/officeDocument/2006/relationships/image" Target="../media/image804.wmf"/><Relationship Id="rId3" Type="http://schemas.openxmlformats.org/officeDocument/2006/relationships/oleObject" Target="../embeddings/oleObject806.bin"/><Relationship Id="rId21" Type="http://schemas.openxmlformats.org/officeDocument/2006/relationships/oleObject" Target="../embeddings/oleObject815.bin"/><Relationship Id="rId7" Type="http://schemas.openxmlformats.org/officeDocument/2006/relationships/oleObject" Target="../embeddings/oleObject808.bin"/><Relationship Id="rId12" Type="http://schemas.openxmlformats.org/officeDocument/2006/relationships/image" Target="../media/image797.wmf"/><Relationship Id="rId17" Type="http://schemas.openxmlformats.org/officeDocument/2006/relationships/oleObject" Target="../embeddings/oleObject813.bin"/><Relationship Id="rId25" Type="http://schemas.openxmlformats.org/officeDocument/2006/relationships/oleObject" Target="../embeddings/oleObject817.bin"/><Relationship Id="rId2" Type="http://schemas.openxmlformats.org/officeDocument/2006/relationships/notesSlide" Target="../notesSlides/notesSlide94.xml"/><Relationship Id="rId16" Type="http://schemas.openxmlformats.org/officeDocument/2006/relationships/image" Target="../media/image799.wmf"/><Relationship Id="rId20" Type="http://schemas.openxmlformats.org/officeDocument/2006/relationships/image" Target="../media/image801.wmf"/><Relationship Id="rId1" Type="http://schemas.openxmlformats.org/officeDocument/2006/relationships/slideLayout" Target="../slideLayouts/slideLayout481.xml"/><Relationship Id="rId6" Type="http://schemas.openxmlformats.org/officeDocument/2006/relationships/image" Target="../media/image794.wmf"/><Relationship Id="rId11" Type="http://schemas.openxmlformats.org/officeDocument/2006/relationships/oleObject" Target="../embeddings/oleObject810.bin"/><Relationship Id="rId24" Type="http://schemas.openxmlformats.org/officeDocument/2006/relationships/image" Target="../media/image803.wmf"/><Relationship Id="rId5" Type="http://schemas.openxmlformats.org/officeDocument/2006/relationships/oleObject" Target="../embeddings/oleObject807.bin"/><Relationship Id="rId15" Type="http://schemas.openxmlformats.org/officeDocument/2006/relationships/oleObject" Target="../embeddings/oleObject812.bin"/><Relationship Id="rId23" Type="http://schemas.openxmlformats.org/officeDocument/2006/relationships/oleObject" Target="../embeddings/oleObject816.bin"/><Relationship Id="rId10" Type="http://schemas.openxmlformats.org/officeDocument/2006/relationships/image" Target="../media/image796.wmf"/><Relationship Id="rId19" Type="http://schemas.openxmlformats.org/officeDocument/2006/relationships/oleObject" Target="../embeddings/oleObject814.bin"/><Relationship Id="rId4" Type="http://schemas.openxmlformats.org/officeDocument/2006/relationships/image" Target="../media/image793.wmf"/><Relationship Id="rId9" Type="http://schemas.openxmlformats.org/officeDocument/2006/relationships/oleObject" Target="../embeddings/oleObject809.bin"/><Relationship Id="rId14" Type="http://schemas.openxmlformats.org/officeDocument/2006/relationships/image" Target="../media/image798.wmf"/><Relationship Id="rId22" Type="http://schemas.openxmlformats.org/officeDocument/2006/relationships/image" Target="../media/image802.wmf"/><Relationship Id="rId27" Type="http://schemas.openxmlformats.org/officeDocument/2006/relationships/image" Target="../media/image2.jpeg"/></Relationships>
</file>

<file path=ppt/slides/_rels/slide122.xml.rels><?xml version="1.0" encoding="UTF-8" standalone="yes"?>
<Relationships xmlns="http://schemas.openxmlformats.org/package/2006/relationships"><Relationship Id="rId8" Type="http://schemas.openxmlformats.org/officeDocument/2006/relationships/oleObject" Target="../embeddings/oleObject821.bin"/><Relationship Id="rId13" Type="http://schemas.openxmlformats.org/officeDocument/2006/relationships/image" Target="../media/image810.wmf"/><Relationship Id="rId18" Type="http://schemas.openxmlformats.org/officeDocument/2006/relationships/oleObject" Target="../embeddings/oleObject826.bin"/><Relationship Id="rId3" Type="http://schemas.openxmlformats.org/officeDocument/2006/relationships/image" Target="../media/image805.wmf"/><Relationship Id="rId7" Type="http://schemas.openxmlformats.org/officeDocument/2006/relationships/image" Target="../media/image807.wmf"/><Relationship Id="rId12" Type="http://schemas.openxmlformats.org/officeDocument/2006/relationships/oleObject" Target="../embeddings/oleObject823.bin"/><Relationship Id="rId17" Type="http://schemas.openxmlformats.org/officeDocument/2006/relationships/image" Target="../media/image812.wmf"/><Relationship Id="rId2" Type="http://schemas.openxmlformats.org/officeDocument/2006/relationships/oleObject" Target="../embeddings/oleObject818.bin"/><Relationship Id="rId16" Type="http://schemas.openxmlformats.org/officeDocument/2006/relationships/oleObject" Target="../embeddings/oleObject825.bin"/><Relationship Id="rId1" Type="http://schemas.openxmlformats.org/officeDocument/2006/relationships/slideLayout" Target="../slideLayouts/slideLayout465.xml"/><Relationship Id="rId6" Type="http://schemas.openxmlformats.org/officeDocument/2006/relationships/oleObject" Target="../embeddings/oleObject820.bin"/><Relationship Id="rId11" Type="http://schemas.openxmlformats.org/officeDocument/2006/relationships/image" Target="../media/image809.wmf"/><Relationship Id="rId5" Type="http://schemas.openxmlformats.org/officeDocument/2006/relationships/image" Target="../media/image806.wmf"/><Relationship Id="rId15" Type="http://schemas.openxmlformats.org/officeDocument/2006/relationships/image" Target="../media/image811.wmf"/><Relationship Id="rId10" Type="http://schemas.openxmlformats.org/officeDocument/2006/relationships/oleObject" Target="../embeddings/oleObject822.bin"/><Relationship Id="rId19" Type="http://schemas.openxmlformats.org/officeDocument/2006/relationships/image" Target="../media/image813.wmf"/><Relationship Id="rId4" Type="http://schemas.openxmlformats.org/officeDocument/2006/relationships/oleObject" Target="../embeddings/oleObject819.bin"/><Relationship Id="rId9" Type="http://schemas.openxmlformats.org/officeDocument/2006/relationships/image" Target="../media/image808.wmf"/><Relationship Id="rId14" Type="http://schemas.openxmlformats.org/officeDocument/2006/relationships/oleObject" Target="../embeddings/oleObject824.bin"/></Relationships>
</file>

<file path=ppt/slides/_rels/slide123.xml.rels><?xml version="1.0" encoding="UTF-8" standalone="yes"?>
<Relationships xmlns="http://schemas.openxmlformats.org/package/2006/relationships"><Relationship Id="rId8" Type="http://schemas.openxmlformats.org/officeDocument/2006/relationships/image" Target="../media/image816.wmf"/><Relationship Id="rId13" Type="http://schemas.openxmlformats.org/officeDocument/2006/relationships/oleObject" Target="../embeddings/oleObject832.bin"/><Relationship Id="rId18" Type="http://schemas.openxmlformats.org/officeDocument/2006/relationships/image" Target="../media/image821.wmf"/><Relationship Id="rId26" Type="http://schemas.openxmlformats.org/officeDocument/2006/relationships/image" Target="../media/image825.wmf"/><Relationship Id="rId3" Type="http://schemas.openxmlformats.org/officeDocument/2006/relationships/oleObject" Target="../embeddings/oleObject827.bin"/><Relationship Id="rId21" Type="http://schemas.openxmlformats.org/officeDocument/2006/relationships/oleObject" Target="../embeddings/oleObject836.bin"/><Relationship Id="rId7" Type="http://schemas.openxmlformats.org/officeDocument/2006/relationships/oleObject" Target="../embeddings/oleObject829.bin"/><Relationship Id="rId12" Type="http://schemas.openxmlformats.org/officeDocument/2006/relationships/image" Target="../media/image818.wmf"/><Relationship Id="rId17" Type="http://schemas.openxmlformats.org/officeDocument/2006/relationships/oleObject" Target="../embeddings/oleObject834.bin"/><Relationship Id="rId25" Type="http://schemas.openxmlformats.org/officeDocument/2006/relationships/oleObject" Target="../embeddings/oleObject838.bin"/><Relationship Id="rId2" Type="http://schemas.openxmlformats.org/officeDocument/2006/relationships/notesSlide" Target="../notesSlides/notesSlide95.xml"/><Relationship Id="rId16" Type="http://schemas.openxmlformats.org/officeDocument/2006/relationships/image" Target="../media/image820.wmf"/><Relationship Id="rId20" Type="http://schemas.openxmlformats.org/officeDocument/2006/relationships/image" Target="../media/image822.wmf"/><Relationship Id="rId29" Type="http://schemas.openxmlformats.org/officeDocument/2006/relationships/oleObject" Target="../embeddings/oleObject840.bin"/><Relationship Id="rId1" Type="http://schemas.openxmlformats.org/officeDocument/2006/relationships/slideLayout" Target="../slideLayouts/slideLayout465.xml"/><Relationship Id="rId6" Type="http://schemas.openxmlformats.org/officeDocument/2006/relationships/image" Target="../media/image815.wmf"/><Relationship Id="rId11" Type="http://schemas.openxmlformats.org/officeDocument/2006/relationships/oleObject" Target="../embeddings/oleObject831.bin"/><Relationship Id="rId24" Type="http://schemas.openxmlformats.org/officeDocument/2006/relationships/image" Target="../media/image824.wmf"/><Relationship Id="rId5" Type="http://schemas.openxmlformats.org/officeDocument/2006/relationships/oleObject" Target="../embeddings/oleObject828.bin"/><Relationship Id="rId15" Type="http://schemas.openxmlformats.org/officeDocument/2006/relationships/oleObject" Target="../embeddings/oleObject833.bin"/><Relationship Id="rId23" Type="http://schemas.openxmlformats.org/officeDocument/2006/relationships/oleObject" Target="../embeddings/oleObject837.bin"/><Relationship Id="rId28" Type="http://schemas.openxmlformats.org/officeDocument/2006/relationships/image" Target="../media/image826.wmf"/><Relationship Id="rId10" Type="http://schemas.openxmlformats.org/officeDocument/2006/relationships/image" Target="../media/image817.wmf"/><Relationship Id="rId19" Type="http://schemas.openxmlformats.org/officeDocument/2006/relationships/oleObject" Target="../embeddings/oleObject835.bin"/><Relationship Id="rId4" Type="http://schemas.openxmlformats.org/officeDocument/2006/relationships/image" Target="../media/image814.wmf"/><Relationship Id="rId9" Type="http://schemas.openxmlformats.org/officeDocument/2006/relationships/oleObject" Target="../embeddings/oleObject830.bin"/><Relationship Id="rId14" Type="http://schemas.openxmlformats.org/officeDocument/2006/relationships/image" Target="../media/image819.wmf"/><Relationship Id="rId22" Type="http://schemas.openxmlformats.org/officeDocument/2006/relationships/image" Target="../media/image823.wmf"/><Relationship Id="rId27" Type="http://schemas.openxmlformats.org/officeDocument/2006/relationships/oleObject" Target="../embeddings/oleObject839.bin"/><Relationship Id="rId30" Type="http://schemas.openxmlformats.org/officeDocument/2006/relationships/image" Target="../media/image827.wmf"/></Relationships>
</file>

<file path=ppt/slides/_rels/slide124.xml.rels><?xml version="1.0" encoding="UTF-8" standalone="yes"?>
<Relationships xmlns="http://schemas.openxmlformats.org/package/2006/relationships"><Relationship Id="rId8" Type="http://schemas.openxmlformats.org/officeDocument/2006/relationships/oleObject" Target="../embeddings/oleObject844.bin"/><Relationship Id="rId13" Type="http://schemas.openxmlformats.org/officeDocument/2006/relationships/image" Target="../media/image833.wmf"/><Relationship Id="rId3" Type="http://schemas.openxmlformats.org/officeDocument/2006/relationships/image" Target="../media/image828.wmf"/><Relationship Id="rId7" Type="http://schemas.openxmlformats.org/officeDocument/2006/relationships/image" Target="../media/image830.wmf"/><Relationship Id="rId12" Type="http://schemas.openxmlformats.org/officeDocument/2006/relationships/oleObject" Target="../embeddings/oleObject846.bin"/><Relationship Id="rId17" Type="http://schemas.openxmlformats.org/officeDocument/2006/relationships/image" Target="../media/image835.wmf"/><Relationship Id="rId2" Type="http://schemas.openxmlformats.org/officeDocument/2006/relationships/oleObject" Target="../embeddings/oleObject841.bin"/><Relationship Id="rId16" Type="http://schemas.openxmlformats.org/officeDocument/2006/relationships/oleObject" Target="../embeddings/oleObject848.bin"/><Relationship Id="rId1" Type="http://schemas.openxmlformats.org/officeDocument/2006/relationships/slideLayout" Target="../slideLayouts/slideLayout465.xml"/><Relationship Id="rId6" Type="http://schemas.openxmlformats.org/officeDocument/2006/relationships/oleObject" Target="../embeddings/oleObject843.bin"/><Relationship Id="rId11" Type="http://schemas.openxmlformats.org/officeDocument/2006/relationships/image" Target="../media/image832.wmf"/><Relationship Id="rId5" Type="http://schemas.openxmlformats.org/officeDocument/2006/relationships/image" Target="../media/image829.wmf"/><Relationship Id="rId15" Type="http://schemas.openxmlformats.org/officeDocument/2006/relationships/image" Target="../media/image834.wmf"/><Relationship Id="rId10" Type="http://schemas.openxmlformats.org/officeDocument/2006/relationships/oleObject" Target="../embeddings/oleObject845.bin"/><Relationship Id="rId4" Type="http://schemas.openxmlformats.org/officeDocument/2006/relationships/oleObject" Target="../embeddings/oleObject842.bin"/><Relationship Id="rId9" Type="http://schemas.openxmlformats.org/officeDocument/2006/relationships/image" Target="../media/image831.wmf"/><Relationship Id="rId14" Type="http://schemas.openxmlformats.org/officeDocument/2006/relationships/oleObject" Target="../embeddings/oleObject847.bin"/></Relationships>
</file>

<file path=ppt/slides/_rels/slide125.xml.rels><?xml version="1.0" encoding="UTF-8" standalone="yes"?>
<Relationships xmlns="http://schemas.openxmlformats.org/package/2006/relationships"><Relationship Id="rId8" Type="http://schemas.openxmlformats.org/officeDocument/2006/relationships/oleObject" Target="../embeddings/oleObject851.bin"/><Relationship Id="rId13" Type="http://schemas.openxmlformats.org/officeDocument/2006/relationships/image" Target="../media/image840.wmf"/><Relationship Id="rId3" Type="http://schemas.openxmlformats.org/officeDocument/2006/relationships/image" Target="../media/image2.jpeg"/><Relationship Id="rId7" Type="http://schemas.openxmlformats.org/officeDocument/2006/relationships/image" Target="../media/image837.wmf"/><Relationship Id="rId12" Type="http://schemas.openxmlformats.org/officeDocument/2006/relationships/oleObject" Target="../embeddings/oleObject853.bin"/><Relationship Id="rId2" Type="http://schemas.openxmlformats.org/officeDocument/2006/relationships/notesSlide" Target="../notesSlides/notesSlide96.xml"/><Relationship Id="rId1" Type="http://schemas.openxmlformats.org/officeDocument/2006/relationships/slideLayout" Target="../slideLayouts/slideLayout476.xml"/><Relationship Id="rId6" Type="http://schemas.openxmlformats.org/officeDocument/2006/relationships/oleObject" Target="../embeddings/oleObject850.bin"/><Relationship Id="rId11" Type="http://schemas.openxmlformats.org/officeDocument/2006/relationships/image" Target="../media/image839.wmf"/><Relationship Id="rId5" Type="http://schemas.openxmlformats.org/officeDocument/2006/relationships/image" Target="../media/image836.wmf"/><Relationship Id="rId10" Type="http://schemas.openxmlformats.org/officeDocument/2006/relationships/oleObject" Target="../embeddings/oleObject852.bin"/><Relationship Id="rId4" Type="http://schemas.openxmlformats.org/officeDocument/2006/relationships/oleObject" Target="../embeddings/oleObject849.bin"/><Relationship Id="rId9" Type="http://schemas.openxmlformats.org/officeDocument/2006/relationships/image" Target="../media/image838.wmf"/></Relationships>
</file>

<file path=ppt/slides/_rels/slide12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7.xml"/><Relationship Id="rId1" Type="http://schemas.openxmlformats.org/officeDocument/2006/relationships/slideLayout" Target="../slideLayouts/slideLayout476.xml"/></Relationships>
</file>

<file path=ppt/slides/_rels/slide12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8.xml"/><Relationship Id="rId1" Type="http://schemas.openxmlformats.org/officeDocument/2006/relationships/slideLayout" Target="../slideLayouts/slideLayout476.xml"/></Relationships>
</file>

<file path=ppt/slides/_rels/slide128.xml.rels><?xml version="1.0" encoding="UTF-8" standalone="yes"?>
<Relationships xmlns="http://schemas.openxmlformats.org/package/2006/relationships"><Relationship Id="rId8" Type="http://schemas.openxmlformats.org/officeDocument/2006/relationships/image" Target="../media/image843.wmf"/><Relationship Id="rId13" Type="http://schemas.openxmlformats.org/officeDocument/2006/relationships/oleObject" Target="../embeddings/oleObject859.bin"/><Relationship Id="rId18" Type="http://schemas.openxmlformats.org/officeDocument/2006/relationships/image" Target="../media/image848.wmf"/><Relationship Id="rId3" Type="http://schemas.openxmlformats.org/officeDocument/2006/relationships/oleObject" Target="../embeddings/oleObject854.bin"/><Relationship Id="rId21" Type="http://schemas.openxmlformats.org/officeDocument/2006/relationships/oleObject" Target="../embeddings/oleObject863.bin"/><Relationship Id="rId7" Type="http://schemas.openxmlformats.org/officeDocument/2006/relationships/oleObject" Target="../embeddings/oleObject856.bin"/><Relationship Id="rId12" Type="http://schemas.openxmlformats.org/officeDocument/2006/relationships/image" Target="../media/image845.wmf"/><Relationship Id="rId17" Type="http://schemas.openxmlformats.org/officeDocument/2006/relationships/oleObject" Target="../embeddings/oleObject861.bin"/><Relationship Id="rId2" Type="http://schemas.openxmlformats.org/officeDocument/2006/relationships/notesSlide" Target="../notesSlides/notesSlide99.xml"/><Relationship Id="rId16" Type="http://schemas.openxmlformats.org/officeDocument/2006/relationships/image" Target="../media/image847.wmf"/><Relationship Id="rId20" Type="http://schemas.openxmlformats.org/officeDocument/2006/relationships/image" Target="../media/image849.wmf"/><Relationship Id="rId1" Type="http://schemas.openxmlformats.org/officeDocument/2006/relationships/slideLayout" Target="../slideLayouts/slideLayout499.xml"/><Relationship Id="rId6" Type="http://schemas.openxmlformats.org/officeDocument/2006/relationships/image" Target="../media/image842.wmf"/><Relationship Id="rId11" Type="http://schemas.openxmlformats.org/officeDocument/2006/relationships/oleObject" Target="../embeddings/oleObject858.bin"/><Relationship Id="rId24" Type="http://schemas.openxmlformats.org/officeDocument/2006/relationships/image" Target="../media/image851.wmf"/><Relationship Id="rId5" Type="http://schemas.openxmlformats.org/officeDocument/2006/relationships/oleObject" Target="../embeddings/oleObject855.bin"/><Relationship Id="rId15" Type="http://schemas.openxmlformats.org/officeDocument/2006/relationships/oleObject" Target="../embeddings/oleObject860.bin"/><Relationship Id="rId23" Type="http://schemas.openxmlformats.org/officeDocument/2006/relationships/oleObject" Target="../embeddings/oleObject864.bin"/><Relationship Id="rId10" Type="http://schemas.openxmlformats.org/officeDocument/2006/relationships/image" Target="../media/image844.wmf"/><Relationship Id="rId19" Type="http://schemas.openxmlformats.org/officeDocument/2006/relationships/oleObject" Target="../embeddings/oleObject862.bin"/><Relationship Id="rId4" Type="http://schemas.openxmlformats.org/officeDocument/2006/relationships/image" Target="../media/image841.wmf"/><Relationship Id="rId9" Type="http://schemas.openxmlformats.org/officeDocument/2006/relationships/oleObject" Target="../embeddings/oleObject857.bin"/><Relationship Id="rId14" Type="http://schemas.openxmlformats.org/officeDocument/2006/relationships/image" Target="../media/image846.wmf"/><Relationship Id="rId22" Type="http://schemas.openxmlformats.org/officeDocument/2006/relationships/image" Target="../media/image850.wmf"/></Relationships>
</file>

<file path=ppt/slides/_rels/slide129.xml.rels><?xml version="1.0" encoding="UTF-8" standalone="yes"?>
<Relationships xmlns="http://schemas.openxmlformats.org/package/2006/relationships"><Relationship Id="rId13" Type="http://schemas.openxmlformats.org/officeDocument/2006/relationships/oleObject" Target="../embeddings/oleObject870.bin"/><Relationship Id="rId18" Type="http://schemas.openxmlformats.org/officeDocument/2006/relationships/image" Target="../media/image859.wmf"/><Relationship Id="rId26" Type="http://schemas.openxmlformats.org/officeDocument/2006/relationships/image" Target="../media/image863.wmf"/><Relationship Id="rId39" Type="http://schemas.openxmlformats.org/officeDocument/2006/relationships/image" Target="../media/image869.wmf"/><Relationship Id="rId21" Type="http://schemas.openxmlformats.org/officeDocument/2006/relationships/oleObject" Target="../embeddings/oleObject874.bin"/><Relationship Id="rId34" Type="http://schemas.openxmlformats.org/officeDocument/2006/relationships/image" Target="../media/image867.wmf"/><Relationship Id="rId7" Type="http://schemas.openxmlformats.org/officeDocument/2006/relationships/oleObject" Target="../embeddings/oleObject867.bin"/><Relationship Id="rId12" Type="http://schemas.openxmlformats.org/officeDocument/2006/relationships/image" Target="../media/image856.wmf"/><Relationship Id="rId17" Type="http://schemas.openxmlformats.org/officeDocument/2006/relationships/oleObject" Target="../embeddings/oleObject872.bin"/><Relationship Id="rId25" Type="http://schemas.openxmlformats.org/officeDocument/2006/relationships/oleObject" Target="../embeddings/oleObject876.bin"/><Relationship Id="rId33" Type="http://schemas.openxmlformats.org/officeDocument/2006/relationships/oleObject" Target="../embeddings/oleObject880.bin"/><Relationship Id="rId38" Type="http://schemas.openxmlformats.org/officeDocument/2006/relationships/oleObject" Target="../embeddings/oleObject883.bin"/><Relationship Id="rId2" Type="http://schemas.openxmlformats.org/officeDocument/2006/relationships/notesSlide" Target="../notesSlides/notesSlide100.xml"/><Relationship Id="rId16" Type="http://schemas.openxmlformats.org/officeDocument/2006/relationships/image" Target="../media/image858.wmf"/><Relationship Id="rId20" Type="http://schemas.openxmlformats.org/officeDocument/2006/relationships/image" Target="../media/image860.wmf"/><Relationship Id="rId29" Type="http://schemas.openxmlformats.org/officeDocument/2006/relationships/oleObject" Target="../embeddings/oleObject878.bin"/><Relationship Id="rId1" Type="http://schemas.openxmlformats.org/officeDocument/2006/relationships/slideLayout" Target="../slideLayouts/slideLayout499.xml"/><Relationship Id="rId6" Type="http://schemas.openxmlformats.org/officeDocument/2006/relationships/image" Target="../media/image853.wmf"/><Relationship Id="rId11" Type="http://schemas.openxmlformats.org/officeDocument/2006/relationships/oleObject" Target="../embeddings/oleObject869.bin"/><Relationship Id="rId24" Type="http://schemas.openxmlformats.org/officeDocument/2006/relationships/image" Target="../media/image862.wmf"/><Relationship Id="rId32" Type="http://schemas.openxmlformats.org/officeDocument/2006/relationships/image" Target="../media/image866.wmf"/><Relationship Id="rId37" Type="http://schemas.openxmlformats.org/officeDocument/2006/relationships/image" Target="../media/image868.wmf"/><Relationship Id="rId5" Type="http://schemas.openxmlformats.org/officeDocument/2006/relationships/oleObject" Target="../embeddings/oleObject866.bin"/><Relationship Id="rId15" Type="http://schemas.openxmlformats.org/officeDocument/2006/relationships/oleObject" Target="../embeddings/oleObject871.bin"/><Relationship Id="rId23" Type="http://schemas.openxmlformats.org/officeDocument/2006/relationships/oleObject" Target="../embeddings/oleObject875.bin"/><Relationship Id="rId28" Type="http://schemas.openxmlformats.org/officeDocument/2006/relationships/image" Target="../media/image864.wmf"/><Relationship Id="rId36" Type="http://schemas.openxmlformats.org/officeDocument/2006/relationships/oleObject" Target="../embeddings/oleObject882.bin"/><Relationship Id="rId10" Type="http://schemas.openxmlformats.org/officeDocument/2006/relationships/image" Target="../media/image855.wmf"/><Relationship Id="rId19" Type="http://schemas.openxmlformats.org/officeDocument/2006/relationships/oleObject" Target="../embeddings/oleObject873.bin"/><Relationship Id="rId31" Type="http://schemas.openxmlformats.org/officeDocument/2006/relationships/oleObject" Target="../embeddings/oleObject879.bin"/><Relationship Id="rId4" Type="http://schemas.openxmlformats.org/officeDocument/2006/relationships/image" Target="../media/image852.wmf"/><Relationship Id="rId9" Type="http://schemas.openxmlformats.org/officeDocument/2006/relationships/oleObject" Target="../embeddings/oleObject868.bin"/><Relationship Id="rId14" Type="http://schemas.openxmlformats.org/officeDocument/2006/relationships/image" Target="../media/image857.wmf"/><Relationship Id="rId22" Type="http://schemas.openxmlformats.org/officeDocument/2006/relationships/image" Target="../media/image861.wmf"/><Relationship Id="rId27" Type="http://schemas.openxmlformats.org/officeDocument/2006/relationships/oleObject" Target="../embeddings/oleObject877.bin"/><Relationship Id="rId30" Type="http://schemas.openxmlformats.org/officeDocument/2006/relationships/image" Target="../media/image865.wmf"/><Relationship Id="rId35" Type="http://schemas.openxmlformats.org/officeDocument/2006/relationships/oleObject" Target="../embeddings/oleObject881.bin"/><Relationship Id="rId8" Type="http://schemas.openxmlformats.org/officeDocument/2006/relationships/image" Target="../media/image854.wmf"/><Relationship Id="rId3" Type="http://schemas.openxmlformats.org/officeDocument/2006/relationships/oleObject" Target="../embeddings/oleObject865.bin"/></Relationships>
</file>

<file path=ppt/slides/_rels/slide130.xml.rels><?xml version="1.0" encoding="UTF-8" standalone="yes"?>
<Relationships xmlns="http://schemas.openxmlformats.org/package/2006/relationships"><Relationship Id="rId8" Type="http://schemas.openxmlformats.org/officeDocument/2006/relationships/oleObject" Target="../embeddings/oleObject886.bin"/><Relationship Id="rId13" Type="http://schemas.openxmlformats.org/officeDocument/2006/relationships/image" Target="../media/image874.wmf"/><Relationship Id="rId3" Type="http://schemas.openxmlformats.org/officeDocument/2006/relationships/image" Target="../media/image2.jpeg"/><Relationship Id="rId7" Type="http://schemas.openxmlformats.org/officeDocument/2006/relationships/image" Target="../media/image871.wmf"/><Relationship Id="rId12" Type="http://schemas.openxmlformats.org/officeDocument/2006/relationships/oleObject" Target="../embeddings/oleObject888.bin"/><Relationship Id="rId17" Type="http://schemas.openxmlformats.org/officeDocument/2006/relationships/image" Target="../media/image876.wmf"/><Relationship Id="rId2" Type="http://schemas.openxmlformats.org/officeDocument/2006/relationships/notesSlide" Target="../notesSlides/notesSlide101.xml"/><Relationship Id="rId16" Type="http://schemas.openxmlformats.org/officeDocument/2006/relationships/oleObject" Target="../embeddings/oleObject890.bin"/><Relationship Id="rId1" Type="http://schemas.openxmlformats.org/officeDocument/2006/relationships/slideLayout" Target="../slideLayouts/slideLayout476.xml"/><Relationship Id="rId6" Type="http://schemas.openxmlformats.org/officeDocument/2006/relationships/oleObject" Target="../embeddings/oleObject885.bin"/><Relationship Id="rId11" Type="http://schemas.openxmlformats.org/officeDocument/2006/relationships/image" Target="../media/image873.wmf"/><Relationship Id="rId5" Type="http://schemas.openxmlformats.org/officeDocument/2006/relationships/image" Target="../media/image870.wmf"/><Relationship Id="rId15" Type="http://schemas.openxmlformats.org/officeDocument/2006/relationships/image" Target="../media/image875.wmf"/><Relationship Id="rId10" Type="http://schemas.openxmlformats.org/officeDocument/2006/relationships/oleObject" Target="../embeddings/oleObject887.bin"/><Relationship Id="rId4" Type="http://schemas.openxmlformats.org/officeDocument/2006/relationships/oleObject" Target="../embeddings/oleObject884.bin"/><Relationship Id="rId9" Type="http://schemas.openxmlformats.org/officeDocument/2006/relationships/image" Target="../media/image872.wmf"/><Relationship Id="rId14" Type="http://schemas.openxmlformats.org/officeDocument/2006/relationships/oleObject" Target="../embeddings/oleObject889.bin"/></Relationships>
</file>

<file path=ppt/slides/_rels/slide131.xml.rels><?xml version="1.0" encoding="UTF-8" standalone="yes"?>
<Relationships xmlns="http://schemas.openxmlformats.org/package/2006/relationships"><Relationship Id="rId13" Type="http://schemas.openxmlformats.org/officeDocument/2006/relationships/oleObject" Target="../embeddings/oleObject895.bin"/><Relationship Id="rId18" Type="http://schemas.openxmlformats.org/officeDocument/2006/relationships/image" Target="../media/image883.wmf"/><Relationship Id="rId26" Type="http://schemas.openxmlformats.org/officeDocument/2006/relationships/image" Target="../media/image887.wmf"/><Relationship Id="rId39" Type="http://schemas.openxmlformats.org/officeDocument/2006/relationships/oleObject" Target="../embeddings/oleObject908.bin"/><Relationship Id="rId21" Type="http://schemas.openxmlformats.org/officeDocument/2006/relationships/oleObject" Target="../embeddings/oleObject899.bin"/><Relationship Id="rId34" Type="http://schemas.openxmlformats.org/officeDocument/2006/relationships/image" Target="../media/image891.wmf"/><Relationship Id="rId42" Type="http://schemas.openxmlformats.org/officeDocument/2006/relationships/image" Target="../media/image895.wmf"/><Relationship Id="rId47" Type="http://schemas.openxmlformats.org/officeDocument/2006/relationships/oleObject" Target="../embeddings/oleObject912.bin"/><Relationship Id="rId50" Type="http://schemas.openxmlformats.org/officeDocument/2006/relationships/image" Target="../media/image899.wmf"/><Relationship Id="rId55" Type="http://schemas.openxmlformats.org/officeDocument/2006/relationships/oleObject" Target="../embeddings/oleObject916.bin"/><Relationship Id="rId7" Type="http://schemas.openxmlformats.org/officeDocument/2006/relationships/oleObject" Target="../embeddings/oleObject865.bin"/><Relationship Id="rId2" Type="http://schemas.openxmlformats.org/officeDocument/2006/relationships/notesSlide" Target="../notesSlides/notesSlide102.xml"/><Relationship Id="rId16" Type="http://schemas.openxmlformats.org/officeDocument/2006/relationships/image" Target="../media/image882.wmf"/><Relationship Id="rId29" Type="http://schemas.openxmlformats.org/officeDocument/2006/relationships/oleObject" Target="../embeddings/oleObject903.bin"/><Relationship Id="rId11" Type="http://schemas.openxmlformats.org/officeDocument/2006/relationships/oleObject" Target="../embeddings/oleObject894.bin"/><Relationship Id="rId24" Type="http://schemas.openxmlformats.org/officeDocument/2006/relationships/image" Target="../media/image886.wmf"/><Relationship Id="rId32" Type="http://schemas.openxmlformats.org/officeDocument/2006/relationships/image" Target="../media/image890.wmf"/><Relationship Id="rId37" Type="http://schemas.openxmlformats.org/officeDocument/2006/relationships/oleObject" Target="../embeddings/oleObject907.bin"/><Relationship Id="rId40" Type="http://schemas.openxmlformats.org/officeDocument/2006/relationships/image" Target="../media/image894.wmf"/><Relationship Id="rId45" Type="http://schemas.openxmlformats.org/officeDocument/2006/relationships/oleObject" Target="../embeddings/oleObject911.bin"/><Relationship Id="rId53" Type="http://schemas.openxmlformats.org/officeDocument/2006/relationships/oleObject" Target="../embeddings/oleObject915.bin"/><Relationship Id="rId5" Type="http://schemas.openxmlformats.org/officeDocument/2006/relationships/oleObject" Target="../embeddings/oleObject892.bin"/><Relationship Id="rId10" Type="http://schemas.openxmlformats.org/officeDocument/2006/relationships/image" Target="../media/image879.wmf"/><Relationship Id="rId19" Type="http://schemas.openxmlformats.org/officeDocument/2006/relationships/oleObject" Target="../embeddings/oleObject898.bin"/><Relationship Id="rId31" Type="http://schemas.openxmlformats.org/officeDocument/2006/relationships/oleObject" Target="../embeddings/oleObject904.bin"/><Relationship Id="rId44" Type="http://schemas.openxmlformats.org/officeDocument/2006/relationships/image" Target="../media/image896.wmf"/><Relationship Id="rId52" Type="http://schemas.openxmlformats.org/officeDocument/2006/relationships/image" Target="../media/image900.wmf"/><Relationship Id="rId4" Type="http://schemas.openxmlformats.org/officeDocument/2006/relationships/image" Target="../media/image877.wmf"/><Relationship Id="rId9" Type="http://schemas.openxmlformats.org/officeDocument/2006/relationships/oleObject" Target="../embeddings/oleObject893.bin"/><Relationship Id="rId14" Type="http://schemas.openxmlformats.org/officeDocument/2006/relationships/image" Target="../media/image881.wmf"/><Relationship Id="rId22" Type="http://schemas.openxmlformats.org/officeDocument/2006/relationships/image" Target="../media/image885.wmf"/><Relationship Id="rId27" Type="http://schemas.openxmlformats.org/officeDocument/2006/relationships/oleObject" Target="../embeddings/oleObject902.bin"/><Relationship Id="rId30" Type="http://schemas.openxmlformats.org/officeDocument/2006/relationships/image" Target="../media/image889.wmf"/><Relationship Id="rId35" Type="http://schemas.openxmlformats.org/officeDocument/2006/relationships/oleObject" Target="../embeddings/oleObject906.bin"/><Relationship Id="rId43" Type="http://schemas.openxmlformats.org/officeDocument/2006/relationships/oleObject" Target="../embeddings/oleObject910.bin"/><Relationship Id="rId48" Type="http://schemas.openxmlformats.org/officeDocument/2006/relationships/image" Target="../media/image898.wmf"/><Relationship Id="rId56" Type="http://schemas.openxmlformats.org/officeDocument/2006/relationships/image" Target="../media/image902.wmf"/><Relationship Id="rId8" Type="http://schemas.openxmlformats.org/officeDocument/2006/relationships/image" Target="../media/image852.wmf"/><Relationship Id="rId51" Type="http://schemas.openxmlformats.org/officeDocument/2006/relationships/oleObject" Target="../embeddings/oleObject914.bin"/><Relationship Id="rId3" Type="http://schemas.openxmlformats.org/officeDocument/2006/relationships/oleObject" Target="../embeddings/oleObject891.bin"/><Relationship Id="rId12" Type="http://schemas.openxmlformats.org/officeDocument/2006/relationships/image" Target="../media/image880.wmf"/><Relationship Id="rId17" Type="http://schemas.openxmlformats.org/officeDocument/2006/relationships/oleObject" Target="../embeddings/oleObject897.bin"/><Relationship Id="rId25" Type="http://schemas.openxmlformats.org/officeDocument/2006/relationships/oleObject" Target="../embeddings/oleObject901.bin"/><Relationship Id="rId33" Type="http://schemas.openxmlformats.org/officeDocument/2006/relationships/oleObject" Target="../embeddings/oleObject905.bin"/><Relationship Id="rId38" Type="http://schemas.openxmlformats.org/officeDocument/2006/relationships/image" Target="../media/image893.wmf"/><Relationship Id="rId46" Type="http://schemas.openxmlformats.org/officeDocument/2006/relationships/image" Target="../media/image897.wmf"/><Relationship Id="rId20" Type="http://schemas.openxmlformats.org/officeDocument/2006/relationships/image" Target="../media/image884.wmf"/><Relationship Id="rId41" Type="http://schemas.openxmlformats.org/officeDocument/2006/relationships/oleObject" Target="../embeddings/oleObject909.bin"/><Relationship Id="rId54" Type="http://schemas.openxmlformats.org/officeDocument/2006/relationships/image" Target="../media/image901.wmf"/><Relationship Id="rId1" Type="http://schemas.openxmlformats.org/officeDocument/2006/relationships/slideLayout" Target="../slideLayouts/slideLayout499.xml"/><Relationship Id="rId6" Type="http://schemas.openxmlformats.org/officeDocument/2006/relationships/image" Target="../media/image878.wmf"/><Relationship Id="rId15" Type="http://schemas.openxmlformats.org/officeDocument/2006/relationships/oleObject" Target="../embeddings/oleObject896.bin"/><Relationship Id="rId23" Type="http://schemas.openxmlformats.org/officeDocument/2006/relationships/oleObject" Target="../embeddings/oleObject900.bin"/><Relationship Id="rId28" Type="http://schemas.openxmlformats.org/officeDocument/2006/relationships/image" Target="../media/image888.wmf"/><Relationship Id="rId36" Type="http://schemas.openxmlformats.org/officeDocument/2006/relationships/image" Target="../media/image892.wmf"/><Relationship Id="rId49" Type="http://schemas.openxmlformats.org/officeDocument/2006/relationships/oleObject" Target="../embeddings/oleObject913.bin"/></Relationships>
</file>

<file path=ppt/slides/_rels/slide132.xml.rels><?xml version="1.0" encoding="UTF-8" standalone="yes"?>
<Relationships xmlns="http://schemas.openxmlformats.org/package/2006/relationships"><Relationship Id="rId8" Type="http://schemas.openxmlformats.org/officeDocument/2006/relationships/oleObject" Target="../embeddings/oleObject920.bin"/><Relationship Id="rId13" Type="http://schemas.openxmlformats.org/officeDocument/2006/relationships/image" Target="../media/image908.wmf"/><Relationship Id="rId3" Type="http://schemas.openxmlformats.org/officeDocument/2006/relationships/image" Target="../media/image903.wmf"/><Relationship Id="rId7" Type="http://schemas.openxmlformats.org/officeDocument/2006/relationships/image" Target="../media/image905.wmf"/><Relationship Id="rId12" Type="http://schemas.openxmlformats.org/officeDocument/2006/relationships/oleObject" Target="../embeddings/oleObject922.bin"/><Relationship Id="rId17" Type="http://schemas.openxmlformats.org/officeDocument/2006/relationships/image" Target="../media/image910.wmf"/><Relationship Id="rId2" Type="http://schemas.openxmlformats.org/officeDocument/2006/relationships/oleObject" Target="../embeddings/oleObject917.bin"/><Relationship Id="rId16" Type="http://schemas.openxmlformats.org/officeDocument/2006/relationships/oleObject" Target="../embeddings/oleObject924.bin"/><Relationship Id="rId1" Type="http://schemas.openxmlformats.org/officeDocument/2006/relationships/slideLayout" Target="../slideLayouts/slideLayout499.xml"/><Relationship Id="rId6" Type="http://schemas.openxmlformats.org/officeDocument/2006/relationships/oleObject" Target="../embeddings/oleObject919.bin"/><Relationship Id="rId11" Type="http://schemas.openxmlformats.org/officeDocument/2006/relationships/image" Target="../media/image907.wmf"/><Relationship Id="rId5" Type="http://schemas.openxmlformats.org/officeDocument/2006/relationships/image" Target="../media/image904.wmf"/><Relationship Id="rId15" Type="http://schemas.openxmlformats.org/officeDocument/2006/relationships/image" Target="../media/image909.wmf"/><Relationship Id="rId10" Type="http://schemas.openxmlformats.org/officeDocument/2006/relationships/oleObject" Target="../embeddings/oleObject921.bin"/><Relationship Id="rId4" Type="http://schemas.openxmlformats.org/officeDocument/2006/relationships/oleObject" Target="../embeddings/oleObject918.bin"/><Relationship Id="rId9" Type="http://schemas.openxmlformats.org/officeDocument/2006/relationships/image" Target="../media/image906.wmf"/><Relationship Id="rId14" Type="http://schemas.openxmlformats.org/officeDocument/2006/relationships/oleObject" Target="../embeddings/oleObject923.bin"/></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510.xml"/></Relationships>
</file>

<file path=ppt/slides/_rels/slide134.xml.rels><?xml version="1.0" encoding="UTF-8" standalone="yes"?>
<Relationships xmlns="http://schemas.openxmlformats.org/package/2006/relationships"><Relationship Id="rId8" Type="http://schemas.openxmlformats.org/officeDocument/2006/relationships/oleObject" Target="../embeddings/oleObject928.bin"/><Relationship Id="rId13" Type="http://schemas.openxmlformats.org/officeDocument/2006/relationships/image" Target="../media/image916.wmf"/><Relationship Id="rId18" Type="http://schemas.openxmlformats.org/officeDocument/2006/relationships/oleObject" Target="../embeddings/oleObject933.bin"/><Relationship Id="rId3" Type="http://schemas.openxmlformats.org/officeDocument/2006/relationships/image" Target="../media/image911.wmf"/><Relationship Id="rId21" Type="http://schemas.openxmlformats.org/officeDocument/2006/relationships/image" Target="../media/image920.wmf"/><Relationship Id="rId7" Type="http://schemas.openxmlformats.org/officeDocument/2006/relationships/image" Target="../media/image913.wmf"/><Relationship Id="rId12" Type="http://schemas.openxmlformats.org/officeDocument/2006/relationships/oleObject" Target="../embeddings/oleObject930.bin"/><Relationship Id="rId17" Type="http://schemas.openxmlformats.org/officeDocument/2006/relationships/image" Target="../media/image918.wmf"/><Relationship Id="rId25" Type="http://schemas.openxmlformats.org/officeDocument/2006/relationships/image" Target="../media/image922.wmf"/><Relationship Id="rId2" Type="http://schemas.openxmlformats.org/officeDocument/2006/relationships/oleObject" Target="../embeddings/oleObject925.bin"/><Relationship Id="rId16" Type="http://schemas.openxmlformats.org/officeDocument/2006/relationships/oleObject" Target="../embeddings/oleObject932.bin"/><Relationship Id="rId20" Type="http://schemas.openxmlformats.org/officeDocument/2006/relationships/oleObject" Target="../embeddings/oleObject934.bin"/><Relationship Id="rId1" Type="http://schemas.openxmlformats.org/officeDocument/2006/relationships/slideLayout" Target="../slideLayouts/slideLayout499.xml"/><Relationship Id="rId6" Type="http://schemas.openxmlformats.org/officeDocument/2006/relationships/oleObject" Target="../embeddings/oleObject927.bin"/><Relationship Id="rId11" Type="http://schemas.openxmlformats.org/officeDocument/2006/relationships/image" Target="../media/image915.wmf"/><Relationship Id="rId24" Type="http://schemas.openxmlformats.org/officeDocument/2006/relationships/oleObject" Target="../embeddings/oleObject936.bin"/><Relationship Id="rId5" Type="http://schemas.openxmlformats.org/officeDocument/2006/relationships/image" Target="../media/image912.wmf"/><Relationship Id="rId15" Type="http://schemas.openxmlformats.org/officeDocument/2006/relationships/image" Target="../media/image917.wmf"/><Relationship Id="rId23" Type="http://schemas.openxmlformats.org/officeDocument/2006/relationships/image" Target="../media/image921.wmf"/><Relationship Id="rId10" Type="http://schemas.openxmlformats.org/officeDocument/2006/relationships/oleObject" Target="../embeddings/oleObject929.bin"/><Relationship Id="rId19" Type="http://schemas.openxmlformats.org/officeDocument/2006/relationships/image" Target="../media/image919.wmf"/><Relationship Id="rId4" Type="http://schemas.openxmlformats.org/officeDocument/2006/relationships/oleObject" Target="../embeddings/oleObject926.bin"/><Relationship Id="rId9" Type="http://schemas.openxmlformats.org/officeDocument/2006/relationships/image" Target="../media/image914.wmf"/><Relationship Id="rId14" Type="http://schemas.openxmlformats.org/officeDocument/2006/relationships/oleObject" Target="../embeddings/oleObject931.bin"/><Relationship Id="rId22" Type="http://schemas.openxmlformats.org/officeDocument/2006/relationships/oleObject" Target="../embeddings/oleObject935.bin"/></Relationships>
</file>

<file path=ppt/slides/_rels/slide135.xml.rels><?xml version="1.0" encoding="UTF-8" standalone="yes"?>
<Relationships xmlns="http://schemas.openxmlformats.org/package/2006/relationships"><Relationship Id="rId8" Type="http://schemas.openxmlformats.org/officeDocument/2006/relationships/image" Target="../media/image925.wmf"/><Relationship Id="rId13" Type="http://schemas.openxmlformats.org/officeDocument/2006/relationships/oleObject" Target="../embeddings/oleObject942.bin"/><Relationship Id="rId18" Type="http://schemas.openxmlformats.org/officeDocument/2006/relationships/image" Target="../media/image930.wmf"/><Relationship Id="rId3" Type="http://schemas.openxmlformats.org/officeDocument/2006/relationships/oleObject" Target="../embeddings/oleObject937.bin"/><Relationship Id="rId7" Type="http://schemas.openxmlformats.org/officeDocument/2006/relationships/oleObject" Target="../embeddings/oleObject939.bin"/><Relationship Id="rId12" Type="http://schemas.openxmlformats.org/officeDocument/2006/relationships/image" Target="../media/image927.wmf"/><Relationship Id="rId17" Type="http://schemas.openxmlformats.org/officeDocument/2006/relationships/oleObject" Target="../embeddings/oleObject944.bin"/><Relationship Id="rId2" Type="http://schemas.openxmlformats.org/officeDocument/2006/relationships/notesSlide" Target="../notesSlides/notesSlide103.xml"/><Relationship Id="rId16" Type="http://schemas.openxmlformats.org/officeDocument/2006/relationships/image" Target="../media/image929.wmf"/><Relationship Id="rId1" Type="http://schemas.openxmlformats.org/officeDocument/2006/relationships/slideLayout" Target="../slideLayouts/slideLayout499.xml"/><Relationship Id="rId6" Type="http://schemas.openxmlformats.org/officeDocument/2006/relationships/image" Target="../media/image924.wmf"/><Relationship Id="rId11" Type="http://schemas.openxmlformats.org/officeDocument/2006/relationships/oleObject" Target="../embeddings/oleObject941.bin"/><Relationship Id="rId5" Type="http://schemas.openxmlformats.org/officeDocument/2006/relationships/oleObject" Target="../embeddings/oleObject938.bin"/><Relationship Id="rId15" Type="http://schemas.openxmlformats.org/officeDocument/2006/relationships/oleObject" Target="../embeddings/oleObject943.bin"/><Relationship Id="rId10" Type="http://schemas.openxmlformats.org/officeDocument/2006/relationships/image" Target="../media/image926.wmf"/><Relationship Id="rId4" Type="http://schemas.openxmlformats.org/officeDocument/2006/relationships/image" Target="../media/image923.wmf"/><Relationship Id="rId9" Type="http://schemas.openxmlformats.org/officeDocument/2006/relationships/oleObject" Target="../embeddings/oleObject940.bin"/><Relationship Id="rId14" Type="http://schemas.openxmlformats.org/officeDocument/2006/relationships/image" Target="../media/image928.wmf"/></Relationships>
</file>

<file path=ppt/slides/_rels/slide136.xml.rels><?xml version="1.0" encoding="UTF-8" standalone="yes"?>
<Relationships xmlns="http://schemas.openxmlformats.org/package/2006/relationships"><Relationship Id="rId8" Type="http://schemas.openxmlformats.org/officeDocument/2006/relationships/oleObject" Target="../embeddings/oleObject947.bin"/><Relationship Id="rId13" Type="http://schemas.openxmlformats.org/officeDocument/2006/relationships/image" Target="../media/image935.wmf"/><Relationship Id="rId3" Type="http://schemas.openxmlformats.org/officeDocument/2006/relationships/image" Target="../media/image2.jpeg"/><Relationship Id="rId7" Type="http://schemas.openxmlformats.org/officeDocument/2006/relationships/image" Target="../media/image932.wmf"/><Relationship Id="rId12" Type="http://schemas.openxmlformats.org/officeDocument/2006/relationships/oleObject" Target="../embeddings/oleObject949.bin"/><Relationship Id="rId2" Type="http://schemas.openxmlformats.org/officeDocument/2006/relationships/notesSlide" Target="../notesSlides/notesSlide104.xml"/><Relationship Id="rId1" Type="http://schemas.openxmlformats.org/officeDocument/2006/relationships/slideLayout" Target="../slideLayouts/slideLayout453.xml"/><Relationship Id="rId6" Type="http://schemas.openxmlformats.org/officeDocument/2006/relationships/oleObject" Target="../embeddings/oleObject946.bin"/><Relationship Id="rId11" Type="http://schemas.openxmlformats.org/officeDocument/2006/relationships/image" Target="../media/image934.wmf"/><Relationship Id="rId5" Type="http://schemas.openxmlformats.org/officeDocument/2006/relationships/image" Target="../media/image931.wmf"/><Relationship Id="rId15" Type="http://schemas.openxmlformats.org/officeDocument/2006/relationships/image" Target="../media/image936.wmf"/><Relationship Id="rId10" Type="http://schemas.openxmlformats.org/officeDocument/2006/relationships/oleObject" Target="../embeddings/oleObject948.bin"/><Relationship Id="rId4" Type="http://schemas.openxmlformats.org/officeDocument/2006/relationships/oleObject" Target="../embeddings/oleObject945.bin"/><Relationship Id="rId9" Type="http://schemas.openxmlformats.org/officeDocument/2006/relationships/image" Target="../media/image933.wmf"/><Relationship Id="rId14" Type="http://schemas.openxmlformats.org/officeDocument/2006/relationships/oleObject" Target="../embeddings/oleObject950.bin"/></Relationships>
</file>

<file path=ppt/slides/_rels/slide137.xml.rels><?xml version="1.0" encoding="UTF-8" standalone="yes"?>
<Relationships xmlns="http://schemas.openxmlformats.org/package/2006/relationships"><Relationship Id="rId8" Type="http://schemas.openxmlformats.org/officeDocument/2006/relationships/oleObject" Target="../embeddings/oleObject953.bin"/><Relationship Id="rId13" Type="http://schemas.openxmlformats.org/officeDocument/2006/relationships/image" Target="../media/image941.wmf"/><Relationship Id="rId18" Type="http://schemas.openxmlformats.org/officeDocument/2006/relationships/oleObject" Target="../embeddings/oleObject958.bin"/><Relationship Id="rId3" Type="http://schemas.openxmlformats.org/officeDocument/2006/relationships/image" Target="../media/image2.jpeg"/><Relationship Id="rId7" Type="http://schemas.openxmlformats.org/officeDocument/2006/relationships/image" Target="../media/image938.wmf"/><Relationship Id="rId12" Type="http://schemas.openxmlformats.org/officeDocument/2006/relationships/oleObject" Target="../embeddings/oleObject955.bin"/><Relationship Id="rId17" Type="http://schemas.openxmlformats.org/officeDocument/2006/relationships/image" Target="../media/image943.wmf"/><Relationship Id="rId2" Type="http://schemas.openxmlformats.org/officeDocument/2006/relationships/notesSlide" Target="../notesSlides/notesSlide105.xml"/><Relationship Id="rId16" Type="http://schemas.openxmlformats.org/officeDocument/2006/relationships/oleObject" Target="../embeddings/oleObject957.bin"/><Relationship Id="rId1" Type="http://schemas.openxmlformats.org/officeDocument/2006/relationships/slideLayout" Target="../slideLayouts/slideLayout453.xml"/><Relationship Id="rId6" Type="http://schemas.openxmlformats.org/officeDocument/2006/relationships/oleObject" Target="../embeddings/oleObject952.bin"/><Relationship Id="rId11" Type="http://schemas.openxmlformats.org/officeDocument/2006/relationships/image" Target="../media/image940.wmf"/><Relationship Id="rId5" Type="http://schemas.openxmlformats.org/officeDocument/2006/relationships/image" Target="../media/image937.wmf"/><Relationship Id="rId15" Type="http://schemas.openxmlformats.org/officeDocument/2006/relationships/image" Target="../media/image942.wmf"/><Relationship Id="rId10" Type="http://schemas.openxmlformats.org/officeDocument/2006/relationships/oleObject" Target="../embeddings/oleObject954.bin"/><Relationship Id="rId19" Type="http://schemas.openxmlformats.org/officeDocument/2006/relationships/image" Target="../media/image928.wmf"/><Relationship Id="rId4" Type="http://schemas.openxmlformats.org/officeDocument/2006/relationships/oleObject" Target="../embeddings/oleObject951.bin"/><Relationship Id="rId9" Type="http://schemas.openxmlformats.org/officeDocument/2006/relationships/image" Target="../media/image939.wmf"/><Relationship Id="rId14" Type="http://schemas.openxmlformats.org/officeDocument/2006/relationships/oleObject" Target="../embeddings/oleObject956.bin"/></Relationships>
</file>

<file path=ppt/slides/_rels/slide138.xml.rels><?xml version="1.0" encoding="UTF-8" standalone="yes"?>
<Relationships xmlns="http://schemas.openxmlformats.org/package/2006/relationships"><Relationship Id="rId3" Type="http://schemas.openxmlformats.org/officeDocument/2006/relationships/oleObject" Target="../embeddings/oleObject959.bin"/><Relationship Id="rId7" Type="http://schemas.openxmlformats.org/officeDocument/2006/relationships/image" Target="../media/image2.jpeg"/><Relationship Id="rId2" Type="http://schemas.openxmlformats.org/officeDocument/2006/relationships/notesSlide" Target="../notesSlides/notesSlide106.xml"/><Relationship Id="rId1" Type="http://schemas.openxmlformats.org/officeDocument/2006/relationships/slideLayout" Target="../slideLayouts/slideLayout453.xml"/><Relationship Id="rId6" Type="http://schemas.openxmlformats.org/officeDocument/2006/relationships/image" Target="../media/image945.wmf"/><Relationship Id="rId5" Type="http://schemas.openxmlformats.org/officeDocument/2006/relationships/oleObject" Target="../embeddings/oleObject960.bin"/><Relationship Id="rId4" Type="http://schemas.openxmlformats.org/officeDocument/2006/relationships/image" Target="../media/image944.wmf"/></Relationships>
</file>

<file path=ppt/slides/_rels/slide139.xml.rels><?xml version="1.0" encoding="UTF-8" standalone="yes"?>
<Relationships xmlns="http://schemas.openxmlformats.org/package/2006/relationships"><Relationship Id="rId13" Type="http://schemas.openxmlformats.org/officeDocument/2006/relationships/oleObject" Target="../embeddings/oleObject966.bin"/><Relationship Id="rId18" Type="http://schemas.openxmlformats.org/officeDocument/2006/relationships/image" Target="../media/image953.wmf"/><Relationship Id="rId26" Type="http://schemas.openxmlformats.org/officeDocument/2006/relationships/image" Target="../media/image957.wmf"/><Relationship Id="rId39" Type="http://schemas.openxmlformats.org/officeDocument/2006/relationships/oleObject" Target="../embeddings/oleObject979.bin"/><Relationship Id="rId21" Type="http://schemas.openxmlformats.org/officeDocument/2006/relationships/oleObject" Target="../embeddings/oleObject970.bin"/><Relationship Id="rId34" Type="http://schemas.openxmlformats.org/officeDocument/2006/relationships/image" Target="../media/image961.wmf"/><Relationship Id="rId42" Type="http://schemas.openxmlformats.org/officeDocument/2006/relationships/image" Target="../media/image964.wmf"/><Relationship Id="rId47" Type="http://schemas.openxmlformats.org/officeDocument/2006/relationships/oleObject" Target="../embeddings/oleObject983.bin"/><Relationship Id="rId50" Type="http://schemas.openxmlformats.org/officeDocument/2006/relationships/image" Target="../media/image968.wmf"/><Relationship Id="rId7" Type="http://schemas.openxmlformats.org/officeDocument/2006/relationships/oleObject" Target="../embeddings/oleObject963.bin"/><Relationship Id="rId2" Type="http://schemas.openxmlformats.org/officeDocument/2006/relationships/notesSlide" Target="../notesSlides/notesSlide107.xml"/><Relationship Id="rId16" Type="http://schemas.openxmlformats.org/officeDocument/2006/relationships/image" Target="../media/image952.wmf"/><Relationship Id="rId29" Type="http://schemas.openxmlformats.org/officeDocument/2006/relationships/oleObject" Target="../embeddings/oleObject974.bin"/><Relationship Id="rId11" Type="http://schemas.openxmlformats.org/officeDocument/2006/relationships/oleObject" Target="../embeddings/oleObject965.bin"/><Relationship Id="rId24" Type="http://schemas.openxmlformats.org/officeDocument/2006/relationships/image" Target="../media/image956.wmf"/><Relationship Id="rId32" Type="http://schemas.openxmlformats.org/officeDocument/2006/relationships/image" Target="../media/image960.wmf"/><Relationship Id="rId37" Type="http://schemas.openxmlformats.org/officeDocument/2006/relationships/oleObject" Target="../embeddings/oleObject978.bin"/><Relationship Id="rId40" Type="http://schemas.openxmlformats.org/officeDocument/2006/relationships/image" Target="../media/image880.wmf"/><Relationship Id="rId45" Type="http://schemas.openxmlformats.org/officeDocument/2006/relationships/oleObject" Target="../embeddings/oleObject982.bin"/><Relationship Id="rId5" Type="http://schemas.openxmlformats.org/officeDocument/2006/relationships/oleObject" Target="../embeddings/oleObject962.bin"/><Relationship Id="rId15" Type="http://schemas.openxmlformats.org/officeDocument/2006/relationships/oleObject" Target="../embeddings/oleObject967.bin"/><Relationship Id="rId23" Type="http://schemas.openxmlformats.org/officeDocument/2006/relationships/oleObject" Target="../embeddings/oleObject971.bin"/><Relationship Id="rId28" Type="http://schemas.openxmlformats.org/officeDocument/2006/relationships/image" Target="../media/image958.wmf"/><Relationship Id="rId36" Type="http://schemas.openxmlformats.org/officeDocument/2006/relationships/image" Target="../media/image962.wmf"/><Relationship Id="rId49" Type="http://schemas.openxmlformats.org/officeDocument/2006/relationships/oleObject" Target="../embeddings/oleObject984.bin"/><Relationship Id="rId10" Type="http://schemas.openxmlformats.org/officeDocument/2006/relationships/image" Target="../media/image949.wmf"/><Relationship Id="rId19" Type="http://schemas.openxmlformats.org/officeDocument/2006/relationships/oleObject" Target="../embeddings/oleObject969.bin"/><Relationship Id="rId31" Type="http://schemas.openxmlformats.org/officeDocument/2006/relationships/oleObject" Target="../embeddings/oleObject975.bin"/><Relationship Id="rId44" Type="http://schemas.openxmlformats.org/officeDocument/2006/relationships/image" Target="../media/image965.wmf"/><Relationship Id="rId4" Type="http://schemas.openxmlformats.org/officeDocument/2006/relationships/image" Target="../media/image946.wmf"/><Relationship Id="rId9" Type="http://schemas.openxmlformats.org/officeDocument/2006/relationships/oleObject" Target="../embeddings/oleObject964.bin"/><Relationship Id="rId14" Type="http://schemas.openxmlformats.org/officeDocument/2006/relationships/image" Target="../media/image951.wmf"/><Relationship Id="rId22" Type="http://schemas.openxmlformats.org/officeDocument/2006/relationships/image" Target="../media/image955.wmf"/><Relationship Id="rId27" Type="http://schemas.openxmlformats.org/officeDocument/2006/relationships/oleObject" Target="../embeddings/oleObject973.bin"/><Relationship Id="rId30" Type="http://schemas.openxmlformats.org/officeDocument/2006/relationships/image" Target="../media/image959.wmf"/><Relationship Id="rId35" Type="http://schemas.openxmlformats.org/officeDocument/2006/relationships/oleObject" Target="../embeddings/oleObject977.bin"/><Relationship Id="rId43" Type="http://schemas.openxmlformats.org/officeDocument/2006/relationships/oleObject" Target="../embeddings/oleObject981.bin"/><Relationship Id="rId48" Type="http://schemas.openxmlformats.org/officeDocument/2006/relationships/image" Target="../media/image967.wmf"/><Relationship Id="rId8" Type="http://schemas.openxmlformats.org/officeDocument/2006/relationships/image" Target="../media/image948.wmf"/><Relationship Id="rId3" Type="http://schemas.openxmlformats.org/officeDocument/2006/relationships/oleObject" Target="../embeddings/oleObject961.bin"/><Relationship Id="rId12" Type="http://schemas.openxmlformats.org/officeDocument/2006/relationships/image" Target="../media/image950.wmf"/><Relationship Id="rId17" Type="http://schemas.openxmlformats.org/officeDocument/2006/relationships/oleObject" Target="../embeddings/oleObject968.bin"/><Relationship Id="rId25" Type="http://schemas.openxmlformats.org/officeDocument/2006/relationships/oleObject" Target="../embeddings/oleObject972.bin"/><Relationship Id="rId33" Type="http://schemas.openxmlformats.org/officeDocument/2006/relationships/oleObject" Target="../embeddings/oleObject976.bin"/><Relationship Id="rId38" Type="http://schemas.openxmlformats.org/officeDocument/2006/relationships/image" Target="../media/image963.wmf"/><Relationship Id="rId46" Type="http://schemas.openxmlformats.org/officeDocument/2006/relationships/image" Target="../media/image966.wmf"/><Relationship Id="rId20" Type="http://schemas.openxmlformats.org/officeDocument/2006/relationships/image" Target="../media/image954.wmf"/><Relationship Id="rId41" Type="http://schemas.openxmlformats.org/officeDocument/2006/relationships/oleObject" Target="../embeddings/oleObject980.bin"/><Relationship Id="rId1" Type="http://schemas.openxmlformats.org/officeDocument/2006/relationships/slideLayout" Target="../slideLayouts/slideLayout521.xml"/><Relationship Id="rId6" Type="http://schemas.openxmlformats.org/officeDocument/2006/relationships/image" Target="../media/image947.wmf"/></Relationships>
</file>

<file path=ppt/slides/_rels/slide140.xml.rels><?xml version="1.0" encoding="UTF-8" standalone="yes"?>
<Relationships xmlns="http://schemas.openxmlformats.org/package/2006/relationships"><Relationship Id="rId8" Type="http://schemas.openxmlformats.org/officeDocument/2006/relationships/oleObject" Target="../embeddings/oleObject988.bin"/><Relationship Id="rId13" Type="http://schemas.openxmlformats.org/officeDocument/2006/relationships/image" Target="../media/image974.wmf"/><Relationship Id="rId18" Type="http://schemas.openxmlformats.org/officeDocument/2006/relationships/oleObject" Target="../embeddings/oleObject993.bin"/><Relationship Id="rId3" Type="http://schemas.openxmlformats.org/officeDocument/2006/relationships/image" Target="../media/image969.wmf"/><Relationship Id="rId7" Type="http://schemas.openxmlformats.org/officeDocument/2006/relationships/image" Target="../media/image971.wmf"/><Relationship Id="rId12" Type="http://schemas.openxmlformats.org/officeDocument/2006/relationships/oleObject" Target="../embeddings/oleObject990.bin"/><Relationship Id="rId17" Type="http://schemas.openxmlformats.org/officeDocument/2006/relationships/image" Target="../media/image976.wmf"/><Relationship Id="rId2" Type="http://schemas.openxmlformats.org/officeDocument/2006/relationships/oleObject" Target="../embeddings/oleObject985.bin"/><Relationship Id="rId16" Type="http://schemas.openxmlformats.org/officeDocument/2006/relationships/oleObject" Target="../embeddings/oleObject992.bin"/><Relationship Id="rId1" Type="http://schemas.openxmlformats.org/officeDocument/2006/relationships/slideLayout" Target="../slideLayouts/slideLayout521.xml"/><Relationship Id="rId6" Type="http://schemas.openxmlformats.org/officeDocument/2006/relationships/oleObject" Target="../embeddings/oleObject987.bin"/><Relationship Id="rId11" Type="http://schemas.openxmlformats.org/officeDocument/2006/relationships/image" Target="../media/image973.wmf"/><Relationship Id="rId5" Type="http://schemas.openxmlformats.org/officeDocument/2006/relationships/image" Target="../media/image970.wmf"/><Relationship Id="rId15" Type="http://schemas.openxmlformats.org/officeDocument/2006/relationships/image" Target="../media/image975.wmf"/><Relationship Id="rId10" Type="http://schemas.openxmlformats.org/officeDocument/2006/relationships/oleObject" Target="../embeddings/oleObject989.bin"/><Relationship Id="rId19" Type="http://schemas.openxmlformats.org/officeDocument/2006/relationships/image" Target="../media/image977.wmf"/><Relationship Id="rId4" Type="http://schemas.openxmlformats.org/officeDocument/2006/relationships/oleObject" Target="../embeddings/oleObject986.bin"/><Relationship Id="rId9" Type="http://schemas.openxmlformats.org/officeDocument/2006/relationships/image" Target="../media/image972.wmf"/><Relationship Id="rId14" Type="http://schemas.openxmlformats.org/officeDocument/2006/relationships/oleObject" Target="../embeddings/oleObject991.bin"/></Relationships>
</file>

<file path=ppt/slides/_rels/slide141.xml.rels><?xml version="1.0" encoding="UTF-8" standalone="yes"?>
<Relationships xmlns="http://schemas.openxmlformats.org/package/2006/relationships"><Relationship Id="rId8" Type="http://schemas.openxmlformats.org/officeDocument/2006/relationships/oleObject" Target="../embeddings/oleObject997.bin"/><Relationship Id="rId13" Type="http://schemas.openxmlformats.org/officeDocument/2006/relationships/image" Target="../media/image983.wmf"/><Relationship Id="rId3" Type="http://schemas.openxmlformats.org/officeDocument/2006/relationships/image" Target="../media/image978.wmf"/><Relationship Id="rId7" Type="http://schemas.openxmlformats.org/officeDocument/2006/relationships/image" Target="../media/image980.wmf"/><Relationship Id="rId12" Type="http://schemas.openxmlformats.org/officeDocument/2006/relationships/oleObject" Target="../embeddings/oleObject999.bin"/><Relationship Id="rId2" Type="http://schemas.openxmlformats.org/officeDocument/2006/relationships/oleObject" Target="../embeddings/oleObject994.bin"/><Relationship Id="rId1" Type="http://schemas.openxmlformats.org/officeDocument/2006/relationships/slideLayout" Target="../slideLayouts/slideLayout515.xml"/><Relationship Id="rId6" Type="http://schemas.openxmlformats.org/officeDocument/2006/relationships/oleObject" Target="../embeddings/oleObject996.bin"/><Relationship Id="rId11" Type="http://schemas.openxmlformats.org/officeDocument/2006/relationships/image" Target="../media/image982.wmf"/><Relationship Id="rId5" Type="http://schemas.openxmlformats.org/officeDocument/2006/relationships/image" Target="../media/image979.wmf"/><Relationship Id="rId10" Type="http://schemas.openxmlformats.org/officeDocument/2006/relationships/oleObject" Target="../embeddings/oleObject998.bin"/><Relationship Id="rId4" Type="http://schemas.openxmlformats.org/officeDocument/2006/relationships/oleObject" Target="../embeddings/oleObject995.bin"/><Relationship Id="rId9" Type="http://schemas.openxmlformats.org/officeDocument/2006/relationships/image" Target="../media/image981.wmf"/></Relationships>
</file>

<file path=ppt/slides/_rels/slide142.xml.rels><?xml version="1.0" encoding="UTF-8" standalone="yes"?>
<Relationships xmlns="http://schemas.openxmlformats.org/package/2006/relationships"><Relationship Id="rId8" Type="http://schemas.openxmlformats.org/officeDocument/2006/relationships/oleObject" Target="../embeddings/oleObject1003.bin"/><Relationship Id="rId13" Type="http://schemas.openxmlformats.org/officeDocument/2006/relationships/image" Target="../media/image989.wmf"/><Relationship Id="rId3" Type="http://schemas.openxmlformats.org/officeDocument/2006/relationships/image" Target="../media/image984.wmf"/><Relationship Id="rId7" Type="http://schemas.openxmlformats.org/officeDocument/2006/relationships/image" Target="../media/image986.wmf"/><Relationship Id="rId12" Type="http://schemas.openxmlformats.org/officeDocument/2006/relationships/oleObject" Target="../embeddings/oleObject1005.bin"/><Relationship Id="rId2" Type="http://schemas.openxmlformats.org/officeDocument/2006/relationships/oleObject" Target="../embeddings/oleObject1000.bin"/><Relationship Id="rId1" Type="http://schemas.openxmlformats.org/officeDocument/2006/relationships/slideLayout" Target="../slideLayouts/slideLayout515.xml"/><Relationship Id="rId6" Type="http://schemas.openxmlformats.org/officeDocument/2006/relationships/oleObject" Target="../embeddings/oleObject1002.bin"/><Relationship Id="rId11" Type="http://schemas.openxmlformats.org/officeDocument/2006/relationships/image" Target="../media/image988.wmf"/><Relationship Id="rId5" Type="http://schemas.openxmlformats.org/officeDocument/2006/relationships/image" Target="../media/image985.wmf"/><Relationship Id="rId15" Type="http://schemas.openxmlformats.org/officeDocument/2006/relationships/image" Target="../media/image990.wmf"/><Relationship Id="rId10" Type="http://schemas.openxmlformats.org/officeDocument/2006/relationships/oleObject" Target="../embeddings/oleObject1004.bin"/><Relationship Id="rId4" Type="http://schemas.openxmlformats.org/officeDocument/2006/relationships/oleObject" Target="../embeddings/oleObject1001.bin"/><Relationship Id="rId9" Type="http://schemas.openxmlformats.org/officeDocument/2006/relationships/image" Target="../media/image987.wmf"/><Relationship Id="rId14" Type="http://schemas.openxmlformats.org/officeDocument/2006/relationships/oleObject" Target="../embeddings/oleObject1006.bin"/></Relationships>
</file>

<file path=ppt/slides/_rels/slide143.xml.rels><?xml version="1.0" encoding="UTF-8" standalone="yes"?>
<Relationships xmlns="http://schemas.openxmlformats.org/package/2006/relationships"><Relationship Id="rId8" Type="http://schemas.openxmlformats.org/officeDocument/2006/relationships/oleObject" Target="../embeddings/oleObject1007.bin"/><Relationship Id="rId13" Type="http://schemas.openxmlformats.org/officeDocument/2006/relationships/image" Target="../media/image993.wmf"/><Relationship Id="rId18" Type="http://schemas.openxmlformats.org/officeDocument/2006/relationships/oleObject" Target="../embeddings/oleObject1012.bin"/><Relationship Id="rId3" Type="http://schemas.openxmlformats.org/officeDocument/2006/relationships/image" Target="../media/image978.wmf"/><Relationship Id="rId21" Type="http://schemas.openxmlformats.org/officeDocument/2006/relationships/image" Target="../media/image997.wmf"/><Relationship Id="rId7" Type="http://schemas.openxmlformats.org/officeDocument/2006/relationships/image" Target="../media/image980.wmf"/><Relationship Id="rId12" Type="http://schemas.openxmlformats.org/officeDocument/2006/relationships/oleObject" Target="../embeddings/oleObject1009.bin"/><Relationship Id="rId17" Type="http://schemas.openxmlformats.org/officeDocument/2006/relationships/image" Target="../media/image995.wmf"/><Relationship Id="rId2" Type="http://schemas.openxmlformats.org/officeDocument/2006/relationships/oleObject" Target="../embeddings/oleObject994.bin"/><Relationship Id="rId16" Type="http://schemas.openxmlformats.org/officeDocument/2006/relationships/oleObject" Target="../embeddings/oleObject1011.bin"/><Relationship Id="rId20" Type="http://schemas.openxmlformats.org/officeDocument/2006/relationships/oleObject" Target="../embeddings/oleObject1013.bin"/><Relationship Id="rId1" Type="http://schemas.openxmlformats.org/officeDocument/2006/relationships/slideLayout" Target="../slideLayouts/slideLayout515.xml"/><Relationship Id="rId6" Type="http://schemas.openxmlformats.org/officeDocument/2006/relationships/oleObject" Target="../embeddings/oleObject996.bin"/><Relationship Id="rId11" Type="http://schemas.openxmlformats.org/officeDocument/2006/relationships/image" Target="../media/image992.wmf"/><Relationship Id="rId5" Type="http://schemas.openxmlformats.org/officeDocument/2006/relationships/image" Target="../media/image979.wmf"/><Relationship Id="rId15" Type="http://schemas.openxmlformats.org/officeDocument/2006/relationships/image" Target="../media/image994.wmf"/><Relationship Id="rId23" Type="http://schemas.openxmlformats.org/officeDocument/2006/relationships/image" Target="../media/image998.wmf"/><Relationship Id="rId10" Type="http://schemas.openxmlformats.org/officeDocument/2006/relationships/oleObject" Target="../embeddings/oleObject1008.bin"/><Relationship Id="rId19" Type="http://schemas.openxmlformats.org/officeDocument/2006/relationships/image" Target="../media/image996.wmf"/><Relationship Id="rId4" Type="http://schemas.openxmlformats.org/officeDocument/2006/relationships/oleObject" Target="../embeddings/oleObject995.bin"/><Relationship Id="rId9" Type="http://schemas.openxmlformats.org/officeDocument/2006/relationships/image" Target="../media/image991.wmf"/><Relationship Id="rId14" Type="http://schemas.openxmlformats.org/officeDocument/2006/relationships/oleObject" Target="../embeddings/oleObject1010.bin"/><Relationship Id="rId22" Type="http://schemas.openxmlformats.org/officeDocument/2006/relationships/oleObject" Target="../embeddings/oleObject1014.bin"/></Relationships>
</file>

<file path=ppt/slides/_rels/slide14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08.xml"/><Relationship Id="rId1" Type="http://schemas.openxmlformats.org/officeDocument/2006/relationships/slideLayout" Target="../slideLayouts/slideLayout453.xml"/></Relationships>
</file>

<file path=ppt/slides/_rels/slide145.xml.rels><?xml version="1.0" encoding="UTF-8" standalone="yes"?>
<Relationships xmlns="http://schemas.openxmlformats.org/package/2006/relationships"><Relationship Id="rId8" Type="http://schemas.openxmlformats.org/officeDocument/2006/relationships/image" Target="../media/image1001.wmf"/><Relationship Id="rId3" Type="http://schemas.openxmlformats.org/officeDocument/2006/relationships/oleObject" Target="../embeddings/oleObject1015.bin"/><Relationship Id="rId7" Type="http://schemas.openxmlformats.org/officeDocument/2006/relationships/oleObject" Target="../embeddings/oleObject1017.bin"/><Relationship Id="rId2" Type="http://schemas.openxmlformats.org/officeDocument/2006/relationships/notesSlide" Target="../notesSlides/notesSlide109.xml"/><Relationship Id="rId1" Type="http://schemas.openxmlformats.org/officeDocument/2006/relationships/slideLayout" Target="../slideLayouts/slideLayout499.xml"/><Relationship Id="rId6" Type="http://schemas.openxmlformats.org/officeDocument/2006/relationships/image" Target="../media/image1000.wmf"/><Relationship Id="rId5" Type="http://schemas.openxmlformats.org/officeDocument/2006/relationships/oleObject" Target="../embeddings/oleObject1016.bin"/><Relationship Id="rId10" Type="http://schemas.openxmlformats.org/officeDocument/2006/relationships/image" Target="../media/image1002.wmf"/><Relationship Id="rId4" Type="http://schemas.openxmlformats.org/officeDocument/2006/relationships/image" Target="../media/image999.wmf"/><Relationship Id="rId9" Type="http://schemas.openxmlformats.org/officeDocument/2006/relationships/oleObject" Target="../embeddings/oleObject1018.bin"/></Relationships>
</file>

<file path=ppt/slides/_rels/slide146.xml.rels><?xml version="1.0" encoding="UTF-8" standalone="yes"?>
<Relationships xmlns="http://schemas.openxmlformats.org/package/2006/relationships"><Relationship Id="rId8" Type="http://schemas.openxmlformats.org/officeDocument/2006/relationships/oleObject" Target="../embeddings/oleObject1022.bin"/><Relationship Id="rId3" Type="http://schemas.openxmlformats.org/officeDocument/2006/relationships/image" Target="../media/image1003.wmf"/><Relationship Id="rId7" Type="http://schemas.openxmlformats.org/officeDocument/2006/relationships/image" Target="../media/image1005.wmf"/><Relationship Id="rId2" Type="http://schemas.openxmlformats.org/officeDocument/2006/relationships/oleObject" Target="../embeddings/oleObject1019.bin"/><Relationship Id="rId1" Type="http://schemas.openxmlformats.org/officeDocument/2006/relationships/slideLayout" Target="../slideLayouts/slideLayout521.xml"/><Relationship Id="rId6" Type="http://schemas.openxmlformats.org/officeDocument/2006/relationships/oleObject" Target="../embeddings/oleObject1021.bin"/><Relationship Id="rId11" Type="http://schemas.openxmlformats.org/officeDocument/2006/relationships/image" Target="../media/image1007.wmf"/><Relationship Id="rId5" Type="http://schemas.openxmlformats.org/officeDocument/2006/relationships/image" Target="../media/image1004.wmf"/><Relationship Id="rId10" Type="http://schemas.openxmlformats.org/officeDocument/2006/relationships/oleObject" Target="../embeddings/oleObject1023.bin"/><Relationship Id="rId4" Type="http://schemas.openxmlformats.org/officeDocument/2006/relationships/oleObject" Target="../embeddings/oleObject1020.bin"/><Relationship Id="rId9" Type="http://schemas.openxmlformats.org/officeDocument/2006/relationships/image" Target="../media/image1006.wmf"/></Relationships>
</file>

<file path=ppt/slides/_rels/slide147.xml.rels><?xml version="1.0" encoding="UTF-8" standalone="yes"?>
<Relationships xmlns="http://schemas.openxmlformats.org/package/2006/relationships"><Relationship Id="rId3" Type="http://schemas.openxmlformats.org/officeDocument/2006/relationships/oleObject" Target="../embeddings/oleObject1024.bin"/><Relationship Id="rId2" Type="http://schemas.openxmlformats.org/officeDocument/2006/relationships/notesSlide" Target="../notesSlides/notesSlide110.xml"/><Relationship Id="rId1" Type="http://schemas.openxmlformats.org/officeDocument/2006/relationships/slideLayout" Target="../slideLayouts/slideLayout521.xml"/><Relationship Id="rId6" Type="http://schemas.openxmlformats.org/officeDocument/2006/relationships/image" Target="../media/image1009.wmf"/><Relationship Id="rId5" Type="http://schemas.openxmlformats.org/officeDocument/2006/relationships/oleObject" Target="../embeddings/oleObject1025.bin"/><Relationship Id="rId4" Type="http://schemas.openxmlformats.org/officeDocument/2006/relationships/image" Target="../media/image1008.wmf"/></Relationships>
</file>

<file path=ppt/slides/_rels/slide148.xml.rels><?xml version="1.0" encoding="UTF-8" standalone="yes"?>
<Relationships xmlns="http://schemas.openxmlformats.org/package/2006/relationships"><Relationship Id="rId8" Type="http://schemas.openxmlformats.org/officeDocument/2006/relationships/oleObject" Target="../embeddings/oleObject1028.bin"/><Relationship Id="rId13" Type="http://schemas.openxmlformats.org/officeDocument/2006/relationships/image" Target="../media/image1014.wmf"/><Relationship Id="rId18" Type="http://schemas.openxmlformats.org/officeDocument/2006/relationships/oleObject" Target="../embeddings/oleObject1033.bin"/><Relationship Id="rId3" Type="http://schemas.openxmlformats.org/officeDocument/2006/relationships/image" Target="../media/image2.jpeg"/><Relationship Id="rId21" Type="http://schemas.openxmlformats.org/officeDocument/2006/relationships/image" Target="../media/image1018.wmf"/><Relationship Id="rId7" Type="http://schemas.openxmlformats.org/officeDocument/2006/relationships/image" Target="../media/image1011.wmf"/><Relationship Id="rId12" Type="http://schemas.openxmlformats.org/officeDocument/2006/relationships/oleObject" Target="../embeddings/oleObject1030.bin"/><Relationship Id="rId17" Type="http://schemas.openxmlformats.org/officeDocument/2006/relationships/image" Target="../media/image1016.wmf"/><Relationship Id="rId25" Type="http://schemas.openxmlformats.org/officeDocument/2006/relationships/image" Target="../media/image1020.wmf"/><Relationship Id="rId2" Type="http://schemas.openxmlformats.org/officeDocument/2006/relationships/notesSlide" Target="../notesSlides/notesSlide111.xml"/><Relationship Id="rId16" Type="http://schemas.openxmlformats.org/officeDocument/2006/relationships/oleObject" Target="../embeddings/oleObject1032.bin"/><Relationship Id="rId20" Type="http://schemas.openxmlformats.org/officeDocument/2006/relationships/oleObject" Target="../embeddings/oleObject1034.bin"/><Relationship Id="rId1" Type="http://schemas.openxmlformats.org/officeDocument/2006/relationships/slideLayout" Target="../slideLayouts/slideLayout476.xml"/><Relationship Id="rId6" Type="http://schemas.openxmlformats.org/officeDocument/2006/relationships/oleObject" Target="../embeddings/oleObject1027.bin"/><Relationship Id="rId11" Type="http://schemas.openxmlformats.org/officeDocument/2006/relationships/image" Target="../media/image1013.wmf"/><Relationship Id="rId24" Type="http://schemas.openxmlformats.org/officeDocument/2006/relationships/oleObject" Target="../embeddings/oleObject1036.bin"/><Relationship Id="rId5" Type="http://schemas.openxmlformats.org/officeDocument/2006/relationships/image" Target="../media/image1010.wmf"/><Relationship Id="rId15" Type="http://schemas.openxmlformats.org/officeDocument/2006/relationships/image" Target="../media/image1015.wmf"/><Relationship Id="rId23" Type="http://schemas.openxmlformats.org/officeDocument/2006/relationships/image" Target="../media/image1019.wmf"/><Relationship Id="rId10" Type="http://schemas.openxmlformats.org/officeDocument/2006/relationships/oleObject" Target="../embeddings/oleObject1029.bin"/><Relationship Id="rId19" Type="http://schemas.openxmlformats.org/officeDocument/2006/relationships/image" Target="../media/image1017.wmf"/><Relationship Id="rId4" Type="http://schemas.openxmlformats.org/officeDocument/2006/relationships/oleObject" Target="../embeddings/oleObject1026.bin"/><Relationship Id="rId9" Type="http://schemas.openxmlformats.org/officeDocument/2006/relationships/image" Target="../media/image1012.wmf"/><Relationship Id="rId14" Type="http://schemas.openxmlformats.org/officeDocument/2006/relationships/oleObject" Target="../embeddings/oleObject1031.bin"/><Relationship Id="rId22" Type="http://schemas.openxmlformats.org/officeDocument/2006/relationships/oleObject" Target="../embeddings/oleObject1035.bin"/></Relationships>
</file>

<file path=ppt/slides/_rels/slide149.xml.rels><?xml version="1.0" encoding="UTF-8" standalone="yes"?>
<Relationships xmlns="http://schemas.openxmlformats.org/package/2006/relationships"><Relationship Id="rId8" Type="http://schemas.openxmlformats.org/officeDocument/2006/relationships/image" Target="../media/image1023.wmf"/><Relationship Id="rId13" Type="http://schemas.openxmlformats.org/officeDocument/2006/relationships/oleObject" Target="../embeddings/oleObject1042.bin"/><Relationship Id="rId18" Type="http://schemas.openxmlformats.org/officeDocument/2006/relationships/image" Target="../media/image1028.wmf"/><Relationship Id="rId3" Type="http://schemas.openxmlformats.org/officeDocument/2006/relationships/oleObject" Target="../embeddings/oleObject1037.bin"/><Relationship Id="rId21" Type="http://schemas.openxmlformats.org/officeDocument/2006/relationships/oleObject" Target="../embeddings/oleObject1046.bin"/><Relationship Id="rId7" Type="http://schemas.openxmlformats.org/officeDocument/2006/relationships/oleObject" Target="../embeddings/oleObject1039.bin"/><Relationship Id="rId12" Type="http://schemas.openxmlformats.org/officeDocument/2006/relationships/image" Target="../media/image1025.wmf"/><Relationship Id="rId17" Type="http://schemas.openxmlformats.org/officeDocument/2006/relationships/oleObject" Target="../embeddings/oleObject1044.bin"/><Relationship Id="rId2" Type="http://schemas.openxmlformats.org/officeDocument/2006/relationships/notesSlide" Target="../notesSlides/notesSlide112.xml"/><Relationship Id="rId16" Type="http://schemas.openxmlformats.org/officeDocument/2006/relationships/image" Target="../media/image1027.wmf"/><Relationship Id="rId20" Type="http://schemas.openxmlformats.org/officeDocument/2006/relationships/image" Target="../media/image1029.wmf"/><Relationship Id="rId1" Type="http://schemas.openxmlformats.org/officeDocument/2006/relationships/slideLayout" Target="../slideLayouts/slideLayout453.xml"/><Relationship Id="rId6" Type="http://schemas.openxmlformats.org/officeDocument/2006/relationships/image" Target="../media/image1022.wmf"/><Relationship Id="rId11" Type="http://schemas.openxmlformats.org/officeDocument/2006/relationships/oleObject" Target="../embeddings/oleObject1041.bin"/><Relationship Id="rId5" Type="http://schemas.openxmlformats.org/officeDocument/2006/relationships/oleObject" Target="../embeddings/oleObject1038.bin"/><Relationship Id="rId15" Type="http://schemas.openxmlformats.org/officeDocument/2006/relationships/oleObject" Target="../embeddings/oleObject1043.bin"/><Relationship Id="rId23" Type="http://schemas.openxmlformats.org/officeDocument/2006/relationships/image" Target="../media/image2.jpeg"/><Relationship Id="rId10" Type="http://schemas.openxmlformats.org/officeDocument/2006/relationships/image" Target="../media/image1024.wmf"/><Relationship Id="rId19" Type="http://schemas.openxmlformats.org/officeDocument/2006/relationships/oleObject" Target="../embeddings/oleObject1045.bin"/><Relationship Id="rId4" Type="http://schemas.openxmlformats.org/officeDocument/2006/relationships/image" Target="../media/image1021.wmf"/><Relationship Id="rId9" Type="http://schemas.openxmlformats.org/officeDocument/2006/relationships/oleObject" Target="../embeddings/oleObject1040.bin"/><Relationship Id="rId14" Type="http://schemas.openxmlformats.org/officeDocument/2006/relationships/image" Target="../media/image1026.wmf"/><Relationship Id="rId22" Type="http://schemas.openxmlformats.org/officeDocument/2006/relationships/image" Target="../media/image1030.wmf"/></Relationships>
</file>

<file path=ppt/slides/_rels/slide150.xml.rels><?xml version="1.0" encoding="UTF-8" standalone="yes"?>
<Relationships xmlns="http://schemas.openxmlformats.org/package/2006/relationships"><Relationship Id="rId13" Type="http://schemas.openxmlformats.org/officeDocument/2006/relationships/image" Target="../media/image1036.wmf"/><Relationship Id="rId18" Type="http://schemas.openxmlformats.org/officeDocument/2006/relationships/oleObject" Target="../embeddings/oleObject1055.bin"/><Relationship Id="rId26" Type="http://schemas.openxmlformats.org/officeDocument/2006/relationships/oleObject" Target="../embeddings/oleObject1059.bin"/><Relationship Id="rId39" Type="http://schemas.openxmlformats.org/officeDocument/2006/relationships/image" Target="../media/image1049.wmf"/><Relationship Id="rId21" Type="http://schemas.openxmlformats.org/officeDocument/2006/relationships/image" Target="../media/image1040.wmf"/><Relationship Id="rId34" Type="http://schemas.openxmlformats.org/officeDocument/2006/relationships/oleObject" Target="../embeddings/oleObject1063.bin"/><Relationship Id="rId42" Type="http://schemas.openxmlformats.org/officeDocument/2006/relationships/oleObject" Target="../embeddings/oleObject1067.bin"/><Relationship Id="rId47" Type="http://schemas.openxmlformats.org/officeDocument/2006/relationships/image" Target="../media/image1053.wmf"/><Relationship Id="rId7" Type="http://schemas.openxmlformats.org/officeDocument/2006/relationships/image" Target="../media/image1033.wmf"/><Relationship Id="rId2" Type="http://schemas.openxmlformats.org/officeDocument/2006/relationships/oleObject" Target="../embeddings/oleObject1047.bin"/><Relationship Id="rId16" Type="http://schemas.openxmlformats.org/officeDocument/2006/relationships/oleObject" Target="../embeddings/oleObject1054.bin"/><Relationship Id="rId29" Type="http://schemas.openxmlformats.org/officeDocument/2006/relationships/image" Target="../media/image1044.wmf"/><Relationship Id="rId11" Type="http://schemas.openxmlformats.org/officeDocument/2006/relationships/image" Target="../media/image1035.wmf"/><Relationship Id="rId24" Type="http://schemas.openxmlformats.org/officeDocument/2006/relationships/oleObject" Target="../embeddings/oleObject1058.bin"/><Relationship Id="rId32" Type="http://schemas.openxmlformats.org/officeDocument/2006/relationships/oleObject" Target="../embeddings/oleObject1062.bin"/><Relationship Id="rId37" Type="http://schemas.openxmlformats.org/officeDocument/2006/relationships/image" Target="../media/image1048.wmf"/><Relationship Id="rId40" Type="http://schemas.openxmlformats.org/officeDocument/2006/relationships/oleObject" Target="../embeddings/oleObject1066.bin"/><Relationship Id="rId45" Type="http://schemas.openxmlformats.org/officeDocument/2006/relationships/image" Target="../media/image1052.wmf"/><Relationship Id="rId5" Type="http://schemas.openxmlformats.org/officeDocument/2006/relationships/image" Target="../media/image1032.wmf"/><Relationship Id="rId15" Type="http://schemas.openxmlformats.org/officeDocument/2006/relationships/image" Target="../media/image1037.wmf"/><Relationship Id="rId23" Type="http://schemas.openxmlformats.org/officeDocument/2006/relationships/image" Target="../media/image1041.wmf"/><Relationship Id="rId28" Type="http://schemas.openxmlformats.org/officeDocument/2006/relationships/oleObject" Target="../embeddings/oleObject1060.bin"/><Relationship Id="rId36" Type="http://schemas.openxmlformats.org/officeDocument/2006/relationships/oleObject" Target="../embeddings/oleObject1064.bin"/><Relationship Id="rId49" Type="http://schemas.openxmlformats.org/officeDocument/2006/relationships/image" Target="../media/image1054.wmf"/><Relationship Id="rId10" Type="http://schemas.openxmlformats.org/officeDocument/2006/relationships/oleObject" Target="../embeddings/oleObject1051.bin"/><Relationship Id="rId19" Type="http://schemas.openxmlformats.org/officeDocument/2006/relationships/image" Target="../media/image1039.wmf"/><Relationship Id="rId31" Type="http://schemas.openxmlformats.org/officeDocument/2006/relationships/image" Target="../media/image1045.wmf"/><Relationship Id="rId44" Type="http://schemas.openxmlformats.org/officeDocument/2006/relationships/oleObject" Target="../embeddings/oleObject1068.bin"/><Relationship Id="rId4" Type="http://schemas.openxmlformats.org/officeDocument/2006/relationships/oleObject" Target="../embeddings/oleObject1048.bin"/><Relationship Id="rId9" Type="http://schemas.openxmlformats.org/officeDocument/2006/relationships/image" Target="../media/image1034.wmf"/><Relationship Id="rId14" Type="http://schemas.openxmlformats.org/officeDocument/2006/relationships/oleObject" Target="../embeddings/oleObject1053.bin"/><Relationship Id="rId22" Type="http://schemas.openxmlformats.org/officeDocument/2006/relationships/oleObject" Target="../embeddings/oleObject1057.bin"/><Relationship Id="rId27" Type="http://schemas.openxmlformats.org/officeDocument/2006/relationships/image" Target="../media/image1043.wmf"/><Relationship Id="rId30" Type="http://schemas.openxmlformats.org/officeDocument/2006/relationships/oleObject" Target="../embeddings/oleObject1061.bin"/><Relationship Id="rId35" Type="http://schemas.openxmlformats.org/officeDocument/2006/relationships/image" Target="../media/image1047.wmf"/><Relationship Id="rId43" Type="http://schemas.openxmlformats.org/officeDocument/2006/relationships/image" Target="../media/image1051.wmf"/><Relationship Id="rId48" Type="http://schemas.openxmlformats.org/officeDocument/2006/relationships/oleObject" Target="../embeddings/oleObject1070.bin"/><Relationship Id="rId8" Type="http://schemas.openxmlformats.org/officeDocument/2006/relationships/oleObject" Target="../embeddings/oleObject1050.bin"/><Relationship Id="rId3" Type="http://schemas.openxmlformats.org/officeDocument/2006/relationships/image" Target="../media/image1031.wmf"/><Relationship Id="rId12" Type="http://schemas.openxmlformats.org/officeDocument/2006/relationships/oleObject" Target="../embeddings/oleObject1052.bin"/><Relationship Id="rId17" Type="http://schemas.openxmlformats.org/officeDocument/2006/relationships/image" Target="../media/image1038.wmf"/><Relationship Id="rId25" Type="http://schemas.openxmlformats.org/officeDocument/2006/relationships/image" Target="../media/image1042.wmf"/><Relationship Id="rId33" Type="http://schemas.openxmlformats.org/officeDocument/2006/relationships/image" Target="../media/image1046.wmf"/><Relationship Id="rId38" Type="http://schemas.openxmlformats.org/officeDocument/2006/relationships/oleObject" Target="../embeddings/oleObject1065.bin"/><Relationship Id="rId46" Type="http://schemas.openxmlformats.org/officeDocument/2006/relationships/oleObject" Target="../embeddings/oleObject1069.bin"/><Relationship Id="rId20" Type="http://schemas.openxmlformats.org/officeDocument/2006/relationships/oleObject" Target="../embeddings/oleObject1056.bin"/><Relationship Id="rId41" Type="http://schemas.openxmlformats.org/officeDocument/2006/relationships/image" Target="../media/image1050.wmf"/><Relationship Id="rId1" Type="http://schemas.openxmlformats.org/officeDocument/2006/relationships/slideLayout" Target="../slideLayouts/slideLayout532.xml"/><Relationship Id="rId6" Type="http://schemas.openxmlformats.org/officeDocument/2006/relationships/oleObject" Target="../embeddings/oleObject1049.bin"/></Relationships>
</file>

<file path=ppt/slides/_rels/slide151.xml.rels><?xml version="1.0" encoding="UTF-8" standalone="yes"?>
<Relationships xmlns="http://schemas.openxmlformats.org/package/2006/relationships"><Relationship Id="rId8" Type="http://schemas.openxmlformats.org/officeDocument/2006/relationships/image" Target="../media/image1057.wmf"/><Relationship Id="rId13" Type="http://schemas.openxmlformats.org/officeDocument/2006/relationships/oleObject" Target="../embeddings/oleObject1076.bin"/><Relationship Id="rId18" Type="http://schemas.openxmlformats.org/officeDocument/2006/relationships/image" Target="../media/image1062.wmf"/><Relationship Id="rId26" Type="http://schemas.openxmlformats.org/officeDocument/2006/relationships/image" Target="../media/image1066.wmf"/><Relationship Id="rId3" Type="http://schemas.openxmlformats.org/officeDocument/2006/relationships/oleObject" Target="../embeddings/oleObject1071.bin"/><Relationship Id="rId21" Type="http://schemas.openxmlformats.org/officeDocument/2006/relationships/oleObject" Target="../embeddings/oleObject1080.bin"/><Relationship Id="rId7" Type="http://schemas.openxmlformats.org/officeDocument/2006/relationships/oleObject" Target="../embeddings/oleObject1073.bin"/><Relationship Id="rId12" Type="http://schemas.openxmlformats.org/officeDocument/2006/relationships/image" Target="../media/image1059.wmf"/><Relationship Id="rId17" Type="http://schemas.openxmlformats.org/officeDocument/2006/relationships/oleObject" Target="../embeddings/oleObject1078.bin"/><Relationship Id="rId25" Type="http://schemas.openxmlformats.org/officeDocument/2006/relationships/oleObject" Target="../embeddings/oleObject1082.bin"/><Relationship Id="rId2" Type="http://schemas.openxmlformats.org/officeDocument/2006/relationships/notesSlide" Target="../notesSlides/notesSlide113.xml"/><Relationship Id="rId16" Type="http://schemas.openxmlformats.org/officeDocument/2006/relationships/image" Target="../media/image1061.wmf"/><Relationship Id="rId20" Type="http://schemas.openxmlformats.org/officeDocument/2006/relationships/image" Target="../media/image1063.wmf"/><Relationship Id="rId29" Type="http://schemas.openxmlformats.org/officeDocument/2006/relationships/oleObject" Target="../embeddings/oleObject1084.bin"/><Relationship Id="rId1" Type="http://schemas.openxmlformats.org/officeDocument/2006/relationships/slideLayout" Target="../slideLayouts/slideLayout532.xml"/><Relationship Id="rId6" Type="http://schemas.openxmlformats.org/officeDocument/2006/relationships/image" Target="../media/image1056.wmf"/><Relationship Id="rId11" Type="http://schemas.openxmlformats.org/officeDocument/2006/relationships/oleObject" Target="../embeddings/oleObject1075.bin"/><Relationship Id="rId24" Type="http://schemas.openxmlformats.org/officeDocument/2006/relationships/image" Target="../media/image1065.wmf"/><Relationship Id="rId32" Type="http://schemas.openxmlformats.org/officeDocument/2006/relationships/image" Target="../media/image1069.wmf"/><Relationship Id="rId5" Type="http://schemas.openxmlformats.org/officeDocument/2006/relationships/oleObject" Target="../embeddings/oleObject1072.bin"/><Relationship Id="rId15" Type="http://schemas.openxmlformats.org/officeDocument/2006/relationships/oleObject" Target="../embeddings/oleObject1077.bin"/><Relationship Id="rId23" Type="http://schemas.openxmlformats.org/officeDocument/2006/relationships/oleObject" Target="../embeddings/oleObject1081.bin"/><Relationship Id="rId28" Type="http://schemas.openxmlformats.org/officeDocument/2006/relationships/image" Target="../media/image1067.wmf"/><Relationship Id="rId10" Type="http://schemas.openxmlformats.org/officeDocument/2006/relationships/image" Target="../media/image1058.wmf"/><Relationship Id="rId19" Type="http://schemas.openxmlformats.org/officeDocument/2006/relationships/oleObject" Target="../embeddings/oleObject1079.bin"/><Relationship Id="rId31" Type="http://schemas.openxmlformats.org/officeDocument/2006/relationships/oleObject" Target="../embeddings/oleObject1085.bin"/><Relationship Id="rId4" Type="http://schemas.openxmlformats.org/officeDocument/2006/relationships/image" Target="../media/image1055.wmf"/><Relationship Id="rId9" Type="http://schemas.openxmlformats.org/officeDocument/2006/relationships/oleObject" Target="../embeddings/oleObject1074.bin"/><Relationship Id="rId14" Type="http://schemas.openxmlformats.org/officeDocument/2006/relationships/image" Target="../media/image1060.wmf"/><Relationship Id="rId22" Type="http://schemas.openxmlformats.org/officeDocument/2006/relationships/image" Target="../media/image1064.wmf"/><Relationship Id="rId27" Type="http://schemas.openxmlformats.org/officeDocument/2006/relationships/oleObject" Target="../embeddings/oleObject1083.bin"/><Relationship Id="rId30" Type="http://schemas.openxmlformats.org/officeDocument/2006/relationships/image" Target="../media/image1068.wmf"/></Relationships>
</file>

<file path=ppt/slides/_rels/slide152.xml.rels><?xml version="1.0" encoding="UTF-8" standalone="yes"?>
<Relationships xmlns="http://schemas.openxmlformats.org/package/2006/relationships"><Relationship Id="rId8" Type="http://schemas.openxmlformats.org/officeDocument/2006/relationships/image" Target="../media/image1072.wmf"/><Relationship Id="rId13" Type="http://schemas.openxmlformats.org/officeDocument/2006/relationships/oleObject" Target="../embeddings/oleObject1091.bin"/><Relationship Id="rId18" Type="http://schemas.openxmlformats.org/officeDocument/2006/relationships/image" Target="../media/image1077.wmf"/><Relationship Id="rId26" Type="http://schemas.openxmlformats.org/officeDocument/2006/relationships/image" Target="../media/image1081.wmf"/><Relationship Id="rId3" Type="http://schemas.openxmlformats.org/officeDocument/2006/relationships/oleObject" Target="../embeddings/oleObject1086.bin"/><Relationship Id="rId21" Type="http://schemas.openxmlformats.org/officeDocument/2006/relationships/oleObject" Target="../embeddings/oleObject1095.bin"/><Relationship Id="rId7" Type="http://schemas.openxmlformats.org/officeDocument/2006/relationships/oleObject" Target="../embeddings/oleObject1088.bin"/><Relationship Id="rId12" Type="http://schemas.openxmlformats.org/officeDocument/2006/relationships/image" Target="../media/image1074.wmf"/><Relationship Id="rId17" Type="http://schemas.openxmlformats.org/officeDocument/2006/relationships/oleObject" Target="../embeddings/oleObject1093.bin"/><Relationship Id="rId25" Type="http://schemas.openxmlformats.org/officeDocument/2006/relationships/oleObject" Target="../embeddings/oleObject1097.bin"/><Relationship Id="rId2" Type="http://schemas.openxmlformats.org/officeDocument/2006/relationships/notesSlide" Target="../notesSlides/notesSlide114.xml"/><Relationship Id="rId16" Type="http://schemas.openxmlformats.org/officeDocument/2006/relationships/image" Target="../media/image1076.wmf"/><Relationship Id="rId20" Type="http://schemas.openxmlformats.org/officeDocument/2006/relationships/image" Target="../media/image1078.wmf"/><Relationship Id="rId29" Type="http://schemas.openxmlformats.org/officeDocument/2006/relationships/oleObject" Target="../embeddings/oleObject1099.bin"/><Relationship Id="rId1" Type="http://schemas.openxmlformats.org/officeDocument/2006/relationships/slideLayout" Target="../slideLayouts/slideLayout532.xml"/><Relationship Id="rId6" Type="http://schemas.openxmlformats.org/officeDocument/2006/relationships/image" Target="../media/image1071.wmf"/><Relationship Id="rId11" Type="http://schemas.openxmlformats.org/officeDocument/2006/relationships/oleObject" Target="../embeddings/oleObject1090.bin"/><Relationship Id="rId24" Type="http://schemas.openxmlformats.org/officeDocument/2006/relationships/image" Target="../media/image1080.wmf"/><Relationship Id="rId32" Type="http://schemas.openxmlformats.org/officeDocument/2006/relationships/image" Target="../media/image1084.wmf"/><Relationship Id="rId5" Type="http://schemas.openxmlformats.org/officeDocument/2006/relationships/oleObject" Target="../embeddings/oleObject1087.bin"/><Relationship Id="rId15" Type="http://schemas.openxmlformats.org/officeDocument/2006/relationships/oleObject" Target="../embeddings/oleObject1092.bin"/><Relationship Id="rId23" Type="http://schemas.openxmlformats.org/officeDocument/2006/relationships/oleObject" Target="../embeddings/oleObject1096.bin"/><Relationship Id="rId28" Type="http://schemas.openxmlformats.org/officeDocument/2006/relationships/image" Target="../media/image1082.wmf"/><Relationship Id="rId10" Type="http://schemas.openxmlformats.org/officeDocument/2006/relationships/image" Target="../media/image1073.wmf"/><Relationship Id="rId19" Type="http://schemas.openxmlformats.org/officeDocument/2006/relationships/oleObject" Target="../embeddings/oleObject1094.bin"/><Relationship Id="rId31" Type="http://schemas.openxmlformats.org/officeDocument/2006/relationships/oleObject" Target="../embeddings/oleObject1100.bin"/><Relationship Id="rId4" Type="http://schemas.openxmlformats.org/officeDocument/2006/relationships/image" Target="../media/image1070.wmf"/><Relationship Id="rId9" Type="http://schemas.openxmlformats.org/officeDocument/2006/relationships/oleObject" Target="../embeddings/oleObject1089.bin"/><Relationship Id="rId14" Type="http://schemas.openxmlformats.org/officeDocument/2006/relationships/image" Target="../media/image1075.wmf"/><Relationship Id="rId22" Type="http://schemas.openxmlformats.org/officeDocument/2006/relationships/image" Target="../media/image1079.wmf"/><Relationship Id="rId27" Type="http://schemas.openxmlformats.org/officeDocument/2006/relationships/oleObject" Target="../embeddings/oleObject1098.bin"/><Relationship Id="rId30" Type="http://schemas.openxmlformats.org/officeDocument/2006/relationships/image" Target="../media/image1083.wmf"/></Relationships>
</file>

<file path=ppt/slides/_rels/slide153.xml.rels><?xml version="1.0" encoding="UTF-8" standalone="yes"?>
<Relationships xmlns="http://schemas.openxmlformats.org/package/2006/relationships"><Relationship Id="rId8" Type="http://schemas.openxmlformats.org/officeDocument/2006/relationships/oleObject" Target="../embeddings/oleObject1101.bin"/><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notesSlide" Target="../notesSlides/notesSlide115.xml"/><Relationship Id="rId1" Type="http://schemas.openxmlformats.org/officeDocument/2006/relationships/slideLayout" Target="../slideLayouts/slideLayout476.xml"/><Relationship Id="rId6" Type="http://schemas.openxmlformats.org/officeDocument/2006/relationships/diagramColors" Target="../diagrams/colors14.xml"/><Relationship Id="rId5" Type="http://schemas.openxmlformats.org/officeDocument/2006/relationships/diagramQuickStyle" Target="../diagrams/quickStyle14.xml"/><Relationship Id="rId10" Type="http://schemas.openxmlformats.org/officeDocument/2006/relationships/image" Target="../media/image2.jpeg"/><Relationship Id="rId4" Type="http://schemas.openxmlformats.org/officeDocument/2006/relationships/diagramLayout" Target="../diagrams/layout14.xml"/><Relationship Id="rId9" Type="http://schemas.openxmlformats.org/officeDocument/2006/relationships/image" Target="../media/image1085.wmf"/></Relationships>
</file>

<file path=ppt/slides/_rels/slide154.xml.rels><?xml version="1.0" encoding="UTF-8" standalone="yes"?>
<Relationships xmlns="http://schemas.openxmlformats.org/package/2006/relationships"><Relationship Id="rId8" Type="http://schemas.openxmlformats.org/officeDocument/2006/relationships/oleObject" Target="../embeddings/oleObject1105.bin"/><Relationship Id="rId13" Type="http://schemas.openxmlformats.org/officeDocument/2006/relationships/image" Target="../media/image1091.wmf"/><Relationship Id="rId18" Type="http://schemas.openxmlformats.org/officeDocument/2006/relationships/oleObject" Target="../embeddings/oleObject1110.bin"/><Relationship Id="rId26" Type="http://schemas.openxmlformats.org/officeDocument/2006/relationships/oleObject" Target="../embeddings/oleObject1114.bin"/><Relationship Id="rId3" Type="http://schemas.openxmlformats.org/officeDocument/2006/relationships/image" Target="../media/image1086.wmf"/><Relationship Id="rId21" Type="http://schemas.openxmlformats.org/officeDocument/2006/relationships/image" Target="../media/image1095.wmf"/><Relationship Id="rId7" Type="http://schemas.openxmlformats.org/officeDocument/2006/relationships/image" Target="../media/image1088.wmf"/><Relationship Id="rId12" Type="http://schemas.openxmlformats.org/officeDocument/2006/relationships/oleObject" Target="../embeddings/oleObject1107.bin"/><Relationship Id="rId17" Type="http://schemas.openxmlformats.org/officeDocument/2006/relationships/image" Target="../media/image1093.wmf"/><Relationship Id="rId25" Type="http://schemas.openxmlformats.org/officeDocument/2006/relationships/image" Target="../media/image1097.wmf"/><Relationship Id="rId2" Type="http://schemas.openxmlformats.org/officeDocument/2006/relationships/oleObject" Target="../embeddings/oleObject1102.bin"/><Relationship Id="rId16" Type="http://schemas.openxmlformats.org/officeDocument/2006/relationships/oleObject" Target="../embeddings/oleObject1109.bin"/><Relationship Id="rId20" Type="http://schemas.openxmlformats.org/officeDocument/2006/relationships/oleObject" Target="../embeddings/oleObject1111.bin"/><Relationship Id="rId1" Type="http://schemas.openxmlformats.org/officeDocument/2006/relationships/slideLayout" Target="../slideLayouts/slideLayout532.xml"/><Relationship Id="rId6" Type="http://schemas.openxmlformats.org/officeDocument/2006/relationships/oleObject" Target="../embeddings/oleObject1104.bin"/><Relationship Id="rId11" Type="http://schemas.openxmlformats.org/officeDocument/2006/relationships/image" Target="../media/image1090.wmf"/><Relationship Id="rId24" Type="http://schemas.openxmlformats.org/officeDocument/2006/relationships/oleObject" Target="../embeddings/oleObject1113.bin"/><Relationship Id="rId5" Type="http://schemas.openxmlformats.org/officeDocument/2006/relationships/image" Target="../media/image1087.wmf"/><Relationship Id="rId15" Type="http://schemas.openxmlformats.org/officeDocument/2006/relationships/image" Target="../media/image1092.wmf"/><Relationship Id="rId23" Type="http://schemas.openxmlformats.org/officeDocument/2006/relationships/image" Target="../media/image1096.wmf"/><Relationship Id="rId10" Type="http://schemas.openxmlformats.org/officeDocument/2006/relationships/oleObject" Target="../embeddings/oleObject1106.bin"/><Relationship Id="rId19" Type="http://schemas.openxmlformats.org/officeDocument/2006/relationships/image" Target="../media/image1094.wmf"/><Relationship Id="rId4" Type="http://schemas.openxmlformats.org/officeDocument/2006/relationships/oleObject" Target="../embeddings/oleObject1103.bin"/><Relationship Id="rId9" Type="http://schemas.openxmlformats.org/officeDocument/2006/relationships/image" Target="../media/image1089.wmf"/><Relationship Id="rId14" Type="http://schemas.openxmlformats.org/officeDocument/2006/relationships/oleObject" Target="../embeddings/oleObject1108.bin"/><Relationship Id="rId22" Type="http://schemas.openxmlformats.org/officeDocument/2006/relationships/oleObject" Target="../embeddings/oleObject1112.bin"/><Relationship Id="rId27" Type="http://schemas.openxmlformats.org/officeDocument/2006/relationships/image" Target="../media/image1098.wmf"/></Relationships>
</file>

<file path=ppt/slides/_rels/slide155.xml.rels><?xml version="1.0" encoding="UTF-8" standalone="yes"?>
<Relationships xmlns="http://schemas.openxmlformats.org/package/2006/relationships"><Relationship Id="rId8" Type="http://schemas.openxmlformats.org/officeDocument/2006/relationships/image" Target="../media/image1101.wmf"/><Relationship Id="rId13" Type="http://schemas.openxmlformats.org/officeDocument/2006/relationships/oleObject" Target="../embeddings/oleObject1120.bin"/><Relationship Id="rId3" Type="http://schemas.openxmlformats.org/officeDocument/2006/relationships/oleObject" Target="../embeddings/oleObject1115.bin"/><Relationship Id="rId7" Type="http://schemas.openxmlformats.org/officeDocument/2006/relationships/oleObject" Target="../embeddings/oleObject1117.bin"/><Relationship Id="rId12" Type="http://schemas.openxmlformats.org/officeDocument/2006/relationships/image" Target="../media/image1103.wmf"/><Relationship Id="rId2" Type="http://schemas.openxmlformats.org/officeDocument/2006/relationships/notesSlide" Target="../notesSlides/notesSlide116.xml"/><Relationship Id="rId1" Type="http://schemas.openxmlformats.org/officeDocument/2006/relationships/slideLayout" Target="../slideLayouts/slideLayout476.xml"/><Relationship Id="rId6" Type="http://schemas.openxmlformats.org/officeDocument/2006/relationships/image" Target="../media/image1100.wmf"/><Relationship Id="rId11" Type="http://schemas.openxmlformats.org/officeDocument/2006/relationships/oleObject" Target="../embeddings/oleObject1119.bin"/><Relationship Id="rId5" Type="http://schemas.openxmlformats.org/officeDocument/2006/relationships/oleObject" Target="../embeddings/oleObject1116.bin"/><Relationship Id="rId15" Type="http://schemas.openxmlformats.org/officeDocument/2006/relationships/image" Target="../media/image2.jpeg"/><Relationship Id="rId10" Type="http://schemas.openxmlformats.org/officeDocument/2006/relationships/image" Target="../media/image1102.wmf"/><Relationship Id="rId4" Type="http://schemas.openxmlformats.org/officeDocument/2006/relationships/image" Target="../media/image1099.wmf"/><Relationship Id="rId9" Type="http://schemas.openxmlformats.org/officeDocument/2006/relationships/oleObject" Target="../embeddings/oleObject1118.bin"/><Relationship Id="rId14" Type="http://schemas.openxmlformats.org/officeDocument/2006/relationships/image" Target="../media/image1104.wmf"/></Relationships>
</file>

<file path=ppt/slides/_rels/slide156.xml.rels><?xml version="1.0" encoding="UTF-8" standalone="yes"?>
<Relationships xmlns="http://schemas.openxmlformats.org/package/2006/relationships"><Relationship Id="rId8" Type="http://schemas.openxmlformats.org/officeDocument/2006/relationships/oleObject" Target="../embeddings/oleObject1124.bin"/><Relationship Id="rId13" Type="http://schemas.openxmlformats.org/officeDocument/2006/relationships/image" Target="../media/image1109.wmf"/><Relationship Id="rId3" Type="http://schemas.openxmlformats.org/officeDocument/2006/relationships/image" Target="../media/image1105.wmf"/><Relationship Id="rId7" Type="http://schemas.openxmlformats.org/officeDocument/2006/relationships/image" Target="../media/image1106.wmf"/><Relationship Id="rId12" Type="http://schemas.openxmlformats.org/officeDocument/2006/relationships/oleObject" Target="../embeddings/oleObject1126.bin"/><Relationship Id="rId2" Type="http://schemas.openxmlformats.org/officeDocument/2006/relationships/oleObject" Target="../embeddings/oleObject1121.bin"/><Relationship Id="rId1" Type="http://schemas.openxmlformats.org/officeDocument/2006/relationships/slideLayout" Target="../slideLayouts/slideLayout532.xml"/><Relationship Id="rId6" Type="http://schemas.openxmlformats.org/officeDocument/2006/relationships/oleObject" Target="../embeddings/oleObject1123.bin"/><Relationship Id="rId11" Type="http://schemas.openxmlformats.org/officeDocument/2006/relationships/image" Target="../media/image1108.wmf"/><Relationship Id="rId5" Type="http://schemas.openxmlformats.org/officeDocument/2006/relationships/image" Target="../media/image1093.wmf"/><Relationship Id="rId15" Type="http://schemas.openxmlformats.org/officeDocument/2006/relationships/image" Target="../media/image1110.wmf"/><Relationship Id="rId10" Type="http://schemas.openxmlformats.org/officeDocument/2006/relationships/oleObject" Target="../embeddings/oleObject1125.bin"/><Relationship Id="rId4" Type="http://schemas.openxmlformats.org/officeDocument/2006/relationships/oleObject" Target="../embeddings/oleObject1122.bin"/><Relationship Id="rId9" Type="http://schemas.openxmlformats.org/officeDocument/2006/relationships/image" Target="../media/image1107.wmf"/><Relationship Id="rId14" Type="http://schemas.openxmlformats.org/officeDocument/2006/relationships/oleObject" Target="../embeddings/oleObject1127.bin"/></Relationships>
</file>

<file path=ppt/slides/_rels/slide157.xml.rels><?xml version="1.0" encoding="UTF-8" standalone="yes"?>
<Relationships xmlns="http://schemas.openxmlformats.org/package/2006/relationships"><Relationship Id="rId8" Type="http://schemas.openxmlformats.org/officeDocument/2006/relationships/oleObject" Target="../embeddings/oleObject1131.bin"/><Relationship Id="rId13" Type="http://schemas.openxmlformats.org/officeDocument/2006/relationships/image" Target="../media/image1116.wmf"/><Relationship Id="rId3" Type="http://schemas.openxmlformats.org/officeDocument/2006/relationships/image" Target="../media/image1111.wmf"/><Relationship Id="rId7" Type="http://schemas.openxmlformats.org/officeDocument/2006/relationships/image" Target="../media/image1113.wmf"/><Relationship Id="rId12" Type="http://schemas.openxmlformats.org/officeDocument/2006/relationships/oleObject" Target="../embeddings/oleObject1133.bin"/><Relationship Id="rId2" Type="http://schemas.openxmlformats.org/officeDocument/2006/relationships/oleObject" Target="../embeddings/oleObject1128.bin"/><Relationship Id="rId1" Type="http://schemas.openxmlformats.org/officeDocument/2006/relationships/slideLayout" Target="../slideLayouts/slideLayout532.xml"/><Relationship Id="rId6" Type="http://schemas.openxmlformats.org/officeDocument/2006/relationships/oleObject" Target="../embeddings/oleObject1130.bin"/><Relationship Id="rId11" Type="http://schemas.openxmlformats.org/officeDocument/2006/relationships/image" Target="../media/image1115.wmf"/><Relationship Id="rId5" Type="http://schemas.openxmlformats.org/officeDocument/2006/relationships/image" Target="../media/image1112.wmf"/><Relationship Id="rId10" Type="http://schemas.openxmlformats.org/officeDocument/2006/relationships/oleObject" Target="../embeddings/oleObject1132.bin"/><Relationship Id="rId4" Type="http://schemas.openxmlformats.org/officeDocument/2006/relationships/oleObject" Target="../embeddings/oleObject1129.bin"/><Relationship Id="rId9" Type="http://schemas.openxmlformats.org/officeDocument/2006/relationships/image" Target="../media/image1114.wmf"/></Relationships>
</file>

<file path=ppt/slides/_rels/slide158.xml.rels><?xml version="1.0" encoding="UTF-8" standalone="yes"?>
<Relationships xmlns="http://schemas.openxmlformats.org/package/2006/relationships"><Relationship Id="rId3" Type="http://schemas.openxmlformats.org/officeDocument/2006/relationships/image" Target="../media/image1117.wmf"/><Relationship Id="rId2" Type="http://schemas.openxmlformats.org/officeDocument/2006/relationships/oleObject" Target="../embeddings/oleObject1134.bin"/><Relationship Id="rId1" Type="http://schemas.openxmlformats.org/officeDocument/2006/relationships/slideLayout" Target="../slideLayouts/slideLayout453.xml"/><Relationship Id="rId4" Type="http://schemas.openxmlformats.org/officeDocument/2006/relationships/image" Target="../media/image2.jpeg"/></Relationships>
</file>

<file path=ppt/slides/_rels/slide159.xml.rels><?xml version="1.0" encoding="UTF-8" standalone="yes"?>
<Relationships xmlns="http://schemas.openxmlformats.org/package/2006/relationships"><Relationship Id="rId8" Type="http://schemas.openxmlformats.org/officeDocument/2006/relationships/oleObject" Target="../embeddings/oleObject1138.bin"/><Relationship Id="rId13" Type="http://schemas.openxmlformats.org/officeDocument/2006/relationships/image" Target="../media/image932.wmf"/><Relationship Id="rId3" Type="http://schemas.openxmlformats.org/officeDocument/2006/relationships/image" Target="../media/image1118.wmf"/><Relationship Id="rId7" Type="http://schemas.openxmlformats.org/officeDocument/2006/relationships/image" Target="../media/image1120.wmf"/><Relationship Id="rId12" Type="http://schemas.openxmlformats.org/officeDocument/2006/relationships/oleObject" Target="../embeddings/oleObject1140.bin"/><Relationship Id="rId17" Type="http://schemas.openxmlformats.org/officeDocument/2006/relationships/image" Target="../media/image1123.wmf"/><Relationship Id="rId2" Type="http://schemas.openxmlformats.org/officeDocument/2006/relationships/oleObject" Target="../embeddings/oleObject1135.bin"/><Relationship Id="rId16" Type="http://schemas.openxmlformats.org/officeDocument/2006/relationships/oleObject" Target="../embeddings/oleObject1142.bin"/><Relationship Id="rId1" Type="http://schemas.openxmlformats.org/officeDocument/2006/relationships/slideLayout" Target="../slideLayouts/slideLayout532.xml"/><Relationship Id="rId6" Type="http://schemas.openxmlformats.org/officeDocument/2006/relationships/oleObject" Target="../embeddings/oleObject1137.bin"/><Relationship Id="rId11" Type="http://schemas.openxmlformats.org/officeDocument/2006/relationships/image" Target="../media/image931.wmf"/><Relationship Id="rId5" Type="http://schemas.openxmlformats.org/officeDocument/2006/relationships/image" Target="../media/image1119.wmf"/><Relationship Id="rId15" Type="http://schemas.openxmlformats.org/officeDocument/2006/relationships/image" Target="../media/image1122.wmf"/><Relationship Id="rId10" Type="http://schemas.openxmlformats.org/officeDocument/2006/relationships/oleObject" Target="../embeddings/oleObject1139.bin"/><Relationship Id="rId4" Type="http://schemas.openxmlformats.org/officeDocument/2006/relationships/oleObject" Target="../embeddings/oleObject1136.bin"/><Relationship Id="rId9" Type="http://schemas.openxmlformats.org/officeDocument/2006/relationships/image" Target="../media/image1121.wmf"/><Relationship Id="rId14" Type="http://schemas.openxmlformats.org/officeDocument/2006/relationships/oleObject" Target="../embeddings/oleObject1141.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rrowheads="1"/>
          </p:cNvSpPr>
          <p:nvPr/>
        </p:nvSpPr>
        <p:spPr bwMode="auto">
          <a:xfrm>
            <a:off x="2467030" y="5278697"/>
            <a:ext cx="4681538" cy="683264"/>
          </a:xfrm>
          <a:prstGeom prst="rect">
            <a:avLst/>
          </a:prstGeom>
          <a:noFill/>
          <a:ln w="9525">
            <a:noFill/>
            <a:miter lim="800000"/>
            <a:headEnd/>
            <a:tailEnd/>
          </a:ln>
          <a:effectLst/>
        </p:spPr>
        <p:txBody>
          <a:bodyPr>
            <a:spAutoFit/>
          </a:bodyPr>
          <a:lstStyle/>
          <a:p>
            <a:pPr>
              <a:lnSpc>
                <a:spcPct val="120000"/>
              </a:lnSpc>
              <a:buSzPct val="80000"/>
            </a:pPr>
            <a:r>
              <a:rPr lang="zh-CN" altLang="en-US" sz="3200" dirty="0">
                <a:solidFill>
                  <a:srgbClr val="FFFFCC"/>
                </a:solidFill>
                <a:latin typeface="微软雅黑" pitchFamily="34" charset="-122"/>
                <a:ea typeface="微软雅黑" pitchFamily="34" charset="-122"/>
              </a:rPr>
              <a:t>主讲教师 </a:t>
            </a:r>
            <a:r>
              <a:rPr lang="en-US" altLang="zh-CN" sz="3200" dirty="0">
                <a:solidFill>
                  <a:srgbClr val="FFFFCC"/>
                </a:solidFill>
                <a:latin typeface="微软雅黑" pitchFamily="34" charset="-122"/>
                <a:ea typeface="微软雅黑" pitchFamily="34" charset="-122"/>
              </a:rPr>
              <a:t>:  </a:t>
            </a:r>
            <a:r>
              <a:rPr lang="zh-CN" altLang="en-US" sz="3200" dirty="0">
                <a:solidFill>
                  <a:srgbClr val="FFFFCC"/>
                </a:solidFill>
                <a:latin typeface="微软雅黑" pitchFamily="34" charset="-122"/>
                <a:ea typeface="微软雅黑" pitchFamily="34" charset="-122"/>
              </a:rPr>
              <a:t>王科伦</a:t>
            </a:r>
          </a:p>
        </p:txBody>
      </p:sp>
      <p:sp>
        <p:nvSpPr>
          <p:cNvPr id="6" name="Rectangle 5"/>
          <p:cNvSpPr>
            <a:spLocks noChangeArrowheads="1"/>
          </p:cNvSpPr>
          <p:nvPr/>
        </p:nvSpPr>
        <p:spPr bwMode="auto">
          <a:xfrm>
            <a:off x="2467030" y="4486534"/>
            <a:ext cx="6121400" cy="633187"/>
          </a:xfrm>
          <a:prstGeom prst="rect">
            <a:avLst/>
          </a:prstGeom>
          <a:noFill/>
          <a:ln w="9525">
            <a:noFill/>
            <a:miter lim="800000"/>
            <a:headEnd/>
            <a:tailEnd/>
          </a:ln>
          <a:effectLst/>
        </p:spPr>
        <p:txBody>
          <a:bodyPr>
            <a:spAutoFit/>
          </a:bodyPr>
          <a:lstStyle/>
          <a:p>
            <a:pPr>
              <a:lnSpc>
                <a:spcPct val="120000"/>
              </a:lnSpc>
              <a:buSzPct val="80000"/>
            </a:pPr>
            <a:r>
              <a:rPr lang="zh-CN" altLang="en-US" sz="3200" dirty="0">
                <a:solidFill>
                  <a:srgbClr val="FFFFCC"/>
                </a:solidFill>
                <a:latin typeface="微软雅黑" pitchFamily="34" charset="-122"/>
                <a:ea typeface="微软雅黑" pitchFamily="34" charset="-122"/>
              </a:rPr>
              <a:t>开课院系 </a:t>
            </a:r>
            <a:r>
              <a:rPr lang="en-US" altLang="zh-CN" sz="3200" dirty="0">
                <a:solidFill>
                  <a:srgbClr val="FFFFCC"/>
                </a:solidFill>
                <a:latin typeface="微软雅黑" pitchFamily="34" charset="-122"/>
                <a:ea typeface="微软雅黑" pitchFamily="34" charset="-122"/>
              </a:rPr>
              <a:t>:  </a:t>
            </a:r>
            <a:r>
              <a:rPr lang="zh-CN" altLang="en-US" sz="3200" dirty="0">
                <a:solidFill>
                  <a:srgbClr val="FFFFCC"/>
                </a:solidFill>
                <a:latin typeface="微软雅黑" pitchFamily="34" charset="-122"/>
                <a:ea typeface="微软雅黑" pitchFamily="34" charset="-122"/>
              </a:rPr>
              <a:t>大连海事大学数学系</a:t>
            </a:r>
          </a:p>
        </p:txBody>
      </p:sp>
      <p:grpSp>
        <p:nvGrpSpPr>
          <p:cNvPr id="2" name="组合 12"/>
          <p:cNvGrpSpPr/>
          <p:nvPr/>
        </p:nvGrpSpPr>
        <p:grpSpPr>
          <a:xfrm>
            <a:off x="107504" y="1128681"/>
            <a:ext cx="8928992" cy="2362200"/>
            <a:chOff x="547696" y="1128681"/>
            <a:chExt cx="8040734" cy="2362200"/>
          </a:xfrm>
          <a:effectLst>
            <a:glow rad="228600">
              <a:schemeClr val="accent1">
                <a:satMod val="175000"/>
                <a:alpha val="40000"/>
              </a:schemeClr>
            </a:glow>
          </a:effectLst>
        </p:grpSpPr>
        <p:pic>
          <p:nvPicPr>
            <p:cNvPr id="8" name="图片 7" descr="8455898_091233031000_2.jpg"/>
            <p:cNvPicPr>
              <a:picLocks noChangeAspect="1"/>
            </p:cNvPicPr>
            <p:nvPr/>
          </p:nvPicPr>
          <p:blipFill>
            <a:blip r:embed="rId2" cstate="print"/>
            <a:srcRect l="3715" t="4789" r="4119" b="5843"/>
            <a:stretch>
              <a:fillRect/>
            </a:stretch>
          </p:blipFill>
          <p:spPr>
            <a:xfrm>
              <a:off x="547696" y="1128681"/>
              <a:ext cx="3541760" cy="2362200"/>
            </a:xfrm>
            <a:prstGeom prst="roundRect">
              <a:avLst>
                <a:gd name="adj" fmla="val 8594"/>
              </a:avLst>
            </a:prstGeom>
            <a:solidFill>
              <a:srgbClr val="FFFFFF">
                <a:shade val="85000"/>
              </a:srgbClr>
            </a:solidFill>
            <a:ln>
              <a:noFill/>
            </a:ln>
            <a:effectLst/>
          </p:spPr>
        </p:pic>
        <p:pic>
          <p:nvPicPr>
            <p:cNvPr id="9" name="图片 8" descr="8455898_091233031000_2.jpg"/>
            <p:cNvPicPr>
              <a:picLocks noChangeAspect="1"/>
            </p:cNvPicPr>
            <p:nvPr/>
          </p:nvPicPr>
          <p:blipFill>
            <a:blip r:embed="rId3" cstate="print"/>
            <a:srcRect l="20472" t="4789" r="4119" b="5843"/>
            <a:stretch>
              <a:fillRect/>
            </a:stretch>
          </p:blipFill>
          <p:spPr>
            <a:xfrm>
              <a:off x="3432222" y="1128681"/>
              <a:ext cx="2957552" cy="2362200"/>
            </a:xfrm>
            <a:prstGeom prst="roundRect">
              <a:avLst>
                <a:gd name="adj" fmla="val 8594"/>
              </a:avLst>
            </a:prstGeom>
            <a:solidFill>
              <a:srgbClr val="FFFFFF">
                <a:shade val="85000"/>
              </a:srgbClr>
            </a:solidFill>
            <a:ln>
              <a:noFill/>
            </a:ln>
            <a:effectLst/>
          </p:spPr>
        </p:pic>
        <p:pic>
          <p:nvPicPr>
            <p:cNvPr id="11" name="图片 10" descr="8455898_091233031000_2.jpg"/>
            <p:cNvPicPr>
              <a:picLocks noChangeAspect="1"/>
            </p:cNvPicPr>
            <p:nvPr/>
          </p:nvPicPr>
          <p:blipFill>
            <a:blip r:embed="rId3" cstate="print"/>
            <a:srcRect l="21203" t="4789" r="4119" b="5843"/>
            <a:stretch>
              <a:fillRect/>
            </a:stretch>
          </p:blipFill>
          <p:spPr>
            <a:xfrm>
              <a:off x="5659515" y="1128681"/>
              <a:ext cx="2928915" cy="2362200"/>
            </a:xfrm>
            <a:prstGeom prst="roundRect">
              <a:avLst>
                <a:gd name="adj" fmla="val 8594"/>
              </a:avLst>
            </a:prstGeom>
            <a:solidFill>
              <a:srgbClr val="FFFFFF">
                <a:shade val="85000"/>
              </a:srgbClr>
            </a:solidFill>
            <a:ln>
              <a:noFill/>
            </a:ln>
            <a:effectLst/>
          </p:spPr>
        </p:pic>
      </p:grpSp>
      <p:sp>
        <p:nvSpPr>
          <p:cNvPr id="12" name="矩形 11"/>
          <p:cNvSpPr/>
          <p:nvPr/>
        </p:nvSpPr>
        <p:spPr bwMode="auto">
          <a:xfrm>
            <a:off x="791580" y="1662526"/>
            <a:ext cx="7560840" cy="1350981"/>
          </a:xfrm>
          <a:prstGeom prst="rect">
            <a:avLst/>
          </a:prstGeom>
          <a:solidFill>
            <a:schemeClr val="tx2"/>
          </a:solidFill>
          <a:ln w="76200" cap="flat" cmpd="sng" algn="ctr">
            <a:solidFill>
              <a:schemeClr val="tx1"/>
            </a:solidFill>
            <a:prstDash val="solid"/>
            <a:round/>
            <a:headEnd type="none" w="med" len="med"/>
            <a:tailEnd type="none" w="med" len="med"/>
          </a:ln>
          <a:effectLst>
            <a:glow rad="139700">
              <a:schemeClr val="accent3">
                <a:satMod val="175000"/>
                <a:alpha val="40000"/>
              </a:schemeClr>
            </a:glow>
          </a:effectLst>
          <a:scene3d>
            <a:camera prst="orthographicFront"/>
            <a:lightRig rig="threePt" dir="t"/>
          </a:scene3d>
          <a:sp3d>
            <a:bevelT prst="slope"/>
          </a:sp3d>
        </p:spPr>
        <p:txBody>
          <a:bodyPr vert="horz" wrap="square" lIns="91440" tIns="45720" rIns="91440" bIns="45720" numCol="1" rtlCol="0" anchor="t" anchorCtr="0" compatLnSpc="1">
            <a:prstTxWarp prst="textNoShape">
              <a:avLst/>
            </a:prstTxWarp>
          </a:bodyPr>
          <a:lstStyle/>
          <a:p>
            <a:endParaRPr lang="zh-CN" altLang="en-US" spc="600" dirty="0">
              <a:solidFill>
                <a:srgbClr val="FFFFFF"/>
              </a:solidFill>
              <a:ea typeface="黑体" pitchFamily="2" charset="-122"/>
            </a:endParaRPr>
          </a:p>
        </p:txBody>
      </p:sp>
      <p:sp>
        <p:nvSpPr>
          <p:cNvPr id="7" name="矩形 6"/>
          <p:cNvSpPr/>
          <p:nvPr/>
        </p:nvSpPr>
        <p:spPr>
          <a:xfrm>
            <a:off x="791580" y="1680976"/>
            <a:ext cx="7488832" cy="1323439"/>
          </a:xfrm>
          <a:prstGeom prst="rect">
            <a:avLst/>
          </a:prstGeom>
          <a:noFill/>
          <a:ln w="76200">
            <a:noFill/>
          </a:ln>
        </p:spPr>
        <p:style>
          <a:lnRef idx="2">
            <a:schemeClr val="dk1"/>
          </a:lnRef>
          <a:fillRef idx="1">
            <a:schemeClr val="lt1"/>
          </a:fillRef>
          <a:effectRef idx="0">
            <a:schemeClr val="dk1"/>
          </a:effectRef>
          <a:fontRef idx="minor">
            <a:schemeClr val="dk1"/>
          </a:fontRef>
        </p:style>
        <p:txBody>
          <a:bodyPr wrap="square" lIns="91440" tIns="45720" rIns="91440" bIns="45720">
            <a:spAutoFit/>
            <a:scene3d>
              <a:camera prst="orthographicFront"/>
              <a:lightRig rig="threePt" dir="t"/>
            </a:scene3d>
            <a:sp3d extrusionH="57150">
              <a:bevelT w="38100" h="38100" prst="angle"/>
            </a:sp3d>
          </a:bodyPr>
          <a:lstStyle/>
          <a:p>
            <a:pPr algn="ctr"/>
            <a:r>
              <a:rPr lang="zh-CN" altLang="en-US" sz="8000" b="1" kern="10" spc="600" dirty="0">
                <a:ln w="76200">
                  <a:solidFill>
                    <a:srgbClr val="FFC000"/>
                  </a:solidFill>
                  <a:round/>
                  <a:headEnd/>
                  <a:tailEnd/>
                </a:ln>
                <a:solidFill>
                  <a:srgbClr val="FFFF00"/>
                </a:solidFill>
                <a:latin typeface="微软雅黑" pitchFamily="34" charset="-122"/>
                <a:ea typeface="微软雅黑" pitchFamily="34" charset="-122"/>
              </a:rPr>
              <a:t>线性代数小结</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000"/>
                                        <p:tgtEl>
                                          <p:spTgt spid="6"/>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utoUpdateAnimBg="0"/>
      <p:bldP spid="6"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A0D27-BC79-1354-6267-E8ED5BF82A39}"/>
            </a:ext>
          </a:extLst>
        </p:cNvPr>
        <p:cNvGrpSpPr/>
        <p:nvPr/>
      </p:nvGrpSpPr>
      <p:grpSpPr>
        <a:xfrm>
          <a:off x="0" y="0"/>
          <a:ext cx="0" cy="0"/>
          <a:chOff x="0" y="0"/>
          <a:chExt cx="0" cy="0"/>
        </a:xfrm>
      </p:grpSpPr>
      <p:sp>
        <p:nvSpPr>
          <p:cNvPr id="2" name="Rectangle 2">
            <a:extLst>
              <a:ext uri="{FF2B5EF4-FFF2-40B4-BE49-F238E27FC236}">
                <a16:creationId xmlns:a16="http://schemas.microsoft.com/office/drawing/2014/main" id="{9914AF01-CAE7-4FD6-6970-F6732A02BB43}"/>
              </a:ext>
            </a:extLst>
          </p:cNvPr>
          <p:cNvSpPr>
            <a:spLocks noChangeArrowheads="1"/>
          </p:cNvSpPr>
          <p:nvPr/>
        </p:nvSpPr>
        <p:spPr bwMode="auto">
          <a:xfrm>
            <a:off x="323528" y="188639"/>
            <a:ext cx="14723412" cy="45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zh-CN" altLang="en-US"/>
          </a:p>
        </p:txBody>
      </p:sp>
      <p:sp>
        <p:nvSpPr>
          <p:cNvPr id="4" name="Rectangle 2">
            <a:extLst>
              <a:ext uri="{FF2B5EF4-FFF2-40B4-BE49-F238E27FC236}">
                <a16:creationId xmlns:a16="http://schemas.microsoft.com/office/drawing/2014/main" id="{C12B2E8D-D06E-105F-7A3E-7693FEBFB0AF}"/>
              </a:ext>
            </a:extLst>
          </p:cNvPr>
          <p:cNvSpPr>
            <a:spLocks noChangeArrowheads="1"/>
          </p:cNvSpPr>
          <p:nvPr/>
        </p:nvSpPr>
        <p:spPr bwMode="auto">
          <a:xfrm>
            <a:off x="246474" y="605211"/>
            <a:ext cx="15882810" cy="45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zh-CN" altLang="en-US"/>
          </a:p>
        </p:txBody>
      </p:sp>
      <p:graphicFrame>
        <p:nvGraphicFramePr>
          <p:cNvPr id="5" name="对象 4">
            <a:extLst>
              <a:ext uri="{FF2B5EF4-FFF2-40B4-BE49-F238E27FC236}">
                <a16:creationId xmlns:a16="http://schemas.microsoft.com/office/drawing/2014/main" id="{DEC8F371-A88F-D8A9-95EE-46E7C4331DE4}"/>
              </a:ext>
            </a:extLst>
          </p:cNvPr>
          <p:cNvGraphicFramePr>
            <a:graphicFrameLocks noChangeAspect="1"/>
          </p:cNvGraphicFramePr>
          <p:nvPr>
            <p:extLst>
              <p:ext uri="{D42A27DB-BD31-4B8C-83A1-F6EECF244321}">
                <p14:modId xmlns:p14="http://schemas.microsoft.com/office/powerpoint/2010/main" val="3574361761"/>
              </p:ext>
            </p:extLst>
          </p:nvPr>
        </p:nvGraphicFramePr>
        <p:xfrm>
          <a:off x="246473" y="605211"/>
          <a:ext cx="8730253" cy="5164049"/>
        </p:xfrm>
        <a:graphic>
          <a:graphicData uri="http://schemas.openxmlformats.org/presentationml/2006/ole">
            <mc:AlternateContent xmlns:mc="http://schemas.openxmlformats.org/markup-compatibility/2006">
              <mc:Choice xmlns:v="urn:schemas-microsoft-com:vml" Requires="v">
                <p:oleObj name="Equation" r:id="rId3" imgW="4813300" imgH="2844800" progId="Equation.DSMT4">
                  <p:embed/>
                </p:oleObj>
              </mc:Choice>
              <mc:Fallback>
                <p:oleObj name="Equation" r:id="rId3" imgW="4813300" imgH="2844800" progId="Equation.DSMT4">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6473" y="605211"/>
                        <a:ext cx="8730253" cy="5164049"/>
                      </a:xfrm>
                      <a:prstGeom prst="rect">
                        <a:avLst/>
                      </a:prstGeom>
                      <a:noFill/>
                    </p:spPr>
                  </p:pic>
                </p:oleObj>
              </mc:Fallback>
            </mc:AlternateContent>
          </a:graphicData>
        </a:graphic>
      </p:graphicFrame>
    </p:spTree>
    <p:extLst>
      <p:ext uri="{BB962C8B-B14F-4D97-AF65-F5344CB8AC3E}">
        <p14:creationId xmlns:p14="http://schemas.microsoft.com/office/powerpoint/2010/main" val="987358984"/>
      </p:ext>
    </p:extLst>
  </p:cSld>
  <p:clrMapOvr>
    <a:masterClrMapping/>
  </p:clrMapOvr>
  <p:transition>
    <p:wip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WordArt 4"/>
          <p:cNvSpPr>
            <a:spLocks noChangeArrowheads="1" noChangeShapeType="1" noTextEdit="1"/>
          </p:cNvSpPr>
          <p:nvPr/>
        </p:nvSpPr>
        <p:spPr bwMode="auto">
          <a:xfrm>
            <a:off x="1619250" y="2487613"/>
            <a:ext cx="6119813" cy="1446212"/>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bevelT w="69850" h="38100" prst="cross"/>
              <a:extrusionClr>
                <a:srgbClr val="B85C00"/>
              </a:extrusionClr>
            </a:sp3d>
          </a:bodyPr>
          <a:lstStyle/>
          <a:p>
            <a:pPr algn="ctr"/>
            <a:r>
              <a:rPr lang="zh-CN" altLang="en-US" sz="4800" b="1" kern="10" dirty="0">
                <a:ln w="57150">
                  <a:solidFill>
                    <a:srgbClr val="FFC000"/>
                  </a:solidFill>
                  <a:round/>
                  <a:headEnd/>
                  <a:tailEnd/>
                </a:ln>
                <a:solidFill>
                  <a:srgbClr val="FFFF00"/>
                </a:solidFill>
                <a:effectLst>
                  <a:glow rad="101600">
                    <a:srgbClr val="010199">
                      <a:lumMod val="75000"/>
                      <a:alpha val="60000"/>
                    </a:srgbClr>
                  </a:glow>
                  <a:outerShdw blurRad="50800" dist="38100" dir="18900000" algn="bl" rotWithShape="0">
                    <a:prstClr val="black">
                      <a:alpha val="40000"/>
                    </a:prstClr>
                  </a:outerShdw>
                </a:effectLst>
                <a:latin typeface="微软雅黑" pitchFamily="34" charset="-122"/>
                <a:ea typeface="微软雅黑" pitchFamily="34" charset="-122"/>
              </a:rPr>
              <a:t>第一章　行列式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0" fill="hold" grpId="0" nodeType="afterEffect">
                                  <p:stCondLst>
                                    <p:cond delay="0"/>
                                  </p:stCondLst>
                                  <p:childTnLst>
                                    <p:set>
                                      <p:cBhvr>
                                        <p:cTn id="6" dur="1" fill="hold">
                                          <p:stCondLst>
                                            <p:cond delay="0"/>
                                          </p:stCondLst>
                                        </p:cTn>
                                        <p:tgtEl>
                                          <p:spTgt spid="201732"/>
                                        </p:tgtEl>
                                        <p:attrNameLst>
                                          <p:attrName>style.visibility</p:attrName>
                                        </p:attrNameLst>
                                      </p:cBhvr>
                                      <p:to>
                                        <p:strVal val="visible"/>
                                      </p:to>
                                    </p:set>
                                  </p:childTnLst>
                                </p:cTn>
                              </p:par>
                            </p:childTnLst>
                          </p:cTn>
                        </p:par>
                        <p:par>
                          <p:cTn id="7" fill="hold">
                            <p:stCondLst>
                              <p:cond delay="0"/>
                            </p:stCondLst>
                            <p:childTnLst>
                              <p:par>
                                <p:cTn id="8" presetID="9" presetClass="exit" presetSubtype="0" fill="hold" grpId="1" nodeType="afterEffect">
                                  <p:stCondLst>
                                    <p:cond delay="1000"/>
                                  </p:stCondLst>
                                  <p:childTnLst>
                                    <p:animEffect transition="out" filter="dissolve">
                                      <p:cBhvr>
                                        <p:cTn id="9" dur="500"/>
                                        <p:tgtEl>
                                          <p:spTgt spid="201732"/>
                                        </p:tgtEl>
                                      </p:cBhvr>
                                    </p:animEffect>
                                    <p:set>
                                      <p:cBhvr>
                                        <p:cTn id="10" dur="1" fill="hold">
                                          <p:stCondLst>
                                            <p:cond delay="499"/>
                                          </p:stCondLst>
                                        </p:cTn>
                                        <p:tgtEl>
                                          <p:spTgt spid="201732"/>
                                        </p:tgtEl>
                                        <p:attrNameLst>
                                          <p:attrName>style.visibility</p:attrName>
                                        </p:attrNameLst>
                                      </p:cBhvr>
                                      <p:to>
                                        <p:strVal val="hidden"/>
                                      </p:to>
                                    </p:set>
                                  </p:childTnLst>
                                </p:cTn>
                              </p:par>
                            </p:childTnLst>
                          </p:cTn>
                        </p:par>
                        <p:par>
                          <p:cTn id="11" fill="hold">
                            <p:stCondLst>
                              <p:cond delay="1500"/>
                            </p:stCondLst>
                            <p:childTnLst>
                              <p:par>
                                <p:cTn id="12" presetID="23" presetClass="entr" presetSubtype="16" fill="hold" grpId="2" nodeType="afterEffect">
                                  <p:stCondLst>
                                    <p:cond delay="0"/>
                                  </p:stCondLst>
                                  <p:childTnLst>
                                    <p:set>
                                      <p:cBhvr>
                                        <p:cTn id="13" dur="1" fill="hold">
                                          <p:stCondLst>
                                            <p:cond delay="0"/>
                                          </p:stCondLst>
                                        </p:cTn>
                                        <p:tgtEl>
                                          <p:spTgt spid="201732"/>
                                        </p:tgtEl>
                                        <p:attrNameLst>
                                          <p:attrName>style.visibility</p:attrName>
                                        </p:attrNameLst>
                                      </p:cBhvr>
                                      <p:to>
                                        <p:strVal val="visible"/>
                                      </p:to>
                                    </p:set>
                                    <p:anim calcmode="lin" valueType="num">
                                      <p:cBhvr>
                                        <p:cTn id="14" dur="3000" fill="hold"/>
                                        <p:tgtEl>
                                          <p:spTgt spid="201732"/>
                                        </p:tgtEl>
                                        <p:attrNameLst>
                                          <p:attrName>ppt_w</p:attrName>
                                        </p:attrNameLst>
                                      </p:cBhvr>
                                      <p:tavLst>
                                        <p:tav tm="0">
                                          <p:val>
                                            <p:fltVal val="0"/>
                                          </p:val>
                                        </p:tav>
                                        <p:tav tm="100000">
                                          <p:val>
                                            <p:strVal val="#ppt_w"/>
                                          </p:val>
                                        </p:tav>
                                      </p:tavLst>
                                    </p:anim>
                                    <p:anim calcmode="lin" valueType="num">
                                      <p:cBhvr>
                                        <p:cTn id="15" dur="3000" fill="hold"/>
                                        <p:tgtEl>
                                          <p:spTgt spid="20173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2" grpId="0" animBg="1"/>
      <p:bldP spid="201732" grpId="1" animBg="1"/>
      <p:bldP spid="201732" grpId="2"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592083" y="-39735"/>
            <a:ext cx="8867865" cy="769441"/>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一、次序、逆序数与</a:t>
            </a:r>
            <a:r>
              <a:rPr kumimoji="1" lang="zh-CN"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排列奇偶性</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9" name="Text Box 4"/>
          <p:cNvSpPr txBox="1">
            <a:spLocks noChangeArrowheads="1"/>
          </p:cNvSpPr>
          <p:nvPr/>
        </p:nvSpPr>
        <p:spPr bwMode="auto">
          <a:xfrm>
            <a:off x="571472" y="1055655"/>
            <a:ext cx="8032860" cy="535531"/>
          </a:xfrm>
          <a:prstGeom prst="rect">
            <a:avLst/>
          </a:prstGeom>
          <a:noFill/>
          <a:ln w="9525">
            <a:noFill/>
            <a:miter lim="800000"/>
            <a:headEnd/>
            <a:tailEnd/>
          </a:ln>
          <a:effectLst/>
        </p:spPr>
        <p:txBody>
          <a:bodyPr wrap="square">
            <a:spAutoFit/>
          </a:bodyPr>
          <a:lstStyle/>
          <a:p>
            <a:pPr marL="1169988" marR="0" lvl="0" indent="-1169988" algn="l" defTabSz="914400" rtl="0" eaLnBrk="0" fontAlgn="base" latinLnBrk="0" hangingPunct="0">
              <a:lnSpc>
                <a:spcPct val="12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排列 ：</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n</a:t>
            </a:r>
            <a:r>
              <a:rPr kumimoji="1" lang="zh-CN" altLang="en-US"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个不同元素排成一行（或一列）</a:t>
            </a:r>
          </a:p>
        </p:txBody>
      </p:sp>
      <p:sp>
        <p:nvSpPr>
          <p:cNvPr id="25" name="Text Box 4"/>
          <p:cNvSpPr txBox="1">
            <a:spLocks noChangeArrowheads="1"/>
          </p:cNvSpPr>
          <p:nvPr/>
        </p:nvSpPr>
        <p:spPr bwMode="auto">
          <a:xfrm>
            <a:off x="578530" y="1571612"/>
            <a:ext cx="8182937" cy="1421928"/>
          </a:xfrm>
          <a:prstGeom prst="rect">
            <a:avLst/>
          </a:prstGeom>
          <a:noFill/>
          <a:ln w="9525">
            <a:noFill/>
            <a:miter lim="800000"/>
            <a:headEnd/>
            <a:tailEnd/>
          </a:ln>
          <a:effectLst/>
        </p:spPr>
        <p:txBody>
          <a:bodyPr wrap="square">
            <a:spAutoFit/>
          </a:bodyPr>
          <a:lstStyle/>
          <a:p>
            <a:pPr marL="1169988" marR="0" lvl="0" indent="-1169988" algn="l" defTabSz="914400" rtl="0" eaLnBrk="0" fontAlgn="base" latinLnBrk="0" hangingPunct="0">
              <a:lnSpc>
                <a:spcPct val="12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次序 ：</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2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标准次序：通常指自然次序。</a:t>
            </a:r>
            <a:endParaRPr kumimoji="1" lang="en-US" altLang="zh-CN"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2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逆序：元素与标准次序不同时，称为逆序。      </a:t>
            </a:r>
          </a:p>
        </p:txBody>
      </p:sp>
      <p:sp>
        <p:nvSpPr>
          <p:cNvPr id="26" name="矩形 25"/>
          <p:cNvSpPr/>
          <p:nvPr/>
        </p:nvSpPr>
        <p:spPr>
          <a:xfrm>
            <a:off x="571472" y="3000372"/>
            <a:ext cx="8870702" cy="1569660"/>
          </a:xfrm>
          <a:prstGeom prst="rect">
            <a:avLst/>
          </a:prstGeom>
        </p:spPr>
        <p:txBody>
          <a:bodyPr wrap="square">
            <a:spAutoFit/>
          </a:bodyPr>
          <a:lstStyle/>
          <a:p>
            <a:pPr marL="357188" marR="0" lvl="0" indent="-357188"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逆序数：</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263525" marR="0" lvl="0" indent="-263525"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一个排列中所有逆序的总数；</a:t>
            </a:r>
            <a:endParaRPr kumimoji="1" lang="en-US" altLang="zh-CN"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268288" marR="0" lvl="0" indent="-268288"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一个排列最少经多少次相邻对换可得标准次序；</a:t>
            </a:r>
            <a:endParaRPr kumimoji="1" lang="en-US" altLang="zh-CN"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看每个元素之前有几个比它大的元素，将数目累加即可。</a:t>
            </a:r>
            <a:endPar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7" name="Rectangle 3"/>
          <p:cNvSpPr>
            <a:spLocks noChangeArrowheads="1"/>
          </p:cNvSpPr>
          <p:nvPr/>
        </p:nvSpPr>
        <p:spPr bwMode="auto">
          <a:xfrm>
            <a:off x="571472" y="5418059"/>
            <a:ext cx="8142399" cy="461665"/>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一个排列中的任意两个元素</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对换</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，排列</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改变奇偶性</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28" name="Text Box 4"/>
          <p:cNvSpPr txBox="1">
            <a:spLocks noChangeArrowheads="1"/>
          </p:cNvSpPr>
          <p:nvPr/>
        </p:nvSpPr>
        <p:spPr bwMode="auto">
          <a:xfrm>
            <a:off x="584198" y="5844790"/>
            <a:ext cx="8559802" cy="941796"/>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15000"/>
              </a:lnSpc>
              <a:spcBef>
                <a:spcPct val="0"/>
              </a:spcBef>
              <a:spcAft>
                <a:spcPct val="0"/>
              </a:spcAft>
              <a:buClrTx/>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奇排列调成标准排列的对换次数为奇数</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a:p>
            <a:pPr marL="0" marR="0" lvl="0" indent="0" algn="l" defTabSz="914400" rtl="0" eaLnBrk="0" fontAlgn="base" latinLnBrk="0" hangingPunct="0">
              <a:lnSpc>
                <a:spcPct val="11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偶排列调成标准排列的对换次数为偶数</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29" name="Rectangle 7"/>
          <p:cNvSpPr>
            <a:spLocks noChangeArrowheads="1"/>
          </p:cNvSpPr>
          <p:nvPr/>
        </p:nvSpPr>
        <p:spPr bwMode="auto">
          <a:xfrm>
            <a:off x="571472" y="4643446"/>
            <a:ext cx="8429652" cy="830997"/>
          </a:xfrm>
          <a:prstGeom prst="rect">
            <a:avLst/>
          </a:prstGeom>
          <a:noFill/>
          <a:ln w="9525">
            <a:noFill/>
            <a:miter lim="800000"/>
            <a:headEnd/>
            <a:tailEnd/>
          </a:ln>
          <a:effectLst/>
        </p:spPr>
        <p:txBody>
          <a:bodyPr wrap="square">
            <a:spAutoFit/>
          </a:bodyPr>
          <a:lstStyle/>
          <a:p>
            <a:pPr marL="1252538" marR="0" lvl="0" indent="-1252538"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奇偶性：</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逆序数为奇数的排列称为奇排列</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1252538" marR="0" lvl="0" indent="-1252538"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逆序数为偶数的排列称为偶排列</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en-US" altLang="zh-CN" sz="24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Tree>
    <p:extLst>
      <p:ext uri="{BB962C8B-B14F-4D97-AF65-F5344CB8AC3E}">
        <p14:creationId xmlns:p14="http://schemas.microsoft.com/office/powerpoint/2010/main" val="20968732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wipe(left)">
                                      <p:cBhvr>
                                        <p:cTn id="12" dur="500"/>
                                        <p:tgtEl>
                                          <p:spTgt spid="25">
                                            <p:txEl>
                                              <p:pRg st="0" end="0"/>
                                            </p:txEl>
                                          </p:spTgt>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5">
                                            <p:txEl>
                                              <p:pRg st="1" end="1"/>
                                            </p:txEl>
                                          </p:spTgt>
                                        </p:tgtEl>
                                        <p:attrNameLst>
                                          <p:attrName>style.visibility</p:attrName>
                                        </p:attrNameLst>
                                      </p:cBhvr>
                                      <p:to>
                                        <p:strVal val="visible"/>
                                      </p:to>
                                    </p:set>
                                    <p:animEffect transition="in" filter="wipe(left)">
                                      <p:cBhvr>
                                        <p:cTn id="16" dur="500"/>
                                        <p:tgtEl>
                                          <p:spTgt spid="25">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5">
                                            <p:txEl>
                                              <p:pRg st="2" end="2"/>
                                            </p:txEl>
                                          </p:spTgt>
                                        </p:tgtEl>
                                        <p:attrNameLst>
                                          <p:attrName>style.visibility</p:attrName>
                                        </p:attrNameLst>
                                      </p:cBhvr>
                                      <p:to>
                                        <p:strVal val="visible"/>
                                      </p:to>
                                    </p:set>
                                    <p:animEffect transition="in" filter="wipe(left)">
                                      <p:cBhvr>
                                        <p:cTn id="21" dur="500"/>
                                        <p:tgtEl>
                                          <p:spTgt spid="25">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6">
                                            <p:txEl>
                                              <p:pRg st="0" end="0"/>
                                            </p:txEl>
                                          </p:spTgt>
                                        </p:tgtEl>
                                        <p:attrNameLst>
                                          <p:attrName>style.visibility</p:attrName>
                                        </p:attrNameLst>
                                      </p:cBhvr>
                                      <p:to>
                                        <p:strVal val="visible"/>
                                      </p:to>
                                    </p:set>
                                    <p:animEffect transition="in" filter="wipe(left)">
                                      <p:cBhvr>
                                        <p:cTn id="26" dur="500"/>
                                        <p:tgtEl>
                                          <p:spTgt spid="26">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26">
                                            <p:txEl>
                                              <p:pRg st="1" end="1"/>
                                            </p:txEl>
                                          </p:spTgt>
                                        </p:tgtEl>
                                        <p:attrNameLst>
                                          <p:attrName>style.visibility</p:attrName>
                                        </p:attrNameLst>
                                      </p:cBhvr>
                                      <p:to>
                                        <p:strVal val="visible"/>
                                      </p:to>
                                    </p:set>
                                    <p:animEffect transition="in" filter="wipe(left)">
                                      <p:cBhvr>
                                        <p:cTn id="31" dur="500"/>
                                        <p:tgtEl>
                                          <p:spTgt spid="26">
                                            <p:txEl>
                                              <p:pRg st="1" end="1"/>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26">
                                            <p:txEl>
                                              <p:pRg st="2" end="2"/>
                                            </p:txEl>
                                          </p:spTgt>
                                        </p:tgtEl>
                                        <p:attrNameLst>
                                          <p:attrName>style.visibility</p:attrName>
                                        </p:attrNameLst>
                                      </p:cBhvr>
                                      <p:to>
                                        <p:strVal val="visible"/>
                                      </p:to>
                                    </p:set>
                                    <p:animEffect transition="in" filter="wipe(left)">
                                      <p:cBhvr>
                                        <p:cTn id="36" dur="500"/>
                                        <p:tgtEl>
                                          <p:spTgt spid="26">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6">
                                            <p:txEl>
                                              <p:pRg st="3" end="3"/>
                                            </p:txEl>
                                          </p:spTgt>
                                        </p:tgtEl>
                                        <p:attrNameLst>
                                          <p:attrName>style.visibility</p:attrName>
                                        </p:attrNameLst>
                                      </p:cBhvr>
                                      <p:to>
                                        <p:strVal val="visible"/>
                                      </p:to>
                                    </p:set>
                                    <p:animEffect transition="in" filter="wipe(left)">
                                      <p:cBhvr>
                                        <p:cTn id="41" dur="500"/>
                                        <p:tgtEl>
                                          <p:spTgt spid="26">
                                            <p:txEl>
                                              <p:pRg st="3" end="3"/>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left)">
                                      <p:cBhvr>
                                        <p:cTn id="51" dur="500"/>
                                        <p:tgtEl>
                                          <p:spTgt spid="2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wipe(left)">
                                      <p:cBhvr>
                                        <p:cTn id="5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7" grpId="0" autoUpdateAnimBg="0"/>
      <p:bldP spid="28" grpId="0" autoUpdateAnimBg="0"/>
      <p:bldP spid="29"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左箭头标注 5"/>
          <p:cNvSpPr/>
          <p:nvPr/>
        </p:nvSpPr>
        <p:spPr bwMode="auto">
          <a:xfrm>
            <a:off x="595772" y="3501008"/>
            <a:ext cx="8440724" cy="3231654"/>
          </a:xfrm>
          <a:prstGeom prst="leftArrowCallout">
            <a:avLst>
              <a:gd name="adj1" fmla="val 8313"/>
              <a:gd name="adj2" fmla="val 13392"/>
              <a:gd name="adj3" fmla="val 10127"/>
              <a:gd name="adj4" fmla="val 90856"/>
            </a:avLst>
          </a:prstGeom>
          <a:solidFill>
            <a:srgbClr val="008000"/>
          </a:solidFill>
          <a:ln>
            <a:solidFill>
              <a:schemeClr val="accent1">
                <a:lumMod val="75000"/>
              </a:schemeClr>
            </a:solidFill>
          </a:ln>
        </p:spPr>
        <p:style>
          <a:lnRef idx="2">
            <a:schemeClr val="accent2"/>
          </a:lnRef>
          <a:fillRef idx="1">
            <a:schemeClr val="lt1"/>
          </a:fillRef>
          <a:effectRef idx="0">
            <a:schemeClr val="accent2"/>
          </a:effectRef>
          <a:fontRef idx="minor">
            <a:schemeClr val="dk1"/>
          </a:fontRef>
        </p:style>
        <p:txBody>
          <a:bodyPr wrap="square">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zh-CN" altLang="en-US"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p:txBody>
      </p:sp>
      <p:sp>
        <p:nvSpPr>
          <p:cNvPr id="235525" name="WordArt 5"/>
          <p:cNvSpPr>
            <a:spLocks noChangeArrowheads="1" noChangeShapeType="1" noTextEdit="1"/>
          </p:cNvSpPr>
          <p:nvPr/>
        </p:nvSpPr>
        <p:spPr bwMode="auto">
          <a:xfrm>
            <a:off x="555570" y="-3222"/>
            <a:ext cx="7339113"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1、</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定义</a:t>
            </a:r>
          </a:p>
        </p:txBody>
      </p:sp>
      <p:graphicFrame>
        <p:nvGraphicFramePr>
          <p:cNvPr id="4" name="对象 3"/>
          <p:cNvGraphicFramePr>
            <a:graphicFrameLocks noChangeAspect="1"/>
          </p:cNvGraphicFramePr>
          <p:nvPr/>
        </p:nvGraphicFramePr>
        <p:xfrm>
          <a:off x="857224" y="1071546"/>
          <a:ext cx="2988332" cy="2350263"/>
        </p:xfrm>
        <a:graphic>
          <a:graphicData uri="http://schemas.openxmlformats.org/presentationml/2006/ole">
            <mc:AlternateContent xmlns:mc="http://schemas.openxmlformats.org/markup-compatibility/2006">
              <mc:Choice xmlns:v="urn:schemas-microsoft-com:vml" Requires="v">
                <p:oleObj r:id="rId4" imgW="1193760" imgH="939600" progId="Equation.DSMT4">
                  <p:embed/>
                </p:oleObj>
              </mc:Choice>
              <mc:Fallback>
                <p:oleObj r:id="rId4" imgW="1193760" imgH="939600" progId="Equation.DSMT4">
                  <p:embed/>
                  <p:pic>
                    <p:nvPicPr>
                      <p:cNvPr id="4" name="对象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7224" y="1071546"/>
                        <a:ext cx="2988332" cy="2350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2" name="对象 51"/>
          <p:cNvGraphicFramePr>
            <a:graphicFrameLocks noChangeAspect="1"/>
          </p:cNvGraphicFramePr>
          <p:nvPr/>
        </p:nvGraphicFramePr>
        <p:xfrm>
          <a:off x="1321755" y="4293096"/>
          <a:ext cx="5722937" cy="1303338"/>
        </p:xfrm>
        <a:graphic>
          <a:graphicData uri="http://schemas.openxmlformats.org/presentationml/2006/ole">
            <mc:AlternateContent xmlns:mc="http://schemas.openxmlformats.org/markup-compatibility/2006">
              <mc:Choice xmlns:v="urn:schemas-microsoft-com:vml" Requires="v">
                <p:oleObj r:id="rId6" imgW="2006280" imgH="457200" progId="Equation.DSMT4">
                  <p:embed/>
                </p:oleObj>
              </mc:Choice>
              <mc:Fallback>
                <p:oleObj r:id="rId6" imgW="2006280" imgH="457200" progId="Equation.DSMT4">
                  <p:embed/>
                  <p:pic>
                    <p:nvPicPr>
                      <p:cNvPr id="52" name="对象 5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1755" y="4293096"/>
                        <a:ext cx="5722937" cy="13033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3" name="对象 52"/>
          <p:cNvGraphicFramePr>
            <a:graphicFrameLocks noChangeAspect="1"/>
          </p:cNvGraphicFramePr>
          <p:nvPr/>
        </p:nvGraphicFramePr>
        <p:xfrm>
          <a:off x="1321755" y="5284155"/>
          <a:ext cx="7678737" cy="1555750"/>
        </p:xfrm>
        <a:graphic>
          <a:graphicData uri="http://schemas.openxmlformats.org/presentationml/2006/ole">
            <mc:AlternateContent xmlns:mc="http://schemas.openxmlformats.org/markup-compatibility/2006">
              <mc:Choice xmlns:v="urn:schemas-microsoft-com:vml" Requires="v">
                <p:oleObj r:id="rId8" imgW="2692080" imgH="545760" progId="Equation.DSMT4">
                  <p:embed/>
                </p:oleObj>
              </mc:Choice>
              <mc:Fallback>
                <p:oleObj r:id="rId8" imgW="2692080" imgH="545760" progId="Equation.DSMT4">
                  <p:embed/>
                  <p:pic>
                    <p:nvPicPr>
                      <p:cNvPr id="53" name="对象 5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755" y="5284155"/>
                        <a:ext cx="7678737" cy="1555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 name="对象 53"/>
          <p:cNvGraphicFramePr>
            <a:graphicFrameLocks noChangeAspect="1"/>
          </p:cNvGraphicFramePr>
          <p:nvPr/>
        </p:nvGraphicFramePr>
        <p:xfrm>
          <a:off x="1266825" y="3314700"/>
          <a:ext cx="6115050" cy="1295400"/>
        </p:xfrm>
        <a:graphic>
          <a:graphicData uri="http://schemas.openxmlformats.org/presentationml/2006/ole">
            <mc:AlternateContent xmlns:mc="http://schemas.openxmlformats.org/markup-compatibility/2006">
              <mc:Choice xmlns:v="urn:schemas-microsoft-com:vml" Requires="v">
                <p:oleObj name="Equation" r:id="rId10" imgW="2145960" imgH="457200" progId="Equation.DSMT4">
                  <p:embed/>
                </p:oleObj>
              </mc:Choice>
              <mc:Fallback>
                <p:oleObj name="Equation" r:id="rId10" imgW="2145960" imgH="457200" progId="Equation.DSMT4">
                  <p:embed/>
                  <p:pic>
                    <p:nvPicPr>
                      <p:cNvPr id="54" name="对象 5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6825" y="3314700"/>
                        <a:ext cx="6115050" cy="1295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矩形 4"/>
          <p:cNvSpPr/>
          <p:nvPr/>
        </p:nvSpPr>
        <p:spPr>
          <a:xfrm>
            <a:off x="-32" y="1952836"/>
            <a:ext cx="596280" cy="4708981"/>
          </a:xfrm>
          <a:prstGeom prst="rect">
            <a:avLst/>
          </a:prstGeom>
          <a:solidFill>
            <a:srgbClr val="008000"/>
          </a:solidFill>
          <a:ln>
            <a:solidFill>
              <a:schemeClr val="accent1">
                <a:lumMod val="75000"/>
              </a:schemeClr>
            </a:solidFill>
          </a:ln>
        </p:spPr>
        <p:style>
          <a:lnRef idx="2">
            <a:schemeClr val="accent2"/>
          </a:lnRef>
          <a:fillRef idx="1">
            <a:schemeClr val="lt1"/>
          </a:fillRef>
          <a:effectRef idx="0">
            <a:schemeClr val="accent2"/>
          </a:effectRef>
          <a:fontRef idx="minor">
            <a:schemeClr val="dk1"/>
          </a:fontRef>
        </p:style>
        <p:txBody>
          <a:bodyPr wrap="square">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rPr>
              <a:t>n</a:t>
            </a:r>
            <a:r>
              <a:rPr kumimoji="0" lang="zh-CN"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rPr>
              <a:t>阶行列式的完全展开式</a:t>
            </a: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0" lang="zh-CN" altLang="en-US"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p:txBody>
      </p:sp>
      <p:sp>
        <p:nvSpPr>
          <p:cNvPr id="10" name="Text Box 27"/>
          <p:cNvSpPr txBox="1">
            <a:spLocks noChangeArrowheads="1"/>
          </p:cNvSpPr>
          <p:nvPr/>
        </p:nvSpPr>
        <p:spPr bwMode="auto">
          <a:xfrm>
            <a:off x="3929058" y="1214422"/>
            <a:ext cx="5165781" cy="1015663"/>
          </a:xfrm>
          <a:prstGeom prst="rect">
            <a:avLst/>
          </a:prstGeom>
          <a:solidFill>
            <a:srgbClr val="008000"/>
          </a:solidFill>
          <a:ln>
            <a:solidFill>
              <a:schemeClr val="accent1">
                <a:lumMod val="75000"/>
              </a:schemeClr>
            </a:solidFill>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2"/>
          </a:lnRef>
          <a:fillRef idx="1">
            <a:schemeClr val="lt1"/>
          </a:fillRef>
          <a:effectRef idx="0">
            <a:schemeClr val="accent2"/>
          </a:effectRef>
          <a:fontRef idx="minor">
            <a:schemeClr val="dk1"/>
          </a:fontRef>
        </p:style>
        <p:txBody>
          <a:bodyPr wrap="square">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zh-CN" altLang="en-US" sz="2400" b="1" i="0" u="none" strike="noStrike" kern="1200" cap="none" spc="0" normalizeH="0" baseline="0" noProof="0" dirty="0">
                <a:ln>
                  <a:noFill/>
                </a:ln>
                <a:solidFill>
                  <a:srgbClr val="FFFFFF"/>
                </a:solidFill>
                <a:effectLst/>
                <a:uLnTx/>
                <a:uFillTx/>
                <a:latin typeface="Tahoma"/>
                <a:ea typeface="微软雅黑" pitchFamily="34" charset="-122"/>
                <a:cs typeface="+mn-cs"/>
              </a:rPr>
              <a:t>行列式：实质是一个数</a:t>
            </a:r>
            <a:endParaRPr kumimoji="0" lang="en-US" altLang="zh-CN"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zh-CN" altLang="en-US" sz="2400" b="1" i="0" u="none" strike="noStrike" kern="1200" cap="none" spc="0" normalizeH="0" baseline="0" noProof="0" dirty="0">
                <a:ln>
                  <a:noFill/>
                </a:ln>
                <a:solidFill>
                  <a:srgbClr val="FFFFCC">
                    <a:lumMod val="75000"/>
                  </a:srgbClr>
                </a:solidFill>
                <a:effectLst/>
                <a:uLnTx/>
                <a:uFillTx/>
                <a:latin typeface="Tahoma"/>
                <a:ea typeface="微软雅黑" pitchFamily="34" charset="-122"/>
                <a:cs typeface="+mn-cs"/>
              </a:rPr>
              <a:t>代表不同行不同列元素之积的代数和</a:t>
            </a:r>
            <a:endParaRPr kumimoji="0" lang="zh-CN" altLang="en-US" sz="2400" b="1" i="0" u="none" strike="noStrike" kern="1200" cap="none" spc="0" normalizeH="0" baseline="0" noProof="0" dirty="0">
              <a:ln>
                <a:noFill/>
              </a:ln>
              <a:solidFill>
                <a:srgbClr val="FFFFFF"/>
              </a:solidFill>
              <a:effectLst/>
              <a:uLnTx/>
              <a:uFillTx/>
              <a:latin typeface="Tahoma"/>
              <a:ea typeface="微软雅黑" pitchFamily="34" charset="-122"/>
              <a:cs typeface="+mn-cs"/>
            </a:endParaRPr>
          </a:p>
        </p:txBody>
      </p:sp>
    </p:spTree>
    <p:extLst>
      <p:ext uri="{BB962C8B-B14F-4D97-AF65-F5344CB8AC3E}">
        <p14:creationId xmlns:p14="http://schemas.microsoft.com/office/powerpoint/2010/main" val="2497728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wipe(left)">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wipe(left)">
                                      <p:cBhvr>
                                        <p:cTn id="17" dur="500"/>
                                        <p:tgtEl>
                                          <p:spTgt spid="5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wipe(left)">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left)">
                                      <p:cBhvr>
                                        <p:cTn id="27" dur="5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right)">
                                      <p:cBhvr>
                                        <p:cTn id="32" dur="500"/>
                                        <p:tgtEl>
                                          <p:spTgt spid="6"/>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right)">
                                      <p:cBhvr>
                                        <p:cTn id="3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628596" y="946116"/>
            <a:ext cx="8178911" cy="280076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r>
              <a:rPr kumimoji="0" lang="zh-CN" altLang="en-US" sz="3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余子式：</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在 </a:t>
            </a:r>
            <a:r>
              <a:rPr kumimoji="0" lang="en-US" altLang="zh-CN" sz="2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阶行列式中，把元素 </a:t>
            </a:r>
            <a:r>
              <a:rPr kumimoji="0" lang="en-US" altLang="zh-CN" sz="2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a</a:t>
            </a:r>
            <a:r>
              <a:rPr kumimoji="0" lang="en-US" altLang="zh-CN" sz="28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ij</a:t>
            </a:r>
            <a:r>
              <a:rPr kumimoji="0" lang="en-US" altLang="zh-CN" sz="28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所在的第 </a:t>
            </a:r>
            <a:r>
              <a:rPr kumimoji="0" lang="en-US" altLang="zh-CN" sz="28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i</a:t>
            </a:r>
            <a:r>
              <a:rPr kumimoji="0" lang="en-US" altLang="zh-CN" sz="2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行第 </a:t>
            </a:r>
            <a:r>
              <a:rPr kumimoji="0" lang="en-US" altLang="zh-CN" sz="2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j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列划去后，留下来的 </a:t>
            </a:r>
            <a:r>
              <a:rPr kumimoji="0" lang="en-US" altLang="zh-CN" sz="2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a:t>
            </a:r>
            <a:r>
              <a:rPr kumimoji="0" lang="en-US" altLang="zh-CN"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1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阶行列式叫做元素 </a:t>
            </a:r>
            <a:r>
              <a:rPr kumimoji="0" lang="en-US" altLang="zh-CN" sz="28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a</a:t>
            </a:r>
            <a:r>
              <a:rPr kumimoji="0" lang="en-US" altLang="zh-CN" sz="28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ij</a:t>
            </a:r>
            <a:r>
              <a:rPr kumimoji="0" lang="en-US" altLang="zh-CN" sz="28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余子式，记作 </a:t>
            </a:r>
            <a:r>
              <a:rPr kumimoji="0" lang="en-US" altLang="zh-CN" sz="2800" b="1" i="1"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M</a:t>
            </a:r>
            <a:r>
              <a:rPr kumimoji="0" lang="en-US" altLang="zh-CN" sz="2800" b="1" i="1"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mn-cs"/>
              </a:rPr>
              <a:t>ij</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endParaRPr kumimoji="0" lang="en-US" altLang="zh-CN"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endParaRPr kumimoji="0" lang="en-US" altLang="zh-CN"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r>
              <a:rPr kumimoji="0" lang="zh-CN" altLang="en-US"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代数余子式</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：记 </a:t>
            </a:r>
            <a:r>
              <a:rPr kumimoji="0" lang="en-US" altLang="zh-CN" sz="2800" b="1" i="1"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A</a:t>
            </a:r>
            <a:r>
              <a:rPr kumimoji="0" lang="en-US" altLang="zh-CN" sz="2800" b="1" i="1"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mn-cs"/>
              </a:rPr>
              <a:t>ij</a:t>
            </a:r>
            <a:r>
              <a:rPr kumimoji="0" lang="en-US" altLang="zh-CN" sz="2800" b="1" i="1"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mn-cs"/>
              </a:rPr>
              <a:t> </a:t>
            </a:r>
            <a:r>
              <a:rPr kumimoji="0" lang="en-US" altLang="zh-CN"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(-1)</a:t>
            </a:r>
            <a:r>
              <a:rPr kumimoji="0" lang="en-US" altLang="zh-CN" sz="2800" b="1" i="1" u="none" strike="noStrike" kern="1200" cap="none" spc="0" normalizeH="0" baseline="30000" noProof="0" dirty="0" err="1">
                <a:ln>
                  <a:noFill/>
                </a:ln>
                <a:solidFill>
                  <a:srgbClr val="FFFFFF"/>
                </a:solidFill>
                <a:effectLst/>
                <a:uLnTx/>
                <a:uFillTx/>
                <a:latin typeface="微软雅黑" pitchFamily="34" charset="-122"/>
                <a:ea typeface="微软雅黑" pitchFamily="34" charset="-122"/>
                <a:cs typeface="+mn-cs"/>
              </a:rPr>
              <a:t>i+j</a:t>
            </a:r>
            <a:r>
              <a:rPr kumimoji="0" lang="en-US" altLang="zh-CN" sz="2800" b="1" i="1" u="none" strike="noStrike" kern="1200" cap="none" spc="0" normalizeH="0" baseline="30000" noProof="0" dirty="0">
                <a:ln>
                  <a:noFill/>
                </a:ln>
                <a:solidFill>
                  <a:srgbClr val="FFFFFF"/>
                </a:solidFill>
                <a:effectLst/>
                <a:uLnTx/>
                <a:uFillTx/>
                <a:latin typeface="微软雅黑" pitchFamily="34" charset="-122"/>
                <a:ea typeface="微软雅黑" pitchFamily="34" charset="-122"/>
                <a:cs typeface="+mn-cs"/>
              </a:rPr>
              <a:t> </a:t>
            </a:r>
            <a:r>
              <a:rPr kumimoji="0" lang="en-US" altLang="zh-CN" sz="28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M</a:t>
            </a:r>
            <a:r>
              <a:rPr kumimoji="0" lang="en-US" altLang="zh-CN" sz="28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ij</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en-US" altLang="zh-CN" sz="28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A</a:t>
            </a:r>
            <a:r>
              <a:rPr kumimoji="0" lang="en-US" altLang="zh-CN" sz="28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ij</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叫做元素 </a:t>
            </a:r>
            <a:r>
              <a:rPr kumimoji="0" lang="en-US" altLang="zh-CN" sz="28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a</a:t>
            </a:r>
            <a:r>
              <a:rPr kumimoji="0" lang="en-US" altLang="zh-CN" sz="28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ij</a:t>
            </a:r>
            <a:r>
              <a:rPr kumimoji="0" lang="en-US" altLang="zh-CN" sz="28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 </a:t>
            </a:r>
            <a:r>
              <a:rPr kumimoji="0" lang="zh-CN" altLang="en-US" sz="2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的代数余子式。</a:t>
            </a:r>
            <a:endPar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12" name="Object 4"/>
          <p:cNvGraphicFramePr>
            <a:graphicFrameLocks noChangeAspect="1"/>
          </p:cNvGraphicFramePr>
          <p:nvPr/>
        </p:nvGraphicFramePr>
        <p:xfrm>
          <a:off x="2130425" y="3751307"/>
          <a:ext cx="5151438" cy="2963863"/>
        </p:xfrm>
        <a:graphic>
          <a:graphicData uri="http://schemas.openxmlformats.org/presentationml/2006/ole">
            <mc:AlternateContent xmlns:mc="http://schemas.openxmlformats.org/markup-compatibility/2006">
              <mc:Choice xmlns:v="urn:schemas-microsoft-com:vml" Requires="v">
                <p:oleObj name="Equation" r:id="rId3" imgW="5155920" imgH="2958840" progId="Equation.DSMT4">
                  <p:embed/>
                </p:oleObj>
              </mc:Choice>
              <mc:Fallback>
                <p:oleObj name="Equation" r:id="rId3" imgW="5155920" imgH="2958840" progId="Equation.DSMT4">
                  <p:embed/>
                  <p:pic>
                    <p:nvPicPr>
                      <p:cNvPr id="1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0425" y="3751307"/>
                        <a:ext cx="5151438" cy="2963863"/>
                      </a:xfrm>
                      <a:prstGeom prst="rect">
                        <a:avLst/>
                      </a:prstGeom>
                      <a:noFill/>
                      <a:extLst>
                        <a:ext uri="{909E8E84-426E-40DD-AFC4-6F175D3DCCD1}">
                          <a14:hiddenFill xmlns:a14="http://schemas.microsoft.com/office/drawing/2010/main">
                            <a:solidFill>
                              <a:srgbClr val="FFFF00"/>
                            </a:solidFill>
                          </a14:hiddenFill>
                        </a:ext>
                      </a:extLst>
                    </p:spPr>
                  </p:pic>
                </p:oleObj>
              </mc:Fallback>
            </mc:AlternateContent>
          </a:graphicData>
        </a:graphic>
      </p:graphicFrame>
      <p:grpSp>
        <p:nvGrpSpPr>
          <p:cNvPr id="2" name="Group 5"/>
          <p:cNvGrpSpPr>
            <a:grpSpLocks/>
          </p:cNvGrpSpPr>
          <p:nvPr/>
        </p:nvGrpSpPr>
        <p:grpSpPr bwMode="auto">
          <a:xfrm>
            <a:off x="2709837" y="4016419"/>
            <a:ext cx="4487901" cy="2589211"/>
            <a:chOff x="1824" y="2499"/>
            <a:chExt cx="2494" cy="1587"/>
          </a:xfrm>
        </p:grpSpPr>
        <p:sp>
          <p:nvSpPr>
            <p:cNvPr id="14" name="Line 6"/>
            <p:cNvSpPr>
              <a:spLocks noChangeShapeType="1"/>
            </p:cNvSpPr>
            <p:nvPr/>
          </p:nvSpPr>
          <p:spPr bwMode="auto">
            <a:xfrm>
              <a:off x="1824" y="3264"/>
              <a:ext cx="2494" cy="18"/>
            </a:xfrm>
            <a:prstGeom prst="line">
              <a:avLst/>
            </a:prstGeom>
            <a:noFill/>
            <a:ln w="28575">
              <a:solidFill>
                <a:srgbClr val="FFFF00"/>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5" name="Line 7"/>
            <p:cNvSpPr>
              <a:spLocks noChangeShapeType="1"/>
            </p:cNvSpPr>
            <p:nvPr/>
          </p:nvSpPr>
          <p:spPr bwMode="auto">
            <a:xfrm>
              <a:off x="3072" y="2499"/>
              <a:ext cx="0" cy="1587"/>
            </a:xfrm>
            <a:prstGeom prst="line">
              <a:avLst/>
            </a:prstGeom>
            <a:noFill/>
            <a:ln w="28575">
              <a:solidFill>
                <a:srgbClr val="FFFF00"/>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pSp>
      <p:sp>
        <p:nvSpPr>
          <p:cNvPr id="16" name="椭圆 15"/>
          <p:cNvSpPr/>
          <p:nvPr/>
        </p:nvSpPr>
        <p:spPr bwMode="auto">
          <a:xfrm>
            <a:off x="4608513" y="4962546"/>
            <a:ext cx="646004" cy="576064"/>
          </a:xfrm>
          <a:prstGeom prst="ellipse">
            <a:avLst/>
          </a:prstGeom>
          <a:noFill/>
          <a:ln w="57150" cap="flat" cmpd="sng" algn="ctr">
            <a:solidFill>
              <a:schemeClr val="tx1">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0" name="WordArt 5"/>
          <p:cNvSpPr>
            <a:spLocks noChangeArrowheads="1" noChangeShapeType="1" noTextEdit="1"/>
          </p:cNvSpPr>
          <p:nvPr/>
        </p:nvSpPr>
        <p:spPr bwMode="auto">
          <a:xfrm>
            <a:off x="555570" y="-3222"/>
            <a:ext cx="7339113"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1、</a:t>
            </a: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定义</a:t>
            </a:r>
          </a:p>
        </p:txBody>
      </p:sp>
    </p:spTree>
    <p:extLst>
      <p:ext uri="{BB962C8B-B14F-4D97-AF65-F5344CB8AC3E}">
        <p14:creationId xmlns:p14="http://schemas.microsoft.com/office/powerpoint/2010/main" val="1040064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wipe(left)">
                                      <p:cBhvr>
                                        <p:cTn id="7" dur="500"/>
                                        <p:tgtEl>
                                          <p:spTgt spid="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left)">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21" presetClass="entr" presetSubtype="1"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heel(1)">
                                      <p:cBhvr>
                                        <p:cTn id="17" dur="20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6" presetClass="entr" presetSubtype="32"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circle(out)">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1">
                                            <p:txEl>
                                              <p:pRg st="2" end="2"/>
                                            </p:txEl>
                                          </p:spTgt>
                                        </p:tgtEl>
                                        <p:attrNameLst>
                                          <p:attrName>style.visibility</p:attrName>
                                        </p:attrNameLst>
                                      </p:cBhvr>
                                      <p:to>
                                        <p:strVal val="visible"/>
                                      </p:to>
                                    </p:set>
                                    <p:animEffect transition="in" filter="wipe(left)">
                                      <p:cBhvr>
                                        <p:cTn id="27" dur="500"/>
                                        <p:tgtEl>
                                          <p:spTgt spid="1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5" name="WordArt 5"/>
          <p:cNvSpPr>
            <a:spLocks noChangeArrowheads="1" noChangeShapeType="1" noTextEdit="1"/>
          </p:cNvSpPr>
          <p:nvPr/>
        </p:nvSpPr>
        <p:spPr bwMode="auto">
          <a:xfrm>
            <a:off x="555570" y="-3222"/>
            <a:ext cx="7850295"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2、</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性质</a:t>
            </a:r>
          </a:p>
        </p:txBody>
      </p:sp>
      <p:pic>
        <p:nvPicPr>
          <p:cNvPr id="12" name="Picture 2"/>
          <p:cNvPicPr>
            <a:picLocks noChangeAspect="1" noChangeArrowheads="1"/>
          </p:cNvPicPr>
          <p:nvPr/>
        </p:nvPicPr>
        <p:blipFill>
          <a:blip r:embed="rId4" cstate="print"/>
          <a:srcRect/>
          <a:stretch>
            <a:fillRect/>
          </a:stretch>
        </p:blipFill>
        <p:spPr bwMode="auto">
          <a:xfrm>
            <a:off x="774762" y="1039860"/>
            <a:ext cx="8324850" cy="5857875"/>
          </a:xfrm>
          <a:prstGeom prst="rect">
            <a:avLst/>
          </a:prstGeom>
          <a:noFill/>
          <a:ln w="9525">
            <a:noFill/>
            <a:miter lim="800000"/>
            <a:headEnd/>
            <a:tailEnd/>
          </a:ln>
          <a:effectLst/>
        </p:spPr>
      </p:pic>
      <p:sp>
        <p:nvSpPr>
          <p:cNvPr id="13" name="AutoShape 143"/>
          <p:cNvSpPr>
            <a:spLocks noChangeAspect="1" noChangeArrowheads="1" noTextEdit="1"/>
          </p:cNvSpPr>
          <p:nvPr/>
        </p:nvSpPr>
        <p:spPr bwMode="auto">
          <a:xfrm>
            <a:off x="1649413" y="1019175"/>
            <a:ext cx="7486650" cy="58769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4" name="Rectangle 145"/>
          <p:cNvSpPr>
            <a:spLocks noChangeArrowheads="1"/>
          </p:cNvSpPr>
          <p:nvPr/>
        </p:nvSpPr>
        <p:spPr bwMode="auto">
          <a:xfrm>
            <a:off x="1758951" y="1133475"/>
            <a:ext cx="1571625"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5" name="Rectangle 146"/>
          <p:cNvSpPr>
            <a:spLocks noChangeArrowheads="1"/>
          </p:cNvSpPr>
          <p:nvPr/>
        </p:nvSpPr>
        <p:spPr bwMode="auto">
          <a:xfrm>
            <a:off x="3330576" y="1133475"/>
            <a:ext cx="5695950"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6" name="Rectangle 147"/>
          <p:cNvSpPr>
            <a:spLocks noChangeArrowheads="1"/>
          </p:cNvSpPr>
          <p:nvPr/>
        </p:nvSpPr>
        <p:spPr bwMode="auto">
          <a:xfrm>
            <a:off x="1758951" y="1838325"/>
            <a:ext cx="1571625" cy="6286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7" name="Rectangle 148"/>
          <p:cNvSpPr>
            <a:spLocks noChangeArrowheads="1"/>
          </p:cNvSpPr>
          <p:nvPr/>
        </p:nvSpPr>
        <p:spPr bwMode="auto">
          <a:xfrm>
            <a:off x="3330576" y="1838325"/>
            <a:ext cx="5695950" cy="6286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8" name="Rectangle 149"/>
          <p:cNvSpPr>
            <a:spLocks noChangeArrowheads="1"/>
          </p:cNvSpPr>
          <p:nvPr/>
        </p:nvSpPr>
        <p:spPr bwMode="auto">
          <a:xfrm>
            <a:off x="1758951" y="2466975"/>
            <a:ext cx="1571625" cy="942975"/>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9" name="Rectangle 150"/>
          <p:cNvSpPr>
            <a:spLocks noChangeArrowheads="1"/>
          </p:cNvSpPr>
          <p:nvPr/>
        </p:nvSpPr>
        <p:spPr bwMode="auto">
          <a:xfrm>
            <a:off x="3330576" y="2466975"/>
            <a:ext cx="5695950" cy="942975"/>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0" name="Rectangle 151"/>
          <p:cNvSpPr>
            <a:spLocks noChangeArrowheads="1"/>
          </p:cNvSpPr>
          <p:nvPr/>
        </p:nvSpPr>
        <p:spPr bwMode="auto">
          <a:xfrm>
            <a:off x="1758951" y="3409950"/>
            <a:ext cx="1571625" cy="64770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1" name="Rectangle 152"/>
          <p:cNvSpPr>
            <a:spLocks noChangeArrowheads="1"/>
          </p:cNvSpPr>
          <p:nvPr/>
        </p:nvSpPr>
        <p:spPr bwMode="auto">
          <a:xfrm>
            <a:off x="3330576" y="3392487"/>
            <a:ext cx="5695950" cy="64770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2" name="Rectangle 153"/>
          <p:cNvSpPr>
            <a:spLocks noChangeArrowheads="1"/>
          </p:cNvSpPr>
          <p:nvPr/>
        </p:nvSpPr>
        <p:spPr bwMode="auto">
          <a:xfrm>
            <a:off x="1758951" y="4057650"/>
            <a:ext cx="1571625"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3" name="Rectangle 154"/>
          <p:cNvSpPr>
            <a:spLocks noChangeArrowheads="1"/>
          </p:cNvSpPr>
          <p:nvPr/>
        </p:nvSpPr>
        <p:spPr bwMode="auto">
          <a:xfrm>
            <a:off x="3330576" y="4075131"/>
            <a:ext cx="5695950"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4" name="Rectangle 155"/>
          <p:cNvSpPr>
            <a:spLocks noChangeArrowheads="1"/>
          </p:cNvSpPr>
          <p:nvPr/>
        </p:nvSpPr>
        <p:spPr bwMode="auto">
          <a:xfrm>
            <a:off x="1758951" y="4762500"/>
            <a:ext cx="1571625" cy="6286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5" name="Rectangle 156"/>
          <p:cNvSpPr>
            <a:spLocks noChangeArrowheads="1"/>
          </p:cNvSpPr>
          <p:nvPr/>
        </p:nvSpPr>
        <p:spPr bwMode="auto">
          <a:xfrm>
            <a:off x="3330576" y="4762500"/>
            <a:ext cx="5695950" cy="6286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6" name="Rectangle 157"/>
          <p:cNvSpPr>
            <a:spLocks noChangeArrowheads="1"/>
          </p:cNvSpPr>
          <p:nvPr/>
        </p:nvSpPr>
        <p:spPr bwMode="auto">
          <a:xfrm>
            <a:off x="1758951" y="5391150"/>
            <a:ext cx="1571625" cy="68580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7" name="Rectangle 158"/>
          <p:cNvSpPr>
            <a:spLocks noChangeArrowheads="1"/>
          </p:cNvSpPr>
          <p:nvPr/>
        </p:nvSpPr>
        <p:spPr bwMode="auto">
          <a:xfrm>
            <a:off x="3330576" y="5391150"/>
            <a:ext cx="5695950" cy="68580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8" name="Rectangle 159"/>
          <p:cNvSpPr>
            <a:spLocks noChangeArrowheads="1"/>
          </p:cNvSpPr>
          <p:nvPr/>
        </p:nvSpPr>
        <p:spPr bwMode="auto">
          <a:xfrm>
            <a:off x="1758951" y="6076950"/>
            <a:ext cx="1571625"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9" name="Rectangle 160"/>
          <p:cNvSpPr>
            <a:spLocks noChangeArrowheads="1"/>
          </p:cNvSpPr>
          <p:nvPr/>
        </p:nvSpPr>
        <p:spPr bwMode="auto">
          <a:xfrm>
            <a:off x="3330576" y="6076950"/>
            <a:ext cx="5695950" cy="704850"/>
          </a:xfrm>
          <a:prstGeom prst="rect">
            <a:avLst/>
          </a:prstGeom>
          <a:solidFill>
            <a:srgbClr val="2B2B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0" name="Rectangle 161"/>
          <p:cNvSpPr>
            <a:spLocks noChangeArrowheads="1"/>
          </p:cNvSpPr>
          <p:nvPr/>
        </p:nvSpPr>
        <p:spPr bwMode="auto">
          <a:xfrm>
            <a:off x="3294045" y="1128713"/>
            <a:ext cx="9525" cy="566737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1" name="Rectangle 162"/>
          <p:cNvSpPr>
            <a:spLocks noChangeArrowheads="1"/>
          </p:cNvSpPr>
          <p:nvPr/>
        </p:nvSpPr>
        <p:spPr bwMode="auto">
          <a:xfrm>
            <a:off x="1754188" y="1828800"/>
            <a:ext cx="7286625" cy="2857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2" name="Rectangle 163"/>
          <p:cNvSpPr>
            <a:spLocks noChangeArrowheads="1"/>
          </p:cNvSpPr>
          <p:nvPr/>
        </p:nvSpPr>
        <p:spPr bwMode="auto">
          <a:xfrm>
            <a:off x="1754188" y="2466975"/>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3" name="Rectangle 164"/>
          <p:cNvSpPr>
            <a:spLocks noChangeArrowheads="1"/>
          </p:cNvSpPr>
          <p:nvPr/>
        </p:nvSpPr>
        <p:spPr bwMode="auto">
          <a:xfrm>
            <a:off x="1754188" y="3409950"/>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4" name="Rectangle 166"/>
          <p:cNvSpPr>
            <a:spLocks noChangeArrowheads="1"/>
          </p:cNvSpPr>
          <p:nvPr/>
        </p:nvSpPr>
        <p:spPr bwMode="auto">
          <a:xfrm>
            <a:off x="1754188" y="4762500"/>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5" name="Rectangle 167"/>
          <p:cNvSpPr>
            <a:spLocks noChangeArrowheads="1"/>
          </p:cNvSpPr>
          <p:nvPr/>
        </p:nvSpPr>
        <p:spPr bwMode="auto">
          <a:xfrm>
            <a:off x="1754188" y="5391150"/>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6" name="Rectangle 168"/>
          <p:cNvSpPr>
            <a:spLocks noChangeArrowheads="1"/>
          </p:cNvSpPr>
          <p:nvPr/>
        </p:nvSpPr>
        <p:spPr bwMode="auto">
          <a:xfrm>
            <a:off x="1754188" y="6076950"/>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7" name="Rectangle 169"/>
          <p:cNvSpPr>
            <a:spLocks noChangeArrowheads="1"/>
          </p:cNvSpPr>
          <p:nvPr/>
        </p:nvSpPr>
        <p:spPr bwMode="auto">
          <a:xfrm>
            <a:off x="1758951" y="1128713"/>
            <a:ext cx="9525" cy="566737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8" name="Rectangle 170"/>
          <p:cNvSpPr>
            <a:spLocks noChangeArrowheads="1"/>
          </p:cNvSpPr>
          <p:nvPr/>
        </p:nvSpPr>
        <p:spPr bwMode="auto">
          <a:xfrm>
            <a:off x="9026526" y="1128713"/>
            <a:ext cx="9525" cy="566737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39" name="Rectangle 171"/>
          <p:cNvSpPr>
            <a:spLocks noChangeArrowheads="1"/>
          </p:cNvSpPr>
          <p:nvPr/>
        </p:nvSpPr>
        <p:spPr bwMode="auto">
          <a:xfrm>
            <a:off x="1754188" y="1133475"/>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40" name="Rectangle 172"/>
          <p:cNvSpPr>
            <a:spLocks noChangeArrowheads="1"/>
          </p:cNvSpPr>
          <p:nvPr/>
        </p:nvSpPr>
        <p:spPr bwMode="auto">
          <a:xfrm>
            <a:off x="1754188" y="6781800"/>
            <a:ext cx="7286625" cy="9525"/>
          </a:xfrm>
          <a:prstGeom prst="rect">
            <a:avLst/>
          </a:prstGeom>
          <a:solidFill>
            <a:srgbClr val="FF3300"/>
          </a:solidFill>
          <a:ln w="0" cap="flat">
            <a:solidFill>
              <a:srgbClr val="FF33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Tree>
    <p:extLst>
      <p:ext uri="{BB962C8B-B14F-4D97-AF65-F5344CB8AC3E}">
        <p14:creationId xmlns:p14="http://schemas.microsoft.com/office/powerpoint/2010/main" val="1123940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14"/>
                                        </p:tgtEl>
                                      </p:cBhvr>
                                    </p:animEffect>
                                    <p:set>
                                      <p:cBhvr>
                                        <p:cTn id="12" dur="1" fill="hold">
                                          <p:stCondLst>
                                            <p:cond delay="499"/>
                                          </p:stCondLst>
                                        </p:cTn>
                                        <p:tgtEl>
                                          <p:spTgt spid="1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500"/>
                                        <p:tgtEl>
                                          <p:spTgt spid="17"/>
                                        </p:tgtEl>
                                      </p:cBhvr>
                                    </p:animEffect>
                                    <p:set>
                                      <p:cBhvr>
                                        <p:cTn id="17" dur="1" fill="hold">
                                          <p:stCondLst>
                                            <p:cond delay="499"/>
                                          </p:stCondLst>
                                        </p:cTn>
                                        <p:tgtEl>
                                          <p:spTgt spid="1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8" fill="hold" grpId="0" nodeType="clickEffect">
                                  <p:stCondLst>
                                    <p:cond delay="0"/>
                                  </p:stCondLst>
                                  <p:childTnLst>
                                    <p:animEffect transition="out" filter="wipe(left)">
                                      <p:cBhvr>
                                        <p:cTn id="21" dur="500"/>
                                        <p:tgtEl>
                                          <p:spTgt spid="16"/>
                                        </p:tgtEl>
                                      </p:cBhvr>
                                    </p:animEffect>
                                    <p:set>
                                      <p:cBhvr>
                                        <p:cTn id="22" dur="1" fill="hold">
                                          <p:stCondLst>
                                            <p:cond delay="499"/>
                                          </p:stCondLst>
                                        </p:cTn>
                                        <p:tgtEl>
                                          <p:spTgt spid="1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xit" presetSubtype="8" fill="hold" grpId="0" nodeType="clickEffect">
                                  <p:stCondLst>
                                    <p:cond delay="0"/>
                                  </p:stCondLst>
                                  <p:childTnLst>
                                    <p:animEffect transition="out" filter="wipe(left)">
                                      <p:cBhvr>
                                        <p:cTn id="26" dur="500"/>
                                        <p:tgtEl>
                                          <p:spTgt spid="19"/>
                                        </p:tgtEl>
                                      </p:cBhvr>
                                    </p:animEffect>
                                    <p:set>
                                      <p:cBhvr>
                                        <p:cTn id="27" dur="1" fill="hold">
                                          <p:stCondLst>
                                            <p:cond delay="499"/>
                                          </p:stCondLst>
                                        </p:cTn>
                                        <p:tgtEl>
                                          <p:spTgt spid="19"/>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18"/>
                                        </p:tgtEl>
                                      </p:cBhvr>
                                    </p:animEffect>
                                    <p:set>
                                      <p:cBhvr>
                                        <p:cTn id="32" dur="1" fill="hold">
                                          <p:stCondLst>
                                            <p:cond delay="499"/>
                                          </p:stCondLst>
                                        </p:cTn>
                                        <p:tgtEl>
                                          <p:spTgt spid="18"/>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2" presetClass="exit" presetSubtype="8" fill="hold" grpId="0" nodeType="clickEffect">
                                  <p:stCondLst>
                                    <p:cond delay="0"/>
                                  </p:stCondLst>
                                  <p:childTnLst>
                                    <p:animEffect transition="out" filter="wipe(left)">
                                      <p:cBhvr>
                                        <p:cTn id="36" dur="500"/>
                                        <p:tgtEl>
                                          <p:spTgt spid="21"/>
                                        </p:tgtEl>
                                      </p:cBhvr>
                                    </p:animEffect>
                                    <p:set>
                                      <p:cBhvr>
                                        <p:cTn id="37" dur="1" fill="hold">
                                          <p:stCondLst>
                                            <p:cond delay="499"/>
                                          </p:stCondLst>
                                        </p:cTn>
                                        <p:tgtEl>
                                          <p:spTgt spid="21"/>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2" presetClass="exit" presetSubtype="8" fill="hold" grpId="0" nodeType="clickEffect">
                                  <p:stCondLst>
                                    <p:cond delay="0"/>
                                  </p:stCondLst>
                                  <p:childTnLst>
                                    <p:animEffect transition="out" filter="wipe(left)">
                                      <p:cBhvr>
                                        <p:cTn id="41" dur="500"/>
                                        <p:tgtEl>
                                          <p:spTgt spid="20"/>
                                        </p:tgtEl>
                                      </p:cBhvr>
                                    </p:animEffect>
                                    <p:set>
                                      <p:cBhvr>
                                        <p:cTn id="42" dur="1" fill="hold">
                                          <p:stCondLst>
                                            <p:cond delay="499"/>
                                          </p:stCondLst>
                                        </p:cTn>
                                        <p:tgtEl>
                                          <p:spTgt spid="20"/>
                                        </p:tgtEl>
                                        <p:attrNameLst>
                                          <p:attrName>style.visibility</p:attrName>
                                        </p:attrNameLst>
                                      </p:cBhvr>
                                      <p:to>
                                        <p:strVal val="hidden"/>
                                      </p:to>
                                    </p:set>
                                  </p:childTnLst>
                                </p:cTn>
                              </p:par>
                              <p:par>
                                <p:cTn id="43" presetID="22" presetClass="exit" presetSubtype="8" fill="hold" grpId="0" nodeType="withEffect">
                                  <p:stCondLst>
                                    <p:cond delay="0"/>
                                  </p:stCondLst>
                                  <p:childTnLst>
                                    <p:animEffect transition="out" filter="wipe(left)">
                                      <p:cBhvr>
                                        <p:cTn id="44" dur="500"/>
                                        <p:tgtEl>
                                          <p:spTgt spid="22"/>
                                        </p:tgtEl>
                                      </p:cBhvr>
                                    </p:animEffect>
                                    <p:set>
                                      <p:cBhvr>
                                        <p:cTn id="45" dur="1" fill="hold">
                                          <p:stCondLst>
                                            <p:cond delay="499"/>
                                          </p:stCondLst>
                                        </p:cTn>
                                        <p:tgtEl>
                                          <p:spTgt spid="22"/>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22" presetClass="exit" presetSubtype="8" fill="hold" grpId="0" nodeType="clickEffect">
                                  <p:stCondLst>
                                    <p:cond delay="0"/>
                                  </p:stCondLst>
                                  <p:childTnLst>
                                    <p:animEffect transition="out" filter="wipe(left)">
                                      <p:cBhvr>
                                        <p:cTn id="49" dur="500"/>
                                        <p:tgtEl>
                                          <p:spTgt spid="23"/>
                                        </p:tgtEl>
                                      </p:cBhvr>
                                    </p:animEffect>
                                    <p:set>
                                      <p:cBhvr>
                                        <p:cTn id="50" dur="1" fill="hold">
                                          <p:stCondLst>
                                            <p:cond delay="499"/>
                                          </p:stCondLst>
                                        </p:cTn>
                                        <p:tgtEl>
                                          <p:spTgt spid="23"/>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2" presetClass="exit" presetSubtype="8" fill="hold" grpId="0" nodeType="clickEffect">
                                  <p:stCondLst>
                                    <p:cond delay="0"/>
                                  </p:stCondLst>
                                  <p:childTnLst>
                                    <p:animEffect transition="out" filter="wipe(left)">
                                      <p:cBhvr>
                                        <p:cTn id="54" dur="500"/>
                                        <p:tgtEl>
                                          <p:spTgt spid="25"/>
                                        </p:tgtEl>
                                      </p:cBhvr>
                                    </p:animEffect>
                                    <p:set>
                                      <p:cBhvr>
                                        <p:cTn id="55" dur="1" fill="hold">
                                          <p:stCondLst>
                                            <p:cond delay="499"/>
                                          </p:stCondLst>
                                        </p:cTn>
                                        <p:tgtEl>
                                          <p:spTgt spid="25"/>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xit" presetSubtype="8" fill="hold" nodeType="clickEffect">
                                  <p:stCondLst>
                                    <p:cond delay="0"/>
                                  </p:stCondLst>
                                  <p:childTnLst>
                                    <p:animEffect transition="out" filter="wipe(left)">
                                      <p:cBhvr>
                                        <p:cTn id="59" dur="500"/>
                                        <p:tgtEl>
                                          <p:spTgt spid="24"/>
                                        </p:tgtEl>
                                      </p:cBhvr>
                                    </p:animEffect>
                                    <p:set>
                                      <p:cBhvr>
                                        <p:cTn id="60" dur="1" fill="hold">
                                          <p:stCondLst>
                                            <p:cond delay="499"/>
                                          </p:stCondLst>
                                        </p:cTn>
                                        <p:tgtEl>
                                          <p:spTgt spid="2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2" presetClass="exit" presetSubtype="8" fill="hold" grpId="0" nodeType="clickEffect">
                                  <p:stCondLst>
                                    <p:cond delay="0"/>
                                  </p:stCondLst>
                                  <p:childTnLst>
                                    <p:animEffect transition="out" filter="wipe(left)">
                                      <p:cBhvr>
                                        <p:cTn id="64" dur="500"/>
                                        <p:tgtEl>
                                          <p:spTgt spid="27"/>
                                        </p:tgtEl>
                                      </p:cBhvr>
                                    </p:animEffect>
                                    <p:set>
                                      <p:cBhvr>
                                        <p:cTn id="65" dur="1" fill="hold">
                                          <p:stCondLst>
                                            <p:cond delay="499"/>
                                          </p:stCondLst>
                                        </p:cTn>
                                        <p:tgtEl>
                                          <p:spTgt spid="27"/>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22" presetClass="exit" presetSubtype="8" fill="hold" nodeType="clickEffect">
                                  <p:stCondLst>
                                    <p:cond delay="0"/>
                                  </p:stCondLst>
                                  <p:childTnLst>
                                    <p:animEffect transition="out" filter="wipe(left)">
                                      <p:cBhvr>
                                        <p:cTn id="69" dur="500"/>
                                        <p:tgtEl>
                                          <p:spTgt spid="26"/>
                                        </p:tgtEl>
                                      </p:cBhvr>
                                    </p:animEffect>
                                    <p:set>
                                      <p:cBhvr>
                                        <p:cTn id="70" dur="1" fill="hold">
                                          <p:stCondLst>
                                            <p:cond delay="499"/>
                                          </p:stCondLst>
                                        </p:cTn>
                                        <p:tgtEl>
                                          <p:spTgt spid="26"/>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22" presetClass="exit" presetSubtype="8" fill="hold" grpId="0" nodeType="clickEffect">
                                  <p:stCondLst>
                                    <p:cond delay="0"/>
                                  </p:stCondLst>
                                  <p:childTnLst>
                                    <p:animEffect transition="out" filter="wipe(left)">
                                      <p:cBhvr>
                                        <p:cTn id="74" dur="500"/>
                                        <p:tgtEl>
                                          <p:spTgt spid="29"/>
                                        </p:tgtEl>
                                      </p:cBhvr>
                                    </p:animEffect>
                                    <p:set>
                                      <p:cBhvr>
                                        <p:cTn id="75" dur="1" fill="hold">
                                          <p:stCondLst>
                                            <p:cond delay="499"/>
                                          </p:stCondLst>
                                        </p:cTn>
                                        <p:tgtEl>
                                          <p:spTgt spid="29"/>
                                        </p:tgtEl>
                                        <p:attrNameLst>
                                          <p:attrName>style.visibility</p:attrName>
                                        </p:attrNameLst>
                                      </p:cBhvr>
                                      <p:to>
                                        <p:strVal val="hidden"/>
                                      </p:to>
                                    </p:set>
                                  </p:childTnLst>
                                </p:cTn>
                              </p:par>
                              <p:par>
                                <p:cTn id="76" presetID="22" presetClass="exit" presetSubtype="8" fill="hold" grpId="0" nodeType="withEffect">
                                  <p:stCondLst>
                                    <p:cond delay="0"/>
                                  </p:stCondLst>
                                  <p:childTnLst>
                                    <p:animEffect transition="out" filter="wipe(left)">
                                      <p:cBhvr>
                                        <p:cTn id="77" dur="500"/>
                                        <p:tgtEl>
                                          <p:spTgt spid="28"/>
                                        </p:tgtEl>
                                      </p:cBhvr>
                                    </p:animEffect>
                                    <p:set>
                                      <p:cBhvr>
                                        <p:cTn id="78" dur="1" fill="hold">
                                          <p:stCondLst>
                                            <p:cond delay="499"/>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5" grpId="0" animBg="1"/>
      <p:bldP spid="27" grpId="0" animBg="1"/>
      <p:bldP spid="28" grpId="0" animBg="1"/>
      <p:bldP spid="2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ext Box 18"/>
          <p:cNvSpPr txBox="1">
            <a:spLocks noChangeArrowheads="1"/>
          </p:cNvSpPr>
          <p:nvPr/>
        </p:nvSpPr>
        <p:spPr bwMode="auto">
          <a:xfrm>
            <a:off x="806228" y="2501351"/>
            <a:ext cx="8032860" cy="1384995"/>
          </a:xfrm>
          <a:prstGeom prst="rect">
            <a:avLst/>
          </a:prstGeom>
          <a:ln w="57150">
            <a:headEnd/>
            <a:tailEnd/>
          </a:ln>
        </p:spPr>
        <p:style>
          <a:lnRef idx="2">
            <a:schemeClr val="accent2"/>
          </a:lnRef>
          <a:fillRef idx="1">
            <a:schemeClr val="lt1"/>
          </a:fillRef>
          <a:effectRef idx="0">
            <a:schemeClr val="accent2"/>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8" name="Text Box 18"/>
          <p:cNvSpPr txBox="1">
            <a:spLocks noChangeArrowheads="1"/>
          </p:cNvSpPr>
          <p:nvPr/>
        </p:nvSpPr>
        <p:spPr bwMode="auto">
          <a:xfrm>
            <a:off x="825420" y="5357826"/>
            <a:ext cx="8032860" cy="1384995"/>
          </a:xfrm>
          <a:prstGeom prst="rect">
            <a:avLst/>
          </a:prstGeom>
          <a:ln w="57150">
            <a:headEnd/>
            <a:tailEnd/>
          </a:ln>
        </p:spPr>
        <p:style>
          <a:lnRef idx="2">
            <a:schemeClr val="accent2"/>
          </a:lnRef>
          <a:fillRef idx="1">
            <a:schemeClr val="lt1"/>
          </a:fillRef>
          <a:effectRef idx="0">
            <a:schemeClr val="accent2"/>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1" name="Text Box 18"/>
          <p:cNvSpPr txBox="1">
            <a:spLocks noChangeArrowheads="1"/>
          </p:cNvSpPr>
          <p:nvPr/>
        </p:nvSpPr>
        <p:spPr bwMode="auto">
          <a:xfrm>
            <a:off x="811080" y="3929066"/>
            <a:ext cx="8032860" cy="1384995"/>
          </a:xfrm>
          <a:prstGeom prst="rect">
            <a:avLst/>
          </a:prstGeom>
          <a:solidFill>
            <a:srgbClr val="009900"/>
          </a:solidFill>
          <a:ln w="57150">
            <a:solidFill>
              <a:srgbClr val="FFFF00"/>
            </a:solidFill>
            <a:headEnd/>
            <a:tailEnd/>
          </a:ln>
        </p:spPr>
        <p:style>
          <a:lnRef idx="2">
            <a:schemeClr val="accent6"/>
          </a:lnRef>
          <a:fillRef idx="1">
            <a:schemeClr val="lt1"/>
          </a:fillRef>
          <a:effectRef idx="0">
            <a:schemeClr val="accent6"/>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2" name="Text Box 18"/>
          <p:cNvSpPr txBox="1">
            <a:spLocks noChangeArrowheads="1"/>
          </p:cNvSpPr>
          <p:nvPr/>
        </p:nvSpPr>
        <p:spPr bwMode="auto">
          <a:xfrm>
            <a:off x="804336" y="1071546"/>
            <a:ext cx="8032860" cy="1384995"/>
          </a:xfrm>
          <a:prstGeom prst="rect">
            <a:avLst/>
          </a:prstGeom>
          <a:solidFill>
            <a:srgbClr val="009900"/>
          </a:solidFill>
          <a:ln w="57150">
            <a:solidFill>
              <a:srgbClr val="FFFF00"/>
            </a:solidFill>
            <a:headEnd/>
            <a:tailEnd/>
          </a:ln>
        </p:spPr>
        <p:style>
          <a:lnRef idx="2">
            <a:schemeClr val="accent6"/>
          </a:lnRef>
          <a:fillRef idx="1">
            <a:schemeClr val="lt1"/>
          </a:fillRef>
          <a:effectRef idx="0">
            <a:schemeClr val="accent6"/>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43" name="Object 6"/>
          <p:cNvGraphicFramePr>
            <a:graphicFrameLocks noChangeAspect="1"/>
          </p:cNvGraphicFramePr>
          <p:nvPr/>
        </p:nvGraphicFramePr>
        <p:xfrm>
          <a:off x="1000100" y="1105560"/>
          <a:ext cx="7837096" cy="1301984"/>
        </p:xfrm>
        <a:graphic>
          <a:graphicData uri="http://schemas.openxmlformats.org/presentationml/2006/ole">
            <mc:AlternateContent xmlns:mc="http://schemas.openxmlformats.org/markup-compatibility/2006">
              <mc:Choice xmlns:v="urn:schemas-microsoft-com:vml" Requires="v">
                <p:oleObj name="Equation" r:id="rId3" imgW="6108480" imgH="1015920" progId="Equation.DSMT4">
                  <p:embed/>
                </p:oleObj>
              </mc:Choice>
              <mc:Fallback>
                <p:oleObj name="Equation" r:id="rId3" imgW="6108480" imgH="1015920" progId="Equation.DSMT4">
                  <p:embed/>
                  <p:pic>
                    <p:nvPicPr>
                      <p:cNvPr id="43"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0100" y="1105560"/>
                        <a:ext cx="7837096" cy="13019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 name="Object 6"/>
          <p:cNvGraphicFramePr>
            <a:graphicFrameLocks noChangeAspect="1"/>
          </p:cNvGraphicFramePr>
          <p:nvPr/>
        </p:nvGraphicFramePr>
        <p:xfrm>
          <a:off x="928662" y="4038605"/>
          <a:ext cx="7988303" cy="1301750"/>
        </p:xfrm>
        <a:graphic>
          <a:graphicData uri="http://schemas.openxmlformats.org/presentationml/2006/ole">
            <mc:AlternateContent xmlns:mc="http://schemas.openxmlformats.org/markup-compatibility/2006">
              <mc:Choice xmlns:v="urn:schemas-microsoft-com:vml" Requires="v">
                <p:oleObj name="Equation" r:id="rId5" imgW="6083280" imgH="1015920" progId="Equation.DSMT4">
                  <p:embed/>
                </p:oleObj>
              </mc:Choice>
              <mc:Fallback>
                <p:oleObj name="Equation" r:id="rId5" imgW="6083280" imgH="1015920" progId="Equation.DSMT4">
                  <p:embed/>
                  <p:pic>
                    <p:nvPicPr>
                      <p:cNvPr id="44"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8662" y="4038605"/>
                        <a:ext cx="7988303" cy="130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196" name="Object 4"/>
          <p:cNvGraphicFramePr>
            <a:graphicFrameLocks noChangeAspect="1"/>
          </p:cNvGraphicFramePr>
          <p:nvPr/>
        </p:nvGraphicFramePr>
        <p:xfrm>
          <a:off x="928662" y="2571744"/>
          <a:ext cx="5214974" cy="1217868"/>
        </p:xfrm>
        <a:graphic>
          <a:graphicData uri="http://schemas.openxmlformats.org/presentationml/2006/ole">
            <mc:AlternateContent xmlns:mc="http://schemas.openxmlformats.org/markup-compatibility/2006">
              <mc:Choice xmlns:v="urn:schemas-microsoft-com:vml" Requires="v">
                <p:oleObj name="公式" r:id="rId7" imgW="2057400" imgH="482400" progId="Equation.3">
                  <p:embed/>
                </p:oleObj>
              </mc:Choice>
              <mc:Fallback>
                <p:oleObj name="公式" r:id="rId7" imgW="2057400" imgH="482400" progId="Equation.3">
                  <p:embed/>
                  <p:pic>
                    <p:nvPicPr>
                      <p:cNvPr id="8196"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8662" y="2571744"/>
                        <a:ext cx="5214974" cy="121786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197" name="Object 5"/>
          <p:cNvGraphicFramePr>
            <a:graphicFrameLocks noChangeAspect="1"/>
          </p:cNvGraphicFramePr>
          <p:nvPr/>
        </p:nvGraphicFramePr>
        <p:xfrm>
          <a:off x="857224" y="5492506"/>
          <a:ext cx="5312729" cy="1217869"/>
        </p:xfrm>
        <a:graphic>
          <a:graphicData uri="http://schemas.openxmlformats.org/presentationml/2006/ole">
            <mc:AlternateContent xmlns:mc="http://schemas.openxmlformats.org/markup-compatibility/2006">
              <mc:Choice xmlns:v="urn:schemas-microsoft-com:vml" Requires="v">
                <p:oleObj name="公式" r:id="rId9" imgW="2095200" imgH="482400" progId="Equation.3">
                  <p:embed/>
                </p:oleObj>
              </mc:Choice>
              <mc:Fallback>
                <p:oleObj name="公式" r:id="rId9" imgW="2095200" imgH="482400" progId="Equation.3">
                  <p:embed/>
                  <p:pic>
                    <p:nvPicPr>
                      <p:cNvPr id="8197"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7224" y="5492506"/>
                        <a:ext cx="5312729" cy="121786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199" name="Object 7"/>
          <p:cNvGraphicFramePr>
            <a:graphicFrameLocks noChangeAspect="1"/>
          </p:cNvGraphicFramePr>
          <p:nvPr/>
        </p:nvGraphicFramePr>
        <p:xfrm>
          <a:off x="6215074" y="2643182"/>
          <a:ext cx="2552693" cy="1090611"/>
        </p:xfrm>
        <a:graphic>
          <a:graphicData uri="http://schemas.openxmlformats.org/presentationml/2006/ole">
            <mc:AlternateContent xmlns:mc="http://schemas.openxmlformats.org/markup-compatibility/2006">
              <mc:Choice xmlns:v="urn:schemas-microsoft-com:vml" Requires="v">
                <p:oleObj name="Equation" r:id="rId11" imgW="1307880" imgH="482400" progId="Equation.3">
                  <p:embed/>
                </p:oleObj>
              </mc:Choice>
              <mc:Fallback>
                <p:oleObj name="Equation" r:id="rId11" imgW="1307880" imgH="482400" progId="Equation.3">
                  <p:embed/>
                  <p:pic>
                    <p:nvPicPr>
                      <p:cNvPr id="8199"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15074" y="2643182"/>
                        <a:ext cx="2552693" cy="109061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 name="Object 7"/>
          <p:cNvGraphicFramePr>
            <a:graphicFrameLocks noChangeAspect="1"/>
          </p:cNvGraphicFramePr>
          <p:nvPr/>
        </p:nvGraphicFramePr>
        <p:xfrm>
          <a:off x="6286512" y="5572140"/>
          <a:ext cx="2552693" cy="1090611"/>
        </p:xfrm>
        <a:graphic>
          <a:graphicData uri="http://schemas.openxmlformats.org/presentationml/2006/ole">
            <mc:AlternateContent xmlns:mc="http://schemas.openxmlformats.org/markup-compatibility/2006">
              <mc:Choice xmlns:v="urn:schemas-microsoft-com:vml" Requires="v">
                <p:oleObj name="Equation" r:id="rId11" imgW="1307880" imgH="482400" progId="Equation.3">
                  <p:embed/>
                </p:oleObj>
              </mc:Choice>
              <mc:Fallback>
                <p:oleObj name="Equation" r:id="rId11" imgW="1307880" imgH="482400" progId="Equation.3">
                  <p:embed/>
                  <p:pic>
                    <p:nvPicPr>
                      <p:cNvPr id="49"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86512" y="5572140"/>
                        <a:ext cx="2552693" cy="109061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WordArt 5"/>
          <p:cNvSpPr>
            <a:spLocks noChangeArrowheads="1" noChangeShapeType="1" noTextEdit="1"/>
          </p:cNvSpPr>
          <p:nvPr/>
        </p:nvSpPr>
        <p:spPr bwMode="auto">
          <a:xfrm>
            <a:off x="555570" y="-3222"/>
            <a:ext cx="7850295"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1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1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1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1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2、</a:t>
            </a:r>
            <a:r>
              <a:rPr kumimoji="1" lang="zh-CN" altLang="en-US" sz="4800" b="1" i="0" u="none" strike="noStrike" kern="10" cap="none" spc="0" normalizeH="0" baseline="0" noProof="0" dirty="0">
                <a:ln w="76200">
                  <a:solidFill>
                    <a:srgbClr val="FFC000"/>
                  </a:solidFill>
                  <a:round/>
                  <a:headEnd/>
                  <a:tailEnd/>
                </a:ln>
                <a:blipFill>
                  <a:blip r:embed="rId1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性质</a:t>
            </a:r>
          </a:p>
        </p:txBody>
      </p:sp>
    </p:spTree>
    <p:extLst>
      <p:ext uri="{BB962C8B-B14F-4D97-AF65-F5344CB8AC3E}">
        <p14:creationId xmlns:p14="http://schemas.microsoft.com/office/powerpoint/2010/main" val="2353295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wipe(left)">
                                      <p:cBhvr>
                                        <p:cTn id="10" dur="500"/>
                                        <p:tgtEl>
                                          <p:spTgt spid="4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wipe(left)">
                                      <p:cBhvr>
                                        <p:cTn id="18" dur="500"/>
                                        <p:tgtEl>
                                          <p:spTgt spid="4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wipe(left)">
                                      <p:cBhvr>
                                        <p:cTn id="23" dur="500"/>
                                        <p:tgtEl>
                                          <p:spTgt spid="46"/>
                                        </p:tgtEl>
                                      </p:cBhvr>
                                    </p:animEffect>
                                  </p:childTnLst>
                                </p:cTn>
                              </p:par>
                              <p:par>
                                <p:cTn id="24" presetID="22" presetClass="entr" presetSubtype="8" fill="hold" nodeType="withEffect">
                                  <p:stCondLst>
                                    <p:cond delay="0"/>
                                  </p:stCondLst>
                                  <p:childTnLst>
                                    <p:set>
                                      <p:cBhvr>
                                        <p:cTn id="25" dur="1" fill="hold">
                                          <p:stCondLst>
                                            <p:cond delay="0"/>
                                          </p:stCondLst>
                                        </p:cTn>
                                        <p:tgtEl>
                                          <p:spTgt spid="8196"/>
                                        </p:tgtEl>
                                        <p:attrNameLst>
                                          <p:attrName>style.visibility</p:attrName>
                                        </p:attrNameLst>
                                      </p:cBhvr>
                                      <p:to>
                                        <p:strVal val="visible"/>
                                      </p:to>
                                    </p:set>
                                    <p:animEffect transition="in" filter="wipe(left)">
                                      <p:cBhvr>
                                        <p:cTn id="26" dur="500"/>
                                        <p:tgtEl>
                                          <p:spTgt spid="819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48"/>
                                        </p:tgtEl>
                                        <p:attrNameLst>
                                          <p:attrName>style.visibility</p:attrName>
                                        </p:attrNameLst>
                                      </p:cBhvr>
                                      <p:to>
                                        <p:strVal val="visible"/>
                                      </p:to>
                                    </p:set>
                                    <p:animEffect transition="in" filter="wipe(left)">
                                      <p:cBhvr>
                                        <p:cTn id="31" dur="500"/>
                                        <p:tgtEl>
                                          <p:spTgt spid="48"/>
                                        </p:tgtEl>
                                      </p:cBhvr>
                                    </p:animEffect>
                                  </p:childTnLst>
                                </p:cTn>
                              </p:par>
                              <p:par>
                                <p:cTn id="32" presetID="22" presetClass="entr" presetSubtype="8" fill="hold" nodeType="withEffect">
                                  <p:stCondLst>
                                    <p:cond delay="0"/>
                                  </p:stCondLst>
                                  <p:childTnLst>
                                    <p:set>
                                      <p:cBhvr>
                                        <p:cTn id="33" dur="1" fill="hold">
                                          <p:stCondLst>
                                            <p:cond delay="0"/>
                                          </p:stCondLst>
                                        </p:cTn>
                                        <p:tgtEl>
                                          <p:spTgt spid="8197"/>
                                        </p:tgtEl>
                                        <p:attrNameLst>
                                          <p:attrName>style.visibility</p:attrName>
                                        </p:attrNameLst>
                                      </p:cBhvr>
                                      <p:to>
                                        <p:strVal val="visible"/>
                                      </p:to>
                                    </p:set>
                                    <p:animEffect transition="in" filter="wipe(left)">
                                      <p:cBhvr>
                                        <p:cTn id="34" dur="500"/>
                                        <p:tgtEl>
                                          <p:spTgt spid="8197"/>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8199"/>
                                        </p:tgtEl>
                                        <p:attrNameLst>
                                          <p:attrName>style.visibility</p:attrName>
                                        </p:attrNameLst>
                                      </p:cBhvr>
                                      <p:to>
                                        <p:strVal val="visible"/>
                                      </p:to>
                                    </p:set>
                                    <p:animEffect transition="in" filter="wipe(left)">
                                      <p:cBhvr>
                                        <p:cTn id="39" dur="500"/>
                                        <p:tgtEl>
                                          <p:spTgt spid="8199"/>
                                        </p:tgtEl>
                                      </p:cBhvr>
                                    </p:animEffect>
                                  </p:childTnLst>
                                </p:cTn>
                              </p:par>
                              <p:par>
                                <p:cTn id="40" presetID="22" presetClass="entr" presetSubtype="8" fill="hold" nodeType="with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wipe(left)">
                                      <p:cBhvr>
                                        <p:cTn id="4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8" grpId="0" animBg="1"/>
      <p:bldP spid="41" grpId="0" animBg="1"/>
      <p:bldP spid="4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5" name="WordArt 5"/>
          <p:cNvSpPr>
            <a:spLocks noChangeArrowheads="1" noChangeShapeType="1" noTextEdit="1"/>
          </p:cNvSpPr>
          <p:nvPr/>
        </p:nvSpPr>
        <p:spPr bwMode="auto">
          <a:xfrm>
            <a:off x="555570" y="5580"/>
            <a:ext cx="7521678"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3、</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求解</a:t>
            </a:r>
          </a:p>
        </p:txBody>
      </p:sp>
      <p:sp>
        <p:nvSpPr>
          <p:cNvPr id="3" name="Text Box 27"/>
          <p:cNvSpPr txBox="1">
            <a:spLocks noChangeArrowheads="1"/>
          </p:cNvSpPr>
          <p:nvPr/>
        </p:nvSpPr>
        <p:spPr bwMode="auto">
          <a:xfrm>
            <a:off x="539751" y="1071546"/>
            <a:ext cx="860424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zh-CN" sz="2800" b="1" i="0" u="none" strike="noStrike" kern="1200" cap="none" spc="0" normalizeH="0" baseline="0" noProof="0" dirty="0">
                <a:ln>
                  <a:noFill/>
                </a:ln>
                <a:solidFill>
                  <a:srgbClr val="FFFFFF"/>
                </a:solidFill>
                <a:effectLst/>
                <a:uLnTx/>
                <a:uFillTx/>
                <a:latin typeface="Tahoma"/>
                <a:ea typeface="微软雅黑" pitchFamily="34" charset="-122"/>
                <a:cs typeface="+mn-cs"/>
              </a:rPr>
              <a:t>3.1</a:t>
            </a:r>
            <a:r>
              <a:rPr kumimoji="0" lang="zh-CN" altLang="en-US" sz="2800" b="1" i="0" u="none" strike="noStrike" kern="1200" cap="none" spc="0" normalizeH="0" baseline="0" noProof="0" dirty="0">
                <a:ln>
                  <a:noFill/>
                </a:ln>
                <a:solidFill>
                  <a:srgbClr val="FFFFFF"/>
                </a:solidFill>
                <a:effectLst/>
                <a:uLnTx/>
                <a:uFillTx/>
                <a:latin typeface="Tahoma"/>
                <a:ea typeface="微软雅黑" pitchFamily="34" charset="-122"/>
                <a:cs typeface="+mn-cs"/>
              </a:rPr>
              <a:t>通用法则：</a:t>
            </a:r>
          </a:p>
        </p:txBody>
      </p:sp>
      <p:sp>
        <p:nvSpPr>
          <p:cNvPr id="4" name="Text Box 42"/>
          <p:cNvSpPr txBox="1">
            <a:spLocks noChangeArrowheads="1"/>
          </p:cNvSpPr>
          <p:nvPr/>
        </p:nvSpPr>
        <p:spPr bwMode="auto">
          <a:xfrm>
            <a:off x="785786" y="1714488"/>
            <a:ext cx="8226353" cy="954107"/>
          </a:xfrm>
          <a:prstGeom prst="rect">
            <a:avLst/>
          </a:prstGeom>
          <a:solidFill>
            <a:schemeClr val="accent2"/>
          </a:solidFill>
          <a:ln w="38100">
            <a:solidFill>
              <a:schemeClr val="accent1">
                <a:lumMod val="75000"/>
              </a:schemeClr>
            </a:solidFill>
          </a:ln>
          <a:effectLst/>
        </p:spPr>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 typeface="Wingdings" pitchFamily="2" charset="2"/>
              <a:buChar char="Ø"/>
              <a:tabLst/>
              <a:defRPr/>
            </a:pPr>
            <a:r>
              <a:rPr kumimoji="0" lang="zh-CN" altLang="en-US"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利用</a:t>
            </a:r>
            <a:r>
              <a:rPr kumimoji="0" lang="zh-CN" altLang="en-US" sz="2800" b="1" i="0" u="sng"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49" charset="-122"/>
                <a:ea typeface="黑体" pitchFamily="49" charset="-122"/>
                <a:cs typeface="+mn-cs"/>
              </a:rPr>
              <a:t>消法变换</a:t>
            </a:r>
            <a:r>
              <a:rPr kumimoji="0" lang="zh-CN" altLang="en-US"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，把行列式化为</a:t>
            </a:r>
            <a:r>
              <a:rPr kumimoji="0" lang="zh-CN" altLang="en-US" sz="2800" b="1" i="0" u="sng"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49" charset="-122"/>
                <a:ea typeface="黑体" pitchFamily="49" charset="-122"/>
                <a:cs typeface="+mn-cs"/>
              </a:rPr>
              <a:t>上三角形行列式</a:t>
            </a:r>
            <a:r>
              <a:rPr kumimoji="0" lang="zh-CN" altLang="en-US"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，从而算得行列式的值．</a:t>
            </a:r>
          </a:p>
        </p:txBody>
      </p:sp>
      <p:graphicFrame>
        <p:nvGraphicFramePr>
          <p:cNvPr id="7170" name="Object 2"/>
          <p:cNvGraphicFramePr>
            <a:graphicFrameLocks noChangeAspect="1"/>
          </p:cNvGraphicFramePr>
          <p:nvPr/>
        </p:nvGraphicFramePr>
        <p:xfrm>
          <a:off x="1142976" y="3643314"/>
          <a:ext cx="7832301" cy="1285884"/>
        </p:xfrm>
        <a:graphic>
          <a:graphicData uri="http://schemas.openxmlformats.org/presentationml/2006/ole">
            <mc:AlternateContent xmlns:mc="http://schemas.openxmlformats.org/markup-compatibility/2006">
              <mc:Choice xmlns:v="urn:schemas-microsoft-com:vml" Requires="v">
                <p:oleObj name="Equation" r:id="rId4" imgW="10121760" imgH="1600200" progId="Equation.DSMT4">
                  <p:embed/>
                </p:oleObj>
              </mc:Choice>
              <mc:Fallback>
                <p:oleObj name="Equation" r:id="rId4" imgW="10121760" imgH="1600200" progId="Equation.DSMT4">
                  <p:embed/>
                  <p:pic>
                    <p:nvPicPr>
                      <p:cNvPr id="717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42976" y="3643314"/>
                        <a:ext cx="7832301" cy="12858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 name="Text Box 42"/>
          <p:cNvSpPr txBox="1">
            <a:spLocks noChangeArrowheads="1"/>
          </p:cNvSpPr>
          <p:nvPr/>
        </p:nvSpPr>
        <p:spPr bwMode="auto">
          <a:xfrm>
            <a:off x="785786" y="2931193"/>
            <a:ext cx="8226353" cy="523220"/>
          </a:xfrm>
          <a:prstGeom prst="rect">
            <a:avLst/>
          </a:prstGeom>
          <a:solidFill>
            <a:schemeClr val="accent2"/>
          </a:solidFill>
          <a:ln w="38100">
            <a:solidFill>
              <a:schemeClr val="accent1">
                <a:lumMod val="75000"/>
              </a:schemeClr>
            </a:solidFill>
          </a:ln>
          <a:effectLst/>
        </p:spPr>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 typeface="Wingdings" pitchFamily="2" charset="2"/>
              <a:buChar char="Ø"/>
              <a:tabLst/>
              <a:defRPr/>
            </a:pPr>
            <a:r>
              <a:rPr kumimoji="0" lang="zh-CN" altLang="en-US"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按行或按列展开，也称 </a:t>
            </a:r>
            <a:r>
              <a:rPr kumimoji="0" lang="en-US" altLang="zh-CN"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Laplace </a:t>
            </a:r>
            <a:r>
              <a:rPr kumimoji="0" lang="zh-CN" altLang="en-US" sz="2800" b="1" i="0" u="none" strike="noStrike" kern="1200" cap="none" spc="0" normalizeH="0" baseline="0" noProof="0" dirty="0">
                <a:ln>
                  <a:noFill/>
                </a:ln>
                <a:solidFill>
                  <a:srgbClr val="FFFFCC"/>
                </a:solidFill>
                <a:effectLst/>
                <a:uLnTx/>
                <a:uFillTx/>
                <a:latin typeface="黑体" pitchFamily="49" charset="-122"/>
                <a:ea typeface="黑体" pitchFamily="49" charset="-122"/>
                <a:cs typeface="+mn-cs"/>
              </a:rPr>
              <a:t>展开法：</a:t>
            </a:r>
          </a:p>
        </p:txBody>
      </p:sp>
      <p:sp>
        <p:nvSpPr>
          <p:cNvPr id="7" name="Text Box 42"/>
          <p:cNvSpPr txBox="1">
            <a:spLocks noChangeArrowheads="1"/>
          </p:cNvSpPr>
          <p:nvPr/>
        </p:nvSpPr>
        <p:spPr bwMode="auto">
          <a:xfrm>
            <a:off x="714348" y="5955589"/>
            <a:ext cx="8353452" cy="830997"/>
          </a:xfrm>
          <a:prstGeom prst="rect">
            <a:avLst/>
          </a:prstGeom>
          <a:solidFill>
            <a:srgbClr val="009900"/>
          </a:solidFill>
          <a:ln w="57150">
            <a:solidFill>
              <a:srgbClr val="FFFF00"/>
            </a:solidFill>
            <a:headEnd/>
            <a:tailEnd/>
          </a:ln>
        </p:spPr>
        <p:style>
          <a:lnRef idx="2">
            <a:schemeClr val="accent6"/>
          </a:lnRef>
          <a:fillRef idx="1">
            <a:schemeClr val="lt1"/>
          </a:fillRef>
          <a:effectRef idx="0">
            <a:schemeClr val="accent6"/>
          </a:effectRef>
          <a:fontRef idx="minor">
            <a:schemeClr val="dk1"/>
          </a:fontRef>
        </p:style>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通常是两种方法相结合，首先应用消法变换得到尽可能多的</a:t>
            </a:r>
            <a:r>
              <a:rPr kumimoji="0"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r>
              <a:rPr kumimoji="0"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然后再按</a:t>
            </a:r>
            <a:r>
              <a:rPr kumimoji="0"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r>
              <a:rPr kumimoji="0"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最多的行或列进行展开。</a:t>
            </a:r>
          </a:p>
        </p:txBody>
      </p:sp>
      <p:sp>
        <p:nvSpPr>
          <p:cNvPr id="8" name="Text Box 42"/>
          <p:cNvSpPr txBox="1">
            <a:spLocks noChangeArrowheads="1"/>
          </p:cNvSpPr>
          <p:nvPr/>
        </p:nvSpPr>
        <p:spPr bwMode="auto">
          <a:xfrm>
            <a:off x="714348" y="5053154"/>
            <a:ext cx="8356980" cy="830997"/>
          </a:xfrm>
          <a:prstGeom prst="rect">
            <a:avLst/>
          </a:prstGeom>
          <a:solidFill>
            <a:srgbClr val="009900"/>
          </a:solidFill>
          <a:ln w="57150">
            <a:solidFill>
              <a:srgbClr val="FFFF00"/>
            </a:solidFill>
            <a:headEnd/>
            <a:tailEnd/>
          </a:ln>
        </p:spPr>
        <p:style>
          <a:lnRef idx="2">
            <a:schemeClr val="accent6"/>
          </a:lnRef>
          <a:fillRef idx="1">
            <a:schemeClr val="lt1"/>
          </a:fillRef>
          <a:effectRef idx="0">
            <a:schemeClr val="accent6"/>
          </a:effectRef>
          <a:fontRef idx="minor">
            <a:schemeClr val="dk1"/>
          </a:fontRef>
        </p:style>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以对角线为界，由左到右，由上到下，应用消法变换将行列式化为上三角行列式为止。</a:t>
            </a:r>
          </a:p>
        </p:txBody>
      </p:sp>
    </p:spTree>
    <p:extLst>
      <p:ext uri="{BB962C8B-B14F-4D97-AF65-F5344CB8AC3E}">
        <p14:creationId xmlns:p14="http://schemas.microsoft.com/office/powerpoint/2010/main" val="2298751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left)">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70"/>
                                        </p:tgtEl>
                                        <p:attrNameLst>
                                          <p:attrName>style.visibility</p:attrName>
                                        </p:attrNameLst>
                                      </p:cBhvr>
                                      <p:to>
                                        <p:strVal val="visible"/>
                                      </p:to>
                                    </p:set>
                                    <p:animEffect transition="in" filter="wipe(left)">
                                      <p:cBhvr>
                                        <p:cTn id="22" dur="500"/>
                                        <p:tgtEl>
                                          <p:spTgt spid="717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wipe(left)">
                                      <p:cBhvr>
                                        <p:cTn id="3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7"/>
          <p:cNvSpPr txBox="1">
            <a:spLocks noChangeArrowheads="1"/>
          </p:cNvSpPr>
          <p:nvPr/>
        </p:nvSpPr>
        <p:spPr bwMode="auto">
          <a:xfrm>
            <a:off x="539751" y="1071546"/>
            <a:ext cx="860424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zh-CN" sz="2800" b="1" i="0" u="none" strike="noStrike" kern="1200" cap="none" spc="0" normalizeH="0" baseline="0" noProof="0" dirty="0">
                <a:ln>
                  <a:noFill/>
                </a:ln>
                <a:solidFill>
                  <a:srgbClr val="FFFFFF"/>
                </a:solidFill>
                <a:effectLst/>
                <a:uLnTx/>
                <a:uFillTx/>
                <a:latin typeface="Tahoma"/>
                <a:ea typeface="微软雅黑" pitchFamily="34" charset="-122"/>
                <a:cs typeface="+mn-cs"/>
              </a:rPr>
              <a:t>3.2</a:t>
            </a:r>
            <a:r>
              <a:rPr kumimoji="0" lang="zh-CN" altLang="en-US" sz="2800" b="1" i="0" u="none" strike="noStrike" kern="1200" cap="none" spc="0" normalizeH="0" baseline="0" noProof="0" dirty="0">
                <a:ln>
                  <a:noFill/>
                </a:ln>
                <a:solidFill>
                  <a:srgbClr val="FFFFFF"/>
                </a:solidFill>
                <a:effectLst/>
                <a:uLnTx/>
                <a:uFillTx/>
                <a:latin typeface="Tahoma"/>
                <a:ea typeface="微软雅黑" pitchFamily="34" charset="-122"/>
                <a:cs typeface="+mn-cs"/>
              </a:rPr>
              <a:t>特殊行列式的处理方法</a:t>
            </a:r>
            <a:endParaRPr kumimoji="0" lang="en-US" altLang="zh-CN" sz="2800" b="1" i="0" u="none" strike="noStrike" kern="1200" cap="none" spc="0" normalizeH="0" baseline="0" noProof="0" dirty="0">
              <a:ln>
                <a:noFill/>
              </a:ln>
              <a:solidFill>
                <a:srgbClr val="FFFFFF"/>
              </a:solidFill>
              <a:effectLst/>
              <a:uLnTx/>
              <a:uFillTx/>
              <a:latin typeface="Tahoma"/>
              <a:ea typeface="微软雅黑" pitchFamily="34" charset="-122"/>
              <a:cs typeface="+mn-cs"/>
            </a:endParaRPr>
          </a:p>
        </p:txBody>
      </p:sp>
      <p:graphicFrame>
        <p:nvGraphicFramePr>
          <p:cNvPr id="4" name="表格 3"/>
          <p:cNvGraphicFramePr>
            <a:graphicFrameLocks noGrp="1"/>
          </p:cNvGraphicFramePr>
          <p:nvPr/>
        </p:nvGraphicFramePr>
        <p:xfrm>
          <a:off x="642910" y="1714488"/>
          <a:ext cx="8429651" cy="4566694"/>
        </p:xfrm>
        <a:graphic>
          <a:graphicData uri="http://schemas.openxmlformats.org/drawingml/2006/table">
            <a:tbl>
              <a:tblPr firstRow="1" bandRow="1">
                <a:tableStyleId>{9DCAF9ED-07DC-4A11-8D7F-57B35C25682E}</a:tableStyleId>
              </a:tblPr>
              <a:tblGrid>
                <a:gridCol w="1357322">
                  <a:extLst>
                    <a:ext uri="{9D8B030D-6E8A-4147-A177-3AD203B41FA5}">
                      <a16:colId xmlns:a16="http://schemas.microsoft.com/office/drawing/2014/main" val="20000"/>
                    </a:ext>
                  </a:extLst>
                </a:gridCol>
                <a:gridCol w="1214446">
                  <a:extLst>
                    <a:ext uri="{9D8B030D-6E8A-4147-A177-3AD203B41FA5}">
                      <a16:colId xmlns:a16="http://schemas.microsoft.com/office/drawing/2014/main" val="20001"/>
                    </a:ext>
                  </a:extLst>
                </a:gridCol>
                <a:gridCol w="5857883">
                  <a:extLst>
                    <a:ext uri="{9D8B030D-6E8A-4147-A177-3AD203B41FA5}">
                      <a16:colId xmlns:a16="http://schemas.microsoft.com/office/drawing/2014/main" val="20002"/>
                    </a:ext>
                  </a:extLst>
                </a:gridCol>
              </a:tblGrid>
              <a:tr h="397596">
                <a:tc>
                  <a:txBody>
                    <a:bodyPr/>
                    <a:lstStyle/>
                    <a:p>
                      <a:pPr algn="ctr"/>
                      <a:r>
                        <a:rPr lang="zh-CN" altLang="en-US" b="1" dirty="0">
                          <a:latin typeface="微软雅黑" pitchFamily="34" charset="-122"/>
                          <a:ea typeface="微软雅黑" pitchFamily="34" charset="-122"/>
                        </a:rPr>
                        <a:t>适用行列式</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r>
                        <a:rPr lang="zh-CN" altLang="en-US" b="1" dirty="0">
                          <a:latin typeface="微软雅黑" pitchFamily="34" charset="-122"/>
                          <a:ea typeface="微软雅黑" pitchFamily="34" charset="-122"/>
                        </a:rPr>
                        <a:t>方法</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r>
                        <a:rPr lang="zh-CN" altLang="en-US" b="1" dirty="0">
                          <a:latin typeface="微软雅黑" pitchFamily="34" charset="-122"/>
                          <a:ea typeface="微软雅黑" pitchFamily="34" charset="-122"/>
                        </a:rPr>
                        <a:t>具体操作</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0"/>
                  </a:ext>
                </a:extLst>
              </a:tr>
              <a:tr h="38822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对角线</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上三角</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下三角</a:t>
                      </a:r>
                      <a:endParaRPr lang="zh-CN" altLang="en-US" sz="2000" b="1"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endParaRPr lang="zh-CN" altLang="en-US" sz="1600" b="1"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l"/>
                      <a:r>
                        <a:rPr lang="zh-CN" altLang="en-US" sz="1600" b="1" dirty="0">
                          <a:latin typeface="微软雅黑" pitchFamily="34" charset="-122"/>
                          <a:ea typeface="微软雅黑" pitchFamily="34" charset="-122"/>
                        </a:rPr>
                        <a:t>对角元之积</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1"/>
                  </a:ext>
                </a:extLst>
              </a:tr>
              <a:tr h="38822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二阶三阶</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对角线法则</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主对角线积</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副对角线积</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2"/>
                  </a:ext>
                </a:extLst>
              </a:tr>
              <a:tr h="3975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含整块</a:t>
                      </a:r>
                      <a:r>
                        <a:rPr lang="en-US" altLang="zh-CN" sz="1600" b="1" dirty="0">
                          <a:latin typeface="微软雅黑" pitchFamily="34" charset="-122"/>
                          <a:ea typeface="微软雅黑" pitchFamily="34" charset="-122"/>
                        </a:rPr>
                        <a:t>0</a:t>
                      </a:r>
                      <a:r>
                        <a:rPr lang="zh-CN" altLang="en-US" sz="1600" b="1" dirty="0">
                          <a:latin typeface="微软雅黑" pitchFamily="34" charset="-122"/>
                          <a:ea typeface="微软雅黑" pitchFamily="34" charset="-122"/>
                        </a:rPr>
                        <a:t>元</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r>
                        <a:rPr lang="en-US" altLang="zh-CN" sz="1600" b="1" dirty="0">
                          <a:latin typeface="微软雅黑" pitchFamily="34" charset="-122"/>
                          <a:ea typeface="微软雅黑" pitchFamily="34" charset="-122"/>
                        </a:rPr>
                        <a:t>0</a:t>
                      </a:r>
                      <a:r>
                        <a:rPr lang="zh-CN" altLang="en-US" sz="1600" b="1" dirty="0">
                          <a:latin typeface="微软雅黑" pitchFamily="34" charset="-122"/>
                          <a:ea typeface="微软雅黑" pitchFamily="34" charset="-122"/>
                        </a:rPr>
                        <a:t>块法</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l"/>
                      <a:r>
                        <a:rPr lang="en-US" altLang="zh-CN" sz="1600" b="1" dirty="0">
                          <a:latin typeface="微软雅黑" pitchFamily="34" charset="-122"/>
                          <a:ea typeface="微软雅黑" pitchFamily="34" charset="-122"/>
                        </a:rPr>
                        <a:t>D=D</a:t>
                      </a:r>
                      <a:r>
                        <a:rPr lang="en-US" altLang="zh-CN" sz="1600" b="1" baseline="-25000" dirty="0">
                          <a:latin typeface="微软雅黑" pitchFamily="34" charset="-122"/>
                          <a:ea typeface="微软雅黑" pitchFamily="34" charset="-122"/>
                        </a:rPr>
                        <a:t>1</a:t>
                      </a:r>
                      <a:r>
                        <a:rPr lang="en-US" altLang="zh-CN" sz="1600" b="1" dirty="0">
                          <a:latin typeface="微软雅黑" pitchFamily="34" charset="-122"/>
                          <a:ea typeface="微软雅黑" pitchFamily="34" charset="-122"/>
                        </a:rPr>
                        <a:t>D</a:t>
                      </a:r>
                      <a:r>
                        <a:rPr lang="en-US" altLang="zh-CN" sz="1600" b="1" baseline="-25000" dirty="0">
                          <a:latin typeface="微软雅黑" pitchFamily="34" charset="-122"/>
                          <a:ea typeface="微软雅黑" pitchFamily="34" charset="-122"/>
                        </a:rPr>
                        <a:t>2</a:t>
                      </a:r>
                      <a:endParaRPr lang="zh-CN" altLang="en-US" sz="1600" b="1" baseline="-25000"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3"/>
                  </a:ext>
                </a:extLst>
              </a:tr>
              <a:tr h="3975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具有公共元素</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r>
                        <a:rPr lang="zh-CN" altLang="en-US" sz="1600" b="1" dirty="0">
                          <a:latin typeface="微软雅黑" pitchFamily="34" charset="-122"/>
                          <a:ea typeface="微软雅黑" pitchFamily="34" charset="-122"/>
                        </a:rPr>
                        <a:t>升阶法</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l">
                        <a:buFont typeface="Wingdings" pitchFamily="2" charset="2"/>
                        <a:buChar char="Ø"/>
                      </a:pPr>
                      <a:r>
                        <a:rPr lang="zh-CN" altLang="en-US" sz="1600" b="1" dirty="0">
                          <a:latin typeface="微软雅黑" pitchFamily="34" charset="-122"/>
                          <a:ea typeface="微软雅黑" pitchFamily="34" charset="-122"/>
                        </a:rPr>
                        <a:t>增加一行一列其首元为</a:t>
                      </a:r>
                      <a:r>
                        <a:rPr lang="en-US" altLang="zh-CN" sz="1600" b="1" dirty="0">
                          <a:latin typeface="微软雅黑" pitchFamily="34" charset="-122"/>
                          <a:ea typeface="微软雅黑" pitchFamily="34" charset="-122"/>
                        </a:rPr>
                        <a:t>1</a:t>
                      </a:r>
                    </a:p>
                    <a:p>
                      <a:pPr algn="l">
                        <a:buFont typeface="Wingdings" pitchFamily="2" charset="2"/>
                        <a:buChar char="Ø"/>
                      </a:pPr>
                      <a:r>
                        <a:rPr lang="zh-CN" altLang="en-US" sz="1600" b="1" dirty="0">
                          <a:latin typeface="微软雅黑" pitchFamily="34" charset="-122"/>
                          <a:ea typeface="微软雅黑" pitchFamily="34" charset="-122"/>
                        </a:rPr>
                        <a:t>行中其余元素为公共元素，列中其余元素为</a:t>
                      </a:r>
                      <a:r>
                        <a:rPr lang="en-US" altLang="zh-CN" sz="1600" b="1" dirty="0">
                          <a:latin typeface="微软雅黑" pitchFamily="34" charset="-122"/>
                          <a:ea typeface="微软雅黑" pitchFamily="34" charset="-122"/>
                        </a:rPr>
                        <a:t>0</a:t>
                      </a:r>
                    </a:p>
                    <a:p>
                      <a:pPr algn="l">
                        <a:buFont typeface="Wingdings" pitchFamily="2" charset="2"/>
                        <a:buChar char="Ø"/>
                      </a:pPr>
                      <a:r>
                        <a:rPr lang="zh-CN" altLang="en-US" sz="1600" b="1" dirty="0">
                          <a:latin typeface="微软雅黑" pitchFamily="34" charset="-122"/>
                          <a:ea typeface="微软雅黑" pitchFamily="34" charset="-122"/>
                        </a:rPr>
                        <a:t>经横纵两次消法变换化为下三角</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4"/>
                  </a:ext>
                </a:extLst>
              </a:tr>
              <a:tr h="397596">
                <a:tc>
                  <a:txBody>
                    <a:bodyPr/>
                    <a:lstStyle/>
                    <a:p>
                      <a:pPr algn="ctr"/>
                      <a:r>
                        <a:rPr lang="zh-CN" altLang="en-US" sz="1600" b="1" dirty="0">
                          <a:latin typeface="微软雅黑" pitchFamily="34" charset="-122"/>
                          <a:ea typeface="微软雅黑" pitchFamily="34" charset="-122"/>
                        </a:rPr>
                        <a:t>行和相等</a:t>
                      </a:r>
                      <a:endParaRPr lang="en-US" altLang="zh-CN" sz="1600" b="1" dirty="0">
                        <a:latin typeface="微软雅黑" pitchFamily="34" charset="-122"/>
                        <a:ea typeface="微软雅黑" pitchFamily="34" charset="-122"/>
                      </a:endParaRPr>
                    </a:p>
                    <a:p>
                      <a:pPr algn="ctr"/>
                      <a:r>
                        <a:rPr lang="zh-CN" altLang="en-US" sz="1600" b="1" dirty="0">
                          <a:latin typeface="微软雅黑" pitchFamily="34" charset="-122"/>
                          <a:ea typeface="微软雅黑" pitchFamily="34" charset="-122"/>
                        </a:rPr>
                        <a:t>或 列和相等</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endParaRPr lang="zh-CN" altLang="en-US" sz="1600" b="1"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l"/>
                      <a:endParaRPr lang="en-US" altLang="zh-CN" sz="1600" b="1" dirty="0">
                        <a:latin typeface="微软雅黑" pitchFamily="34" charset="-122"/>
                        <a:ea typeface="微软雅黑" pitchFamily="34" charset="-122"/>
                      </a:endParaRPr>
                    </a:p>
                    <a:p>
                      <a:pPr algn="l">
                        <a:buFont typeface="Wingdings" pitchFamily="2" charset="2"/>
                        <a:buChar char="Ø"/>
                      </a:pPr>
                      <a:r>
                        <a:rPr lang="zh-CN" altLang="en-US" sz="1600" b="1" dirty="0">
                          <a:latin typeface="微软雅黑" pitchFamily="34" charset="-122"/>
                          <a:ea typeface="微软雅黑" pitchFamily="34" charset="-122"/>
                        </a:rPr>
                        <a:t>累加各列后，提取公因子，得“１”列</a:t>
                      </a:r>
                      <a:endParaRPr lang="en-US" altLang="zh-CN" sz="1600" b="1" dirty="0">
                        <a:latin typeface="微软雅黑" pitchFamily="34" charset="-122"/>
                        <a:ea typeface="微软雅黑" pitchFamily="34" charset="-122"/>
                      </a:endParaRPr>
                    </a:p>
                    <a:p>
                      <a:pPr algn="l">
                        <a:buFont typeface="Wingdings" pitchFamily="2" charset="2"/>
                        <a:buChar char="Ø"/>
                      </a:pPr>
                      <a:r>
                        <a:rPr lang="zh-CN" altLang="en-US" sz="1600" b="1" dirty="0">
                          <a:latin typeface="微软雅黑" pitchFamily="34" charset="-122"/>
                          <a:ea typeface="微软雅黑" pitchFamily="34" charset="-122"/>
                        </a:rPr>
                        <a:t>应用该列进行消元，化为上三角行列式</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5"/>
                  </a:ext>
                </a:extLst>
              </a:tr>
              <a:tr h="397596">
                <a:tc>
                  <a:txBody>
                    <a:bodyPr/>
                    <a:lstStyle/>
                    <a:p>
                      <a:pPr algn="ctr"/>
                      <a:r>
                        <a:rPr lang="en-US" altLang="zh-CN" sz="1600" b="1" dirty="0">
                          <a:latin typeface="微软雅黑" pitchFamily="34" charset="-122"/>
                          <a:ea typeface="微软雅黑" pitchFamily="34" charset="-122"/>
                        </a:rPr>
                        <a:t>n</a:t>
                      </a:r>
                      <a:r>
                        <a:rPr lang="zh-CN" altLang="en-US" sz="1600" b="1" dirty="0">
                          <a:latin typeface="微软雅黑" pitchFamily="34" charset="-122"/>
                          <a:ea typeface="微软雅黑" pitchFamily="34" charset="-122"/>
                        </a:rPr>
                        <a:t>阶</a:t>
                      </a:r>
                      <a:endParaRPr lang="en-US" altLang="zh-CN" sz="1600" b="1" dirty="0">
                        <a:latin typeface="微软雅黑" pitchFamily="34" charset="-122"/>
                        <a:ea typeface="微软雅黑" pitchFamily="34" charset="-122"/>
                      </a:endParaRPr>
                    </a:p>
                    <a:p>
                      <a:pPr algn="ctr"/>
                      <a:r>
                        <a:rPr lang="zh-CN" altLang="en-US" sz="1600" b="1" dirty="0">
                          <a:latin typeface="微软雅黑" pitchFamily="34" charset="-122"/>
                          <a:ea typeface="微软雅黑" pitchFamily="34" charset="-122"/>
                        </a:rPr>
                        <a:t>结论未知</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ctr"/>
                      <a:r>
                        <a:rPr lang="zh-CN" altLang="en-US" sz="1600" b="1" dirty="0">
                          <a:latin typeface="微软雅黑" pitchFamily="34" charset="-122"/>
                          <a:ea typeface="微软雅黑" pitchFamily="34" charset="-122"/>
                        </a:rPr>
                        <a:t>递推法</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algn="l"/>
                      <a:r>
                        <a:rPr lang="zh-CN" altLang="en-US" sz="1600" b="1" dirty="0">
                          <a:latin typeface="微软雅黑" pitchFamily="34" charset="-122"/>
                          <a:ea typeface="微软雅黑" pitchFamily="34" charset="-122"/>
                        </a:rPr>
                        <a:t>通过分析规律，降</a:t>
                      </a:r>
                      <a:r>
                        <a:rPr lang="en-US" altLang="zh-CN" sz="1600" b="1" dirty="0">
                          <a:latin typeface="微软雅黑" pitchFamily="34" charset="-122"/>
                          <a:ea typeface="微软雅黑" pitchFamily="34" charset="-122"/>
                        </a:rPr>
                        <a:t>1-2</a:t>
                      </a:r>
                      <a:r>
                        <a:rPr lang="zh-CN" altLang="en-US" sz="1600" b="1" dirty="0">
                          <a:latin typeface="微软雅黑" pitchFamily="34" charset="-122"/>
                          <a:ea typeface="微软雅黑" pitchFamily="34" charset="-122"/>
                        </a:rPr>
                        <a:t>阶后，寻找递推式：</a:t>
                      </a:r>
                      <a:endParaRPr lang="en-US" altLang="zh-CN" sz="1600" b="1" dirty="0">
                        <a:latin typeface="微软雅黑" pitchFamily="34" charset="-122"/>
                        <a:ea typeface="微软雅黑" pitchFamily="34" charset="-122"/>
                      </a:endParaRPr>
                    </a:p>
                    <a:p>
                      <a:pPr algn="l"/>
                      <a:r>
                        <a:rPr lang="en-US" altLang="zh-CN" sz="1600" b="1" baseline="0"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n</a:t>
                      </a:r>
                      <a:r>
                        <a:rPr lang="zh-CN" altLang="en-US" sz="1600" b="1" dirty="0">
                          <a:latin typeface="微软雅黑" pitchFamily="34" charset="-122"/>
                          <a:ea typeface="微软雅黑" pitchFamily="34" charset="-122"/>
                        </a:rPr>
                        <a:t>阶与</a:t>
                      </a:r>
                      <a:r>
                        <a:rPr lang="en-US" altLang="zh-CN" sz="1600" b="1" dirty="0">
                          <a:latin typeface="微软雅黑" pitchFamily="34" charset="-122"/>
                          <a:ea typeface="微软雅黑" pitchFamily="34" charset="-122"/>
                        </a:rPr>
                        <a:t>n-1</a:t>
                      </a:r>
                      <a:r>
                        <a:rPr lang="zh-CN" altLang="en-US" sz="1600" b="1" dirty="0">
                          <a:latin typeface="微软雅黑" pitchFamily="34" charset="-122"/>
                          <a:ea typeface="微软雅黑" pitchFamily="34" charset="-122"/>
                        </a:rPr>
                        <a:t>阶（或更低阶）之间的方程式</a:t>
                      </a:r>
                      <a:endParaRPr lang="en-US" altLang="zh-CN" sz="1600" b="1"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6"/>
                  </a:ext>
                </a:extLst>
              </a:tr>
              <a:tr h="397596">
                <a:tc>
                  <a:txBody>
                    <a:bodyPr/>
                    <a:lstStyle/>
                    <a:p>
                      <a:pPr algn="ctr"/>
                      <a:r>
                        <a:rPr lang="en-US" altLang="zh-CN" sz="1600" b="1" dirty="0">
                          <a:latin typeface="微软雅黑" pitchFamily="34" charset="-122"/>
                          <a:ea typeface="微软雅黑" pitchFamily="34" charset="-122"/>
                        </a:rPr>
                        <a:t>n</a:t>
                      </a:r>
                      <a:r>
                        <a:rPr lang="zh-CN" altLang="en-US" sz="1600" b="1" dirty="0">
                          <a:latin typeface="微软雅黑" pitchFamily="34" charset="-122"/>
                          <a:ea typeface="微软雅黑" pitchFamily="34" charset="-122"/>
                        </a:rPr>
                        <a:t>阶</a:t>
                      </a:r>
                      <a:endParaRPr lang="en-US" altLang="zh-CN" sz="1600" b="1" dirty="0">
                        <a:latin typeface="微软雅黑" pitchFamily="34" charset="-122"/>
                        <a:ea typeface="微软雅黑" pitchFamily="34" charset="-122"/>
                      </a:endParaRPr>
                    </a:p>
                    <a:p>
                      <a:pPr algn="ctr"/>
                      <a:r>
                        <a:rPr lang="zh-CN" altLang="en-US" sz="1600" b="1" dirty="0">
                          <a:latin typeface="微软雅黑" pitchFamily="34" charset="-122"/>
                          <a:ea typeface="微软雅黑" pitchFamily="34" charset="-122"/>
                        </a:rPr>
                        <a:t>结论已知</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数学归纳法</a:t>
                      </a: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已知结论的情况下，从低阶向高阶证明：</a:t>
                      </a:r>
                      <a:endParaRPr lang="en-US" altLang="zh-CN" sz="1600" b="1" dirty="0">
                        <a:latin typeface="微软雅黑" pitchFamily="34" charset="-122"/>
                        <a:ea typeface="微软雅黑" pitchFamily="34" charset="-122"/>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600" b="1" baseline="0" dirty="0">
                          <a:latin typeface="微软雅黑" pitchFamily="34" charset="-122"/>
                          <a:ea typeface="微软雅黑" pitchFamily="34" charset="-122"/>
                        </a:rPr>
                        <a:t>               </a:t>
                      </a:r>
                      <a:r>
                        <a:rPr lang="zh-CN" altLang="en-US" sz="1600" b="1" baseline="0" dirty="0">
                          <a:latin typeface="微软雅黑" pitchFamily="34" charset="-122"/>
                          <a:ea typeface="微软雅黑" pitchFamily="34" charset="-122"/>
                        </a:rPr>
                        <a:t>范德蒙德行列式（高位指标与低位指标之差的连乘）</a:t>
                      </a:r>
                      <a:endParaRPr lang="zh-CN" altLang="en-US" sz="1600" b="1" dirty="0">
                        <a:latin typeface="微软雅黑" pitchFamily="34" charset="-122"/>
                        <a:ea typeface="微软雅黑" pitchFamily="34" charset="-122"/>
                      </a:endParaRPr>
                    </a:p>
                  </a:txBody>
                  <a:tcPr>
                    <a:lnL w="38100" cap="flat" cmpd="sng" algn="ctr">
                      <a:solidFill>
                        <a:schemeClr val="bg1">
                          <a:lumMod val="60000"/>
                          <a:lumOff val="40000"/>
                        </a:schemeClr>
                      </a:solidFill>
                      <a:prstDash val="solid"/>
                      <a:round/>
                      <a:headEnd type="none" w="med" len="med"/>
                      <a:tailEnd type="none" w="med" len="med"/>
                    </a:lnL>
                    <a:lnR w="38100" cap="flat" cmpd="sng" algn="ctr">
                      <a:solidFill>
                        <a:schemeClr val="bg1">
                          <a:lumMod val="60000"/>
                          <a:lumOff val="40000"/>
                        </a:schemeClr>
                      </a:solidFill>
                      <a:prstDash val="solid"/>
                      <a:round/>
                      <a:headEnd type="none" w="med" len="med"/>
                      <a:tailEnd type="none" w="med" len="med"/>
                    </a:lnR>
                    <a:lnT w="38100" cap="flat" cmpd="sng" algn="ctr">
                      <a:solidFill>
                        <a:schemeClr val="bg1">
                          <a:lumMod val="60000"/>
                          <a:lumOff val="40000"/>
                        </a:schemeClr>
                      </a:solidFill>
                      <a:prstDash val="solid"/>
                      <a:round/>
                      <a:headEnd type="none" w="med" len="med"/>
                      <a:tailEnd type="none" w="med" len="med"/>
                    </a:lnT>
                    <a:lnB w="38100" cap="flat" cmpd="sng" algn="ctr">
                      <a:solidFill>
                        <a:schemeClr val="bg1">
                          <a:lumMod val="60000"/>
                          <a:lumOff val="40000"/>
                        </a:schemeClr>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graphicFrame>
        <p:nvGraphicFramePr>
          <p:cNvPr id="11266" name="Object 2"/>
          <p:cNvGraphicFramePr>
            <a:graphicFrameLocks noChangeAspect="1"/>
          </p:cNvGraphicFramePr>
          <p:nvPr/>
        </p:nvGraphicFramePr>
        <p:xfrm>
          <a:off x="3286116" y="4357694"/>
          <a:ext cx="2143140" cy="273592"/>
        </p:xfrm>
        <a:graphic>
          <a:graphicData uri="http://schemas.openxmlformats.org/presentationml/2006/ole">
            <mc:AlternateContent xmlns:mc="http://schemas.openxmlformats.org/markup-compatibility/2006">
              <mc:Choice xmlns:v="urn:schemas-microsoft-com:vml" Requires="v">
                <p:oleObj name="公式" r:id="rId3" imgW="3390900" imgH="444500" progId="Equation.3">
                  <p:embed/>
                </p:oleObj>
              </mc:Choice>
              <mc:Fallback>
                <p:oleObj name="公式" r:id="rId3" imgW="3390900" imgH="444500" progId="Equation.3">
                  <p:embed/>
                  <p:pic>
                    <p:nvPicPr>
                      <p:cNvPr id="11266"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86116" y="4357694"/>
                        <a:ext cx="2143140" cy="273592"/>
                      </a:xfrm>
                      <a:prstGeom prst="rect">
                        <a:avLst/>
                      </a:prstGeom>
                      <a:solidFill>
                        <a:srgbClr val="FFFF00"/>
                      </a:solidFill>
                      <a:ln w="9525">
                        <a:solidFill>
                          <a:srgbClr val="009900"/>
                        </a:solidFill>
                        <a:miter lim="800000"/>
                        <a:headEnd/>
                        <a:tailEnd/>
                      </a:ln>
                    </p:spPr>
                  </p:pic>
                </p:oleObj>
              </mc:Fallback>
            </mc:AlternateContent>
          </a:graphicData>
        </a:graphic>
      </p:graphicFrame>
      <p:sp>
        <p:nvSpPr>
          <p:cNvPr id="794629" name="AutoShape 5"/>
          <p:cNvSpPr>
            <a:spLocks noChangeAspect="1" noChangeArrowheads="1" noTextEdit="1"/>
          </p:cNvSpPr>
          <p:nvPr/>
        </p:nvSpPr>
        <p:spPr bwMode="auto">
          <a:xfrm>
            <a:off x="523875" y="1595438"/>
            <a:ext cx="8648700" cy="47910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34" name="Rectangle 10"/>
          <p:cNvSpPr>
            <a:spLocks noChangeArrowheads="1"/>
          </p:cNvSpPr>
          <p:nvPr/>
        </p:nvSpPr>
        <p:spPr bwMode="auto">
          <a:xfrm>
            <a:off x="633413" y="2109788"/>
            <a:ext cx="1362075" cy="581025"/>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36" name="Rectangle 12"/>
          <p:cNvSpPr>
            <a:spLocks noChangeArrowheads="1"/>
          </p:cNvSpPr>
          <p:nvPr/>
        </p:nvSpPr>
        <p:spPr bwMode="auto">
          <a:xfrm>
            <a:off x="3205163" y="2109788"/>
            <a:ext cx="5857875" cy="581025"/>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37" name="Rectangle 13"/>
          <p:cNvSpPr>
            <a:spLocks noChangeArrowheads="1"/>
          </p:cNvSpPr>
          <p:nvPr/>
        </p:nvSpPr>
        <p:spPr bwMode="auto">
          <a:xfrm>
            <a:off x="633413" y="2690813"/>
            <a:ext cx="1362075" cy="3810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38" name="Rectangle 14"/>
          <p:cNvSpPr>
            <a:spLocks noChangeArrowheads="1"/>
          </p:cNvSpPr>
          <p:nvPr/>
        </p:nvSpPr>
        <p:spPr bwMode="auto">
          <a:xfrm>
            <a:off x="1995488" y="2690813"/>
            <a:ext cx="1209675" cy="3810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39" name="Rectangle 15"/>
          <p:cNvSpPr>
            <a:spLocks noChangeArrowheads="1"/>
          </p:cNvSpPr>
          <p:nvPr/>
        </p:nvSpPr>
        <p:spPr bwMode="auto">
          <a:xfrm>
            <a:off x="3205163" y="2690813"/>
            <a:ext cx="5857875" cy="3810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0" name="Rectangle 16"/>
          <p:cNvSpPr>
            <a:spLocks noChangeArrowheads="1"/>
          </p:cNvSpPr>
          <p:nvPr/>
        </p:nvSpPr>
        <p:spPr bwMode="auto">
          <a:xfrm>
            <a:off x="633413" y="3071813"/>
            <a:ext cx="1362075" cy="40005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1" name="Rectangle 17"/>
          <p:cNvSpPr>
            <a:spLocks noChangeArrowheads="1"/>
          </p:cNvSpPr>
          <p:nvPr/>
        </p:nvSpPr>
        <p:spPr bwMode="auto">
          <a:xfrm>
            <a:off x="1995488" y="3071813"/>
            <a:ext cx="1209675" cy="40005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2" name="Rectangle 18"/>
          <p:cNvSpPr>
            <a:spLocks noChangeArrowheads="1"/>
          </p:cNvSpPr>
          <p:nvPr/>
        </p:nvSpPr>
        <p:spPr bwMode="auto">
          <a:xfrm>
            <a:off x="3205164" y="3071813"/>
            <a:ext cx="5127675" cy="40005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3" name="Rectangle 19"/>
          <p:cNvSpPr>
            <a:spLocks noChangeArrowheads="1"/>
          </p:cNvSpPr>
          <p:nvPr/>
        </p:nvSpPr>
        <p:spPr bwMode="auto">
          <a:xfrm>
            <a:off x="633413" y="3471863"/>
            <a:ext cx="1362075" cy="8191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4" name="Rectangle 20"/>
          <p:cNvSpPr>
            <a:spLocks noChangeArrowheads="1"/>
          </p:cNvSpPr>
          <p:nvPr/>
        </p:nvSpPr>
        <p:spPr bwMode="auto">
          <a:xfrm>
            <a:off x="1995488" y="3471863"/>
            <a:ext cx="1209675" cy="8191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5" name="Rectangle 21"/>
          <p:cNvSpPr>
            <a:spLocks noChangeArrowheads="1"/>
          </p:cNvSpPr>
          <p:nvPr/>
        </p:nvSpPr>
        <p:spPr bwMode="auto">
          <a:xfrm>
            <a:off x="3205164" y="3471863"/>
            <a:ext cx="5127675" cy="8191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6" name="Rectangle 22"/>
          <p:cNvSpPr>
            <a:spLocks noChangeArrowheads="1"/>
          </p:cNvSpPr>
          <p:nvPr/>
        </p:nvSpPr>
        <p:spPr bwMode="auto">
          <a:xfrm>
            <a:off x="633413" y="4291013"/>
            <a:ext cx="1362075" cy="828675"/>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8" name="Rectangle 24"/>
          <p:cNvSpPr>
            <a:spLocks noChangeArrowheads="1"/>
          </p:cNvSpPr>
          <p:nvPr/>
        </p:nvSpPr>
        <p:spPr bwMode="auto">
          <a:xfrm>
            <a:off x="3205164" y="4291013"/>
            <a:ext cx="5127675" cy="828675"/>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49" name="Rectangle 25"/>
          <p:cNvSpPr>
            <a:spLocks noChangeArrowheads="1"/>
          </p:cNvSpPr>
          <p:nvPr/>
        </p:nvSpPr>
        <p:spPr bwMode="auto">
          <a:xfrm>
            <a:off x="633413" y="5119688"/>
            <a:ext cx="1362075" cy="5810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0" name="Rectangle 26"/>
          <p:cNvSpPr>
            <a:spLocks noChangeArrowheads="1"/>
          </p:cNvSpPr>
          <p:nvPr/>
        </p:nvSpPr>
        <p:spPr bwMode="auto">
          <a:xfrm>
            <a:off x="1995488" y="5119688"/>
            <a:ext cx="1209675" cy="5810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1" name="Rectangle 27"/>
          <p:cNvSpPr>
            <a:spLocks noChangeArrowheads="1"/>
          </p:cNvSpPr>
          <p:nvPr/>
        </p:nvSpPr>
        <p:spPr bwMode="auto">
          <a:xfrm>
            <a:off x="3205163" y="5119688"/>
            <a:ext cx="5857875" cy="5810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2" name="Rectangle 28"/>
          <p:cNvSpPr>
            <a:spLocks noChangeArrowheads="1"/>
          </p:cNvSpPr>
          <p:nvPr/>
        </p:nvSpPr>
        <p:spPr bwMode="auto">
          <a:xfrm>
            <a:off x="633413" y="5700713"/>
            <a:ext cx="1362075" cy="5715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3" name="Rectangle 29"/>
          <p:cNvSpPr>
            <a:spLocks noChangeArrowheads="1"/>
          </p:cNvSpPr>
          <p:nvPr/>
        </p:nvSpPr>
        <p:spPr bwMode="auto">
          <a:xfrm>
            <a:off x="1995488" y="5700713"/>
            <a:ext cx="1209675" cy="5715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4" name="Rectangle 30"/>
          <p:cNvSpPr>
            <a:spLocks noChangeArrowheads="1"/>
          </p:cNvSpPr>
          <p:nvPr/>
        </p:nvSpPr>
        <p:spPr bwMode="auto">
          <a:xfrm>
            <a:off x="3221019" y="5729319"/>
            <a:ext cx="5857875" cy="5715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5" name="Rectangle 31"/>
          <p:cNvSpPr>
            <a:spLocks noChangeArrowheads="1"/>
          </p:cNvSpPr>
          <p:nvPr/>
        </p:nvSpPr>
        <p:spPr bwMode="auto">
          <a:xfrm>
            <a:off x="1976438" y="1690688"/>
            <a:ext cx="38100" cy="4600575"/>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6" name="Rectangle 32"/>
          <p:cNvSpPr>
            <a:spLocks noChangeArrowheads="1"/>
          </p:cNvSpPr>
          <p:nvPr/>
        </p:nvSpPr>
        <p:spPr bwMode="auto">
          <a:xfrm>
            <a:off x="3186113" y="1690688"/>
            <a:ext cx="38100" cy="4600575"/>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7" name="Rectangle 33"/>
          <p:cNvSpPr>
            <a:spLocks noChangeArrowheads="1"/>
          </p:cNvSpPr>
          <p:nvPr/>
        </p:nvSpPr>
        <p:spPr bwMode="auto">
          <a:xfrm>
            <a:off x="614363" y="2090738"/>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8" name="Rectangle 34"/>
          <p:cNvSpPr>
            <a:spLocks noChangeArrowheads="1"/>
          </p:cNvSpPr>
          <p:nvPr/>
        </p:nvSpPr>
        <p:spPr bwMode="auto">
          <a:xfrm>
            <a:off x="614363" y="267176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59" name="Rectangle 35"/>
          <p:cNvSpPr>
            <a:spLocks noChangeArrowheads="1"/>
          </p:cNvSpPr>
          <p:nvPr/>
        </p:nvSpPr>
        <p:spPr bwMode="auto">
          <a:xfrm>
            <a:off x="614363" y="305276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0" name="Rectangle 36"/>
          <p:cNvSpPr>
            <a:spLocks noChangeArrowheads="1"/>
          </p:cNvSpPr>
          <p:nvPr/>
        </p:nvSpPr>
        <p:spPr bwMode="auto">
          <a:xfrm>
            <a:off x="614363" y="345281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1" name="Rectangle 37"/>
          <p:cNvSpPr>
            <a:spLocks noChangeArrowheads="1"/>
          </p:cNvSpPr>
          <p:nvPr/>
        </p:nvSpPr>
        <p:spPr bwMode="auto">
          <a:xfrm>
            <a:off x="614363" y="427196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2" name="Rectangle 38"/>
          <p:cNvSpPr>
            <a:spLocks noChangeArrowheads="1"/>
          </p:cNvSpPr>
          <p:nvPr/>
        </p:nvSpPr>
        <p:spPr bwMode="auto">
          <a:xfrm>
            <a:off x="614363" y="5100638"/>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3" name="Rectangle 39"/>
          <p:cNvSpPr>
            <a:spLocks noChangeArrowheads="1"/>
          </p:cNvSpPr>
          <p:nvPr/>
        </p:nvSpPr>
        <p:spPr bwMode="auto">
          <a:xfrm>
            <a:off x="614363" y="568166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4" name="Rectangle 40"/>
          <p:cNvSpPr>
            <a:spLocks noChangeArrowheads="1"/>
          </p:cNvSpPr>
          <p:nvPr/>
        </p:nvSpPr>
        <p:spPr bwMode="auto">
          <a:xfrm>
            <a:off x="614363" y="1690688"/>
            <a:ext cx="38100" cy="4600575"/>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5" name="Rectangle 41"/>
          <p:cNvSpPr>
            <a:spLocks noChangeArrowheads="1"/>
          </p:cNvSpPr>
          <p:nvPr/>
        </p:nvSpPr>
        <p:spPr bwMode="auto">
          <a:xfrm>
            <a:off x="9043988" y="1690688"/>
            <a:ext cx="38100" cy="4600575"/>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6" name="Rectangle 42"/>
          <p:cNvSpPr>
            <a:spLocks noChangeArrowheads="1"/>
          </p:cNvSpPr>
          <p:nvPr/>
        </p:nvSpPr>
        <p:spPr bwMode="auto">
          <a:xfrm>
            <a:off x="614363" y="1690688"/>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794667" name="Rectangle 43"/>
          <p:cNvSpPr>
            <a:spLocks noChangeArrowheads="1"/>
          </p:cNvSpPr>
          <p:nvPr/>
        </p:nvSpPr>
        <p:spPr bwMode="auto">
          <a:xfrm>
            <a:off x="614363" y="6253163"/>
            <a:ext cx="8467725" cy="38100"/>
          </a:xfrm>
          <a:prstGeom prst="rect">
            <a:avLst/>
          </a:prstGeom>
          <a:solidFill>
            <a:srgbClr val="2929FF"/>
          </a:solidFill>
          <a:ln w="0" cap="flat">
            <a:solidFill>
              <a:srgbClr val="2929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7" name="动作按钮: 帮助 46">
            <a:hlinkClick r:id="rId5" action="ppaction://hlinksldjump" highlightClick="1"/>
          </p:cNvPr>
          <p:cNvSpPr/>
          <p:nvPr/>
        </p:nvSpPr>
        <p:spPr bwMode="auto">
          <a:xfrm>
            <a:off x="8661456" y="3136897"/>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E2"/>
              </a:solidFill>
              <a:effectLst/>
              <a:uLnTx/>
              <a:uFillTx/>
              <a:latin typeface="Times New Roman" pitchFamily="18" charset="0"/>
              <a:ea typeface="宋体"/>
              <a:cs typeface="+mn-cs"/>
            </a:endParaRPr>
          </a:p>
        </p:txBody>
      </p:sp>
      <p:sp>
        <p:nvSpPr>
          <p:cNvPr id="48" name="动作按钮: 帮助 47">
            <a:hlinkClick r:id="rId6" action="ppaction://hlinksldjump" highlightClick="1"/>
          </p:cNvPr>
          <p:cNvSpPr/>
          <p:nvPr/>
        </p:nvSpPr>
        <p:spPr bwMode="auto">
          <a:xfrm>
            <a:off x="8661456" y="4743468"/>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E2"/>
              </a:solidFill>
              <a:effectLst/>
              <a:uLnTx/>
              <a:uFillTx/>
              <a:latin typeface="Times New Roman" pitchFamily="18" charset="0"/>
              <a:ea typeface="宋体"/>
              <a:cs typeface="+mn-cs"/>
            </a:endParaRPr>
          </a:p>
        </p:txBody>
      </p:sp>
      <p:sp>
        <p:nvSpPr>
          <p:cNvPr id="49" name="动作按钮: 帮助 48">
            <a:hlinkClick r:id="rId7" action="ppaction://hlinksldjump" highlightClick="1"/>
          </p:cNvPr>
          <p:cNvSpPr/>
          <p:nvPr/>
        </p:nvSpPr>
        <p:spPr bwMode="auto">
          <a:xfrm>
            <a:off x="8661456" y="3940182"/>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E2"/>
              </a:solidFill>
              <a:effectLst/>
              <a:uLnTx/>
              <a:uFillTx/>
              <a:latin typeface="Times New Roman" pitchFamily="18" charset="0"/>
              <a:ea typeface="宋体"/>
              <a:cs typeface="+mn-cs"/>
            </a:endParaRPr>
          </a:p>
        </p:txBody>
      </p:sp>
      <p:sp>
        <p:nvSpPr>
          <p:cNvPr id="42" name="WordArt 5"/>
          <p:cNvSpPr>
            <a:spLocks noChangeArrowheads="1" noChangeShapeType="1" noTextEdit="1"/>
          </p:cNvSpPr>
          <p:nvPr/>
        </p:nvSpPr>
        <p:spPr bwMode="auto">
          <a:xfrm>
            <a:off x="555570" y="5580"/>
            <a:ext cx="7521678"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8"/>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8"/>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n</a:t>
            </a:r>
            <a:r>
              <a:rPr kumimoji="1" lang="zh-CN" altLang="en-US" sz="4800" b="1" i="0" u="none" strike="noStrike" kern="10" cap="none" spc="0" normalizeH="0" baseline="0" noProof="0" dirty="0">
                <a:ln w="76200">
                  <a:solidFill>
                    <a:srgbClr val="FFC000"/>
                  </a:solidFill>
                  <a:round/>
                  <a:headEnd/>
                  <a:tailEnd/>
                </a:ln>
                <a:blipFill>
                  <a:blip r:embed="rId8"/>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阶行列式：</a:t>
            </a:r>
            <a:r>
              <a:rPr kumimoji="1" lang="en-US" altLang="zh-CN" sz="4800" b="1" i="0" u="none" strike="noStrike" kern="10" cap="none" spc="0" normalizeH="0" baseline="0" noProof="0" dirty="0">
                <a:ln w="76200">
                  <a:solidFill>
                    <a:srgbClr val="FFC000"/>
                  </a:solidFill>
                  <a:round/>
                  <a:headEnd/>
                  <a:tailEnd/>
                </a:ln>
                <a:blipFill>
                  <a:blip r:embed="rId8"/>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3、</a:t>
            </a:r>
            <a:r>
              <a:rPr kumimoji="1" lang="zh-CN" altLang="en-US" sz="4800" b="1" i="0" u="none" strike="noStrike" kern="10" cap="none" spc="0" normalizeH="0" baseline="0" noProof="0" dirty="0">
                <a:ln w="76200">
                  <a:solidFill>
                    <a:srgbClr val="FFC000"/>
                  </a:solidFill>
                  <a:round/>
                  <a:headEnd/>
                  <a:tailEnd/>
                </a:ln>
                <a:blipFill>
                  <a:blip r:embed="rId8"/>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求解</a:t>
            </a:r>
          </a:p>
        </p:txBody>
      </p:sp>
    </p:spTree>
    <p:extLst>
      <p:ext uri="{BB962C8B-B14F-4D97-AF65-F5344CB8AC3E}">
        <p14:creationId xmlns:p14="http://schemas.microsoft.com/office/powerpoint/2010/main" val="2779455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794634"/>
                                        </p:tgtEl>
                                      </p:cBhvr>
                                    </p:animEffect>
                                    <p:set>
                                      <p:cBhvr>
                                        <p:cTn id="7" dur="1" fill="hold">
                                          <p:stCondLst>
                                            <p:cond delay="499"/>
                                          </p:stCondLst>
                                        </p:cTn>
                                        <p:tgtEl>
                                          <p:spTgt spid="79463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794636"/>
                                        </p:tgtEl>
                                      </p:cBhvr>
                                    </p:animEffect>
                                    <p:set>
                                      <p:cBhvr>
                                        <p:cTn id="12" dur="1" fill="hold">
                                          <p:stCondLst>
                                            <p:cond delay="499"/>
                                          </p:stCondLst>
                                        </p:cTn>
                                        <p:tgtEl>
                                          <p:spTgt spid="79463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500"/>
                                        <p:tgtEl>
                                          <p:spTgt spid="794637"/>
                                        </p:tgtEl>
                                      </p:cBhvr>
                                    </p:animEffect>
                                    <p:set>
                                      <p:cBhvr>
                                        <p:cTn id="17" dur="1" fill="hold">
                                          <p:stCondLst>
                                            <p:cond delay="499"/>
                                          </p:stCondLst>
                                        </p:cTn>
                                        <p:tgtEl>
                                          <p:spTgt spid="79463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8" fill="hold" grpId="0" nodeType="clickEffect">
                                  <p:stCondLst>
                                    <p:cond delay="0"/>
                                  </p:stCondLst>
                                  <p:childTnLst>
                                    <p:animEffect transition="out" filter="wipe(left)">
                                      <p:cBhvr>
                                        <p:cTn id="21" dur="500"/>
                                        <p:tgtEl>
                                          <p:spTgt spid="794638"/>
                                        </p:tgtEl>
                                      </p:cBhvr>
                                    </p:animEffect>
                                    <p:set>
                                      <p:cBhvr>
                                        <p:cTn id="22" dur="1" fill="hold">
                                          <p:stCondLst>
                                            <p:cond delay="499"/>
                                          </p:stCondLst>
                                        </p:cTn>
                                        <p:tgtEl>
                                          <p:spTgt spid="79463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xit" presetSubtype="8" fill="hold" grpId="0" nodeType="clickEffect">
                                  <p:stCondLst>
                                    <p:cond delay="0"/>
                                  </p:stCondLst>
                                  <p:childTnLst>
                                    <p:animEffect transition="out" filter="wipe(left)">
                                      <p:cBhvr>
                                        <p:cTn id="26" dur="500"/>
                                        <p:tgtEl>
                                          <p:spTgt spid="794639"/>
                                        </p:tgtEl>
                                      </p:cBhvr>
                                    </p:animEffect>
                                    <p:set>
                                      <p:cBhvr>
                                        <p:cTn id="27" dur="1" fill="hold">
                                          <p:stCondLst>
                                            <p:cond delay="499"/>
                                          </p:stCondLst>
                                        </p:cTn>
                                        <p:tgtEl>
                                          <p:spTgt spid="794639"/>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794640"/>
                                        </p:tgtEl>
                                      </p:cBhvr>
                                    </p:animEffect>
                                    <p:set>
                                      <p:cBhvr>
                                        <p:cTn id="32" dur="1" fill="hold">
                                          <p:stCondLst>
                                            <p:cond delay="499"/>
                                          </p:stCondLst>
                                        </p:cTn>
                                        <p:tgtEl>
                                          <p:spTgt spid="794640"/>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2" presetClass="exit" presetSubtype="8" fill="hold" grpId="0" nodeType="clickEffect">
                                  <p:stCondLst>
                                    <p:cond delay="0"/>
                                  </p:stCondLst>
                                  <p:childTnLst>
                                    <p:animEffect transition="out" filter="wipe(left)">
                                      <p:cBhvr>
                                        <p:cTn id="36" dur="500"/>
                                        <p:tgtEl>
                                          <p:spTgt spid="794641"/>
                                        </p:tgtEl>
                                      </p:cBhvr>
                                    </p:animEffect>
                                    <p:set>
                                      <p:cBhvr>
                                        <p:cTn id="37" dur="1" fill="hold">
                                          <p:stCondLst>
                                            <p:cond delay="499"/>
                                          </p:stCondLst>
                                        </p:cTn>
                                        <p:tgtEl>
                                          <p:spTgt spid="794641"/>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2" presetClass="exit" presetSubtype="8" fill="hold" grpId="0" nodeType="clickEffect">
                                  <p:stCondLst>
                                    <p:cond delay="0"/>
                                  </p:stCondLst>
                                  <p:childTnLst>
                                    <p:animEffect transition="out" filter="wipe(left)">
                                      <p:cBhvr>
                                        <p:cTn id="41" dur="500"/>
                                        <p:tgtEl>
                                          <p:spTgt spid="794642"/>
                                        </p:tgtEl>
                                      </p:cBhvr>
                                    </p:animEffect>
                                    <p:set>
                                      <p:cBhvr>
                                        <p:cTn id="42" dur="1" fill="hold">
                                          <p:stCondLst>
                                            <p:cond delay="499"/>
                                          </p:stCondLst>
                                        </p:cTn>
                                        <p:tgtEl>
                                          <p:spTgt spid="794642"/>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2" presetClass="exit" presetSubtype="8" fill="hold" grpId="0" nodeType="clickEffect">
                                  <p:stCondLst>
                                    <p:cond delay="0"/>
                                  </p:stCondLst>
                                  <p:childTnLst>
                                    <p:animEffect transition="out" filter="wipe(left)">
                                      <p:cBhvr>
                                        <p:cTn id="46" dur="500"/>
                                        <p:tgtEl>
                                          <p:spTgt spid="794643"/>
                                        </p:tgtEl>
                                      </p:cBhvr>
                                    </p:animEffect>
                                    <p:set>
                                      <p:cBhvr>
                                        <p:cTn id="47" dur="1" fill="hold">
                                          <p:stCondLst>
                                            <p:cond delay="499"/>
                                          </p:stCondLst>
                                        </p:cTn>
                                        <p:tgtEl>
                                          <p:spTgt spid="794643"/>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xit" presetSubtype="8" fill="hold" grpId="0" nodeType="clickEffect">
                                  <p:stCondLst>
                                    <p:cond delay="0"/>
                                  </p:stCondLst>
                                  <p:childTnLst>
                                    <p:animEffect transition="out" filter="wipe(left)">
                                      <p:cBhvr>
                                        <p:cTn id="51" dur="500"/>
                                        <p:tgtEl>
                                          <p:spTgt spid="794644"/>
                                        </p:tgtEl>
                                      </p:cBhvr>
                                    </p:animEffect>
                                    <p:set>
                                      <p:cBhvr>
                                        <p:cTn id="52" dur="1" fill="hold">
                                          <p:stCondLst>
                                            <p:cond delay="499"/>
                                          </p:stCondLst>
                                        </p:cTn>
                                        <p:tgtEl>
                                          <p:spTgt spid="794644"/>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2" presetClass="exit" presetSubtype="8" fill="hold" grpId="0" nodeType="clickEffect">
                                  <p:stCondLst>
                                    <p:cond delay="0"/>
                                  </p:stCondLst>
                                  <p:childTnLst>
                                    <p:animEffect transition="out" filter="wipe(left)">
                                      <p:cBhvr>
                                        <p:cTn id="56" dur="500"/>
                                        <p:tgtEl>
                                          <p:spTgt spid="794645"/>
                                        </p:tgtEl>
                                      </p:cBhvr>
                                    </p:animEffect>
                                    <p:set>
                                      <p:cBhvr>
                                        <p:cTn id="57" dur="1" fill="hold">
                                          <p:stCondLst>
                                            <p:cond delay="499"/>
                                          </p:stCondLst>
                                        </p:cTn>
                                        <p:tgtEl>
                                          <p:spTgt spid="794645"/>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22" presetClass="exit" presetSubtype="8" fill="hold" grpId="0" nodeType="clickEffect">
                                  <p:stCondLst>
                                    <p:cond delay="0"/>
                                  </p:stCondLst>
                                  <p:childTnLst>
                                    <p:animEffect transition="out" filter="wipe(left)">
                                      <p:cBhvr>
                                        <p:cTn id="61" dur="500"/>
                                        <p:tgtEl>
                                          <p:spTgt spid="794646"/>
                                        </p:tgtEl>
                                      </p:cBhvr>
                                    </p:animEffect>
                                    <p:set>
                                      <p:cBhvr>
                                        <p:cTn id="62" dur="1" fill="hold">
                                          <p:stCondLst>
                                            <p:cond delay="499"/>
                                          </p:stCondLst>
                                        </p:cTn>
                                        <p:tgtEl>
                                          <p:spTgt spid="794646"/>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2" presetClass="exit" presetSubtype="8" fill="hold" grpId="0" nodeType="clickEffect">
                                  <p:stCondLst>
                                    <p:cond delay="0"/>
                                  </p:stCondLst>
                                  <p:childTnLst>
                                    <p:animEffect transition="out" filter="wipe(left)">
                                      <p:cBhvr>
                                        <p:cTn id="66" dur="500"/>
                                        <p:tgtEl>
                                          <p:spTgt spid="794648"/>
                                        </p:tgtEl>
                                      </p:cBhvr>
                                    </p:animEffect>
                                    <p:set>
                                      <p:cBhvr>
                                        <p:cTn id="67" dur="1" fill="hold">
                                          <p:stCondLst>
                                            <p:cond delay="499"/>
                                          </p:stCondLst>
                                        </p:cTn>
                                        <p:tgtEl>
                                          <p:spTgt spid="794648"/>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22" presetClass="exit" presetSubtype="8" fill="hold" grpId="0" nodeType="clickEffect">
                                  <p:stCondLst>
                                    <p:cond delay="0"/>
                                  </p:stCondLst>
                                  <p:childTnLst>
                                    <p:animEffect transition="out" filter="wipe(left)">
                                      <p:cBhvr>
                                        <p:cTn id="71" dur="500"/>
                                        <p:tgtEl>
                                          <p:spTgt spid="794649"/>
                                        </p:tgtEl>
                                      </p:cBhvr>
                                    </p:animEffect>
                                    <p:set>
                                      <p:cBhvr>
                                        <p:cTn id="72" dur="1" fill="hold">
                                          <p:stCondLst>
                                            <p:cond delay="499"/>
                                          </p:stCondLst>
                                        </p:cTn>
                                        <p:tgtEl>
                                          <p:spTgt spid="794649"/>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2" presetClass="exit" presetSubtype="8" fill="hold" grpId="0" nodeType="clickEffect">
                                  <p:stCondLst>
                                    <p:cond delay="0"/>
                                  </p:stCondLst>
                                  <p:childTnLst>
                                    <p:animEffect transition="out" filter="wipe(left)">
                                      <p:cBhvr>
                                        <p:cTn id="76" dur="500"/>
                                        <p:tgtEl>
                                          <p:spTgt spid="794650"/>
                                        </p:tgtEl>
                                      </p:cBhvr>
                                    </p:animEffect>
                                    <p:set>
                                      <p:cBhvr>
                                        <p:cTn id="77" dur="1" fill="hold">
                                          <p:stCondLst>
                                            <p:cond delay="499"/>
                                          </p:stCondLst>
                                        </p:cTn>
                                        <p:tgtEl>
                                          <p:spTgt spid="794650"/>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xit" presetSubtype="8" fill="hold" grpId="0" nodeType="clickEffect">
                                  <p:stCondLst>
                                    <p:cond delay="0"/>
                                  </p:stCondLst>
                                  <p:childTnLst>
                                    <p:animEffect transition="out" filter="wipe(left)">
                                      <p:cBhvr>
                                        <p:cTn id="81" dur="500"/>
                                        <p:tgtEl>
                                          <p:spTgt spid="794651"/>
                                        </p:tgtEl>
                                      </p:cBhvr>
                                    </p:animEffect>
                                    <p:set>
                                      <p:cBhvr>
                                        <p:cTn id="82" dur="1" fill="hold">
                                          <p:stCondLst>
                                            <p:cond delay="499"/>
                                          </p:stCondLst>
                                        </p:cTn>
                                        <p:tgtEl>
                                          <p:spTgt spid="794651"/>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2" presetClass="exit" presetSubtype="8" fill="hold" grpId="0" nodeType="clickEffect">
                                  <p:stCondLst>
                                    <p:cond delay="0"/>
                                  </p:stCondLst>
                                  <p:childTnLst>
                                    <p:animEffect transition="out" filter="wipe(left)">
                                      <p:cBhvr>
                                        <p:cTn id="86" dur="500"/>
                                        <p:tgtEl>
                                          <p:spTgt spid="794652"/>
                                        </p:tgtEl>
                                      </p:cBhvr>
                                    </p:animEffect>
                                    <p:set>
                                      <p:cBhvr>
                                        <p:cTn id="87" dur="1" fill="hold">
                                          <p:stCondLst>
                                            <p:cond delay="499"/>
                                          </p:stCondLst>
                                        </p:cTn>
                                        <p:tgtEl>
                                          <p:spTgt spid="794652"/>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22" presetClass="exit" presetSubtype="8" fill="hold" grpId="0" nodeType="clickEffect">
                                  <p:stCondLst>
                                    <p:cond delay="0"/>
                                  </p:stCondLst>
                                  <p:childTnLst>
                                    <p:animEffect transition="out" filter="wipe(left)">
                                      <p:cBhvr>
                                        <p:cTn id="91" dur="500"/>
                                        <p:tgtEl>
                                          <p:spTgt spid="794653"/>
                                        </p:tgtEl>
                                      </p:cBhvr>
                                    </p:animEffect>
                                    <p:set>
                                      <p:cBhvr>
                                        <p:cTn id="92" dur="1" fill="hold">
                                          <p:stCondLst>
                                            <p:cond delay="499"/>
                                          </p:stCondLst>
                                        </p:cTn>
                                        <p:tgtEl>
                                          <p:spTgt spid="794653"/>
                                        </p:tgtEl>
                                        <p:attrNameLst>
                                          <p:attrName>style.visibility</p:attrName>
                                        </p:attrNameLst>
                                      </p:cBhvr>
                                      <p:to>
                                        <p:strVal val="hidden"/>
                                      </p:to>
                                    </p:set>
                                  </p:childTnLst>
                                </p:cTn>
                              </p:par>
                            </p:childTnLst>
                          </p:cTn>
                        </p:par>
                      </p:childTnLst>
                    </p:cTn>
                  </p:par>
                  <p:par>
                    <p:cTn id="93" fill="hold">
                      <p:stCondLst>
                        <p:cond delay="indefinite"/>
                      </p:stCondLst>
                      <p:childTnLst>
                        <p:par>
                          <p:cTn id="94" fill="hold">
                            <p:stCondLst>
                              <p:cond delay="0"/>
                            </p:stCondLst>
                            <p:childTnLst>
                              <p:par>
                                <p:cTn id="95" presetID="22" presetClass="exit" presetSubtype="8" fill="hold" grpId="0" nodeType="clickEffect">
                                  <p:stCondLst>
                                    <p:cond delay="0"/>
                                  </p:stCondLst>
                                  <p:childTnLst>
                                    <p:animEffect transition="out" filter="wipe(left)">
                                      <p:cBhvr>
                                        <p:cTn id="96" dur="500"/>
                                        <p:tgtEl>
                                          <p:spTgt spid="794654"/>
                                        </p:tgtEl>
                                      </p:cBhvr>
                                    </p:animEffect>
                                    <p:set>
                                      <p:cBhvr>
                                        <p:cTn id="97" dur="1" fill="hold">
                                          <p:stCondLst>
                                            <p:cond delay="499"/>
                                          </p:stCondLst>
                                        </p:cTn>
                                        <p:tgtEl>
                                          <p:spTgt spid="7946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4634" grpId="0" animBg="1"/>
      <p:bldP spid="794636" grpId="0" animBg="1"/>
      <p:bldP spid="794637" grpId="0" animBg="1"/>
      <p:bldP spid="794638" grpId="0" animBg="1"/>
      <p:bldP spid="794639" grpId="0" animBg="1"/>
      <p:bldP spid="794640" grpId="0" animBg="1"/>
      <p:bldP spid="794641" grpId="0" animBg="1"/>
      <p:bldP spid="794642" grpId="0" animBg="1"/>
      <p:bldP spid="794643" grpId="0" animBg="1"/>
      <p:bldP spid="794644" grpId="0" animBg="1"/>
      <p:bldP spid="794645" grpId="0" animBg="1"/>
      <p:bldP spid="794646" grpId="0" animBg="1"/>
      <p:bldP spid="794648" grpId="0" animBg="1"/>
      <p:bldP spid="794649" grpId="0" animBg="1"/>
      <p:bldP spid="794650" grpId="0" animBg="1"/>
      <p:bldP spid="794651" grpId="0" animBg="1"/>
      <p:bldP spid="794652" grpId="0" animBg="1"/>
      <p:bldP spid="794653" grpId="0" animBg="1"/>
      <p:bldP spid="794654"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5" name="WordArt 5"/>
          <p:cNvSpPr>
            <a:spLocks noChangeArrowheads="1" noChangeShapeType="1" noTextEdit="1"/>
          </p:cNvSpPr>
          <p:nvPr/>
        </p:nvSpPr>
        <p:spPr bwMode="auto">
          <a:xfrm>
            <a:off x="592083" y="115888"/>
            <a:ext cx="8551917" cy="646331"/>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36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三、行列式与线性方程组（克莱姆法则）</a:t>
            </a:r>
          </a:p>
        </p:txBody>
      </p:sp>
      <p:sp>
        <p:nvSpPr>
          <p:cNvPr id="3" name="Rectangle 3"/>
          <p:cNvSpPr>
            <a:spLocks noChangeArrowheads="1"/>
          </p:cNvSpPr>
          <p:nvPr/>
        </p:nvSpPr>
        <p:spPr bwMode="auto">
          <a:xfrm>
            <a:off x="571472" y="1571612"/>
            <a:ext cx="2339102" cy="523220"/>
          </a:xfrm>
          <a:prstGeom prst="rect">
            <a:avLst/>
          </a:prstGeom>
          <a:noFill/>
          <a:ln w="9525">
            <a:noFill/>
            <a:miter lim="800000"/>
            <a:headEnd/>
            <a:tailEnd/>
          </a:ln>
          <a:effec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FFFFCC"/>
                </a:solidFill>
                <a:effectLst/>
                <a:uLnTx/>
                <a:uFillTx/>
                <a:latin typeface="Tahoma"/>
                <a:ea typeface="微软雅黑" pitchFamily="34" charset="-122"/>
                <a:cs typeface="+mn-cs"/>
              </a:rPr>
              <a:t>设线性方程组</a:t>
            </a:r>
          </a:p>
        </p:txBody>
      </p:sp>
      <p:sp>
        <p:nvSpPr>
          <p:cNvPr id="6" name="Rectangle 10"/>
          <p:cNvSpPr>
            <a:spLocks noChangeArrowheads="1"/>
          </p:cNvSpPr>
          <p:nvPr/>
        </p:nvSpPr>
        <p:spPr bwMode="auto">
          <a:xfrm>
            <a:off x="595291" y="3357562"/>
            <a:ext cx="8405865" cy="523220"/>
          </a:xfrm>
          <a:prstGeom prst="rect">
            <a:avLst/>
          </a:prstGeom>
          <a:noFill/>
          <a:ln w="9525">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当</a:t>
            </a:r>
            <a:r>
              <a:rPr kumimoji="0"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系数行列式 </a:t>
            </a:r>
            <a:r>
              <a:rPr kumimoji="0" lang="en-US" altLang="zh-CN" sz="28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D</a:t>
            </a:r>
            <a:r>
              <a:rPr kumimoji="0"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Symbol" pitchFamily="18" charset="2"/>
              </a:rPr>
              <a:t>0</a:t>
            </a:r>
            <a:r>
              <a:rPr kumimoji="0" lang="en-US" altLang="zh-CN" sz="28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Symbol" pitchFamily="18" charset="2"/>
              </a:rPr>
              <a:t> </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pitchFamily="18" charset="2"/>
              </a:rPr>
              <a:t>时 </a:t>
            </a:r>
            <a:r>
              <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pitchFamily="18" charset="2"/>
              </a:rPr>
              <a:t>, </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线性方程组</a:t>
            </a:r>
            <a:r>
              <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0"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有且仅有唯一解</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graphicFrame>
        <p:nvGraphicFramePr>
          <p:cNvPr id="7" name="Object 7"/>
          <p:cNvGraphicFramePr>
            <a:graphicFrameLocks noChangeAspect="1"/>
          </p:cNvGraphicFramePr>
          <p:nvPr/>
        </p:nvGraphicFramePr>
        <p:xfrm>
          <a:off x="3056030" y="4124335"/>
          <a:ext cx="6243637" cy="823912"/>
        </p:xfrm>
        <a:graphic>
          <a:graphicData uri="http://schemas.openxmlformats.org/presentationml/2006/ole">
            <mc:AlternateContent xmlns:mc="http://schemas.openxmlformats.org/markup-compatibility/2006">
              <mc:Choice xmlns:v="urn:schemas-microsoft-com:vml" Requires="v">
                <p:oleObj name="Equation" r:id="rId4" imgW="6248160" imgH="825480" progId="Equation.DSMT4">
                  <p:embed/>
                </p:oleObj>
              </mc:Choice>
              <mc:Fallback>
                <p:oleObj name="Equation" r:id="rId4" imgW="6248160" imgH="825480" progId="Equation.DSMT4">
                  <p:embed/>
                  <p:pic>
                    <p:nvPicPr>
                      <p:cNvPr id="7"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56030" y="4124335"/>
                        <a:ext cx="6243637" cy="823912"/>
                      </a:xfrm>
                      <a:prstGeom prst="rect">
                        <a:avLst/>
                      </a:prstGeom>
                      <a:noFill/>
                      <a:extLst>
                        <a:ext uri="{909E8E84-426E-40DD-AFC4-6F175D3DCCD1}">
                          <a14:hiddenFill xmlns:a14="http://schemas.microsoft.com/office/drawing/2010/main">
                            <a:solidFill>
                              <a:schemeClr val="accent1">
                                <a:alpha val="50000"/>
                              </a:schemeClr>
                            </a:solidFill>
                          </a14:hiddenFill>
                        </a:ext>
                      </a:extLst>
                    </p:spPr>
                  </p:pic>
                </p:oleObj>
              </mc:Fallback>
            </mc:AlternateContent>
          </a:graphicData>
        </a:graphic>
      </p:graphicFrame>
      <p:graphicFrame>
        <p:nvGraphicFramePr>
          <p:cNvPr id="8" name="Object 7"/>
          <p:cNvGraphicFramePr>
            <a:graphicFrameLocks noChangeAspect="1"/>
          </p:cNvGraphicFramePr>
          <p:nvPr/>
        </p:nvGraphicFramePr>
        <p:xfrm>
          <a:off x="4246562" y="4992735"/>
          <a:ext cx="4897438" cy="1905000"/>
        </p:xfrm>
        <a:graphic>
          <a:graphicData uri="http://schemas.openxmlformats.org/presentationml/2006/ole">
            <mc:AlternateContent xmlns:mc="http://schemas.openxmlformats.org/markup-compatibility/2006">
              <mc:Choice xmlns:v="urn:schemas-microsoft-com:vml" Requires="v">
                <p:oleObj name="Equation" r:id="rId6" imgW="4902120" imgH="1904760" progId="Equation.DSMT4">
                  <p:embed/>
                </p:oleObj>
              </mc:Choice>
              <mc:Fallback>
                <p:oleObj name="Equation" r:id="rId6" imgW="4902120" imgH="1904760" progId="Equation.DSMT4">
                  <p:embed/>
                  <p:pic>
                    <p:nvPicPr>
                      <p:cNvPr id="8"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6562" y="4992735"/>
                        <a:ext cx="4897438" cy="1905000"/>
                      </a:xfrm>
                      <a:prstGeom prst="rect">
                        <a:avLst/>
                      </a:prstGeom>
                      <a:noFill/>
                      <a:extLst>
                        <a:ext uri="{909E8E84-426E-40DD-AFC4-6F175D3DCCD1}">
                          <a14:hiddenFill xmlns:a14="http://schemas.microsoft.com/office/drawing/2010/main">
                            <a:solidFill>
                              <a:schemeClr val="accent1">
                                <a:alpha val="50000"/>
                              </a:schemeClr>
                            </a:solidFill>
                          </a14:hiddenFill>
                        </a:ext>
                      </a:extLst>
                    </p:spPr>
                  </p:pic>
                </p:oleObj>
              </mc:Fallback>
            </mc:AlternateContent>
          </a:graphicData>
        </a:graphic>
      </p:graphicFrame>
      <p:sp>
        <p:nvSpPr>
          <p:cNvPr id="9" name="Rectangle 10"/>
          <p:cNvSpPr>
            <a:spLocks noChangeArrowheads="1"/>
          </p:cNvSpPr>
          <p:nvPr/>
        </p:nvSpPr>
        <p:spPr bwMode="auto">
          <a:xfrm>
            <a:off x="628596" y="4621891"/>
            <a:ext cx="1022364" cy="523220"/>
          </a:xfrm>
          <a:prstGeom prst="rect">
            <a:avLst/>
          </a:prstGeom>
          <a:noFill/>
          <a:ln w="9525">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其中</a:t>
            </a:r>
          </a:p>
        </p:txBody>
      </p:sp>
      <p:graphicFrame>
        <p:nvGraphicFramePr>
          <p:cNvPr id="10" name="Object 9"/>
          <p:cNvGraphicFramePr>
            <a:graphicFrameLocks noChangeAspect="1"/>
          </p:cNvGraphicFramePr>
          <p:nvPr/>
        </p:nvGraphicFramePr>
        <p:xfrm>
          <a:off x="911247" y="5072074"/>
          <a:ext cx="3276600" cy="1778000"/>
        </p:xfrm>
        <a:graphic>
          <a:graphicData uri="http://schemas.openxmlformats.org/presentationml/2006/ole">
            <mc:AlternateContent xmlns:mc="http://schemas.openxmlformats.org/markup-compatibility/2006">
              <mc:Choice xmlns:v="urn:schemas-microsoft-com:vml" Requires="v">
                <p:oleObj name="Equation" r:id="rId8" imgW="3276360" imgH="1777680" progId="Equation.DSMT4">
                  <p:embed/>
                </p:oleObj>
              </mc:Choice>
              <mc:Fallback>
                <p:oleObj name="Equation" r:id="rId8" imgW="3276360" imgH="1777680" progId="Equation.DSMT4">
                  <p:embed/>
                  <p:pic>
                    <p:nvPicPr>
                      <p:cNvPr id="10"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1247" y="5072074"/>
                        <a:ext cx="3276600" cy="177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6678" name="Object 6"/>
          <p:cNvGraphicFramePr>
            <a:graphicFrameLocks noChangeAspect="1"/>
          </p:cNvGraphicFramePr>
          <p:nvPr/>
        </p:nvGraphicFramePr>
        <p:xfrm>
          <a:off x="3586163" y="1019175"/>
          <a:ext cx="5151437" cy="2103438"/>
        </p:xfrm>
        <a:graphic>
          <a:graphicData uri="http://schemas.openxmlformats.org/presentationml/2006/ole">
            <mc:AlternateContent xmlns:mc="http://schemas.openxmlformats.org/markup-compatibility/2006">
              <mc:Choice xmlns:v="urn:schemas-microsoft-com:vml" Requires="v">
                <p:oleObj name="Equation" r:id="rId10" imgW="5155920" imgH="2108160" progId="Equation.DSMT4">
                  <p:embed/>
                </p:oleObj>
              </mc:Choice>
              <mc:Fallback>
                <p:oleObj name="Equation" r:id="rId10" imgW="5155920" imgH="2108160" progId="Equation.DSMT4">
                  <p:embed/>
                  <p:pic>
                    <p:nvPicPr>
                      <p:cNvPr id="796678"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86163" y="1019175"/>
                        <a:ext cx="5151437" cy="2103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1575328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par>
                                <p:cTn id="18" presetID="22" presetClass="entr" presetSubtype="8"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left)">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nvGraphicFramePr>
        <p:xfrm>
          <a:off x="628596" y="4059248"/>
          <a:ext cx="8515404" cy="2350764"/>
        </p:xfrm>
        <a:graphic>
          <a:graphicData uri="http://schemas.openxmlformats.org/drawingml/2006/table">
            <a:tbl>
              <a:tblPr firstRow="1" bandRow="1">
                <a:tableStyleId>{21E4AEA4-8DFA-4A89-87EB-49C32662AFE0}</a:tableStyleId>
              </a:tblPr>
              <a:tblGrid>
                <a:gridCol w="1045072">
                  <a:extLst>
                    <a:ext uri="{9D8B030D-6E8A-4147-A177-3AD203B41FA5}">
                      <a16:colId xmlns:a16="http://schemas.microsoft.com/office/drawing/2014/main" val="20000"/>
                    </a:ext>
                  </a:extLst>
                </a:gridCol>
                <a:gridCol w="3599694">
                  <a:extLst>
                    <a:ext uri="{9D8B030D-6E8A-4147-A177-3AD203B41FA5}">
                      <a16:colId xmlns:a16="http://schemas.microsoft.com/office/drawing/2014/main" val="20001"/>
                    </a:ext>
                  </a:extLst>
                </a:gridCol>
                <a:gridCol w="3870638">
                  <a:extLst>
                    <a:ext uri="{9D8B030D-6E8A-4147-A177-3AD203B41FA5}">
                      <a16:colId xmlns:a16="http://schemas.microsoft.com/office/drawing/2014/main" val="20002"/>
                    </a:ext>
                  </a:extLst>
                </a:gridCol>
              </a:tblGrid>
              <a:tr h="521964">
                <a:tc>
                  <a:txBody>
                    <a:bodyPr/>
                    <a:lstStyle/>
                    <a:p>
                      <a:pPr algn="ctr"/>
                      <a:endParaRPr lang="zh-CN" altLang="en-US" sz="2400" b="1" dirty="0">
                        <a:latin typeface="微软雅黑" pitchFamily="34" charset="-122"/>
                        <a:ea typeface="微软雅黑" pitchFamily="34" charset="-122"/>
                      </a:endParaRPr>
                    </a:p>
                  </a:txBody>
                  <a:tcPr anchor="ctr" anchorCtr="1"/>
                </a:tc>
                <a:tc>
                  <a:txBody>
                    <a:bodyPr/>
                    <a:lstStyle/>
                    <a:p>
                      <a:pPr algn="ctr"/>
                      <a:r>
                        <a:rPr lang="zh-CN" altLang="en-US" sz="2400" b="1" dirty="0">
                          <a:latin typeface="微软雅黑" pitchFamily="34" charset="-122"/>
                          <a:ea typeface="微软雅黑" pitchFamily="34" charset="-122"/>
                        </a:rPr>
                        <a:t>非齐次方程组</a:t>
                      </a:r>
                      <a:r>
                        <a:rPr lang="en-US" altLang="zh-CN" sz="2400" b="1" dirty="0">
                          <a:latin typeface="微软雅黑" pitchFamily="34" charset="-122"/>
                          <a:ea typeface="微软雅黑" pitchFamily="34" charset="-122"/>
                        </a:rPr>
                        <a:t>(</a:t>
                      </a:r>
                      <a:r>
                        <a:rPr lang="zh-CN" altLang="en-US" sz="2400" b="1" dirty="0">
                          <a:latin typeface="微软雅黑" pitchFamily="34" charset="-122"/>
                          <a:ea typeface="微软雅黑" pitchFamily="34" charset="-122"/>
                        </a:rPr>
                        <a:t>存在</a:t>
                      </a:r>
                      <a:r>
                        <a:rPr lang="en-US" altLang="zh-CN" sz="2400" b="1" dirty="0">
                          <a:latin typeface="微软雅黑" pitchFamily="34" charset="-122"/>
                          <a:ea typeface="微软雅黑" pitchFamily="34" charset="-122"/>
                        </a:rPr>
                        <a:t>b</a:t>
                      </a:r>
                      <a:r>
                        <a:rPr lang="en-US" altLang="zh-CN" sz="2400" b="1" baseline="-25000" dirty="0">
                          <a:latin typeface="微软雅黑" pitchFamily="34" charset="-122"/>
                          <a:ea typeface="微软雅黑" pitchFamily="34" charset="-122"/>
                        </a:rPr>
                        <a:t>j</a:t>
                      </a:r>
                      <a:r>
                        <a:rPr lang="en-US" altLang="zh-CN" sz="2400" b="1" dirty="0">
                          <a:latin typeface="微软雅黑" pitchFamily="34" charset="-122"/>
                          <a:ea typeface="微软雅黑" pitchFamily="34" charset="-122"/>
                        </a:rPr>
                        <a:t>≠0)</a:t>
                      </a:r>
                      <a:endParaRPr lang="zh-CN" altLang="en-US" sz="2400" b="1" dirty="0">
                        <a:latin typeface="微软雅黑" pitchFamily="34" charset="-122"/>
                        <a:ea typeface="微软雅黑" pitchFamily="34" charset="-122"/>
                      </a:endParaRPr>
                    </a:p>
                  </a:txBody>
                  <a:tcPr anchor="ctr" anchorCtr="1"/>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400" b="1" dirty="0">
                          <a:latin typeface="微软雅黑" pitchFamily="34" charset="-122"/>
                          <a:ea typeface="微软雅黑" pitchFamily="34" charset="-122"/>
                        </a:rPr>
                        <a:t>齐次方程组</a:t>
                      </a:r>
                      <a:r>
                        <a:rPr lang="en-US" altLang="zh-CN" sz="2400" b="1" dirty="0">
                          <a:latin typeface="微软雅黑" pitchFamily="34" charset="-122"/>
                          <a:ea typeface="微软雅黑" pitchFamily="34" charset="-122"/>
                        </a:rPr>
                        <a:t>(</a:t>
                      </a:r>
                      <a:r>
                        <a:rPr lang="zh-CN" altLang="en-US" sz="2400" b="1" dirty="0">
                          <a:latin typeface="微软雅黑" pitchFamily="34" charset="-122"/>
                          <a:ea typeface="微软雅黑" pitchFamily="34" charset="-122"/>
                        </a:rPr>
                        <a:t>任取</a:t>
                      </a:r>
                      <a:r>
                        <a:rPr lang="en-US" altLang="zh-CN" sz="2400" b="1" dirty="0" err="1">
                          <a:latin typeface="微软雅黑" pitchFamily="34" charset="-122"/>
                          <a:ea typeface="微软雅黑" pitchFamily="34" charset="-122"/>
                        </a:rPr>
                        <a:t>b</a:t>
                      </a:r>
                      <a:r>
                        <a:rPr lang="en-US" altLang="zh-CN" sz="2400" b="1" baseline="-25000" dirty="0" err="1">
                          <a:latin typeface="微软雅黑" pitchFamily="34" charset="-122"/>
                          <a:ea typeface="微软雅黑" pitchFamily="34" charset="-122"/>
                        </a:rPr>
                        <a:t>j</a:t>
                      </a:r>
                      <a:r>
                        <a:rPr lang="en-US" altLang="zh-CN" sz="2400" b="1" dirty="0">
                          <a:latin typeface="微软雅黑" pitchFamily="34" charset="-122"/>
                          <a:ea typeface="微软雅黑" pitchFamily="34" charset="-122"/>
                        </a:rPr>
                        <a:t>=0)</a:t>
                      </a:r>
                      <a:endParaRPr lang="zh-CN" altLang="en-US" sz="2400" b="1" dirty="0">
                        <a:latin typeface="微软雅黑" pitchFamily="34" charset="-122"/>
                        <a:ea typeface="微软雅黑" pitchFamily="34" charset="-122"/>
                      </a:endParaRPr>
                    </a:p>
                  </a:txBody>
                  <a:tcPr anchor="ctr" anchorCtr="1"/>
                </a:tc>
                <a:extLst>
                  <a:ext uri="{0D108BD9-81ED-4DB2-BD59-A6C34878D82A}">
                    <a16:rowId xmlns:a16="http://schemas.microsoft.com/office/drawing/2014/main" val="10000"/>
                  </a:ext>
                </a:extLst>
              </a:tr>
              <a:tr h="338174">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2400" b="1" dirty="0">
                          <a:latin typeface="微软雅黑" pitchFamily="34" charset="-122"/>
                          <a:ea typeface="微软雅黑" pitchFamily="34" charset="-122"/>
                        </a:rPr>
                        <a:t>D≠0</a:t>
                      </a:r>
                      <a:endParaRPr lang="zh-CN" altLang="en-US" sz="2400" b="1" dirty="0">
                        <a:latin typeface="微软雅黑" pitchFamily="34" charset="-122"/>
                        <a:ea typeface="微软雅黑" pitchFamily="34" charset="-122"/>
                      </a:endParaRPr>
                    </a:p>
                  </a:txBody>
                  <a:tcPr anchor="ctr" anchorCtr="1"/>
                </a:tc>
                <a:tc rowSpan="2">
                  <a:txBody>
                    <a:bodyPr/>
                    <a:lstStyle/>
                    <a:p>
                      <a:pPr algn="ctr"/>
                      <a:r>
                        <a:rPr lang="zh-CN" altLang="en-US" sz="2400" b="1" dirty="0">
                          <a:latin typeface="微软雅黑" pitchFamily="34" charset="-122"/>
                          <a:ea typeface="微软雅黑" pitchFamily="34" charset="-122"/>
                        </a:rPr>
                        <a:t>有唯一解：</a:t>
                      </a:r>
                      <a:r>
                        <a:rPr lang="en-US" altLang="zh-CN" sz="2400" b="1" dirty="0">
                          <a:latin typeface="微软雅黑" pitchFamily="34" charset="-122"/>
                          <a:ea typeface="微软雅黑" pitchFamily="34" charset="-122"/>
                        </a:rPr>
                        <a:t>x=</a:t>
                      </a:r>
                      <a:r>
                        <a:rPr lang="en-US" altLang="zh-CN" sz="2400" b="1" dirty="0" err="1">
                          <a:latin typeface="微软雅黑" pitchFamily="34" charset="-122"/>
                          <a:ea typeface="微软雅黑" pitchFamily="34" charset="-122"/>
                        </a:rPr>
                        <a:t>D</a:t>
                      </a:r>
                      <a:r>
                        <a:rPr lang="en-US" altLang="zh-CN" sz="2400" b="1" baseline="-25000" dirty="0" err="1">
                          <a:latin typeface="微软雅黑" pitchFamily="34" charset="-122"/>
                          <a:ea typeface="微软雅黑" pitchFamily="34" charset="-122"/>
                        </a:rPr>
                        <a:t>j</a:t>
                      </a:r>
                      <a:r>
                        <a:rPr lang="en-US" altLang="zh-CN" sz="2400" b="1" dirty="0">
                          <a:latin typeface="微软雅黑" pitchFamily="34" charset="-122"/>
                          <a:ea typeface="微软雅黑" pitchFamily="34" charset="-122"/>
                        </a:rPr>
                        <a:t>/D</a:t>
                      </a:r>
                      <a:endParaRPr lang="zh-CN" altLang="en-US" sz="2400" b="1" dirty="0">
                        <a:latin typeface="微软雅黑" pitchFamily="34" charset="-122"/>
                        <a:ea typeface="微软雅黑" pitchFamily="34" charset="-122"/>
                      </a:endParaRPr>
                    </a:p>
                  </a:txBody>
                  <a:tcPr anchor="ctr" anchorCtr="1"/>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400" b="1" dirty="0">
                          <a:latin typeface="微软雅黑" pitchFamily="34" charset="-122"/>
                          <a:ea typeface="微软雅黑" pitchFamily="34" charset="-122"/>
                        </a:rPr>
                        <a:t>有唯一解：</a:t>
                      </a:r>
                      <a:r>
                        <a:rPr lang="en-US" altLang="zh-CN" sz="2400" b="1" dirty="0">
                          <a:latin typeface="微软雅黑" pitchFamily="34" charset="-122"/>
                          <a:ea typeface="微软雅黑" pitchFamily="34" charset="-122"/>
                        </a:rPr>
                        <a:t>0</a:t>
                      </a:r>
                      <a:r>
                        <a:rPr lang="zh-CN" altLang="en-US" sz="2400" b="1" dirty="0">
                          <a:latin typeface="微软雅黑" pitchFamily="34" charset="-122"/>
                          <a:ea typeface="微软雅黑" pitchFamily="34" charset="-122"/>
                        </a:rPr>
                        <a:t>解</a:t>
                      </a:r>
                    </a:p>
                  </a:txBody>
                  <a:tcPr anchor="ctr" anchorCtr="1"/>
                </a:tc>
                <a:extLst>
                  <a:ext uri="{0D108BD9-81ED-4DB2-BD59-A6C34878D82A}">
                    <a16:rowId xmlns:a16="http://schemas.microsoft.com/office/drawing/2014/main" val="10001"/>
                  </a:ext>
                </a:extLst>
              </a:tr>
              <a:tr h="260982">
                <a:tc vMerge="1">
                  <a:txBody>
                    <a:bodyPr/>
                    <a:lstStyle/>
                    <a:p>
                      <a:endParaRPr lang="zh-CN" altLang="en-US"/>
                    </a:p>
                  </a:txBody>
                  <a:tcPr/>
                </a:tc>
                <a:tc vMerge="1">
                  <a:txBody>
                    <a:bodyPr/>
                    <a:lstStyle/>
                    <a:p>
                      <a:endParaRPr lang="zh-CN" altLang="en-US"/>
                    </a:p>
                  </a:txBody>
                  <a:tcPr/>
                </a:tc>
                <a:tc>
                  <a:txBody>
                    <a:bodyPr/>
                    <a:lstStyle/>
                    <a:p>
                      <a:pPr algn="ctr"/>
                      <a:r>
                        <a:rPr lang="zh-CN" altLang="en-US" sz="2400" b="1" dirty="0">
                          <a:latin typeface="微软雅黑" pitchFamily="34" charset="-122"/>
                          <a:ea typeface="微软雅黑" pitchFamily="34" charset="-122"/>
                        </a:rPr>
                        <a:t>或称只有零解</a:t>
                      </a:r>
                    </a:p>
                  </a:txBody>
                  <a:tcPr anchor="ctr" anchorCtr="1"/>
                </a:tc>
                <a:extLst>
                  <a:ext uri="{0D108BD9-81ED-4DB2-BD59-A6C34878D82A}">
                    <a16:rowId xmlns:a16="http://schemas.microsoft.com/office/drawing/2014/main" val="10002"/>
                  </a:ext>
                </a:extLst>
              </a:tr>
              <a:tr h="260982">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2400" b="1" dirty="0">
                          <a:latin typeface="微软雅黑" pitchFamily="34" charset="-122"/>
                          <a:ea typeface="微软雅黑" pitchFamily="34" charset="-122"/>
                        </a:rPr>
                        <a:t>D=0</a:t>
                      </a:r>
                      <a:endParaRPr lang="zh-CN" altLang="en-US" sz="2400" b="1" dirty="0">
                        <a:latin typeface="微软雅黑" pitchFamily="34" charset="-122"/>
                        <a:ea typeface="微软雅黑" pitchFamily="34" charset="-122"/>
                      </a:endParaRPr>
                    </a:p>
                  </a:txBody>
                  <a:tcPr anchor="ctr" anchorCtr="1"/>
                </a:tc>
                <a:tc>
                  <a:txBody>
                    <a:bodyPr/>
                    <a:lstStyle/>
                    <a:p>
                      <a:pPr algn="ctr"/>
                      <a:r>
                        <a:rPr lang="zh-CN" altLang="en-US" sz="2400" b="1" dirty="0">
                          <a:latin typeface="微软雅黑" pitchFamily="34" charset="-122"/>
                          <a:ea typeface="微软雅黑" pitchFamily="34" charset="-122"/>
                        </a:rPr>
                        <a:t>无穷解</a:t>
                      </a:r>
                    </a:p>
                  </a:txBody>
                  <a:tcPr anchor="ctr" anchorCtr="1"/>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400" b="1" dirty="0">
                          <a:latin typeface="微软雅黑" pitchFamily="34" charset="-122"/>
                          <a:ea typeface="微软雅黑" pitchFamily="34" charset="-122"/>
                        </a:rPr>
                        <a:t>无穷解</a:t>
                      </a:r>
                    </a:p>
                  </a:txBody>
                  <a:tcPr anchor="ctr" anchorCtr="1"/>
                </a:tc>
                <a:extLst>
                  <a:ext uri="{0D108BD9-81ED-4DB2-BD59-A6C34878D82A}">
                    <a16:rowId xmlns:a16="http://schemas.microsoft.com/office/drawing/2014/main" val="10003"/>
                  </a:ext>
                </a:extLst>
              </a:tr>
              <a:tr h="260982">
                <a:tc vMerge="1">
                  <a:txBody>
                    <a:bodyPr/>
                    <a:lstStyle/>
                    <a:p>
                      <a:endParaRPr lang="zh-CN" altLang="en-US"/>
                    </a:p>
                  </a:txBody>
                  <a:tcPr/>
                </a:tc>
                <a:tc>
                  <a:txBody>
                    <a:bodyPr/>
                    <a:lstStyle/>
                    <a:p>
                      <a:pPr algn="ctr"/>
                      <a:r>
                        <a:rPr lang="zh-CN" altLang="en-US" sz="2400" b="1" dirty="0">
                          <a:latin typeface="微软雅黑" pitchFamily="34" charset="-122"/>
                          <a:ea typeface="微软雅黑" pitchFamily="34" charset="-122"/>
                        </a:rPr>
                        <a:t>无解</a:t>
                      </a:r>
                    </a:p>
                  </a:txBody>
                  <a:tcPr anchor="ctr" anchorCtr="1"/>
                </a:tc>
                <a:tc>
                  <a:txBody>
                    <a:bodyPr/>
                    <a:lstStyle/>
                    <a:p>
                      <a:pPr algn="ctr"/>
                      <a:r>
                        <a:rPr lang="zh-CN" altLang="en-US" sz="2400" b="1" dirty="0">
                          <a:latin typeface="微软雅黑" pitchFamily="34" charset="-122"/>
                          <a:ea typeface="微软雅黑" pitchFamily="34" charset="-122"/>
                        </a:rPr>
                        <a:t>或称有非零解</a:t>
                      </a:r>
                    </a:p>
                  </a:txBody>
                  <a:tcPr anchor="ctr" anchorCtr="1"/>
                </a:tc>
                <a:extLst>
                  <a:ext uri="{0D108BD9-81ED-4DB2-BD59-A6C34878D82A}">
                    <a16:rowId xmlns:a16="http://schemas.microsoft.com/office/drawing/2014/main" val="10004"/>
                  </a:ext>
                </a:extLst>
              </a:tr>
            </a:tbl>
          </a:graphicData>
        </a:graphic>
      </p:graphicFrame>
      <p:sp>
        <p:nvSpPr>
          <p:cNvPr id="15" name="Rectangle 11"/>
          <p:cNvSpPr>
            <a:spLocks noChangeArrowheads="1"/>
          </p:cNvSpPr>
          <p:nvPr/>
        </p:nvSpPr>
        <p:spPr bwMode="auto">
          <a:xfrm>
            <a:off x="1676401" y="4584741"/>
            <a:ext cx="3600450" cy="914400"/>
          </a:xfrm>
          <a:prstGeom prst="rect">
            <a:avLst/>
          </a:prstGeom>
          <a:solidFill>
            <a:srgbClr val="FF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16" name="Rectangle 12"/>
          <p:cNvSpPr>
            <a:spLocks noChangeArrowheads="1"/>
          </p:cNvSpPr>
          <p:nvPr/>
        </p:nvSpPr>
        <p:spPr bwMode="auto">
          <a:xfrm>
            <a:off x="5276851" y="4584741"/>
            <a:ext cx="3867150" cy="457200"/>
          </a:xfrm>
          <a:prstGeom prst="rect">
            <a:avLst/>
          </a:prstGeom>
          <a:solidFill>
            <a:srgbClr val="FF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17" name="Rectangle 13"/>
          <p:cNvSpPr>
            <a:spLocks noChangeArrowheads="1"/>
          </p:cNvSpPr>
          <p:nvPr/>
        </p:nvSpPr>
        <p:spPr bwMode="auto">
          <a:xfrm>
            <a:off x="5276851" y="5041941"/>
            <a:ext cx="3867150" cy="4572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19" name="Rectangle 15"/>
          <p:cNvSpPr>
            <a:spLocks noChangeArrowheads="1"/>
          </p:cNvSpPr>
          <p:nvPr/>
        </p:nvSpPr>
        <p:spPr bwMode="auto">
          <a:xfrm>
            <a:off x="1676401" y="5499141"/>
            <a:ext cx="3600450" cy="457200"/>
          </a:xfrm>
          <a:prstGeom prst="rect">
            <a:avLst/>
          </a:prstGeom>
          <a:solidFill>
            <a:srgbClr val="FF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0" name="Rectangle 16"/>
          <p:cNvSpPr>
            <a:spLocks noChangeArrowheads="1"/>
          </p:cNvSpPr>
          <p:nvPr/>
        </p:nvSpPr>
        <p:spPr bwMode="auto">
          <a:xfrm>
            <a:off x="5276851" y="5499141"/>
            <a:ext cx="3867150" cy="457200"/>
          </a:xfrm>
          <a:prstGeom prst="rect">
            <a:avLst/>
          </a:prstGeom>
          <a:solidFill>
            <a:srgbClr val="FF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1" name="Rectangle 17"/>
          <p:cNvSpPr>
            <a:spLocks noChangeArrowheads="1"/>
          </p:cNvSpPr>
          <p:nvPr/>
        </p:nvSpPr>
        <p:spPr bwMode="auto">
          <a:xfrm>
            <a:off x="1676401" y="5956341"/>
            <a:ext cx="3600450" cy="4572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2" name="Rectangle 18"/>
          <p:cNvSpPr>
            <a:spLocks noChangeArrowheads="1"/>
          </p:cNvSpPr>
          <p:nvPr/>
        </p:nvSpPr>
        <p:spPr bwMode="auto">
          <a:xfrm>
            <a:off x="5276851" y="5956341"/>
            <a:ext cx="3867150" cy="457200"/>
          </a:xfrm>
          <a:prstGeom prst="rect">
            <a:avLst/>
          </a:prstGeom>
          <a:solidFill>
            <a:srgbClr val="FF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3" name="Rectangle 19"/>
          <p:cNvSpPr>
            <a:spLocks noChangeArrowheads="1"/>
          </p:cNvSpPr>
          <p:nvPr/>
        </p:nvSpPr>
        <p:spPr bwMode="auto">
          <a:xfrm>
            <a:off x="1676401" y="4056104"/>
            <a:ext cx="9525" cy="2362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4" name="Rectangle 20"/>
          <p:cNvSpPr>
            <a:spLocks noChangeArrowheads="1"/>
          </p:cNvSpPr>
          <p:nvPr/>
        </p:nvSpPr>
        <p:spPr bwMode="auto">
          <a:xfrm>
            <a:off x="5276851" y="4056104"/>
            <a:ext cx="9525" cy="2362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5" name="Rectangle 21"/>
          <p:cNvSpPr>
            <a:spLocks noChangeArrowheads="1"/>
          </p:cNvSpPr>
          <p:nvPr/>
        </p:nvSpPr>
        <p:spPr bwMode="auto">
          <a:xfrm>
            <a:off x="619126" y="4565691"/>
            <a:ext cx="8534400" cy="381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6" name="Rectangle 22"/>
          <p:cNvSpPr>
            <a:spLocks noChangeArrowheads="1"/>
          </p:cNvSpPr>
          <p:nvPr/>
        </p:nvSpPr>
        <p:spPr bwMode="auto">
          <a:xfrm>
            <a:off x="5272088" y="5041941"/>
            <a:ext cx="388620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7" name="Rectangle 23"/>
          <p:cNvSpPr>
            <a:spLocks noChangeArrowheads="1"/>
          </p:cNvSpPr>
          <p:nvPr/>
        </p:nvSpPr>
        <p:spPr bwMode="auto">
          <a:xfrm>
            <a:off x="623888" y="5499141"/>
            <a:ext cx="853440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8" name="Rectangle 24"/>
          <p:cNvSpPr>
            <a:spLocks noChangeArrowheads="1"/>
          </p:cNvSpPr>
          <p:nvPr/>
        </p:nvSpPr>
        <p:spPr bwMode="auto">
          <a:xfrm>
            <a:off x="1671638" y="5956341"/>
            <a:ext cx="748665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29" name="Rectangle 25"/>
          <p:cNvSpPr>
            <a:spLocks noChangeArrowheads="1"/>
          </p:cNvSpPr>
          <p:nvPr/>
        </p:nvSpPr>
        <p:spPr bwMode="auto">
          <a:xfrm>
            <a:off x="628651" y="4056104"/>
            <a:ext cx="9525" cy="2362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30" name="Rectangle 26"/>
          <p:cNvSpPr>
            <a:spLocks noChangeArrowheads="1"/>
          </p:cNvSpPr>
          <p:nvPr/>
        </p:nvSpPr>
        <p:spPr bwMode="auto">
          <a:xfrm>
            <a:off x="9144001" y="4056104"/>
            <a:ext cx="9525" cy="2362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31" name="Rectangle 27"/>
          <p:cNvSpPr>
            <a:spLocks noChangeArrowheads="1"/>
          </p:cNvSpPr>
          <p:nvPr/>
        </p:nvSpPr>
        <p:spPr bwMode="auto">
          <a:xfrm>
            <a:off x="623888" y="4060866"/>
            <a:ext cx="853440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32" name="Rectangle 28"/>
          <p:cNvSpPr>
            <a:spLocks noChangeArrowheads="1"/>
          </p:cNvSpPr>
          <p:nvPr/>
        </p:nvSpPr>
        <p:spPr bwMode="auto">
          <a:xfrm>
            <a:off x="623888" y="6413541"/>
            <a:ext cx="853440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CC"/>
              </a:solidFill>
              <a:effectLst/>
              <a:uLnTx/>
              <a:uFillTx/>
              <a:latin typeface="Tahoma"/>
              <a:ea typeface="宋体"/>
              <a:cs typeface="+mn-cs"/>
            </a:endParaRPr>
          </a:p>
        </p:txBody>
      </p:sp>
      <p:sp>
        <p:nvSpPr>
          <p:cNvPr id="33" name="Rectangle 2"/>
          <p:cNvSpPr>
            <a:spLocks noChangeArrowheads="1"/>
          </p:cNvSpPr>
          <p:nvPr/>
        </p:nvSpPr>
        <p:spPr bwMode="auto">
          <a:xfrm>
            <a:off x="628596" y="1055655"/>
            <a:ext cx="6080125" cy="519113"/>
          </a:xfrm>
          <a:prstGeom prst="rect">
            <a:avLst/>
          </a:prstGeom>
          <a:noFill/>
          <a:ln w="9525">
            <a:noFill/>
            <a:miter lim="800000"/>
            <a:headEnd/>
            <a:tailEnd/>
          </a:ln>
          <a:effectLst/>
        </p:spPr>
        <p:txBody>
          <a:bodyPr wrap="none">
            <a:spAutoFit/>
          </a:bodyPr>
          <a:lstStyle>
            <a:defPPr>
              <a:defRPr lang="zh-CN"/>
            </a:defPPr>
            <a:lvl1pPr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1. </a:t>
            </a:r>
            <a:r>
              <a:rPr kumimoji="1"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用克拉默法则解方程组的两个条件</a:t>
            </a:r>
          </a:p>
        </p:txBody>
      </p:sp>
      <p:sp>
        <p:nvSpPr>
          <p:cNvPr id="34" name="Rectangle 3"/>
          <p:cNvSpPr>
            <a:spLocks noChangeArrowheads="1"/>
          </p:cNvSpPr>
          <p:nvPr/>
        </p:nvSpPr>
        <p:spPr bwMode="auto">
          <a:xfrm>
            <a:off x="628596" y="1665255"/>
            <a:ext cx="4671472" cy="523220"/>
          </a:xfrm>
          <a:prstGeom prst="rect">
            <a:avLst/>
          </a:prstGeom>
          <a:noFill/>
          <a:ln w="9525">
            <a:noFill/>
            <a:miter lim="800000"/>
            <a:headEnd/>
            <a:tailEnd/>
          </a:ln>
          <a:effectLst/>
        </p:spPr>
        <p:txBody>
          <a:bodyPr wrap="none">
            <a:spAutoFit/>
          </a:bodyPr>
          <a:lstStyle>
            <a:defPPr>
              <a:defRPr lang="zh-CN"/>
            </a:defPPr>
            <a:lvl1pPr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(1)</a:t>
            </a:r>
            <a:r>
              <a:rPr kumimoji="1"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方程个数等于未知量个数</a:t>
            </a: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p>
        </p:txBody>
      </p:sp>
      <p:sp>
        <p:nvSpPr>
          <p:cNvPr id="35" name="Text Box 4"/>
          <p:cNvSpPr txBox="1">
            <a:spLocks noChangeArrowheads="1"/>
          </p:cNvSpPr>
          <p:nvPr/>
        </p:nvSpPr>
        <p:spPr bwMode="auto">
          <a:xfrm>
            <a:off x="628596" y="2252630"/>
            <a:ext cx="3953326" cy="523220"/>
          </a:xfrm>
          <a:prstGeom prst="rect">
            <a:avLst/>
          </a:prstGeom>
          <a:noFill/>
          <a:ln w="9525">
            <a:noFill/>
            <a:miter lim="800000"/>
            <a:headEnd/>
            <a:tailEnd/>
          </a:ln>
          <a:effectLst/>
        </p:spPr>
        <p:txBody>
          <a:bodyPr wrap="none">
            <a:spAutoFit/>
          </a:bodyPr>
          <a:lstStyle>
            <a:defPPr>
              <a:defRPr lang="zh-CN"/>
            </a:defPPr>
            <a:lvl1pPr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a:ln>
                  <a:noFill/>
                </a:ln>
                <a:solidFill>
                  <a:srgbClr val="FFFFCC">
                    <a:lumMod val="75000"/>
                  </a:srgbClr>
                </a:solidFill>
                <a:effectLst/>
                <a:uLnTx/>
                <a:uFillTx/>
                <a:latin typeface="微软雅黑" pitchFamily="34" charset="-122"/>
                <a:ea typeface="微软雅黑" pitchFamily="34" charset="-122"/>
                <a:cs typeface="+mn-cs"/>
              </a:rPr>
              <a:t>(2)</a:t>
            </a:r>
            <a:r>
              <a:rPr kumimoji="1" lang="zh-CN" altLang="en-US" sz="2800" b="1" i="0" u="none" strike="noStrike" kern="1200" cap="none" spc="0" normalizeH="0" baseline="0" noProof="0">
                <a:ln>
                  <a:noFill/>
                </a:ln>
                <a:solidFill>
                  <a:srgbClr val="FFFFCC">
                    <a:lumMod val="75000"/>
                  </a:srgbClr>
                </a:solidFill>
                <a:effectLst/>
                <a:uLnTx/>
                <a:uFillTx/>
                <a:latin typeface="微软雅黑" pitchFamily="34" charset="-122"/>
                <a:ea typeface="微软雅黑" pitchFamily="34" charset="-122"/>
                <a:cs typeface="+mn-cs"/>
              </a:rPr>
              <a:t>系数行列式不等于零</a:t>
            </a:r>
            <a:r>
              <a:rPr kumimoji="1" lang="en-US" altLang="zh-CN" sz="2800" b="1" i="0" u="none" strike="noStrike" kern="1200" cap="none" spc="0" normalizeH="0" baseline="0" noProof="0">
                <a:ln>
                  <a:noFill/>
                </a:ln>
                <a:solidFill>
                  <a:srgbClr val="FFFFCC">
                    <a:lumMod val="75000"/>
                  </a:srgbClr>
                </a:solidFill>
                <a:effectLst/>
                <a:uLnTx/>
                <a:uFillTx/>
                <a:latin typeface="微软雅黑" pitchFamily="34" charset="-122"/>
                <a:ea typeface="微软雅黑" pitchFamily="34" charset="-122"/>
                <a:cs typeface="+mn-cs"/>
              </a:rPr>
              <a:t>.</a:t>
            </a:r>
          </a:p>
        </p:txBody>
      </p:sp>
      <p:sp>
        <p:nvSpPr>
          <p:cNvPr id="36" name="Rectangle 5"/>
          <p:cNvSpPr>
            <a:spLocks noChangeArrowheads="1"/>
          </p:cNvSpPr>
          <p:nvPr/>
        </p:nvSpPr>
        <p:spPr bwMode="auto">
          <a:xfrm>
            <a:off x="649234" y="2938430"/>
            <a:ext cx="8494766" cy="946150"/>
          </a:xfrm>
          <a:prstGeom prst="rect">
            <a:avLst/>
          </a:prstGeom>
          <a:noFill/>
          <a:ln w="9525">
            <a:noFill/>
            <a:miter lim="800000"/>
            <a:headEnd/>
            <a:tailEnd/>
          </a:ln>
          <a:effectLst/>
        </p:spPr>
        <p:txBody>
          <a:bodyPr wrap="square">
            <a:spAutoFit/>
          </a:bodyPr>
          <a:lstStyle>
            <a:defPPr>
              <a:defRPr lang="zh-CN"/>
            </a:defPPr>
            <a:lvl1pPr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l"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2. </a:t>
            </a:r>
            <a:r>
              <a:rPr kumimoji="1"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克拉默法则建立了线性方程组的解和已知的系数的关系</a:t>
            </a: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p>
        </p:txBody>
      </p:sp>
      <p:sp>
        <p:nvSpPr>
          <p:cNvPr id="37" name="WordArt 5"/>
          <p:cNvSpPr>
            <a:spLocks noChangeArrowheads="1" noChangeShapeType="1" noTextEdit="1"/>
          </p:cNvSpPr>
          <p:nvPr/>
        </p:nvSpPr>
        <p:spPr bwMode="auto">
          <a:xfrm>
            <a:off x="592083" y="115888"/>
            <a:ext cx="8551917" cy="646331"/>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36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三、行列式与线性方程组（克莱姆法则）</a:t>
            </a:r>
          </a:p>
        </p:txBody>
      </p:sp>
      <p:grpSp>
        <p:nvGrpSpPr>
          <p:cNvPr id="38" name="组合 37"/>
          <p:cNvGrpSpPr/>
          <p:nvPr/>
        </p:nvGrpSpPr>
        <p:grpSpPr>
          <a:xfrm>
            <a:off x="613527" y="3936688"/>
            <a:ext cx="8909172" cy="3100383"/>
            <a:chOff x="628596" y="5448588"/>
            <a:chExt cx="8657327" cy="1412635"/>
          </a:xfrm>
        </p:grpSpPr>
        <p:sp useBgFill="1">
          <p:nvSpPr>
            <p:cNvPr id="39" name="矩形 38"/>
            <p:cNvSpPr/>
            <p:nvPr/>
          </p:nvSpPr>
          <p:spPr bwMode="auto">
            <a:xfrm>
              <a:off x="628596" y="5448588"/>
              <a:ext cx="8657327" cy="1409412"/>
            </a:xfrm>
            <a:prstGeom prst="rect">
              <a:avLst/>
            </a:prstGeom>
            <a:ln w="12700"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0" name="矩形 39"/>
            <p:cNvSpPr/>
            <p:nvPr/>
          </p:nvSpPr>
          <p:spPr bwMode="auto">
            <a:xfrm>
              <a:off x="628596" y="5448588"/>
              <a:ext cx="8515404" cy="1412635"/>
            </a:xfrm>
            <a:prstGeom prst="rect">
              <a:avLst/>
            </a:prstGeom>
            <a:solidFill>
              <a:schemeClr val="bg2">
                <a:lumMod val="60000"/>
                <a:lumOff val="40000"/>
                <a:alpha val="58000"/>
              </a:schemeClr>
            </a:solidFill>
            <a:ln w="12700"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pSp>
    </p:spTree>
    <p:extLst>
      <p:ext uri="{BB962C8B-B14F-4D97-AF65-F5344CB8AC3E}">
        <p14:creationId xmlns:p14="http://schemas.microsoft.com/office/powerpoint/2010/main" val="1993551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left)">
                                      <p:cBhvr>
                                        <p:cTn id="7" dur="500"/>
                                        <p:tgtEl>
                                          <p:spTgt spid="3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4"/>
                                        </p:tgtEl>
                                        <p:attrNameLst>
                                          <p:attrName>style.visibility</p:attrName>
                                        </p:attrNameLst>
                                      </p:cBhvr>
                                      <p:to>
                                        <p:strVal val="visible"/>
                                      </p:to>
                                    </p:set>
                                    <p:animEffect transition="in" filter="wipe(left)">
                                      <p:cBhvr>
                                        <p:cTn id="12" dur="500"/>
                                        <p:tgtEl>
                                          <p:spTgt spid="3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wipe(left)">
                                      <p:cBhvr>
                                        <p:cTn id="17" dur="500"/>
                                        <p:tgtEl>
                                          <p:spTgt spid="3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wipe(left)">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8" fill="hold" nodeType="clickEffect">
                                  <p:stCondLst>
                                    <p:cond delay="0"/>
                                  </p:stCondLst>
                                  <p:childTnLst>
                                    <p:animEffect transition="out" filter="wipe(left)">
                                      <p:cBhvr>
                                        <p:cTn id="26" dur="500"/>
                                        <p:tgtEl>
                                          <p:spTgt spid="38"/>
                                        </p:tgtEl>
                                      </p:cBhvr>
                                    </p:animEffect>
                                    <p:set>
                                      <p:cBhvr>
                                        <p:cTn id="27" dur="1" fill="hold">
                                          <p:stCondLst>
                                            <p:cond delay="499"/>
                                          </p:stCondLst>
                                        </p:cTn>
                                        <p:tgtEl>
                                          <p:spTgt spid="3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15"/>
                                        </p:tgtEl>
                                      </p:cBhvr>
                                    </p:animEffect>
                                    <p:set>
                                      <p:cBhvr>
                                        <p:cTn id="32" dur="1" fill="hold">
                                          <p:stCondLst>
                                            <p:cond delay="499"/>
                                          </p:stCondLst>
                                        </p:cTn>
                                        <p:tgtEl>
                                          <p:spTgt spid="1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2" presetClass="exit" presetSubtype="8" fill="hold" grpId="0" nodeType="clickEffect">
                                  <p:stCondLst>
                                    <p:cond delay="0"/>
                                  </p:stCondLst>
                                  <p:childTnLst>
                                    <p:animEffect transition="out" filter="wipe(left)">
                                      <p:cBhvr>
                                        <p:cTn id="36" dur="500"/>
                                        <p:tgtEl>
                                          <p:spTgt spid="16"/>
                                        </p:tgtEl>
                                      </p:cBhvr>
                                    </p:animEffect>
                                    <p:set>
                                      <p:cBhvr>
                                        <p:cTn id="37" dur="1" fill="hold">
                                          <p:stCondLst>
                                            <p:cond delay="499"/>
                                          </p:stCondLst>
                                        </p:cTn>
                                        <p:tgtEl>
                                          <p:spTgt spid="16"/>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2" presetClass="exit" presetSubtype="8" fill="hold" grpId="0" nodeType="clickEffect">
                                  <p:stCondLst>
                                    <p:cond delay="0"/>
                                  </p:stCondLst>
                                  <p:childTnLst>
                                    <p:animEffect transition="out" filter="wipe(left)">
                                      <p:cBhvr>
                                        <p:cTn id="41" dur="500"/>
                                        <p:tgtEl>
                                          <p:spTgt spid="17"/>
                                        </p:tgtEl>
                                      </p:cBhvr>
                                    </p:animEffect>
                                    <p:set>
                                      <p:cBhvr>
                                        <p:cTn id="42" dur="1" fill="hold">
                                          <p:stCondLst>
                                            <p:cond delay="499"/>
                                          </p:stCondLst>
                                        </p:cTn>
                                        <p:tgtEl>
                                          <p:spTgt spid="17"/>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2" presetClass="exit" presetSubtype="8" fill="hold" grpId="0" nodeType="clickEffect">
                                  <p:stCondLst>
                                    <p:cond delay="0"/>
                                  </p:stCondLst>
                                  <p:childTnLst>
                                    <p:animEffect transition="out" filter="wipe(left)">
                                      <p:cBhvr>
                                        <p:cTn id="46" dur="500"/>
                                        <p:tgtEl>
                                          <p:spTgt spid="19"/>
                                        </p:tgtEl>
                                      </p:cBhvr>
                                    </p:animEffect>
                                    <p:set>
                                      <p:cBhvr>
                                        <p:cTn id="47" dur="1" fill="hold">
                                          <p:stCondLst>
                                            <p:cond delay="499"/>
                                          </p:stCondLst>
                                        </p:cTn>
                                        <p:tgtEl>
                                          <p:spTgt spid="1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xit" presetSubtype="8" fill="hold" grpId="0" nodeType="clickEffect">
                                  <p:stCondLst>
                                    <p:cond delay="0"/>
                                  </p:stCondLst>
                                  <p:childTnLst>
                                    <p:animEffect transition="out" filter="wipe(left)">
                                      <p:cBhvr>
                                        <p:cTn id="51" dur="500"/>
                                        <p:tgtEl>
                                          <p:spTgt spid="21"/>
                                        </p:tgtEl>
                                      </p:cBhvr>
                                    </p:animEffect>
                                    <p:set>
                                      <p:cBhvr>
                                        <p:cTn id="52" dur="1" fill="hold">
                                          <p:stCondLst>
                                            <p:cond delay="499"/>
                                          </p:stCondLst>
                                        </p:cTn>
                                        <p:tgtEl>
                                          <p:spTgt spid="21"/>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2" presetClass="exit" presetSubtype="8" fill="hold" grpId="0" nodeType="clickEffect">
                                  <p:stCondLst>
                                    <p:cond delay="0"/>
                                  </p:stCondLst>
                                  <p:childTnLst>
                                    <p:animEffect transition="out" filter="wipe(left)">
                                      <p:cBhvr>
                                        <p:cTn id="56" dur="500"/>
                                        <p:tgtEl>
                                          <p:spTgt spid="20"/>
                                        </p:tgtEl>
                                      </p:cBhvr>
                                    </p:animEffect>
                                    <p:set>
                                      <p:cBhvr>
                                        <p:cTn id="57" dur="1" fill="hold">
                                          <p:stCondLst>
                                            <p:cond delay="499"/>
                                          </p:stCondLst>
                                        </p:cTn>
                                        <p:tgtEl>
                                          <p:spTgt spid="20"/>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22" presetClass="exit" presetSubtype="8" fill="hold" grpId="0" nodeType="clickEffect">
                                  <p:stCondLst>
                                    <p:cond delay="0"/>
                                  </p:stCondLst>
                                  <p:childTnLst>
                                    <p:animEffect transition="out" filter="wipe(left)">
                                      <p:cBhvr>
                                        <p:cTn id="61" dur="500"/>
                                        <p:tgtEl>
                                          <p:spTgt spid="22"/>
                                        </p:tgtEl>
                                      </p:cBhvr>
                                    </p:animEffect>
                                    <p:set>
                                      <p:cBhvr>
                                        <p:cTn id="62"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9" grpId="0" animBg="1"/>
      <p:bldP spid="20" grpId="0" animBg="1"/>
      <p:bldP spid="21" grpId="0" animBg="1"/>
      <p:bldP spid="22" grpId="0" animBg="1"/>
      <p:bldP spid="33" grpId="0"/>
      <p:bldP spid="34" grpId="0"/>
      <p:bldP spid="35" grpId="0"/>
      <p:bldP spid="36"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57" name="Rectangle 13"/>
          <p:cNvSpPr>
            <a:spLocks noChangeArrowheads="1"/>
          </p:cNvSpPr>
          <p:nvPr/>
        </p:nvSpPr>
        <p:spPr bwMode="auto">
          <a:xfrm>
            <a:off x="6872319" y="1347759"/>
            <a:ext cx="1241442"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eaLnBrk="1" hangingPunct="1"/>
            <a:r>
              <a:rPr kumimoji="0" lang="zh-CN" altLang="zh-CN" sz="3200" b="1" dirty="0">
                <a:latin typeface="微软雅黑" pitchFamily="34" charset="-122"/>
                <a:ea typeface="微软雅黑" pitchFamily="34" charset="-122"/>
                <a:cs typeface="宋体" pitchFamily="2" charset="-122"/>
              </a:rPr>
              <a:t>τ</a:t>
            </a:r>
            <a:r>
              <a:rPr kumimoji="0" lang="en-US" altLang="zh-CN" sz="3200" b="1" dirty="0">
                <a:latin typeface="微软雅黑" pitchFamily="34" charset="-122"/>
                <a:ea typeface="微软雅黑" pitchFamily="34" charset="-122"/>
                <a:cs typeface="宋体" pitchFamily="2" charset="-122"/>
              </a:rPr>
              <a:t>=18</a:t>
            </a:r>
            <a:endParaRPr kumimoji="0" lang="zh-CN" altLang="zh-CN" sz="1600" dirty="0">
              <a:latin typeface="Arial" pitchFamily="34" charset="0"/>
              <a:ea typeface="微软雅黑" pitchFamily="34" charset="-122"/>
              <a:cs typeface="宋体" pitchFamily="2" charset="-122"/>
            </a:endParaRPr>
          </a:p>
        </p:txBody>
      </p:sp>
      <p:sp>
        <p:nvSpPr>
          <p:cNvPr id="31" name="矩形 30"/>
          <p:cNvSpPr/>
          <p:nvPr/>
        </p:nvSpPr>
        <p:spPr>
          <a:xfrm>
            <a:off x="0" y="0"/>
            <a:ext cx="8369352" cy="646331"/>
          </a:xfrm>
          <a:prstGeom prst="rect">
            <a:avLst/>
          </a:prstGeom>
        </p:spPr>
        <p:txBody>
          <a:bodyPr wrap="square" tIns="0" bIns="0">
            <a:spAutoFit/>
          </a:bodyPr>
          <a:lstStyle/>
          <a:p>
            <a:pPr>
              <a:lnSpc>
                <a:spcPct val="150000"/>
              </a:lnSpc>
            </a:pPr>
            <a:r>
              <a:rPr kumimoji="0" lang="zh-CN" altLang="en-US" sz="2800" b="1" dirty="0">
                <a:latin typeface="微软雅黑" pitchFamily="34" charset="-122"/>
                <a:ea typeface="微软雅黑" pitchFamily="34" charset="-122"/>
                <a:cs typeface="宋体" pitchFamily="2" charset="-122"/>
              </a:rPr>
              <a:t>计算</a:t>
            </a:r>
            <a:r>
              <a:rPr kumimoji="0" lang="en-US" altLang="zh-CN" sz="2800" b="1" dirty="0">
                <a:latin typeface="微软雅黑" pitchFamily="34" charset="-122"/>
                <a:ea typeface="微软雅黑" pitchFamily="34" charset="-122"/>
                <a:cs typeface="宋体" pitchFamily="2" charset="-122"/>
              </a:rPr>
              <a:t>:</a:t>
            </a:r>
            <a:r>
              <a:rPr kumimoji="0" lang="zh-CN" altLang="en-US" sz="2800" b="1" dirty="0">
                <a:latin typeface="微软雅黑" pitchFamily="34" charset="-122"/>
                <a:ea typeface="微软雅黑" pitchFamily="34" charset="-122"/>
                <a:cs typeface="宋体" pitchFamily="2" charset="-122"/>
              </a:rPr>
              <a:t>下列排列的逆序数，并讨论它们的奇偶性</a:t>
            </a:r>
            <a:endParaRPr lang="en-US" altLang="zh-CN" sz="2000" dirty="0">
              <a:ea typeface="微软雅黑" pitchFamily="34" charset="-122"/>
            </a:endParaRPr>
          </a:p>
        </p:txBody>
      </p:sp>
      <p:graphicFrame>
        <p:nvGraphicFramePr>
          <p:cNvPr id="540674" name="Object 2"/>
          <p:cNvGraphicFramePr>
            <a:graphicFrameLocks noChangeAspect="1"/>
          </p:cNvGraphicFramePr>
          <p:nvPr>
            <p:extLst>
              <p:ext uri="{D42A27DB-BD31-4B8C-83A1-F6EECF244321}">
                <p14:modId xmlns:p14="http://schemas.microsoft.com/office/powerpoint/2010/main" val="2826594842"/>
              </p:ext>
            </p:extLst>
          </p:nvPr>
        </p:nvGraphicFramePr>
        <p:xfrm>
          <a:off x="225714" y="704455"/>
          <a:ext cx="2886568" cy="497252"/>
        </p:xfrm>
        <a:graphic>
          <a:graphicData uri="http://schemas.openxmlformats.org/presentationml/2006/ole">
            <mc:AlternateContent xmlns:mc="http://schemas.openxmlformats.org/markup-compatibility/2006">
              <mc:Choice xmlns:v="urn:schemas-microsoft-com:vml" Requires="v">
                <p:oleObj name="Equation" r:id="rId3" imgW="1091880" imgH="253800" progId="Equation.DSMT4">
                  <p:embed/>
                </p:oleObj>
              </mc:Choice>
              <mc:Fallback>
                <p:oleObj name="Equation" r:id="rId3" imgW="1091880" imgH="253800" progId="Equation.DSMT4">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5714" y="704455"/>
                        <a:ext cx="2886568" cy="4972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0675" name="Object 3"/>
          <p:cNvGraphicFramePr>
            <a:graphicFrameLocks noChangeAspect="1"/>
          </p:cNvGraphicFramePr>
          <p:nvPr>
            <p:extLst>
              <p:ext uri="{D42A27DB-BD31-4B8C-83A1-F6EECF244321}">
                <p14:modId xmlns:p14="http://schemas.microsoft.com/office/powerpoint/2010/main" val="503377401"/>
              </p:ext>
            </p:extLst>
          </p:nvPr>
        </p:nvGraphicFramePr>
        <p:xfrm>
          <a:off x="3184506" y="727039"/>
          <a:ext cx="5513463" cy="438156"/>
        </p:xfrm>
        <a:graphic>
          <a:graphicData uri="http://schemas.openxmlformats.org/presentationml/2006/ole">
            <mc:AlternateContent xmlns:mc="http://schemas.openxmlformats.org/markup-compatibility/2006">
              <mc:Choice xmlns:v="urn:schemas-microsoft-com:vml" Requires="v">
                <p:oleObj name="公式" r:id="rId5" imgW="1764534" imgH="215806" progId="Equation.3">
                  <p:embed/>
                </p:oleObj>
              </mc:Choice>
              <mc:Fallback>
                <p:oleObj name="公式" r:id="rId5" imgW="1764534" imgH="215806" progId="Equation.3">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4506" y="727039"/>
                        <a:ext cx="5513463" cy="43815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 name="Rectangle 2"/>
          <p:cNvSpPr>
            <a:spLocks noChangeArrowheads="1"/>
          </p:cNvSpPr>
          <p:nvPr/>
        </p:nvSpPr>
        <p:spPr bwMode="auto">
          <a:xfrm>
            <a:off x="0" y="1238220"/>
            <a:ext cx="1596912" cy="461665"/>
          </a:xfrm>
          <a:prstGeom prst="rect">
            <a:avLst/>
          </a:prstGeom>
          <a:noFill/>
          <a:ln w="9525">
            <a:noFill/>
            <a:miter lim="800000"/>
            <a:headEnd/>
            <a:tailEnd/>
          </a:ln>
          <a:effectLst/>
        </p:spPr>
        <p:txBody>
          <a:bodyPr wrap="none">
            <a:spAutoFit/>
          </a:bodyPr>
          <a:lstStyle/>
          <a:p>
            <a:r>
              <a:rPr lang="zh-CN" altLang="en-US" b="1" dirty="0">
                <a:latin typeface="微软雅黑" pitchFamily="34" charset="-122"/>
                <a:ea typeface="微软雅黑" pitchFamily="34" charset="-122"/>
              </a:rPr>
              <a:t>解：（</a:t>
            </a:r>
            <a:r>
              <a:rPr lang="en-US" altLang="zh-CN" b="1" dirty="0">
                <a:latin typeface="微软雅黑" pitchFamily="34" charset="-122"/>
                <a:ea typeface="微软雅黑" pitchFamily="34" charset="-122"/>
              </a:rPr>
              <a:t>1</a:t>
            </a:r>
            <a:r>
              <a:rPr lang="zh-CN" altLang="en-US" b="1" dirty="0">
                <a:latin typeface="微软雅黑" pitchFamily="34" charset="-122"/>
                <a:ea typeface="微软雅黑" pitchFamily="34" charset="-122"/>
              </a:rPr>
              <a:t>）</a:t>
            </a:r>
          </a:p>
        </p:txBody>
      </p:sp>
      <p:sp>
        <p:nvSpPr>
          <p:cNvPr id="56" name="Rectangle 3"/>
          <p:cNvSpPr>
            <a:spLocks noChangeArrowheads="1"/>
          </p:cNvSpPr>
          <p:nvPr/>
        </p:nvSpPr>
        <p:spPr bwMode="auto">
          <a:xfrm>
            <a:off x="1906621" y="1238220"/>
            <a:ext cx="4113227"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2  1  7  9  8  6  3  5  4</a:t>
            </a:r>
          </a:p>
        </p:txBody>
      </p:sp>
      <p:sp>
        <p:nvSpPr>
          <p:cNvPr id="76" name="Rectangle 3"/>
          <p:cNvSpPr>
            <a:spLocks noChangeArrowheads="1"/>
          </p:cNvSpPr>
          <p:nvPr/>
        </p:nvSpPr>
        <p:spPr bwMode="auto">
          <a:xfrm>
            <a:off x="1943064" y="1676376"/>
            <a:ext cx="3821123" cy="461665"/>
          </a:xfrm>
          <a:prstGeom prst="rect">
            <a:avLst/>
          </a:prstGeom>
          <a:noFill/>
          <a:ln w="9525">
            <a:noFill/>
            <a:miter lim="800000"/>
            <a:headEnd/>
            <a:tailEnd/>
          </a:ln>
          <a:effectLst/>
        </p:spPr>
        <p:txBody>
          <a:bodyPr wrap="square">
            <a:spAutoFit/>
          </a:bodyPr>
          <a:lstStyle/>
          <a:p>
            <a:pPr algn="dist" fontAlgn="auto"/>
            <a:r>
              <a:rPr lang="en-US" altLang="zh-CN" b="1" kern="0" dirty="0">
                <a:latin typeface="微软雅黑" pitchFamily="34" charset="-122"/>
                <a:ea typeface="微软雅黑" pitchFamily="34" charset="-122"/>
              </a:rPr>
              <a:t>↓↓↓↓↓↓↓↓↓</a:t>
            </a:r>
          </a:p>
        </p:txBody>
      </p:sp>
      <p:sp>
        <p:nvSpPr>
          <p:cNvPr id="77" name="Rectangle 13"/>
          <p:cNvSpPr>
            <a:spLocks noChangeArrowheads="1"/>
          </p:cNvSpPr>
          <p:nvPr/>
        </p:nvSpPr>
        <p:spPr bwMode="auto">
          <a:xfrm>
            <a:off x="6872319" y="2004993"/>
            <a:ext cx="1862163"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eaLnBrk="1" hangingPunct="1"/>
            <a:r>
              <a:rPr kumimoji="0" lang="zh-CN" altLang="en-US" sz="2800" b="1" dirty="0">
                <a:latin typeface="微软雅黑" pitchFamily="34" charset="-122"/>
                <a:ea typeface="微软雅黑" pitchFamily="34" charset="-122"/>
                <a:cs typeface="宋体" pitchFamily="2" charset="-122"/>
              </a:rPr>
              <a:t>偶排列</a:t>
            </a:r>
            <a:endParaRPr kumimoji="0" lang="zh-CN" altLang="zh-CN" sz="2800" dirty="0">
              <a:latin typeface="Arial" pitchFamily="34" charset="0"/>
              <a:ea typeface="微软雅黑" pitchFamily="34" charset="-122"/>
              <a:cs typeface="宋体" pitchFamily="2" charset="-122"/>
            </a:endParaRPr>
          </a:p>
        </p:txBody>
      </p:sp>
      <p:graphicFrame>
        <p:nvGraphicFramePr>
          <p:cNvPr id="12" name="Object 25"/>
          <p:cNvGraphicFramePr>
            <a:graphicFrameLocks noGrp="1" noChangeAspect="1"/>
          </p:cNvGraphicFramePr>
          <p:nvPr>
            <p:extLst>
              <p:ext uri="{D42A27DB-BD31-4B8C-83A1-F6EECF244321}">
                <p14:modId xmlns:p14="http://schemas.microsoft.com/office/powerpoint/2010/main" val="4200232827"/>
              </p:ext>
            </p:extLst>
          </p:nvPr>
        </p:nvGraphicFramePr>
        <p:xfrm>
          <a:off x="2016090" y="3184303"/>
          <a:ext cx="4108450" cy="598488"/>
        </p:xfrm>
        <a:graphic>
          <a:graphicData uri="http://schemas.openxmlformats.org/presentationml/2006/ole">
            <mc:AlternateContent xmlns:mc="http://schemas.openxmlformats.org/markup-compatibility/2006">
              <mc:Choice xmlns:v="urn:schemas-microsoft-com:vml" Requires="v">
                <p:oleObj name="公式" r:id="rId7" imgW="1574117" imgH="215806" progId="Equation.3">
                  <p:embed/>
                </p:oleObj>
              </mc:Choice>
              <mc:Fallback>
                <p:oleObj name="公式" r:id="rId7" imgW="1574117" imgH="215806" progId="Equation.3">
                  <p:embed/>
                  <p:pic>
                    <p:nvPicPr>
                      <p:cNvPr id="0" name="Picture 4"/>
                      <p:cNvPicPr>
                        <a:picLocks noGrp="1"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16090" y="3184303"/>
                        <a:ext cx="4108450" cy="598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 name="Object 31"/>
          <p:cNvGraphicFramePr>
            <a:graphicFrameLocks noChangeAspect="1"/>
          </p:cNvGraphicFramePr>
          <p:nvPr>
            <p:extLst>
              <p:ext uri="{D42A27DB-BD31-4B8C-83A1-F6EECF244321}">
                <p14:modId xmlns:p14="http://schemas.microsoft.com/office/powerpoint/2010/main" val="2622460866"/>
              </p:ext>
            </p:extLst>
          </p:nvPr>
        </p:nvGraphicFramePr>
        <p:xfrm>
          <a:off x="2136753" y="4097128"/>
          <a:ext cx="203200" cy="317500"/>
        </p:xfrm>
        <a:graphic>
          <a:graphicData uri="http://schemas.openxmlformats.org/presentationml/2006/ole">
            <mc:AlternateContent xmlns:mc="http://schemas.openxmlformats.org/markup-compatibility/2006">
              <mc:Choice xmlns:v="urn:schemas-microsoft-com:vml" Requires="v">
                <p:oleObj name="公式" r:id="rId9" imgW="203024" imgH="317225" progId="Equation.3">
                  <p:embed/>
                </p:oleObj>
              </mc:Choice>
              <mc:Fallback>
                <p:oleObj name="公式" r:id="rId9" imgW="203024" imgH="317225" progId="Equation.3">
                  <p:embed/>
                  <p:pic>
                    <p:nvPicPr>
                      <p:cNvPr id="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36753" y="4097128"/>
                        <a:ext cx="203200" cy="317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32"/>
          <p:cNvGraphicFramePr>
            <a:graphicFrameLocks noChangeAspect="1"/>
          </p:cNvGraphicFramePr>
          <p:nvPr>
            <p:extLst>
              <p:ext uri="{D42A27DB-BD31-4B8C-83A1-F6EECF244321}">
                <p14:modId xmlns:p14="http://schemas.microsoft.com/office/powerpoint/2010/main" val="3807190555"/>
              </p:ext>
            </p:extLst>
          </p:nvPr>
        </p:nvGraphicFramePr>
        <p:xfrm>
          <a:off x="3732201" y="4097128"/>
          <a:ext cx="341312" cy="363537"/>
        </p:xfrm>
        <a:graphic>
          <a:graphicData uri="http://schemas.openxmlformats.org/presentationml/2006/ole">
            <mc:AlternateContent xmlns:mc="http://schemas.openxmlformats.org/markup-compatibility/2006">
              <mc:Choice xmlns:v="urn:schemas-microsoft-com:vml" Requires="v">
                <p:oleObj name="公式" r:id="rId11" imgW="126780" imgH="164814" progId="Equation.3">
                  <p:embed/>
                </p:oleObj>
              </mc:Choice>
              <mc:Fallback>
                <p:oleObj name="公式" r:id="rId11" imgW="126780" imgH="164814" progId="Equation.3">
                  <p:embed/>
                  <p:pic>
                    <p:nvPicPr>
                      <p:cNvPr id="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32201" y="4097128"/>
                        <a:ext cx="341312" cy="3635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33"/>
          <p:cNvGraphicFramePr>
            <a:graphicFrameLocks noChangeAspect="1"/>
          </p:cNvGraphicFramePr>
          <p:nvPr>
            <p:extLst>
              <p:ext uri="{D42A27DB-BD31-4B8C-83A1-F6EECF244321}">
                <p14:modId xmlns:p14="http://schemas.microsoft.com/office/powerpoint/2010/main" val="369934182"/>
              </p:ext>
            </p:extLst>
          </p:nvPr>
        </p:nvGraphicFramePr>
        <p:xfrm>
          <a:off x="2784453" y="4108235"/>
          <a:ext cx="217488" cy="304800"/>
        </p:xfrm>
        <a:graphic>
          <a:graphicData uri="http://schemas.openxmlformats.org/presentationml/2006/ole">
            <mc:AlternateContent xmlns:mc="http://schemas.openxmlformats.org/markup-compatibility/2006">
              <mc:Choice xmlns:v="urn:schemas-microsoft-com:vml" Requires="v">
                <p:oleObj name="Equation" r:id="rId13" imgW="177569" imgH="304404" progId="Equation.3">
                  <p:embed/>
                </p:oleObj>
              </mc:Choice>
              <mc:Fallback>
                <p:oleObj name="Equation" r:id="rId13" imgW="177569" imgH="304404" progId="Equation.3">
                  <p:embed/>
                  <p:pic>
                    <p:nvPicPr>
                      <p:cNvPr id="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84453" y="4108235"/>
                        <a:ext cx="217488" cy="304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34"/>
          <p:cNvGraphicFramePr>
            <a:graphicFrameLocks noChangeAspect="1"/>
          </p:cNvGraphicFramePr>
          <p:nvPr>
            <p:extLst>
              <p:ext uri="{D42A27DB-BD31-4B8C-83A1-F6EECF244321}">
                <p14:modId xmlns:p14="http://schemas.microsoft.com/office/powerpoint/2010/main" val="2150029567"/>
              </p:ext>
            </p:extLst>
          </p:nvPr>
        </p:nvGraphicFramePr>
        <p:xfrm>
          <a:off x="5683245" y="4097128"/>
          <a:ext cx="765175" cy="431800"/>
        </p:xfrm>
        <a:graphic>
          <a:graphicData uri="http://schemas.openxmlformats.org/presentationml/2006/ole">
            <mc:AlternateContent xmlns:mc="http://schemas.openxmlformats.org/markup-compatibility/2006">
              <mc:Choice xmlns:v="urn:schemas-microsoft-com:vml" Requires="v">
                <p:oleObj name="公式" r:id="rId15" imgW="406048" imgH="203024" progId="Equation.3">
                  <p:embed/>
                </p:oleObj>
              </mc:Choice>
              <mc:Fallback>
                <p:oleObj name="公式" r:id="rId15" imgW="406048" imgH="203024" progId="Equation.3">
                  <p:embed/>
                  <p:pic>
                    <p:nvPicPr>
                      <p:cNvPr id="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83245" y="4097128"/>
                        <a:ext cx="765175"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35"/>
          <p:cNvGraphicFramePr>
            <a:graphicFrameLocks noChangeAspect="1"/>
          </p:cNvGraphicFramePr>
          <p:nvPr>
            <p:extLst>
              <p:ext uri="{D42A27DB-BD31-4B8C-83A1-F6EECF244321}">
                <p14:modId xmlns:p14="http://schemas.microsoft.com/office/powerpoint/2010/main" val="1772137317"/>
              </p:ext>
            </p:extLst>
          </p:nvPr>
        </p:nvGraphicFramePr>
        <p:xfrm>
          <a:off x="4818057" y="4097128"/>
          <a:ext cx="836613" cy="431800"/>
        </p:xfrm>
        <a:graphic>
          <a:graphicData uri="http://schemas.openxmlformats.org/presentationml/2006/ole">
            <mc:AlternateContent xmlns:mc="http://schemas.openxmlformats.org/markup-compatibility/2006">
              <mc:Choice xmlns:v="urn:schemas-microsoft-com:vml" Requires="v">
                <p:oleObj name="公式" r:id="rId17" imgW="444307" imgH="203112" progId="Equation.3">
                  <p:embed/>
                </p:oleObj>
              </mc:Choice>
              <mc:Fallback>
                <p:oleObj name="公式" r:id="rId17" imgW="444307" imgH="203112" progId="Equation.3">
                  <p:embed/>
                  <p:pic>
                    <p:nvPicPr>
                      <p:cNvPr id="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18057" y="4097128"/>
                        <a:ext cx="836613"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36"/>
          <p:cNvGraphicFramePr>
            <a:graphicFrameLocks noChangeAspect="1"/>
          </p:cNvGraphicFramePr>
          <p:nvPr>
            <p:extLst>
              <p:ext uri="{D42A27DB-BD31-4B8C-83A1-F6EECF244321}">
                <p14:modId xmlns:p14="http://schemas.microsoft.com/office/powerpoint/2010/main" val="2704939897"/>
              </p:ext>
            </p:extLst>
          </p:nvPr>
        </p:nvGraphicFramePr>
        <p:xfrm>
          <a:off x="6251598" y="4717849"/>
          <a:ext cx="1473200" cy="825500"/>
        </p:xfrm>
        <a:graphic>
          <a:graphicData uri="http://schemas.openxmlformats.org/presentationml/2006/ole">
            <mc:AlternateContent xmlns:mc="http://schemas.openxmlformats.org/markup-compatibility/2006">
              <mc:Choice xmlns:v="urn:schemas-microsoft-com:vml" Requires="v">
                <p:oleObj name="公式" r:id="rId19" imgW="1473200" imgH="825500" progId="Equation.3">
                  <p:embed/>
                </p:oleObj>
              </mc:Choice>
              <mc:Fallback>
                <p:oleObj name="公式" r:id="rId19" imgW="1473200" imgH="825500" progId="Equation.3">
                  <p:embed/>
                  <p:pic>
                    <p:nvPicPr>
                      <p:cNvPr id="0" name="Picture 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251598" y="4717849"/>
                        <a:ext cx="1473200"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Text Box 37"/>
          <p:cNvSpPr txBox="1">
            <a:spLocks noChangeArrowheads="1"/>
          </p:cNvSpPr>
          <p:nvPr/>
        </p:nvSpPr>
        <p:spPr bwMode="auto">
          <a:xfrm>
            <a:off x="1030239" y="5594161"/>
            <a:ext cx="7143801" cy="523220"/>
          </a:xfrm>
          <a:prstGeom prst="rect">
            <a:avLst/>
          </a:prstGeom>
          <a:noFill/>
          <a:ln w="9525">
            <a:noFill/>
            <a:miter lim="800000"/>
            <a:headEnd/>
            <a:tailEnd/>
          </a:ln>
          <a:effectLst/>
        </p:spPr>
        <p:txBody>
          <a:bodyPr wrap="square">
            <a:spAutoFit/>
          </a:bodyPr>
          <a:lstStyle/>
          <a:p>
            <a:r>
              <a:rPr lang="zh-CN" altLang="en-US" sz="2800" b="1" dirty="0">
                <a:solidFill>
                  <a:srgbClr val="000000"/>
                </a:solidFill>
                <a:latin typeface="微软雅黑" pitchFamily="34" charset="-122"/>
                <a:ea typeface="微软雅黑" pitchFamily="34" charset="-122"/>
              </a:rPr>
              <a:t>当                                时</a:t>
            </a:r>
            <a:r>
              <a:rPr lang="en-US" altLang="zh-CN" sz="2800" b="1" dirty="0">
                <a:solidFill>
                  <a:srgbClr val="000000"/>
                </a:solidFill>
                <a:latin typeface="微软雅黑" pitchFamily="34" charset="-122"/>
                <a:ea typeface="微软雅黑" pitchFamily="34" charset="-122"/>
              </a:rPr>
              <a:t>, </a:t>
            </a:r>
            <a:r>
              <a:rPr lang="zh-CN" altLang="en-US" sz="2800" b="1" dirty="0">
                <a:solidFill>
                  <a:srgbClr val="000000"/>
                </a:solidFill>
                <a:latin typeface="微软雅黑" pitchFamily="34" charset="-122"/>
                <a:ea typeface="微软雅黑" pitchFamily="34" charset="-122"/>
              </a:rPr>
              <a:t>原排列为偶排列</a:t>
            </a:r>
            <a:r>
              <a:rPr lang="en-US" altLang="zh-CN" sz="2800" b="1" dirty="0">
                <a:solidFill>
                  <a:srgbClr val="000000"/>
                </a:solidFill>
                <a:latin typeface="微软雅黑" pitchFamily="34" charset="-122"/>
                <a:ea typeface="微软雅黑" pitchFamily="34" charset="-122"/>
              </a:rPr>
              <a:t>;</a:t>
            </a:r>
          </a:p>
        </p:txBody>
      </p:sp>
      <p:graphicFrame>
        <p:nvGraphicFramePr>
          <p:cNvPr id="20" name="Object 38"/>
          <p:cNvGraphicFramePr>
            <a:graphicFrameLocks noChangeAspect="1"/>
          </p:cNvGraphicFramePr>
          <p:nvPr>
            <p:extLst>
              <p:ext uri="{D42A27DB-BD31-4B8C-83A1-F6EECF244321}">
                <p14:modId xmlns:p14="http://schemas.microsoft.com/office/powerpoint/2010/main" val="171140401"/>
              </p:ext>
            </p:extLst>
          </p:nvPr>
        </p:nvGraphicFramePr>
        <p:xfrm>
          <a:off x="1569990" y="5676711"/>
          <a:ext cx="2159000" cy="368300"/>
        </p:xfrm>
        <a:graphic>
          <a:graphicData uri="http://schemas.openxmlformats.org/presentationml/2006/ole">
            <mc:AlternateContent xmlns:mc="http://schemas.openxmlformats.org/markup-compatibility/2006">
              <mc:Choice xmlns:v="urn:schemas-microsoft-com:vml" Requires="v">
                <p:oleObj name="公式" r:id="rId21" imgW="2159000" imgH="368300" progId="Equation.3">
                  <p:embed/>
                </p:oleObj>
              </mc:Choice>
              <mc:Fallback>
                <p:oleObj name="公式" r:id="rId21" imgW="2159000" imgH="368300" progId="Equation.3">
                  <p:embed/>
                  <p:pic>
                    <p:nvPicPr>
                      <p:cNvPr id="0"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569990" y="5676711"/>
                        <a:ext cx="2159000" cy="368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Rectangle 39"/>
          <p:cNvSpPr>
            <a:spLocks noChangeArrowheads="1"/>
          </p:cNvSpPr>
          <p:nvPr/>
        </p:nvSpPr>
        <p:spPr bwMode="auto">
          <a:xfrm>
            <a:off x="1031827" y="6301489"/>
            <a:ext cx="7422225" cy="523220"/>
          </a:xfrm>
          <a:prstGeom prst="rect">
            <a:avLst/>
          </a:prstGeom>
          <a:noFill/>
          <a:ln w="9525">
            <a:noFill/>
            <a:miter lim="800000"/>
            <a:headEnd/>
            <a:tailEnd/>
          </a:ln>
          <a:effectLst/>
        </p:spPr>
        <p:txBody>
          <a:bodyPr wrap="none">
            <a:spAutoFit/>
          </a:bodyPr>
          <a:lstStyle/>
          <a:p>
            <a:r>
              <a:rPr lang="zh-CN" altLang="en-US" sz="2800" b="1">
                <a:solidFill>
                  <a:srgbClr val="000000"/>
                </a:solidFill>
                <a:latin typeface="微软雅黑" pitchFamily="34" charset="-122"/>
                <a:ea typeface="微软雅黑" pitchFamily="34" charset="-122"/>
              </a:rPr>
              <a:t>当                                时</a:t>
            </a:r>
            <a:r>
              <a:rPr lang="en-US" altLang="zh-CN" sz="2800" b="1">
                <a:solidFill>
                  <a:srgbClr val="000000"/>
                </a:solidFill>
                <a:latin typeface="微软雅黑" pitchFamily="34" charset="-122"/>
                <a:ea typeface="微软雅黑" pitchFamily="34" charset="-122"/>
              </a:rPr>
              <a:t>, </a:t>
            </a:r>
            <a:r>
              <a:rPr lang="zh-CN" altLang="en-US" sz="2800" b="1">
                <a:solidFill>
                  <a:srgbClr val="000000"/>
                </a:solidFill>
                <a:latin typeface="微软雅黑" pitchFamily="34" charset="-122"/>
                <a:ea typeface="微软雅黑" pitchFamily="34" charset="-122"/>
              </a:rPr>
              <a:t>原排列为奇排列。</a:t>
            </a:r>
          </a:p>
        </p:txBody>
      </p:sp>
      <p:graphicFrame>
        <p:nvGraphicFramePr>
          <p:cNvPr id="22" name="Object 40"/>
          <p:cNvGraphicFramePr>
            <a:graphicFrameLocks noChangeAspect="1"/>
          </p:cNvGraphicFramePr>
          <p:nvPr>
            <p:extLst>
              <p:ext uri="{D42A27DB-BD31-4B8C-83A1-F6EECF244321}">
                <p14:modId xmlns:p14="http://schemas.microsoft.com/office/powerpoint/2010/main" val="2155717034"/>
              </p:ext>
            </p:extLst>
          </p:nvPr>
        </p:nvGraphicFramePr>
        <p:xfrm>
          <a:off x="1546177" y="6384039"/>
          <a:ext cx="2706688" cy="369887"/>
        </p:xfrm>
        <a:graphic>
          <a:graphicData uri="http://schemas.openxmlformats.org/presentationml/2006/ole">
            <mc:AlternateContent xmlns:mc="http://schemas.openxmlformats.org/markup-compatibility/2006">
              <mc:Choice xmlns:v="urn:schemas-microsoft-com:vml" Requires="v">
                <p:oleObj name="公式" r:id="rId23" imgW="2692400" imgH="368300" progId="Equation.3">
                  <p:embed/>
                </p:oleObj>
              </mc:Choice>
              <mc:Fallback>
                <p:oleObj name="公式" r:id="rId23" imgW="2692400" imgH="368300" progId="Equation.3">
                  <p:embed/>
                  <p:pic>
                    <p:nvPicPr>
                      <p:cNvPr id="0"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546177" y="6384039"/>
                        <a:ext cx="2706688" cy="3698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41"/>
          <p:cNvGraphicFramePr>
            <a:graphicFrameLocks noChangeAspect="1"/>
          </p:cNvGraphicFramePr>
          <p:nvPr>
            <p:extLst>
              <p:ext uri="{D42A27DB-BD31-4B8C-83A1-F6EECF244321}">
                <p14:modId xmlns:p14="http://schemas.microsoft.com/office/powerpoint/2010/main" val="3947141270"/>
              </p:ext>
            </p:extLst>
          </p:nvPr>
        </p:nvGraphicFramePr>
        <p:xfrm>
          <a:off x="1008337" y="4932592"/>
          <a:ext cx="1909490" cy="468110"/>
        </p:xfrm>
        <a:graphic>
          <a:graphicData uri="http://schemas.openxmlformats.org/presentationml/2006/ole">
            <mc:AlternateContent xmlns:mc="http://schemas.openxmlformats.org/markup-compatibility/2006">
              <mc:Choice xmlns:v="urn:schemas-microsoft-com:vml" Requires="v">
                <p:oleObj name="公式" r:id="rId25" imgW="736280" imgH="177723" progId="Equation.3">
                  <p:embed/>
                </p:oleObj>
              </mc:Choice>
              <mc:Fallback>
                <p:oleObj name="公式" r:id="rId25" imgW="736280" imgH="177723" progId="Equation.3">
                  <p:embed/>
                  <p:pic>
                    <p:nvPicPr>
                      <p:cNvPr id="0" name="Picture 1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008337" y="4932592"/>
                        <a:ext cx="1909490" cy="4681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42"/>
          <p:cNvGraphicFramePr>
            <a:graphicFrameLocks noChangeAspect="1"/>
          </p:cNvGraphicFramePr>
          <p:nvPr>
            <p:extLst>
              <p:ext uri="{D42A27DB-BD31-4B8C-83A1-F6EECF244321}">
                <p14:modId xmlns:p14="http://schemas.microsoft.com/office/powerpoint/2010/main" val="2115432640"/>
              </p:ext>
            </p:extLst>
          </p:nvPr>
        </p:nvGraphicFramePr>
        <p:xfrm>
          <a:off x="2973409" y="4959129"/>
          <a:ext cx="3168650" cy="395288"/>
        </p:xfrm>
        <a:graphic>
          <a:graphicData uri="http://schemas.openxmlformats.org/presentationml/2006/ole">
            <mc:AlternateContent xmlns:mc="http://schemas.openxmlformats.org/markup-compatibility/2006">
              <mc:Choice xmlns:v="urn:schemas-microsoft-com:vml" Requires="v">
                <p:oleObj name="公式" r:id="rId27" imgW="3149600" imgH="393700" progId="Equation.3">
                  <p:embed/>
                </p:oleObj>
              </mc:Choice>
              <mc:Fallback>
                <p:oleObj name="公式" r:id="rId27" imgW="3149600" imgH="393700" progId="Equation.3">
                  <p:embed/>
                  <p:pic>
                    <p:nvPicPr>
                      <p:cNvPr id="0" name="Picture 1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973409" y="4959129"/>
                        <a:ext cx="3168650" cy="395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 name="Rectangle 3"/>
          <p:cNvSpPr>
            <a:spLocks noChangeArrowheads="1"/>
          </p:cNvSpPr>
          <p:nvPr/>
        </p:nvSpPr>
        <p:spPr bwMode="auto">
          <a:xfrm>
            <a:off x="2089116" y="3695485"/>
            <a:ext cx="4308534" cy="523220"/>
          </a:xfrm>
          <a:prstGeom prst="rect">
            <a:avLst/>
          </a:prstGeom>
          <a:noFill/>
          <a:ln w="9525">
            <a:noFill/>
            <a:miter lim="800000"/>
            <a:headEnd/>
            <a:tailEnd/>
          </a:ln>
          <a:effectLst/>
        </p:spPr>
        <p:txBody>
          <a:bodyPr wrap="square">
            <a:spAutoFit/>
          </a:bodyPr>
          <a:lstStyle/>
          <a:p>
            <a:r>
              <a:rPr lang="en-US" altLang="zh-CN" sz="2800" b="1" dirty="0">
                <a:solidFill>
                  <a:srgbClr val="000000"/>
                </a:solidFill>
                <a:latin typeface="微软雅黑" pitchFamily="34" charset="-122"/>
                <a:ea typeface="微软雅黑" pitchFamily="34" charset="-122"/>
              </a:rPr>
              <a:t>↓    ↓        ↓           ↓     ↓</a:t>
            </a:r>
          </a:p>
        </p:txBody>
      </p:sp>
      <p:sp>
        <p:nvSpPr>
          <p:cNvPr id="26" name="Rectangle 24"/>
          <p:cNvSpPr>
            <a:spLocks noChangeArrowheads="1"/>
          </p:cNvSpPr>
          <p:nvPr/>
        </p:nvSpPr>
        <p:spPr bwMode="auto">
          <a:xfrm>
            <a:off x="701622" y="3257329"/>
            <a:ext cx="1076325" cy="519112"/>
          </a:xfrm>
          <a:prstGeom prst="rect">
            <a:avLst/>
          </a:prstGeom>
          <a:noFill/>
          <a:ln w="9525">
            <a:noFill/>
            <a:miter lim="800000"/>
            <a:headEnd/>
            <a:tailEnd/>
          </a:ln>
          <a:effectLst/>
        </p:spPr>
        <p:txBody>
          <a:bodyPr wrap="none">
            <a:spAutoFit/>
          </a:bodyPr>
          <a:lstStyle/>
          <a:p>
            <a:r>
              <a:rPr lang="zh-CN" altLang="en-US" sz="2800" b="1" dirty="0">
                <a:solidFill>
                  <a:srgbClr val="000000"/>
                </a:solidFill>
                <a:ea typeface="微软雅黑" pitchFamily="34" charset="-122"/>
              </a:rPr>
              <a:t>（</a:t>
            </a:r>
            <a:r>
              <a:rPr lang="en-US" altLang="zh-CN" sz="2800" b="1" dirty="0">
                <a:solidFill>
                  <a:srgbClr val="000000"/>
                </a:solidFill>
                <a:ea typeface="微软雅黑" pitchFamily="34" charset="-122"/>
              </a:rPr>
              <a:t>2</a:t>
            </a:r>
            <a:r>
              <a:rPr lang="zh-CN" altLang="en-US" sz="2800" b="1" dirty="0">
                <a:solidFill>
                  <a:srgbClr val="000000"/>
                </a:solidFill>
                <a:ea typeface="微软雅黑" pitchFamily="34" charset="-122"/>
              </a:rPr>
              <a:t>）</a:t>
            </a:r>
          </a:p>
        </p:txBody>
      </p:sp>
      <p:cxnSp>
        <p:nvCxnSpPr>
          <p:cNvPr id="27" name="直接连接符 26"/>
          <p:cNvCxnSpPr/>
          <p:nvPr/>
        </p:nvCxnSpPr>
        <p:spPr bwMode="auto">
          <a:xfrm>
            <a:off x="0" y="1165194"/>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Rectangle 3"/>
          <p:cNvSpPr>
            <a:spLocks noChangeArrowheads="1"/>
          </p:cNvSpPr>
          <p:nvPr/>
        </p:nvSpPr>
        <p:spPr bwMode="auto">
          <a:xfrm>
            <a:off x="1943064"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0</a:t>
            </a:r>
          </a:p>
        </p:txBody>
      </p:sp>
      <p:sp>
        <p:nvSpPr>
          <p:cNvPr id="29" name="Rectangle 3"/>
          <p:cNvSpPr>
            <a:spLocks noChangeArrowheads="1"/>
          </p:cNvSpPr>
          <p:nvPr/>
        </p:nvSpPr>
        <p:spPr bwMode="auto">
          <a:xfrm>
            <a:off x="2381220"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1</a:t>
            </a:r>
          </a:p>
        </p:txBody>
      </p:sp>
      <p:sp>
        <p:nvSpPr>
          <p:cNvPr id="30" name="Rectangle 3"/>
          <p:cNvSpPr>
            <a:spLocks noChangeArrowheads="1"/>
          </p:cNvSpPr>
          <p:nvPr/>
        </p:nvSpPr>
        <p:spPr bwMode="auto">
          <a:xfrm>
            <a:off x="2819376"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0</a:t>
            </a:r>
          </a:p>
        </p:txBody>
      </p:sp>
      <p:sp>
        <p:nvSpPr>
          <p:cNvPr id="32" name="Rectangle 3"/>
          <p:cNvSpPr>
            <a:spLocks noChangeArrowheads="1"/>
          </p:cNvSpPr>
          <p:nvPr/>
        </p:nvSpPr>
        <p:spPr bwMode="auto">
          <a:xfrm>
            <a:off x="3257532"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0</a:t>
            </a:r>
          </a:p>
        </p:txBody>
      </p:sp>
      <p:sp>
        <p:nvSpPr>
          <p:cNvPr id="33" name="Rectangle 3"/>
          <p:cNvSpPr>
            <a:spLocks noChangeArrowheads="1"/>
          </p:cNvSpPr>
          <p:nvPr/>
        </p:nvSpPr>
        <p:spPr bwMode="auto">
          <a:xfrm>
            <a:off x="3732201"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1</a:t>
            </a:r>
          </a:p>
        </p:txBody>
      </p:sp>
      <p:sp>
        <p:nvSpPr>
          <p:cNvPr id="34" name="Rectangle 3"/>
          <p:cNvSpPr>
            <a:spLocks noChangeArrowheads="1"/>
          </p:cNvSpPr>
          <p:nvPr/>
        </p:nvSpPr>
        <p:spPr bwMode="auto">
          <a:xfrm>
            <a:off x="4170357"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3</a:t>
            </a:r>
          </a:p>
        </p:txBody>
      </p:sp>
      <p:sp>
        <p:nvSpPr>
          <p:cNvPr id="35" name="Rectangle 3"/>
          <p:cNvSpPr>
            <a:spLocks noChangeArrowheads="1"/>
          </p:cNvSpPr>
          <p:nvPr/>
        </p:nvSpPr>
        <p:spPr bwMode="auto">
          <a:xfrm>
            <a:off x="4608513"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4</a:t>
            </a:r>
          </a:p>
        </p:txBody>
      </p:sp>
      <p:sp>
        <p:nvSpPr>
          <p:cNvPr id="36" name="Rectangle 3"/>
          <p:cNvSpPr>
            <a:spLocks noChangeArrowheads="1"/>
          </p:cNvSpPr>
          <p:nvPr/>
        </p:nvSpPr>
        <p:spPr bwMode="auto">
          <a:xfrm>
            <a:off x="5010156"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4</a:t>
            </a:r>
          </a:p>
        </p:txBody>
      </p:sp>
      <p:sp>
        <p:nvSpPr>
          <p:cNvPr id="37" name="Rectangle 3"/>
          <p:cNvSpPr>
            <a:spLocks noChangeArrowheads="1"/>
          </p:cNvSpPr>
          <p:nvPr/>
        </p:nvSpPr>
        <p:spPr bwMode="auto">
          <a:xfrm>
            <a:off x="5448312" y="2114532"/>
            <a:ext cx="401643" cy="461665"/>
          </a:xfrm>
          <a:prstGeom prst="rect">
            <a:avLst/>
          </a:prstGeom>
          <a:noFill/>
          <a:ln w="9525">
            <a:noFill/>
            <a:miter lim="800000"/>
            <a:headEnd/>
            <a:tailEnd/>
          </a:ln>
          <a:effectLst/>
        </p:spPr>
        <p:txBody>
          <a:bodyPr wrap="square">
            <a:spAutoFit/>
          </a:bodyPr>
          <a:lstStyle/>
          <a:p>
            <a:r>
              <a:rPr lang="en-US" altLang="zh-CN" b="1" kern="0" spc="200" dirty="0">
                <a:latin typeface="微软雅黑" pitchFamily="34" charset="-122"/>
                <a:ea typeface="微软雅黑" pitchFamily="34" charset="-122"/>
              </a:rPr>
              <a:t>5</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left)">
                                      <p:cBhvr>
                                        <p:cTn id="7" dur="1000"/>
                                        <p:tgtEl>
                                          <p:spTgt spid="5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6"/>
                                        </p:tgtEl>
                                        <p:attrNameLst>
                                          <p:attrName>style.visibility</p:attrName>
                                        </p:attrNameLst>
                                      </p:cBhvr>
                                      <p:to>
                                        <p:strVal val="visible"/>
                                      </p:to>
                                    </p:set>
                                    <p:animEffect transition="in" filter="wipe(left)">
                                      <p:cBhvr>
                                        <p:cTn id="10" dur="1000"/>
                                        <p:tgtEl>
                                          <p:spTgt spid="5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76"/>
                                        </p:tgtEl>
                                        <p:attrNameLst>
                                          <p:attrName>style.visibility</p:attrName>
                                        </p:attrNameLst>
                                      </p:cBhvr>
                                      <p:to>
                                        <p:strVal val="visible"/>
                                      </p:to>
                                    </p:set>
                                    <p:animEffect transition="in" filter="wipe(up)">
                                      <p:cBhvr>
                                        <p:cTn id="15" dur="1000"/>
                                        <p:tgtEl>
                                          <p:spTgt spid="7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grpId="0" nodeType="clickEffect">
                                  <p:stCondLst>
                                    <p:cond delay="0"/>
                                  </p:stCondLst>
                                  <p:iterate type="wd">
                                    <p:tmPct val="10000"/>
                                  </p:iterate>
                                  <p:childTnLst>
                                    <p:set>
                                      <p:cBhvr>
                                        <p:cTn id="19" dur="1" fill="hold">
                                          <p:stCondLst>
                                            <p:cond delay="0"/>
                                          </p:stCondLst>
                                        </p:cTn>
                                        <p:tgtEl>
                                          <p:spTgt spid="28"/>
                                        </p:tgtEl>
                                        <p:attrNameLst>
                                          <p:attrName>style.visibility</p:attrName>
                                        </p:attrNameLst>
                                      </p:cBhvr>
                                      <p:to>
                                        <p:strVal val="visible"/>
                                      </p:to>
                                    </p:set>
                                    <p:animEffect transition="in" filter="wipe(up)">
                                      <p:cBhvr>
                                        <p:cTn id="20" dur="10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iterate type="wd">
                                    <p:tmPct val="10000"/>
                                  </p:iterate>
                                  <p:childTnLst>
                                    <p:set>
                                      <p:cBhvr>
                                        <p:cTn id="24" dur="1" fill="hold">
                                          <p:stCondLst>
                                            <p:cond delay="0"/>
                                          </p:stCondLst>
                                        </p:cTn>
                                        <p:tgtEl>
                                          <p:spTgt spid="29"/>
                                        </p:tgtEl>
                                        <p:attrNameLst>
                                          <p:attrName>style.visibility</p:attrName>
                                        </p:attrNameLst>
                                      </p:cBhvr>
                                      <p:to>
                                        <p:strVal val="visible"/>
                                      </p:to>
                                    </p:set>
                                    <p:animEffect transition="in" filter="wipe(up)">
                                      <p:cBhvr>
                                        <p:cTn id="25" dur="1000"/>
                                        <p:tgtEl>
                                          <p:spTgt spid="2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iterate type="wd">
                                    <p:tmPct val="10000"/>
                                  </p:iterate>
                                  <p:childTnLst>
                                    <p:set>
                                      <p:cBhvr>
                                        <p:cTn id="29" dur="1" fill="hold">
                                          <p:stCondLst>
                                            <p:cond delay="0"/>
                                          </p:stCondLst>
                                        </p:cTn>
                                        <p:tgtEl>
                                          <p:spTgt spid="30"/>
                                        </p:tgtEl>
                                        <p:attrNameLst>
                                          <p:attrName>style.visibility</p:attrName>
                                        </p:attrNameLst>
                                      </p:cBhvr>
                                      <p:to>
                                        <p:strVal val="visible"/>
                                      </p:to>
                                    </p:set>
                                    <p:animEffect transition="in" filter="wipe(up)">
                                      <p:cBhvr>
                                        <p:cTn id="30" dur="1000"/>
                                        <p:tgtEl>
                                          <p:spTgt spid="3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iterate type="wd">
                                    <p:tmPct val="10000"/>
                                  </p:iterate>
                                  <p:childTnLst>
                                    <p:set>
                                      <p:cBhvr>
                                        <p:cTn id="34" dur="1" fill="hold">
                                          <p:stCondLst>
                                            <p:cond delay="0"/>
                                          </p:stCondLst>
                                        </p:cTn>
                                        <p:tgtEl>
                                          <p:spTgt spid="32"/>
                                        </p:tgtEl>
                                        <p:attrNameLst>
                                          <p:attrName>style.visibility</p:attrName>
                                        </p:attrNameLst>
                                      </p:cBhvr>
                                      <p:to>
                                        <p:strVal val="visible"/>
                                      </p:to>
                                    </p:set>
                                    <p:animEffect transition="in" filter="wipe(up)">
                                      <p:cBhvr>
                                        <p:cTn id="35" dur="1000"/>
                                        <p:tgtEl>
                                          <p:spTgt spid="3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iterate type="wd">
                                    <p:tmPct val="10000"/>
                                  </p:iterate>
                                  <p:childTnLst>
                                    <p:set>
                                      <p:cBhvr>
                                        <p:cTn id="39" dur="1" fill="hold">
                                          <p:stCondLst>
                                            <p:cond delay="0"/>
                                          </p:stCondLst>
                                        </p:cTn>
                                        <p:tgtEl>
                                          <p:spTgt spid="33"/>
                                        </p:tgtEl>
                                        <p:attrNameLst>
                                          <p:attrName>style.visibility</p:attrName>
                                        </p:attrNameLst>
                                      </p:cBhvr>
                                      <p:to>
                                        <p:strVal val="visible"/>
                                      </p:to>
                                    </p:set>
                                    <p:animEffect transition="in" filter="wipe(up)">
                                      <p:cBhvr>
                                        <p:cTn id="40" dur="1000"/>
                                        <p:tgtEl>
                                          <p:spTgt spid="33"/>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iterate type="wd">
                                    <p:tmPct val="10000"/>
                                  </p:iterate>
                                  <p:childTnLst>
                                    <p:set>
                                      <p:cBhvr>
                                        <p:cTn id="44" dur="1" fill="hold">
                                          <p:stCondLst>
                                            <p:cond delay="0"/>
                                          </p:stCondLst>
                                        </p:cTn>
                                        <p:tgtEl>
                                          <p:spTgt spid="34"/>
                                        </p:tgtEl>
                                        <p:attrNameLst>
                                          <p:attrName>style.visibility</p:attrName>
                                        </p:attrNameLst>
                                      </p:cBhvr>
                                      <p:to>
                                        <p:strVal val="visible"/>
                                      </p:to>
                                    </p:set>
                                    <p:animEffect transition="in" filter="wipe(up)">
                                      <p:cBhvr>
                                        <p:cTn id="45" dur="1000"/>
                                        <p:tgtEl>
                                          <p:spTgt spid="34"/>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grpId="0" nodeType="clickEffect">
                                  <p:stCondLst>
                                    <p:cond delay="0"/>
                                  </p:stCondLst>
                                  <p:iterate type="wd">
                                    <p:tmPct val="10000"/>
                                  </p:iterate>
                                  <p:childTnLst>
                                    <p:set>
                                      <p:cBhvr>
                                        <p:cTn id="49" dur="1" fill="hold">
                                          <p:stCondLst>
                                            <p:cond delay="0"/>
                                          </p:stCondLst>
                                        </p:cTn>
                                        <p:tgtEl>
                                          <p:spTgt spid="35"/>
                                        </p:tgtEl>
                                        <p:attrNameLst>
                                          <p:attrName>style.visibility</p:attrName>
                                        </p:attrNameLst>
                                      </p:cBhvr>
                                      <p:to>
                                        <p:strVal val="visible"/>
                                      </p:to>
                                    </p:set>
                                    <p:animEffect transition="in" filter="wipe(up)">
                                      <p:cBhvr>
                                        <p:cTn id="50" dur="1000"/>
                                        <p:tgtEl>
                                          <p:spTgt spid="35"/>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iterate type="wd">
                                    <p:tmPct val="10000"/>
                                  </p:iterate>
                                  <p:childTnLst>
                                    <p:set>
                                      <p:cBhvr>
                                        <p:cTn id="54" dur="1" fill="hold">
                                          <p:stCondLst>
                                            <p:cond delay="0"/>
                                          </p:stCondLst>
                                        </p:cTn>
                                        <p:tgtEl>
                                          <p:spTgt spid="36"/>
                                        </p:tgtEl>
                                        <p:attrNameLst>
                                          <p:attrName>style.visibility</p:attrName>
                                        </p:attrNameLst>
                                      </p:cBhvr>
                                      <p:to>
                                        <p:strVal val="visible"/>
                                      </p:to>
                                    </p:set>
                                    <p:animEffect transition="in" filter="wipe(up)">
                                      <p:cBhvr>
                                        <p:cTn id="55" dur="1000"/>
                                        <p:tgtEl>
                                          <p:spTgt spid="36"/>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1" fill="hold" grpId="0" nodeType="clickEffect">
                                  <p:stCondLst>
                                    <p:cond delay="0"/>
                                  </p:stCondLst>
                                  <p:iterate type="wd">
                                    <p:tmPct val="10000"/>
                                  </p:iterate>
                                  <p:childTnLst>
                                    <p:set>
                                      <p:cBhvr>
                                        <p:cTn id="59" dur="1" fill="hold">
                                          <p:stCondLst>
                                            <p:cond delay="0"/>
                                          </p:stCondLst>
                                        </p:cTn>
                                        <p:tgtEl>
                                          <p:spTgt spid="37"/>
                                        </p:tgtEl>
                                        <p:attrNameLst>
                                          <p:attrName>style.visibility</p:attrName>
                                        </p:attrNameLst>
                                      </p:cBhvr>
                                      <p:to>
                                        <p:strVal val="visible"/>
                                      </p:to>
                                    </p:set>
                                    <p:animEffect transition="in" filter="wipe(up)">
                                      <p:cBhvr>
                                        <p:cTn id="60" dur="1000"/>
                                        <p:tgtEl>
                                          <p:spTgt spid="37"/>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441357"/>
                                        </p:tgtEl>
                                        <p:attrNameLst>
                                          <p:attrName>style.visibility</p:attrName>
                                        </p:attrNameLst>
                                      </p:cBhvr>
                                      <p:to>
                                        <p:strVal val="visible"/>
                                      </p:to>
                                    </p:set>
                                    <p:animEffect transition="in" filter="wipe(left)">
                                      <p:cBhvr>
                                        <p:cTn id="65" dur="500"/>
                                        <p:tgtEl>
                                          <p:spTgt spid="441357"/>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77"/>
                                        </p:tgtEl>
                                        <p:attrNameLst>
                                          <p:attrName>style.visibility</p:attrName>
                                        </p:attrNameLst>
                                      </p:cBhvr>
                                      <p:to>
                                        <p:strVal val="visible"/>
                                      </p:to>
                                    </p:set>
                                    <p:animEffect transition="in" filter="wipe(left)">
                                      <p:cBhvr>
                                        <p:cTn id="70" dur="500"/>
                                        <p:tgtEl>
                                          <p:spTgt spid="77"/>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wipe(left)">
                                      <p:cBhvr>
                                        <p:cTn id="75" dur="500"/>
                                        <p:tgtEl>
                                          <p:spTgt spid="26"/>
                                        </p:tgtEl>
                                      </p:cBhvr>
                                    </p:animEffect>
                                  </p:childTnLst>
                                </p:cTn>
                              </p:par>
                              <p:par>
                                <p:cTn id="76" presetID="22" presetClass="entr" presetSubtype="8" fill="hold" nodeType="withEffect">
                                  <p:stCondLst>
                                    <p:cond delay="0"/>
                                  </p:stCondLst>
                                  <p:childTnLst>
                                    <p:set>
                                      <p:cBhvr>
                                        <p:cTn id="77" dur="1" fill="hold">
                                          <p:stCondLst>
                                            <p:cond delay="0"/>
                                          </p:stCondLst>
                                        </p:cTn>
                                        <p:tgtEl>
                                          <p:spTgt spid="12"/>
                                        </p:tgtEl>
                                        <p:attrNameLst>
                                          <p:attrName>style.visibility</p:attrName>
                                        </p:attrNameLst>
                                      </p:cBhvr>
                                      <p:to>
                                        <p:strVal val="visible"/>
                                      </p:to>
                                    </p:set>
                                    <p:animEffect transition="in" filter="wipe(left)">
                                      <p:cBhvr>
                                        <p:cTn id="78" dur="500"/>
                                        <p:tgtEl>
                                          <p:spTgt spid="12"/>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1" fill="hold" grpId="0" nodeType="clickEffect">
                                  <p:stCondLst>
                                    <p:cond delay="0"/>
                                  </p:stCondLst>
                                  <p:childTnLst>
                                    <p:set>
                                      <p:cBhvr>
                                        <p:cTn id="82" dur="1" fill="hold">
                                          <p:stCondLst>
                                            <p:cond delay="0"/>
                                          </p:stCondLst>
                                        </p:cTn>
                                        <p:tgtEl>
                                          <p:spTgt spid="25"/>
                                        </p:tgtEl>
                                        <p:attrNameLst>
                                          <p:attrName>style.visibility</p:attrName>
                                        </p:attrNameLst>
                                      </p:cBhvr>
                                      <p:to>
                                        <p:strVal val="visible"/>
                                      </p:to>
                                    </p:set>
                                    <p:animEffect transition="in" filter="wipe(up)">
                                      <p:cBhvr>
                                        <p:cTn id="83" dur="1000"/>
                                        <p:tgtEl>
                                          <p:spTgt spid="25"/>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1" fill="hold" nodeType="clickEffect">
                                  <p:stCondLst>
                                    <p:cond delay="0"/>
                                  </p:stCondLst>
                                  <p:childTnLst>
                                    <p:set>
                                      <p:cBhvr>
                                        <p:cTn id="87" dur="1" fill="hold">
                                          <p:stCondLst>
                                            <p:cond delay="0"/>
                                          </p:stCondLst>
                                        </p:cTn>
                                        <p:tgtEl>
                                          <p:spTgt spid="13"/>
                                        </p:tgtEl>
                                        <p:attrNameLst>
                                          <p:attrName>style.visibility</p:attrName>
                                        </p:attrNameLst>
                                      </p:cBhvr>
                                      <p:to>
                                        <p:strVal val="visible"/>
                                      </p:to>
                                    </p:set>
                                    <p:animEffect transition="in" filter="wipe(up)">
                                      <p:cBhvr>
                                        <p:cTn id="88" dur="500"/>
                                        <p:tgtEl>
                                          <p:spTgt spid="13"/>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1" fill="hold" nodeType="click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wipe(up)">
                                      <p:cBhvr>
                                        <p:cTn id="93" dur="500"/>
                                        <p:tgtEl>
                                          <p:spTgt spid="15"/>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1" fill="hold" nodeType="clickEffect">
                                  <p:stCondLst>
                                    <p:cond delay="0"/>
                                  </p:stCondLst>
                                  <p:childTnLst>
                                    <p:set>
                                      <p:cBhvr>
                                        <p:cTn id="97" dur="1" fill="hold">
                                          <p:stCondLst>
                                            <p:cond delay="0"/>
                                          </p:stCondLst>
                                        </p:cTn>
                                        <p:tgtEl>
                                          <p:spTgt spid="14"/>
                                        </p:tgtEl>
                                        <p:attrNameLst>
                                          <p:attrName>style.visibility</p:attrName>
                                        </p:attrNameLst>
                                      </p:cBhvr>
                                      <p:to>
                                        <p:strVal val="visible"/>
                                      </p:to>
                                    </p:set>
                                    <p:animEffect transition="in" filter="wipe(up)">
                                      <p:cBhvr>
                                        <p:cTn id="98" dur="500"/>
                                        <p:tgtEl>
                                          <p:spTgt spid="14"/>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17"/>
                                        </p:tgtEl>
                                        <p:attrNameLst>
                                          <p:attrName>style.visibility</p:attrName>
                                        </p:attrNameLst>
                                      </p:cBhvr>
                                      <p:to>
                                        <p:strVal val="visible"/>
                                      </p:to>
                                    </p:set>
                                    <p:animEffect transition="in" filter="wipe(up)">
                                      <p:cBhvr>
                                        <p:cTn id="103" dur="500"/>
                                        <p:tgtEl>
                                          <p:spTgt spid="17"/>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1" fill="hold" nodeType="clickEffect">
                                  <p:stCondLst>
                                    <p:cond delay="0"/>
                                  </p:stCondLst>
                                  <p:childTnLst>
                                    <p:set>
                                      <p:cBhvr>
                                        <p:cTn id="107" dur="1" fill="hold">
                                          <p:stCondLst>
                                            <p:cond delay="0"/>
                                          </p:stCondLst>
                                        </p:cTn>
                                        <p:tgtEl>
                                          <p:spTgt spid="16"/>
                                        </p:tgtEl>
                                        <p:attrNameLst>
                                          <p:attrName>style.visibility</p:attrName>
                                        </p:attrNameLst>
                                      </p:cBhvr>
                                      <p:to>
                                        <p:strVal val="visible"/>
                                      </p:to>
                                    </p:set>
                                    <p:animEffect transition="in" filter="wipe(up)">
                                      <p:cBhvr>
                                        <p:cTn id="108" dur="500"/>
                                        <p:tgtEl>
                                          <p:spTgt spid="16"/>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nodeType="clickEffect">
                                  <p:stCondLst>
                                    <p:cond delay="0"/>
                                  </p:stCondLst>
                                  <p:childTnLst>
                                    <p:set>
                                      <p:cBhvr>
                                        <p:cTn id="112" dur="1" fill="hold">
                                          <p:stCondLst>
                                            <p:cond delay="0"/>
                                          </p:stCondLst>
                                        </p:cTn>
                                        <p:tgtEl>
                                          <p:spTgt spid="23"/>
                                        </p:tgtEl>
                                        <p:attrNameLst>
                                          <p:attrName>style.visibility</p:attrName>
                                        </p:attrNameLst>
                                      </p:cBhvr>
                                      <p:to>
                                        <p:strVal val="visible"/>
                                      </p:to>
                                    </p:set>
                                    <p:animEffect transition="in" filter="wipe(left)">
                                      <p:cBhvr>
                                        <p:cTn id="113" dur="1000"/>
                                        <p:tgtEl>
                                          <p:spTgt spid="23"/>
                                        </p:tgtEl>
                                      </p:cBhvr>
                                    </p:animEffect>
                                  </p:childTnLst>
                                </p:cTn>
                              </p:par>
                              <p:par>
                                <p:cTn id="114" presetID="22" presetClass="entr" presetSubtype="8" fill="hold" nodeType="withEffect">
                                  <p:stCondLst>
                                    <p:cond delay="0"/>
                                  </p:stCondLst>
                                  <p:childTnLst>
                                    <p:set>
                                      <p:cBhvr>
                                        <p:cTn id="115" dur="1" fill="hold">
                                          <p:stCondLst>
                                            <p:cond delay="0"/>
                                          </p:stCondLst>
                                        </p:cTn>
                                        <p:tgtEl>
                                          <p:spTgt spid="24"/>
                                        </p:tgtEl>
                                        <p:attrNameLst>
                                          <p:attrName>style.visibility</p:attrName>
                                        </p:attrNameLst>
                                      </p:cBhvr>
                                      <p:to>
                                        <p:strVal val="visible"/>
                                      </p:to>
                                    </p:set>
                                    <p:animEffect transition="in" filter="wipe(left)">
                                      <p:cBhvr>
                                        <p:cTn id="116" dur="1000"/>
                                        <p:tgtEl>
                                          <p:spTgt spid="24"/>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nodeType="clickEffect">
                                  <p:stCondLst>
                                    <p:cond delay="0"/>
                                  </p:stCondLst>
                                  <p:childTnLst>
                                    <p:set>
                                      <p:cBhvr>
                                        <p:cTn id="120" dur="1" fill="hold">
                                          <p:stCondLst>
                                            <p:cond delay="0"/>
                                          </p:stCondLst>
                                        </p:cTn>
                                        <p:tgtEl>
                                          <p:spTgt spid="18"/>
                                        </p:tgtEl>
                                        <p:attrNameLst>
                                          <p:attrName>style.visibility</p:attrName>
                                        </p:attrNameLst>
                                      </p:cBhvr>
                                      <p:to>
                                        <p:strVal val="visible"/>
                                      </p:to>
                                    </p:set>
                                    <p:animEffect transition="in" filter="wipe(left)">
                                      <p:cBhvr>
                                        <p:cTn id="121" dur="1000"/>
                                        <p:tgtEl>
                                          <p:spTgt spid="18"/>
                                        </p:tgtEl>
                                      </p:cBhvr>
                                    </p:animEffect>
                                  </p:childTnLst>
                                </p:cTn>
                              </p:par>
                            </p:childTnLst>
                          </p:cTn>
                        </p:par>
                      </p:childTnLst>
                    </p:cTn>
                  </p:par>
                  <p:par>
                    <p:cTn id="122" fill="hold">
                      <p:stCondLst>
                        <p:cond delay="indefinite"/>
                      </p:stCondLst>
                      <p:childTnLst>
                        <p:par>
                          <p:cTn id="123" fill="hold">
                            <p:stCondLst>
                              <p:cond delay="0"/>
                            </p:stCondLst>
                            <p:childTnLst>
                              <p:par>
                                <p:cTn id="124" presetID="22" presetClass="entr" presetSubtype="8" fill="hold" grpId="0" nodeType="clickEffect">
                                  <p:stCondLst>
                                    <p:cond delay="0"/>
                                  </p:stCondLst>
                                  <p:childTnLst>
                                    <p:set>
                                      <p:cBhvr>
                                        <p:cTn id="125" dur="1" fill="hold">
                                          <p:stCondLst>
                                            <p:cond delay="0"/>
                                          </p:stCondLst>
                                        </p:cTn>
                                        <p:tgtEl>
                                          <p:spTgt spid="19"/>
                                        </p:tgtEl>
                                        <p:attrNameLst>
                                          <p:attrName>style.visibility</p:attrName>
                                        </p:attrNameLst>
                                      </p:cBhvr>
                                      <p:to>
                                        <p:strVal val="visible"/>
                                      </p:to>
                                    </p:set>
                                    <p:animEffect transition="in" filter="wipe(left)">
                                      <p:cBhvr>
                                        <p:cTn id="126" dur="1000"/>
                                        <p:tgtEl>
                                          <p:spTgt spid="19"/>
                                        </p:tgtEl>
                                      </p:cBhvr>
                                    </p:animEffect>
                                  </p:childTnLst>
                                </p:cTn>
                              </p:par>
                              <p:par>
                                <p:cTn id="127" presetID="22" presetClass="entr" presetSubtype="8" fill="hold" nodeType="withEffect">
                                  <p:stCondLst>
                                    <p:cond delay="0"/>
                                  </p:stCondLst>
                                  <p:childTnLst>
                                    <p:set>
                                      <p:cBhvr>
                                        <p:cTn id="128" dur="1" fill="hold">
                                          <p:stCondLst>
                                            <p:cond delay="0"/>
                                          </p:stCondLst>
                                        </p:cTn>
                                        <p:tgtEl>
                                          <p:spTgt spid="20"/>
                                        </p:tgtEl>
                                        <p:attrNameLst>
                                          <p:attrName>style.visibility</p:attrName>
                                        </p:attrNameLst>
                                      </p:cBhvr>
                                      <p:to>
                                        <p:strVal val="visible"/>
                                      </p:to>
                                    </p:set>
                                    <p:animEffect transition="in" filter="wipe(left)">
                                      <p:cBhvr>
                                        <p:cTn id="129" dur="1000"/>
                                        <p:tgtEl>
                                          <p:spTgt spid="20"/>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8" fill="hold" grpId="0" nodeType="clickEffect">
                                  <p:stCondLst>
                                    <p:cond delay="0"/>
                                  </p:stCondLst>
                                  <p:childTnLst>
                                    <p:set>
                                      <p:cBhvr>
                                        <p:cTn id="133" dur="1" fill="hold">
                                          <p:stCondLst>
                                            <p:cond delay="0"/>
                                          </p:stCondLst>
                                        </p:cTn>
                                        <p:tgtEl>
                                          <p:spTgt spid="21"/>
                                        </p:tgtEl>
                                        <p:attrNameLst>
                                          <p:attrName>style.visibility</p:attrName>
                                        </p:attrNameLst>
                                      </p:cBhvr>
                                      <p:to>
                                        <p:strVal val="visible"/>
                                      </p:to>
                                    </p:set>
                                    <p:animEffect transition="in" filter="wipe(left)">
                                      <p:cBhvr>
                                        <p:cTn id="134" dur="1000"/>
                                        <p:tgtEl>
                                          <p:spTgt spid="21"/>
                                        </p:tgtEl>
                                      </p:cBhvr>
                                    </p:animEffect>
                                  </p:childTnLst>
                                </p:cTn>
                              </p:par>
                              <p:par>
                                <p:cTn id="135" presetID="22" presetClass="entr" presetSubtype="8" fill="hold" nodeType="withEffect">
                                  <p:stCondLst>
                                    <p:cond delay="0"/>
                                  </p:stCondLst>
                                  <p:childTnLst>
                                    <p:set>
                                      <p:cBhvr>
                                        <p:cTn id="136" dur="1" fill="hold">
                                          <p:stCondLst>
                                            <p:cond delay="0"/>
                                          </p:stCondLst>
                                        </p:cTn>
                                        <p:tgtEl>
                                          <p:spTgt spid="22"/>
                                        </p:tgtEl>
                                        <p:attrNameLst>
                                          <p:attrName>style.visibility</p:attrName>
                                        </p:attrNameLst>
                                      </p:cBhvr>
                                      <p:to>
                                        <p:strVal val="visible"/>
                                      </p:to>
                                    </p:set>
                                    <p:animEffect transition="in" filter="wipe(left)">
                                      <p:cBhvr>
                                        <p:cTn id="13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357" grpId="0"/>
      <p:bldP spid="55" grpId="0" autoUpdateAnimBg="0"/>
      <p:bldP spid="56" grpId="0" autoUpdateAnimBg="0"/>
      <p:bldP spid="76" grpId="0" autoUpdateAnimBg="0"/>
      <p:bldP spid="77" grpId="0"/>
      <p:bldP spid="19" grpId="0"/>
      <p:bldP spid="21" grpId="0"/>
      <p:bldP spid="25" grpId="0" autoUpdateAnimBg="0"/>
      <p:bldP spid="26" grpId="0"/>
      <p:bldP spid="28" grpId="0" autoUpdateAnimBg="0"/>
      <p:bldP spid="29" grpId="0" autoUpdateAnimBg="0"/>
      <p:bldP spid="30" grpId="0" autoUpdateAnimBg="0"/>
      <p:bldP spid="32" grpId="0" autoUpdateAnimBg="0"/>
      <p:bldP spid="33" grpId="0" autoUpdateAnimBg="0"/>
      <p:bldP spid="34" grpId="0" autoUpdateAnimBg="0"/>
      <p:bldP spid="35" grpId="0" autoUpdateAnimBg="0"/>
      <p:bldP spid="36" grpId="0" autoUpdateAnimBg="0"/>
      <p:bldP spid="37"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
          <p:cNvSpPr>
            <a:spLocks noChangeArrowheads="1"/>
          </p:cNvSpPr>
          <p:nvPr/>
        </p:nvSpPr>
        <p:spPr bwMode="auto">
          <a:xfrm>
            <a:off x="1151620" y="4356299"/>
            <a:ext cx="6408712" cy="1118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ts val="4000"/>
              </a:lnSpc>
            </a:pPr>
            <a:r>
              <a:rPr lang="zh-CN" altLang="en-US" sz="2800" b="1" dirty="0">
                <a:solidFill>
                  <a:srgbClr val="000000"/>
                </a:solidFill>
                <a:latin typeface="黑体" pitchFamily="49" charset="-122"/>
                <a:ea typeface="黑体" pitchFamily="49" charset="-122"/>
              </a:rPr>
              <a:t>解：显然</a:t>
            </a:r>
            <a:r>
              <a:rPr lang="en-US" altLang="zh-CN" sz="2800" b="1" dirty="0" err="1">
                <a:solidFill>
                  <a:srgbClr val="000000"/>
                </a:solidFill>
                <a:latin typeface="黑体" pitchFamily="49" charset="-122"/>
                <a:ea typeface="黑体" pitchFamily="49" charset="-122"/>
              </a:rPr>
              <a:t>i</a:t>
            </a:r>
            <a:r>
              <a:rPr lang="zh-CN" altLang="en-US" sz="2800" b="1" dirty="0">
                <a:solidFill>
                  <a:srgbClr val="000000"/>
                </a:solidFill>
                <a:latin typeface="黑体" pitchFamily="49" charset="-122"/>
                <a:ea typeface="黑体" pitchFamily="49" charset="-122"/>
              </a:rPr>
              <a:t>和</a:t>
            </a:r>
            <a:r>
              <a:rPr lang="en-US" altLang="zh-CN" sz="2800" b="1" dirty="0">
                <a:solidFill>
                  <a:srgbClr val="000000"/>
                </a:solidFill>
                <a:latin typeface="黑体" pitchFamily="49" charset="-122"/>
                <a:ea typeface="黑体" pitchFamily="49" charset="-122"/>
              </a:rPr>
              <a:t>k</a:t>
            </a:r>
            <a:r>
              <a:rPr lang="zh-CN" altLang="en-US" sz="2800" b="1" dirty="0">
                <a:solidFill>
                  <a:srgbClr val="000000"/>
                </a:solidFill>
                <a:latin typeface="黑体" pitchFamily="49" charset="-122"/>
                <a:ea typeface="黑体" pitchFamily="49" charset="-122"/>
              </a:rPr>
              <a:t>的取值只能是</a:t>
            </a:r>
            <a:r>
              <a:rPr lang="en-US" altLang="zh-CN" sz="2800" b="1" dirty="0">
                <a:solidFill>
                  <a:srgbClr val="000000"/>
                </a:solidFill>
                <a:latin typeface="黑体" pitchFamily="49" charset="-122"/>
                <a:ea typeface="黑体" pitchFamily="49" charset="-122"/>
              </a:rPr>
              <a:t>3</a:t>
            </a:r>
            <a:r>
              <a:rPr lang="zh-CN" altLang="en-US" sz="2800" b="1" dirty="0">
                <a:solidFill>
                  <a:srgbClr val="000000"/>
                </a:solidFill>
                <a:latin typeface="黑体" pitchFamily="49" charset="-122"/>
                <a:ea typeface="黑体" pitchFamily="49" charset="-122"/>
              </a:rPr>
              <a:t>或</a:t>
            </a:r>
            <a:r>
              <a:rPr lang="en-US" altLang="zh-CN" sz="2800" b="1" dirty="0">
                <a:solidFill>
                  <a:srgbClr val="000000"/>
                </a:solidFill>
                <a:latin typeface="黑体" pitchFamily="49" charset="-122"/>
                <a:ea typeface="黑体" pitchFamily="49" charset="-122"/>
              </a:rPr>
              <a:t>5</a:t>
            </a:r>
            <a:r>
              <a:rPr lang="zh-CN" altLang="en-US" sz="2800" b="1" dirty="0">
                <a:solidFill>
                  <a:srgbClr val="000000"/>
                </a:solidFill>
                <a:latin typeface="黑体" pitchFamily="49" charset="-122"/>
                <a:ea typeface="黑体" pitchFamily="49" charset="-122"/>
              </a:rPr>
              <a:t>，</a:t>
            </a:r>
            <a:endParaRPr lang="en-US" altLang="zh-CN" sz="2800" b="1" dirty="0">
              <a:solidFill>
                <a:srgbClr val="000000"/>
              </a:solidFill>
              <a:latin typeface="黑体" pitchFamily="49" charset="-122"/>
              <a:ea typeface="黑体" pitchFamily="49" charset="-122"/>
            </a:endParaRPr>
          </a:p>
          <a:p>
            <a:pPr eaLnBrk="1" hangingPunct="1">
              <a:lnSpc>
                <a:spcPts val="4000"/>
              </a:lnSpc>
            </a:pPr>
            <a:r>
              <a:rPr lang="en-US" altLang="zh-CN" sz="2800" b="1" dirty="0">
                <a:solidFill>
                  <a:srgbClr val="000000"/>
                </a:solidFill>
                <a:latin typeface="黑体" pitchFamily="49" charset="-122"/>
                <a:ea typeface="黑体" pitchFamily="49" charset="-122"/>
              </a:rPr>
              <a:t>    </a:t>
            </a:r>
            <a:r>
              <a:rPr lang="zh-CN" altLang="en-US" sz="2800" b="1" dirty="0">
                <a:solidFill>
                  <a:srgbClr val="000000"/>
                </a:solidFill>
                <a:latin typeface="黑体" pitchFamily="49" charset="-122"/>
                <a:ea typeface="黑体" pitchFamily="49" charset="-122"/>
              </a:rPr>
              <a:t>由行排列</a:t>
            </a:r>
          </a:p>
        </p:txBody>
      </p:sp>
      <p:sp>
        <p:nvSpPr>
          <p:cNvPr id="10" name="Rectangle 2"/>
          <p:cNvSpPr>
            <a:spLocks noChangeArrowheads="1"/>
          </p:cNvSpPr>
          <p:nvPr/>
        </p:nvSpPr>
        <p:spPr bwMode="auto">
          <a:xfrm>
            <a:off x="71500" y="133472"/>
            <a:ext cx="784887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例</a:t>
            </a:r>
            <a:r>
              <a:rPr lang="en-US" altLang="zh-CN" sz="2800" b="1" dirty="0">
                <a:solidFill>
                  <a:srgbClr val="000000"/>
                </a:solidFill>
                <a:latin typeface="黑体" pitchFamily="49" charset="-122"/>
                <a:ea typeface="黑体" pitchFamily="49" charset="-122"/>
              </a:rPr>
              <a:t> </a:t>
            </a:r>
            <a:r>
              <a:rPr lang="zh-CN" altLang="en-US" sz="2800" b="1" dirty="0">
                <a:solidFill>
                  <a:srgbClr val="000000"/>
                </a:solidFill>
                <a:latin typeface="黑体" pitchFamily="49" charset="-122"/>
                <a:ea typeface="黑体" pitchFamily="49" charset="-122"/>
              </a:rPr>
              <a:t>（</a:t>
            </a:r>
            <a:r>
              <a:rPr lang="en-US" altLang="zh-CN" sz="2800" b="1" dirty="0">
                <a:solidFill>
                  <a:srgbClr val="000000"/>
                </a:solidFill>
                <a:latin typeface="黑体" pitchFamily="49" charset="-122"/>
                <a:ea typeface="黑体" pitchFamily="49" charset="-122"/>
              </a:rPr>
              <a:t>1</a:t>
            </a:r>
            <a:r>
              <a:rPr lang="zh-CN" altLang="en-US" sz="2800" b="1" dirty="0">
                <a:solidFill>
                  <a:srgbClr val="000000"/>
                </a:solidFill>
                <a:latin typeface="黑体" pitchFamily="49" charset="-122"/>
                <a:ea typeface="黑体" pitchFamily="49" charset="-122"/>
              </a:rPr>
              <a:t>）请写出</a:t>
            </a:r>
            <a:r>
              <a:rPr lang="en-US" altLang="zh-CN" sz="2800" b="1" dirty="0">
                <a:solidFill>
                  <a:srgbClr val="000000"/>
                </a:solidFill>
                <a:latin typeface="黑体" pitchFamily="49" charset="-122"/>
                <a:ea typeface="黑体" pitchFamily="49" charset="-122"/>
              </a:rPr>
              <a:t>4</a:t>
            </a:r>
            <a:r>
              <a:rPr lang="zh-CN" altLang="en-US" sz="2800" b="1" dirty="0">
                <a:solidFill>
                  <a:srgbClr val="000000"/>
                </a:solidFill>
                <a:latin typeface="黑体" pitchFamily="49" charset="-122"/>
                <a:ea typeface="黑体" pitchFamily="49" charset="-122"/>
              </a:rPr>
              <a:t>阶行列式中含       的项</a:t>
            </a:r>
            <a:endParaRPr lang="zh-CN" altLang="en-US" sz="2800" b="1" dirty="0">
              <a:solidFill>
                <a:srgbClr val="000000"/>
              </a:solidFill>
              <a:latin typeface="微软雅黑" pitchFamily="34" charset="-122"/>
              <a:ea typeface="微软雅黑" pitchFamily="34" charset="-122"/>
            </a:endParaRPr>
          </a:p>
        </p:txBody>
      </p:sp>
      <p:graphicFrame>
        <p:nvGraphicFramePr>
          <p:cNvPr id="3" name="对象 2"/>
          <p:cNvGraphicFramePr>
            <a:graphicFrameLocks noChangeAspect="1"/>
          </p:cNvGraphicFramePr>
          <p:nvPr>
            <p:extLst>
              <p:ext uri="{D42A27DB-BD31-4B8C-83A1-F6EECF244321}">
                <p14:modId xmlns:p14="http://schemas.microsoft.com/office/powerpoint/2010/main" val="72868422"/>
              </p:ext>
            </p:extLst>
          </p:nvPr>
        </p:nvGraphicFramePr>
        <p:xfrm>
          <a:off x="3400574" y="4833156"/>
          <a:ext cx="2641600" cy="582613"/>
        </p:xfrm>
        <a:graphic>
          <a:graphicData uri="http://schemas.openxmlformats.org/presentationml/2006/ole">
            <mc:AlternateContent xmlns:mc="http://schemas.openxmlformats.org/markup-compatibility/2006">
              <mc:Choice xmlns:v="urn:schemas-microsoft-com:vml" Requires="v">
                <p:oleObj r:id="rId2" imgW="863280" imgH="190440" progId="Equation.DSMT4">
                  <p:embed/>
                </p:oleObj>
              </mc:Choice>
              <mc:Fallback>
                <p:oleObj r:id="rId2" imgW="863280" imgH="190440" progId="Equation.DSMT4">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0574" y="4833156"/>
                        <a:ext cx="2641600" cy="582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对象 16"/>
          <p:cNvGraphicFramePr>
            <a:graphicFrameLocks noChangeAspect="1"/>
          </p:cNvGraphicFramePr>
          <p:nvPr>
            <p:extLst>
              <p:ext uri="{D42A27DB-BD31-4B8C-83A1-F6EECF244321}">
                <p14:modId xmlns:p14="http://schemas.microsoft.com/office/powerpoint/2010/main" val="1577893014"/>
              </p:ext>
            </p:extLst>
          </p:nvPr>
        </p:nvGraphicFramePr>
        <p:xfrm>
          <a:off x="5389091" y="44624"/>
          <a:ext cx="1127125" cy="700088"/>
        </p:xfrm>
        <a:graphic>
          <a:graphicData uri="http://schemas.openxmlformats.org/presentationml/2006/ole">
            <mc:AlternateContent xmlns:mc="http://schemas.openxmlformats.org/markup-compatibility/2006">
              <mc:Choice xmlns:v="urn:schemas-microsoft-com:vml" Requires="v">
                <p:oleObj r:id="rId4" imgW="368280" imgH="228600" progId="Equation.DSMT4">
                  <p:embed/>
                </p:oleObj>
              </mc:Choice>
              <mc:Fallback>
                <p:oleObj r:id="rId4" imgW="368280" imgH="228600" progId="Equation.DSMT4">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89091" y="44624"/>
                        <a:ext cx="1127125" cy="700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Rectangle 2"/>
          <p:cNvSpPr>
            <a:spLocks noChangeArrowheads="1"/>
          </p:cNvSpPr>
          <p:nvPr/>
        </p:nvSpPr>
        <p:spPr bwMode="auto">
          <a:xfrm>
            <a:off x="993478" y="781544"/>
            <a:ext cx="248427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解：可能项为</a:t>
            </a:r>
          </a:p>
        </p:txBody>
      </p:sp>
      <p:graphicFrame>
        <p:nvGraphicFramePr>
          <p:cNvPr id="19" name="对象 18"/>
          <p:cNvGraphicFramePr>
            <a:graphicFrameLocks noChangeAspect="1"/>
          </p:cNvGraphicFramePr>
          <p:nvPr>
            <p:extLst>
              <p:ext uri="{D42A27DB-BD31-4B8C-83A1-F6EECF244321}">
                <p14:modId xmlns:p14="http://schemas.microsoft.com/office/powerpoint/2010/main" val="1812753693"/>
              </p:ext>
            </p:extLst>
          </p:nvPr>
        </p:nvGraphicFramePr>
        <p:xfrm>
          <a:off x="3297734" y="692696"/>
          <a:ext cx="2138362" cy="700088"/>
        </p:xfrm>
        <a:graphic>
          <a:graphicData uri="http://schemas.openxmlformats.org/presentationml/2006/ole">
            <mc:AlternateContent xmlns:mc="http://schemas.openxmlformats.org/markup-compatibility/2006">
              <mc:Choice xmlns:v="urn:schemas-microsoft-com:vml" Requires="v">
                <p:oleObj r:id="rId6" imgW="698400" imgH="228600" progId="Equation.DSMT4">
                  <p:embed/>
                </p:oleObj>
              </mc:Choice>
              <mc:Fallback>
                <p:oleObj r:id="rId6" imgW="698400" imgH="228600" progId="Equation.DSMT4">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97734" y="692696"/>
                        <a:ext cx="2138362" cy="700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Rectangle 2"/>
          <p:cNvSpPr>
            <a:spLocks noChangeArrowheads="1"/>
          </p:cNvSpPr>
          <p:nvPr/>
        </p:nvSpPr>
        <p:spPr bwMode="auto">
          <a:xfrm>
            <a:off x="1713558" y="1412776"/>
            <a:ext cx="432048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由</a:t>
            </a:r>
            <a:r>
              <a:rPr lang="en-US" altLang="zh-CN" sz="2800" b="1" dirty="0" err="1">
                <a:solidFill>
                  <a:srgbClr val="000000"/>
                </a:solidFill>
                <a:latin typeface="黑体" pitchFamily="49" charset="-122"/>
                <a:ea typeface="黑体" pitchFamily="49" charset="-122"/>
              </a:rPr>
              <a:t>i,k</a:t>
            </a:r>
            <a:r>
              <a:rPr lang="zh-CN" altLang="en-US" sz="2800" b="1" dirty="0">
                <a:solidFill>
                  <a:srgbClr val="000000"/>
                </a:solidFill>
                <a:latin typeface="黑体" pitchFamily="49" charset="-122"/>
                <a:ea typeface="黑体" pitchFamily="49" charset="-122"/>
              </a:rPr>
              <a:t>可能是</a:t>
            </a:r>
            <a:r>
              <a:rPr lang="en-US" altLang="zh-CN" sz="2800" b="1" dirty="0">
                <a:solidFill>
                  <a:srgbClr val="000000"/>
                </a:solidFill>
                <a:latin typeface="黑体" pitchFamily="49" charset="-122"/>
                <a:ea typeface="黑体" pitchFamily="49" charset="-122"/>
              </a:rPr>
              <a:t>2</a:t>
            </a:r>
            <a:r>
              <a:rPr lang="zh-CN" altLang="en-US" sz="2800" b="1" dirty="0">
                <a:solidFill>
                  <a:srgbClr val="000000"/>
                </a:solidFill>
                <a:latin typeface="黑体" pitchFamily="49" charset="-122"/>
                <a:ea typeface="黑体" pitchFamily="49" charset="-122"/>
              </a:rPr>
              <a:t>，</a:t>
            </a:r>
            <a:r>
              <a:rPr lang="en-US" altLang="zh-CN" sz="2800" b="1" dirty="0">
                <a:solidFill>
                  <a:srgbClr val="000000"/>
                </a:solidFill>
                <a:latin typeface="黑体" pitchFamily="49" charset="-122"/>
                <a:ea typeface="黑体" pitchFamily="49" charset="-122"/>
              </a:rPr>
              <a:t>4</a:t>
            </a:r>
            <a:r>
              <a:rPr lang="zh-CN" altLang="en-US" sz="2800" b="1" dirty="0">
                <a:solidFill>
                  <a:srgbClr val="000000"/>
                </a:solidFill>
                <a:latin typeface="黑体" pitchFamily="49" charset="-122"/>
                <a:ea typeface="黑体" pitchFamily="49" charset="-122"/>
              </a:rPr>
              <a:t>，故有</a:t>
            </a:r>
          </a:p>
        </p:txBody>
      </p:sp>
      <p:graphicFrame>
        <p:nvGraphicFramePr>
          <p:cNvPr id="21" name="对象 20"/>
          <p:cNvGraphicFramePr>
            <a:graphicFrameLocks noChangeAspect="1"/>
          </p:cNvGraphicFramePr>
          <p:nvPr>
            <p:extLst>
              <p:ext uri="{D42A27DB-BD31-4B8C-83A1-F6EECF244321}">
                <p14:modId xmlns:p14="http://schemas.microsoft.com/office/powerpoint/2010/main" val="3742257632"/>
              </p:ext>
            </p:extLst>
          </p:nvPr>
        </p:nvGraphicFramePr>
        <p:xfrm>
          <a:off x="5637994" y="1304764"/>
          <a:ext cx="2138362" cy="700088"/>
        </p:xfrm>
        <a:graphic>
          <a:graphicData uri="http://schemas.openxmlformats.org/presentationml/2006/ole">
            <mc:AlternateContent xmlns:mc="http://schemas.openxmlformats.org/markup-compatibility/2006">
              <mc:Choice xmlns:v="urn:schemas-microsoft-com:vml" Requires="v">
                <p:oleObj r:id="rId8" imgW="698400" imgH="228600" progId="Equation.DSMT4">
                  <p:embed/>
                </p:oleObj>
              </mc:Choice>
              <mc:Fallback>
                <p:oleObj r:id="rId8" imgW="698400" imgH="228600" progId="Equation.DSMT4">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37994" y="1304764"/>
                        <a:ext cx="2138362" cy="700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对象 21"/>
          <p:cNvGraphicFramePr>
            <a:graphicFrameLocks noChangeAspect="1"/>
          </p:cNvGraphicFramePr>
          <p:nvPr>
            <p:extLst>
              <p:ext uri="{D42A27DB-BD31-4B8C-83A1-F6EECF244321}">
                <p14:modId xmlns:p14="http://schemas.microsoft.com/office/powerpoint/2010/main" val="2792468959"/>
              </p:ext>
            </p:extLst>
          </p:nvPr>
        </p:nvGraphicFramePr>
        <p:xfrm>
          <a:off x="5637994" y="2060848"/>
          <a:ext cx="2138362" cy="700088"/>
        </p:xfrm>
        <a:graphic>
          <a:graphicData uri="http://schemas.openxmlformats.org/presentationml/2006/ole">
            <mc:AlternateContent xmlns:mc="http://schemas.openxmlformats.org/markup-compatibility/2006">
              <mc:Choice xmlns:v="urn:schemas-microsoft-com:vml" Requires="v">
                <p:oleObj r:id="rId10" imgW="698400" imgH="228600" progId="Equation.DSMT4">
                  <p:embed/>
                </p:oleObj>
              </mc:Choice>
              <mc:Fallback>
                <p:oleObj r:id="rId10" imgW="698400" imgH="228600" progId="Equation.DSMT4">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637994" y="2060848"/>
                        <a:ext cx="2138362" cy="700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3" name="Rectangle 2"/>
          <p:cNvSpPr>
            <a:spLocks noChangeArrowheads="1"/>
          </p:cNvSpPr>
          <p:nvPr/>
        </p:nvSpPr>
        <p:spPr bwMode="auto">
          <a:xfrm>
            <a:off x="719572" y="2971303"/>
            <a:ext cx="7848872"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50000"/>
              </a:lnSpc>
            </a:pPr>
            <a:r>
              <a:rPr lang="zh-CN" altLang="en-US" sz="2800" b="1" dirty="0">
                <a:solidFill>
                  <a:srgbClr val="000000"/>
                </a:solidFill>
                <a:latin typeface="黑体" pitchFamily="49" charset="-122"/>
                <a:ea typeface="黑体" pitchFamily="49" charset="-122"/>
              </a:rPr>
              <a:t>（</a:t>
            </a:r>
            <a:r>
              <a:rPr lang="en-US" altLang="zh-CN" sz="2800" b="1" dirty="0">
                <a:solidFill>
                  <a:srgbClr val="000000"/>
                </a:solidFill>
                <a:latin typeface="黑体" pitchFamily="49" charset="-122"/>
                <a:ea typeface="黑体" pitchFamily="49" charset="-122"/>
              </a:rPr>
              <a:t>2</a:t>
            </a:r>
            <a:r>
              <a:rPr lang="zh-CN" altLang="en-US" sz="2800" b="1" dirty="0">
                <a:solidFill>
                  <a:srgbClr val="000000"/>
                </a:solidFill>
                <a:latin typeface="黑体" pitchFamily="49" charset="-122"/>
                <a:ea typeface="黑体" pitchFamily="49" charset="-122"/>
              </a:rPr>
              <a:t>）               是</a:t>
            </a:r>
            <a:r>
              <a:rPr lang="en-US" altLang="zh-CN" sz="2800" b="1" dirty="0">
                <a:solidFill>
                  <a:srgbClr val="000000"/>
                </a:solidFill>
                <a:latin typeface="黑体" pitchFamily="49" charset="-122"/>
                <a:ea typeface="黑体" pitchFamily="49" charset="-122"/>
              </a:rPr>
              <a:t>5</a:t>
            </a:r>
            <a:r>
              <a:rPr lang="zh-CN" altLang="en-US" sz="2800" b="1" dirty="0">
                <a:solidFill>
                  <a:srgbClr val="000000"/>
                </a:solidFill>
                <a:latin typeface="黑体" pitchFamily="49" charset="-122"/>
                <a:ea typeface="黑体" pitchFamily="49" charset="-122"/>
              </a:rPr>
              <a:t>阶行列式中负号项</a:t>
            </a:r>
            <a:r>
              <a:rPr lang="en-US" altLang="zh-CN" sz="2800" b="1" dirty="0">
                <a:solidFill>
                  <a:srgbClr val="000000"/>
                </a:solidFill>
                <a:latin typeface="黑体" pitchFamily="49" charset="-122"/>
                <a:ea typeface="黑体" pitchFamily="49" charset="-122"/>
              </a:rPr>
              <a:t>,</a:t>
            </a:r>
          </a:p>
          <a:p>
            <a:pPr eaLnBrk="1" hangingPunct="1">
              <a:lnSpc>
                <a:spcPct val="150000"/>
              </a:lnSpc>
            </a:pPr>
            <a:r>
              <a:rPr lang="zh-CN" altLang="en-US" sz="2800" b="1" dirty="0">
                <a:solidFill>
                  <a:srgbClr val="000000"/>
                </a:solidFill>
                <a:latin typeface="黑体" pitchFamily="49" charset="-122"/>
                <a:ea typeface="黑体" pitchFamily="49" charset="-122"/>
              </a:rPr>
              <a:t>     求其中</a:t>
            </a:r>
            <a:r>
              <a:rPr lang="en-US" altLang="zh-CN" sz="2800" b="1" dirty="0" err="1">
                <a:solidFill>
                  <a:srgbClr val="000000"/>
                </a:solidFill>
                <a:latin typeface="黑体" pitchFamily="49" charset="-122"/>
                <a:ea typeface="黑体" pitchFamily="49" charset="-122"/>
              </a:rPr>
              <a:t>i</a:t>
            </a:r>
            <a:r>
              <a:rPr lang="zh-CN" altLang="en-US" sz="2800" b="1" dirty="0">
                <a:solidFill>
                  <a:srgbClr val="000000"/>
                </a:solidFill>
                <a:latin typeface="黑体" pitchFamily="49" charset="-122"/>
                <a:ea typeface="黑体" pitchFamily="49" charset="-122"/>
              </a:rPr>
              <a:t>和</a:t>
            </a:r>
            <a:r>
              <a:rPr lang="en-US" altLang="zh-CN" sz="2800" b="1" dirty="0">
                <a:solidFill>
                  <a:srgbClr val="000000"/>
                </a:solidFill>
                <a:latin typeface="黑体" pitchFamily="49" charset="-122"/>
                <a:ea typeface="黑体" pitchFamily="49" charset="-122"/>
              </a:rPr>
              <a:t>k</a:t>
            </a:r>
            <a:r>
              <a:rPr lang="zh-CN" altLang="en-US" sz="2800" b="1" dirty="0">
                <a:solidFill>
                  <a:srgbClr val="000000"/>
                </a:solidFill>
                <a:latin typeface="黑体" pitchFamily="49" charset="-122"/>
                <a:ea typeface="黑体" pitchFamily="49" charset="-122"/>
              </a:rPr>
              <a:t>的取值。</a:t>
            </a:r>
            <a:endParaRPr lang="zh-CN" altLang="en-US" sz="2800" b="1" dirty="0">
              <a:solidFill>
                <a:srgbClr val="000000"/>
              </a:solidFill>
              <a:latin typeface="微软雅黑" pitchFamily="34" charset="-122"/>
              <a:ea typeface="微软雅黑" pitchFamily="34" charset="-122"/>
            </a:endParaRPr>
          </a:p>
        </p:txBody>
      </p:sp>
      <p:graphicFrame>
        <p:nvGraphicFramePr>
          <p:cNvPr id="24" name="对象 23"/>
          <p:cNvGraphicFramePr>
            <a:graphicFrameLocks noChangeAspect="1"/>
          </p:cNvGraphicFramePr>
          <p:nvPr>
            <p:extLst>
              <p:ext uri="{D42A27DB-BD31-4B8C-83A1-F6EECF244321}">
                <p14:modId xmlns:p14="http://schemas.microsoft.com/office/powerpoint/2010/main" val="2512576539"/>
              </p:ext>
            </p:extLst>
          </p:nvPr>
        </p:nvGraphicFramePr>
        <p:xfrm>
          <a:off x="1675197" y="2908300"/>
          <a:ext cx="2644775" cy="700088"/>
        </p:xfrm>
        <a:graphic>
          <a:graphicData uri="http://schemas.openxmlformats.org/presentationml/2006/ole">
            <mc:AlternateContent xmlns:mc="http://schemas.openxmlformats.org/markup-compatibility/2006">
              <mc:Choice xmlns:v="urn:schemas-microsoft-com:vml" Requires="v">
                <p:oleObj r:id="rId12" imgW="863280" imgH="228600" progId="Equation.DSMT4">
                  <p:embed/>
                </p:oleObj>
              </mc:Choice>
              <mc:Fallback>
                <p:oleObj r:id="rId12" imgW="863280" imgH="228600" progId="Equation.DSMT4">
                  <p:embed/>
                  <p:pic>
                    <p:nvPicPr>
                      <p:cNvPr id="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75197" y="2908300"/>
                        <a:ext cx="2644775" cy="700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Rectangle 2"/>
          <p:cNvSpPr>
            <a:spLocks noChangeArrowheads="1"/>
          </p:cNvSpPr>
          <p:nvPr/>
        </p:nvSpPr>
        <p:spPr bwMode="auto">
          <a:xfrm>
            <a:off x="2447764" y="5373216"/>
            <a:ext cx="594066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 可知列排列的逆序数必为奇数</a:t>
            </a:r>
          </a:p>
        </p:txBody>
      </p:sp>
      <p:sp>
        <p:nvSpPr>
          <p:cNvPr id="27" name="Rectangle 2"/>
          <p:cNvSpPr>
            <a:spLocks noChangeArrowheads="1"/>
          </p:cNvSpPr>
          <p:nvPr/>
        </p:nvSpPr>
        <p:spPr bwMode="auto">
          <a:xfrm>
            <a:off x="1871700" y="5805264"/>
            <a:ext cx="99011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又知</a:t>
            </a:r>
          </a:p>
        </p:txBody>
      </p:sp>
      <p:sp>
        <p:nvSpPr>
          <p:cNvPr id="28" name="Rectangle 2"/>
          <p:cNvSpPr>
            <a:spLocks noChangeArrowheads="1"/>
          </p:cNvSpPr>
          <p:nvPr/>
        </p:nvSpPr>
        <p:spPr bwMode="auto">
          <a:xfrm>
            <a:off x="1871700" y="6328484"/>
            <a:ext cx="243027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故</a:t>
            </a:r>
            <a:r>
              <a:rPr lang="en-US" altLang="zh-CN" sz="2800" b="1" dirty="0" err="1">
                <a:solidFill>
                  <a:srgbClr val="000000"/>
                </a:solidFill>
                <a:latin typeface="黑体" pitchFamily="49" charset="-122"/>
                <a:ea typeface="黑体" pitchFamily="49" charset="-122"/>
              </a:rPr>
              <a:t>i</a:t>
            </a:r>
            <a:r>
              <a:rPr lang="en-US" altLang="zh-CN" sz="2800" b="1" dirty="0">
                <a:solidFill>
                  <a:srgbClr val="000000"/>
                </a:solidFill>
                <a:latin typeface="黑体" pitchFamily="49" charset="-122"/>
                <a:ea typeface="黑体" pitchFamily="49" charset="-122"/>
              </a:rPr>
              <a:t>=5</a:t>
            </a:r>
            <a:r>
              <a:rPr lang="zh-CN" altLang="en-US" sz="2800" b="1" dirty="0">
                <a:solidFill>
                  <a:srgbClr val="000000"/>
                </a:solidFill>
                <a:latin typeface="黑体" pitchFamily="49" charset="-122"/>
                <a:ea typeface="黑体" pitchFamily="49" charset="-122"/>
              </a:rPr>
              <a:t>，</a:t>
            </a:r>
            <a:r>
              <a:rPr lang="en-US" altLang="zh-CN" sz="2800" b="1" dirty="0">
                <a:solidFill>
                  <a:srgbClr val="000000"/>
                </a:solidFill>
                <a:latin typeface="黑体" pitchFamily="49" charset="-122"/>
                <a:ea typeface="黑体" pitchFamily="49" charset="-122"/>
              </a:rPr>
              <a:t>k=3</a:t>
            </a:r>
            <a:endParaRPr lang="zh-CN" altLang="en-US" sz="2800" b="1" dirty="0">
              <a:solidFill>
                <a:srgbClr val="000000"/>
              </a:solidFill>
              <a:latin typeface="黑体" pitchFamily="49" charset="-122"/>
              <a:ea typeface="黑体" pitchFamily="49" charset="-122"/>
            </a:endParaRPr>
          </a:p>
        </p:txBody>
      </p:sp>
      <p:graphicFrame>
        <p:nvGraphicFramePr>
          <p:cNvPr id="29" name="对象 28"/>
          <p:cNvGraphicFramePr>
            <a:graphicFrameLocks noChangeAspect="1"/>
          </p:cNvGraphicFramePr>
          <p:nvPr>
            <p:extLst>
              <p:ext uri="{D42A27DB-BD31-4B8C-83A1-F6EECF244321}">
                <p14:modId xmlns:p14="http://schemas.microsoft.com/office/powerpoint/2010/main" val="3544415227"/>
              </p:ext>
            </p:extLst>
          </p:nvPr>
        </p:nvGraphicFramePr>
        <p:xfrm>
          <a:off x="2735796" y="5798715"/>
          <a:ext cx="1941512" cy="582613"/>
        </p:xfrm>
        <a:graphic>
          <a:graphicData uri="http://schemas.openxmlformats.org/presentationml/2006/ole">
            <mc:AlternateContent xmlns:mc="http://schemas.openxmlformats.org/markup-compatibility/2006">
              <mc:Choice xmlns:v="urn:schemas-microsoft-com:vml" Requires="v">
                <p:oleObj r:id="rId14" imgW="634680" imgH="190440" progId="Equation.DSMT4">
                  <p:embed/>
                </p:oleObj>
              </mc:Choice>
              <mc:Fallback>
                <p:oleObj r:id="rId14" imgW="634680" imgH="190440" progId="Equation.DSMT4">
                  <p:embed/>
                  <p:pic>
                    <p:nvPicPr>
                      <p:cNvPr id="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35796" y="5798715"/>
                        <a:ext cx="1941512" cy="582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对象 29"/>
          <p:cNvGraphicFramePr>
            <a:graphicFrameLocks noChangeAspect="1"/>
          </p:cNvGraphicFramePr>
          <p:nvPr>
            <p:extLst>
              <p:ext uri="{D42A27DB-BD31-4B8C-83A1-F6EECF244321}">
                <p14:modId xmlns:p14="http://schemas.microsoft.com/office/powerpoint/2010/main" val="100943505"/>
              </p:ext>
            </p:extLst>
          </p:nvPr>
        </p:nvGraphicFramePr>
        <p:xfrm>
          <a:off x="5544108" y="5798716"/>
          <a:ext cx="1941513" cy="582612"/>
        </p:xfrm>
        <a:graphic>
          <a:graphicData uri="http://schemas.openxmlformats.org/presentationml/2006/ole">
            <mc:AlternateContent xmlns:mc="http://schemas.openxmlformats.org/markup-compatibility/2006">
              <mc:Choice xmlns:v="urn:schemas-microsoft-com:vml" Requires="v">
                <p:oleObj r:id="rId16" imgW="634680" imgH="190440" progId="Equation.DSMT4">
                  <p:embed/>
                </p:oleObj>
              </mc:Choice>
              <mc:Fallback>
                <p:oleObj r:id="rId16" imgW="634680" imgH="190440" progId="Equation.DSMT4">
                  <p:embed/>
                  <p:pic>
                    <p:nvPicPr>
                      <p:cNvPr id="0"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44108" y="5798716"/>
                        <a:ext cx="1941513" cy="582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对象 30"/>
          <p:cNvGraphicFramePr>
            <a:graphicFrameLocks noChangeAspect="1"/>
          </p:cNvGraphicFramePr>
          <p:nvPr>
            <p:extLst>
              <p:ext uri="{D42A27DB-BD31-4B8C-83A1-F6EECF244321}">
                <p14:modId xmlns:p14="http://schemas.microsoft.com/office/powerpoint/2010/main" val="3489431868"/>
              </p:ext>
            </p:extLst>
          </p:nvPr>
        </p:nvGraphicFramePr>
        <p:xfrm>
          <a:off x="4644008" y="5851356"/>
          <a:ext cx="620712" cy="506412"/>
        </p:xfrm>
        <a:graphic>
          <a:graphicData uri="http://schemas.openxmlformats.org/presentationml/2006/ole">
            <mc:AlternateContent xmlns:mc="http://schemas.openxmlformats.org/markup-compatibility/2006">
              <mc:Choice xmlns:v="urn:schemas-microsoft-com:vml" Requires="v">
                <p:oleObj r:id="rId18" imgW="203040" imgH="164880" progId="Equation.DSMT4">
                  <p:embed/>
                </p:oleObj>
              </mc:Choice>
              <mc:Fallback>
                <p:oleObj r:id="rId18" imgW="203040" imgH="164880" progId="Equation.DSMT4">
                  <p:embed/>
                  <p:pic>
                    <p:nvPicPr>
                      <p:cNvPr id="0" name="Picture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644008" y="5851356"/>
                        <a:ext cx="620712" cy="506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 name="对象 31"/>
          <p:cNvGraphicFramePr>
            <a:graphicFrameLocks noChangeAspect="1"/>
          </p:cNvGraphicFramePr>
          <p:nvPr>
            <p:extLst>
              <p:ext uri="{D42A27DB-BD31-4B8C-83A1-F6EECF244321}">
                <p14:modId xmlns:p14="http://schemas.microsoft.com/office/powerpoint/2010/main" val="3821169050"/>
              </p:ext>
            </p:extLst>
          </p:nvPr>
        </p:nvGraphicFramePr>
        <p:xfrm>
          <a:off x="7416316" y="5913020"/>
          <a:ext cx="622300" cy="506413"/>
        </p:xfrm>
        <a:graphic>
          <a:graphicData uri="http://schemas.openxmlformats.org/presentationml/2006/ole">
            <mc:AlternateContent xmlns:mc="http://schemas.openxmlformats.org/markup-compatibility/2006">
              <mc:Choice xmlns:v="urn:schemas-microsoft-com:vml" Requires="v">
                <p:oleObj r:id="rId20" imgW="203040" imgH="164880" progId="Equation.DSMT4">
                  <p:embed/>
                </p:oleObj>
              </mc:Choice>
              <mc:Fallback>
                <p:oleObj r:id="rId20" imgW="203040" imgH="164880" progId="Equation.DSMT4">
                  <p:embed/>
                  <p:pic>
                    <p:nvPicPr>
                      <p:cNvPr id="0" name="Picture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416316" y="5913020"/>
                        <a:ext cx="622300" cy="5064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1260027184"/>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left)">
                                      <p:cBhvr>
                                        <p:cTn id="16" dur="500"/>
                                        <p:tgtEl>
                                          <p:spTgt spid="2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left)">
                                      <p:cBhvr>
                                        <p:cTn id="26" dur="5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500"/>
                                        <p:tgtEl>
                                          <p:spTgt spid="23"/>
                                        </p:tgtEl>
                                      </p:cBhvr>
                                    </p:animEffect>
                                  </p:childTnLst>
                                </p:cTn>
                              </p:par>
                              <p:par>
                                <p:cTn id="32" presetID="22" presetClass="entr" presetSubtype="8"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wipe(left)">
                                      <p:cBhvr>
                                        <p:cTn id="34" dur="5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Effect transition="in" filter="wipe(left)">
                                      <p:cBhvr>
                                        <p:cTn id="39" dur="500"/>
                                        <p:tgtEl>
                                          <p:spTgt spid="25">
                                            <p:txEl>
                                              <p:pRg st="0" end="0"/>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25">
                                            <p:txEl>
                                              <p:pRg st="1" end="1"/>
                                            </p:txEl>
                                          </p:spTgt>
                                        </p:tgtEl>
                                        <p:attrNameLst>
                                          <p:attrName>style.visibility</p:attrName>
                                        </p:attrNameLst>
                                      </p:cBhvr>
                                      <p:to>
                                        <p:strVal val="visible"/>
                                      </p:to>
                                    </p:set>
                                    <p:animEffect transition="in" filter="wipe(left)">
                                      <p:cBhvr>
                                        <p:cTn id="44" dur="500"/>
                                        <p:tgtEl>
                                          <p:spTgt spid="25">
                                            <p:txEl>
                                              <p:pRg st="1" end="1"/>
                                            </p:txEl>
                                          </p:spTgt>
                                        </p:tgtEl>
                                      </p:cBhvr>
                                    </p:animEffect>
                                  </p:childTnLst>
                                </p:cTn>
                              </p:par>
                            </p:childTnLst>
                          </p:cTn>
                        </p:par>
                        <p:par>
                          <p:cTn id="45" fill="hold">
                            <p:stCondLst>
                              <p:cond delay="500"/>
                            </p:stCondLst>
                            <p:childTnLst>
                              <p:par>
                                <p:cTn id="46" presetID="22" presetClass="entr" presetSubtype="8" fill="hold"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wipe(left)">
                                      <p:cBhvr>
                                        <p:cTn id="48" dur="500"/>
                                        <p:tgtEl>
                                          <p:spTgt spid="3"/>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wipe(left)">
                                      <p:cBhvr>
                                        <p:cTn id="53" dur="500"/>
                                        <p:tgtEl>
                                          <p:spTgt spid="2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wipe(left)">
                                      <p:cBhvr>
                                        <p:cTn id="58" dur="500"/>
                                        <p:tgtEl>
                                          <p:spTgt spid="27"/>
                                        </p:tgtEl>
                                      </p:cBhvr>
                                    </p:animEffect>
                                  </p:childTnLst>
                                </p:cTn>
                              </p:par>
                            </p:childTnLst>
                          </p:cTn>
                        </p:par>
                        <p:par>
                          <p:cTn id="59" fill="hold">
                            <p:stCondLst>
                              <p:cond delay="500"/>
                            </p:stCondLst>
                            <p:childTnLst>
                              <p:par>
                                <p:cTn id="60" presetID="22" presetClass="entr" presetSubtype="8" fill="hold" nodeType="after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wipe(left)">
                                      <p:cBhvr>
                                        <p:cTn id="62" dur="500"/>
                                        <p:tgtEl>
                                          <p:spTgt spid="29"/>
                                        </p:tgtEl>
                                      </p:cBhvr>
                                    </p:animEffect>
                                  </p:childTnLst>
                                </p:cTn>
                              </p:par>
                            </p:childTnLst>
                          </p:cTn>
                        </p:par>
                        <p:par>
                          <p:cTn id="63" fill="hold">
                            <p:stCondLst>
                              <p:cond delay="1000"/>
                            </p:stCondLst>
                            <p:childTnLst>
                              <p:par>
                                <p:cTn id="64" presetID="22" presetClass="entr" presetSubtype="8" fill="hold" nodeType="afterEffect">
                                  <p:stCondLst>
                                    <p:cond delay="0"/>
                                  </p:stCondLst>
                                  <p:childTnLst>
                                    <p:set>
                                      <p:cBhvr>
                                        <p:cTn id="65" dur="1" fill="hold">
                                          <p:stCondLst>
                                            <p:cond delay="0"/>
                                          </p:stCondLst>
                                        </p:cTn>
                                        <p:tgtEl>
                                          <p:spTgt spid="30"/>
                                        </p:tgtEl>
                                        <p:attrNameLst>
                                          <p:attrName>style.visibility</p:attrName>
                                        </p:attrNameLst>
                                      </p:cBhvr>
                                      <p:to>
                                        <p:strVal val="visible"/>
                                      </p:to>
                                    </p:set>
                                    <p:animEffect transition="in" filter="wipe(left)">
                                      <p:cBhvr>
                                        <p:cTn id="66" dur="500"/>
                                        <p:tgtEl>
                                          <p:spTgt spid="30"/>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31"/>
                                        </p:tgtEl>
                                        <p:attrNameLst>
                                          <p:attrName>style.visibility</p:attrName>
                                        </p:attrNameLst>
                                      </p:cBhvr>
                                      <p:to>
                                        <p:strVal val="visible"/>
                                      </p:to>
                                    </p:set>
                                    <p:animEffect transition="in" filter="wipe(left)">
                                      <p:cBhvr>
                                        <p:cTn id="71" dur="500"/>
                                        <p:tgtEl>
                                          <p:spTgt spid="31"/>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wipe(left)">
                                      <p:cBhvr>
                                        <p:cTn id="76" dur="500"/>
                                        <p:tgtEl>
                                          <p:spTgt spid="32"/>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wipe(left)">
                                      <p:cBhvr>
                                        <p:cTn id="8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0" grpId="0"/>
      <p:bldP spid="23" grpId="0"/>
      <p:bldP spid="26" grpId="0"/>
      <p:bldP spid="27" grpId="0"/>
      <p:bldP spid="2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对象 13"/>
          <p:cNvGraphicFramePr>
            <a:graphicFrameLocks noChangeAspect="1"/>
          </p:cNvGraphicFramePr>
          <p:nvPr>
            <p:extLst>
              <p:ext uri="{D42A27DB-BD31-4B8C-83A1-F6EECF244321}">
                <p14:modId xmlns:p14="http://schemas.microsoft.com/office/powerpoint/2010/main" val="3780113467"/>
              </p:ext>
            </p:extLst>
          </p:nvPr>
        </p:nvGraphicFramePr>
        <p:xfrm>
          <a:off x="1649445" y="3608413"/>
          <a:ext cx="5259387" cy="1646237"/>
        </p:xfrm>
        <a:graphic>
          <a:graphicData uri="http://schemas.openxmlformats.org/presentationml/2006/ole">
            <mc:AlternateContent xmlns:mc="http://schemas.openxmlformats.org/markup-compatibility/2006">
              <mc:Choice xmlns:v="urn:schemas-microsoft-com:vml" Requires="v">
                <p:oleObj name="Equation" r:id="rId3" imgW="2222280" imgH="698400" progId="Equation.DSMT4">
                  <p:embed/>
                </p:oleObj>
              </mc:Choice>
              <mc:Fallback>
                <p:oleObj name="Equation" r:id="rId3" imgW="2222280" imgH="698400" progId="Equation.DSMT4">
                  <p:embed/>
                  <p:pic>
                    <p:nvPicPr>
                      <p:cNvPr id="0"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9445" y="3608413"/>
                        <a:ext cx="5259387" cy="1646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1858" name="Rectangle 2"/>
          <p:cNvSpPr>
            <a:spLocks noChangeArrowheads="1"/>
          </p:cNvSpPr>
          <p:nvPr/>
        </p:nvSpPr>
        <p:spPr bwMode="auto">
          <a:xfrm>
            <a:off x="0" y="0"/>
            <a:ext cx="14430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微软雅黑" pitchFamily="34" charset="-122"/>
                <a:ea typeface="微软雅黑" pitchFamily="34" charset="-122"/>
              </a:rPr>
              <a:t>例</a:t>
            </a:r>
            <a:r>
              <a:rPr lang="en-US" altLang="zh-CN" sz="2800" b="1" dirty="0">
                <a:solidFill>
                  <a:srgbClr val="000000"/>
                </a:solidFill>
                <a:latin typeface="黑体" pitchFamily="49" charset="-122"/>
                <a:ea typeface="黑体" pitchFamily="49" charset="-122"/>
              </a:rPr>
              <a:t> </a:t>
            </a:r>
            <a:r>
              <a:rPr lang="zh-CN" altLang="en-US" sz="2800" b="1" dirty="0">
                <a:solidFill>
                  <a:srgbClr val="000000"/>
                </a:solidFill>
                <a:latin typeface="微软雅黑" pitchFamily="34" charset="-122"/>
                <a:ea typeface="微软雅黑" pitchFamily="34" charset="-122"/>
              </a:rPr>
              <a:t>计算</a:t>
            </a:r>
          </a:p>
        </p:txBody>
      </p:sp>
      <p:sp>
        <p:nvSpPr>
          <p:cNvPr id="121859" name="Rectangle 3"/>
          <p:cNvSpPr>
            <a:spLocks noChangeArrowheads="1"/>
          </p:cNvSpPr>
          <p:nvPr/>
        </p:nvSpPr>
        <p:spPr bwMode="auto">
          <a:xfrm>
            <a:off x="0" y="1676376"/>
            <a:ext cx="790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r>
              <a:rPr lang="zh-CN" altLang="en-US" sz="2800" b="1" dirty="0">
                <a:solidFill>
                  <a:srgbClr val="000000"/>
                </a:solidFill>
                <a:latin typeface="微软雅黑" pitchFamily="34" charset="-122"/>
                <a:ea typeface="微软雅黑" pitchFamily="34" charset="-122"/>
              </a:rPr>
              <a:t>解</a:t>
            </a:r>
            <a:r>
              <a:rPr lang="en-US" altLang="zh-CN" sz="2800" b="1" dirty="0">
                <a:solidFill>
                  <a:srgbClr val="000000"/>
                </a:solidFill>
                <a:latin typeface="微软雅黑" pitchFamily="34" charset="-122"/>
                <a:ea typeface="微软雅黑" pitchFamily="34" charset="-122"/>
              </a:rPr>
              <a:t>:</a:t>
            </a:r>
          </a:p>
        </p:txBody>
      </p:sp>
      <p:graphicFrame>
        <p:nvGraphicFramePr>
          <p:cNvPr id="121864" name="Object 8"/>
          <p:cNvGraphicFramePr>
            <a:graphicFrameLocks noChangeAspect="1"/>
          </p:cNvGraphicFramePr>
          <p:nvPr>
            <p:extLst>
              <p:ext uri="{D42A27DB-BD31-4B8C-83A1-F6EECF244321}">
                <p14:modId xmlns:p14="http://schemas.microsoft.com/office/powerpoint/2010/main" val="3450677396"/>
              </p:ext>
            </p:extLst>
          </p:nvPr>
        </p:nvGraphicFramePr>
        <p:xfrm>
          <a:off x="1614447" y="5510241"/>
          <a:ext cx="1674813" cy="422275"/>
        </p:xfrm>
        <a:graphic>
          <a:graphicData uri="http://schemas.openxmlformats.org/presentationml/2006/ole">
            <mc:AlternateContent xmlns:mc="http://schemas.openxmlformats.org/markup-compatibility/2006">
              <mc:Choice xmlns:v="urn:schemas-microsoft-com:vml" Requires="v">
                <p:oleObj name="Equation" r:id="rId5" imgW="672840" imgH="177480" progId="Equation.DSMT4">
                  <p:embed/>
                </p:oleObj>
              </mc:Choice>
              <mc:Fallback>
                <p:oleObj name="Equation" r:id="rId5" imgW="672840" imgH="177480" progId="Equation.DSMT4">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4447" y="5510241"/>
                        <a:ext cx="1674813" cy="422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对象 1"/>
          <p:cNvGraphicFramePr>
            <a:graphicFrameLocks noChangeAspect="1"/>
          </p:cNvGraphicFramePr>
          <p:nvPr>
            <p:extLst>
              <p:ext uri="{D42A27DB-BD31-4B8C-83A1-F6EECF244321}">
                <p14:modId xmlns:p14="http://schemas.microsoft.com/office/powerpoint/2010/main" val="3780113467"/>
              </p:ext>
            </p:extLst>
          </p:nvPr>
        </p:nvGraphicFramePr>
        <p:xfrm>
          <a:off x="1282700" y="1751038"/>
          <a:ext cx="4900613" cy="1646237"/>
        </p:xfrm>
        <a:graphic>
          <a:graphicData uri="http://schemas.openxmlformats.org/presentationml/2006/ole">
            <mc:AlternateContent xmlns:mc="http://schemas.openxmlformats.org/markup-compatibility/2006">
              <mc:Choice xmlns:v="urn:schemas-microsoft-com:vml" Requires="v">
                <p:oleObj name="Equation" r:id="rId7" imgW="2070000" imgH="698400" progId="Equation.DSMT4">
                  <p:embed/>
                </p:oleObj>
              </mc:Choice>
              <mc:Fallback>
                <p:oleObj name="Equation" r:id="rId7" imgW="2070000" imgH="698400" progId="Equation.DSMT4">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82700" y="1751038"/>
                        <a:ext cx="4900613" cy="1646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对象 11"/>
          <p:cNvGraphicFramePr>
            <a:graphicFrameLocks noChangeAspect="1"/>
          </p:cNvGraphicFramePr>
          <p:nvPr>
            <p:extLst>
              <p:ext uri="{D42A27DB-BD31-4B8C-83A1-F6EECF244321}">
                <p14:modId xmlns:p14="http://schemas.microsoft.com/office/powerpoint/2010/main" val="2276837243"/>
              </p:ext>
            </p:extLst>
          </p:nvPr>
        </p:nvGraphicFramePr>
        <p:xfrm>
          <a:off x="5213018" y="4594271"/>
          <a:ext cx="1659301" cy="584180"/>
        </p:xfrm>
        <a:graphic>
          <a:graphicData uri="http://schemas.openxmlformats.org/presentationml/2006/ole">
            <mc:AlternateContent xmlns:mc="http://schemas.openxmlformats.org/markup-compatibility/2006">
              <mc:Choice xmlns:v="urn:schemas-microsoft-com:vml" Requires="v">
                <p:oleObj name="Equation" r:id="rId9" imgW="558720" imgH="215640" progId="Equation.DSMT4">
                  <p:embed/>
                </p:oleObj>
              </mc:Choice>
              <mc:Fallback>
                <p:oleObj name="Equation" r:id="rId9" imgW="558720" imgH="215640" progId="Equation.DSMT4">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13018" y="4594271"/>
                        <a:ext cx="1659301" cy="58418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对象 12"/>
          <p:cNvGraphicFramePr>
            <a:graphicFrameLocks noChangeAspect="1"/>
          </p:cNvGraphicFramePr>
          <p:nvPr>
            <p:extLst>
              <p:ext uri="{D42A27DB-BD31-4B8C-83A1-F6EECF244321}">
                <p14:modId xmlns:p14="http://schemas.microsoft.com/office/powerpoint/2010/main" val="1275828995"/>
              </p:ext>
            </p:extLst>
          </p:nvPr>
        </p:nvGraphicFramePr>
        <p:xfrm>
          <a:off x="2120900" y="4681563"/>
          <a:ext cx="2592388" cy="512762"/>
        </p:xfrm>
        <a:graphic>
          <a:graphicData uri="http://schemas.openxmlformats.org/presentationml/2006/ole">
            <mc:AlternateContent xmlns:mc="http://schemas.openxmlformats.org/markup-compatibility/2006">
              <mc:Choice xmlns:v="urn:schemas-microsoft-com:vml" Requires="v">
                <p:oleObj name="Equation" r:id="rId11" imgW="1091880" imgH="215640" progId="Equation.DSMT4">
                  <p:embed/>
                </p:oleObj>
              </mc:Choice>
              <mc:Fallback>
                <p:oleObj name="Equation" r:id="rId11" imgW="1091880" imgH="215640" progId="Equation.DSMT4">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20900" y="4681563"/>
                        <a:ext cx="2592388" cy="512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5" name="直接连接符 4"/>
          <p:cNvCxnSpPr/>
          <p:nvPr/>
        </p:nvCxnSpPr>
        <p:spPr bwMode="auto">
          <a:xfrm>
            <a:off x="0" y="1641499"/>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774152" name="Object 2"/>
          <p:cNvGraphicFramePr>
            <a:graphicFrameLocks noChangeAspect="1"/>
          </p:cNvGraphicFramePr>
          <p:nvPr/>
        </p:nvGraphicFramePr>
        <p:xfrm>
          <a:off x="2052603" y="142830"/>
          <a:ext cx="3186264" cy="1460520"/>
        </p:xfrm>
        <a:graphic>
          <a:graphicData uri="http://schemas.openxmlformats.org/presentationml/2006/ole">
            <mc:AlternateContent xmlns:mc="http://schemas.openxmlformats.org/markup-compatibility/2006">
              <mc:Choice xmlns:v="urn:schemas-microsoft-com:vml" Requires="v">
                <p:oleObj name="Equation" r:id="rId13" imgW="1422360" imgH="698400" progId="Equation.DSMT4">
                  <p:embed/>
                </p:oleObj>
              </mc:Choice>
              <mc:Fallback>
                <p:oleObj name="Equation" r:id="rId13" imgW="1422360" imgH="698400" progId="Equation.DSMT4">
                  <p:embed/>
                  <p:pic>
                    <p:nvPicPr>
                      <p:cNvPr id="0" name="Object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52603" y="142830"/>
                        <a:ext cx="3186264" cy="146052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8"/>
          <p:cNvGraphicFramePr>
            <a:graphicFrameLocks noChangeAspect="1"/>
          </p:cNvGraphicFramePr>
          <p:nvPr>
            <p:extLst>
              <p:ext uri="{D42A27DB-BD31-4B8C-83A1-F6EECF244321}">
                <p14:modId xmlns:p14="http://schemas.microsoft.com/office/powerpoint/2010/main" val="3450677396"/>
              </p:ext>
            </p:extLst>
          </p:nvPr>
        </p:nvGraphicFramePr>
        <p:xfrm>
          <a:off x="1628746" y="6130925"/>
          <a:ext cx="788987" cy="422275"/>
        </p:xfrm>
        <a:graphic>
          <a:graphicData uri="http://schemas.openxmlformats.org/presentationml/2006/ole">
            <mc:AlternateContent xmlns:mc="http://schemas.openxmlformats.org/markup-compatibility/2006">
              <mc:Choice xmlns:v="urn:schemas-microsoft-com:vml" Requires="v">
                <p:oleObj name="Equation" r:id="rId15" imgW="317160" imgH="177480" progId="Equation.DSMT4">
                  <p:embed/>
                </p:oleObj>
              </mc:Choice>
              <mc:Fallback>
                <p:oleObj name="Equation" r:id="rId15" imgW="317160" imgH="177480" progId="Equation.DSMT4">
                  <p:embed/>
                  <p:pic>
                    <p:nvPicPr>
                      <p:cNvPr id="0"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28746" y="6130925"/>
                        <a:ext cx="788987" cy="422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312764959"/>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859"/>
                                        </p:tgtEl>
                                        <p:attrNameLst>
                                          <p:attrName>style.visibility</p:attrName>
                                        </p:attrNameLst>
                                      </p:cBhvr>
                                      <p:to>
                                        <p:strVal val="visible"/>
                                      </p:to>
                                    </p:set>
                                    <p:animEffect transition="in" filter="wipe(left)">
                                      <p:cBhvr>
                                        <p:cTn id="7" dur="500"/>
                                        <p:tgtEl>
                                          <p:spTgt spid="121859"/>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left)">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wipe(left)">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21864"/>
                                        </p:tgtEl>
                                        <p:attrNameLst>
                                          <p:attrName>style.visibility</p:attrName>
                                        </p:attrNameLst>
                                      </p:cBhvr>
                                      <p:to>
                                        <p:strVal val="visible"/>
                                      </p:to>
                                    </p:set>
                                    <p:animEffect transition="in" filter="wipe(left)">
                                      <p:cBhvr>
                                        <p:cTn id="31" dur="500"/>
                                        <p:tgtEl>
                                          <p:spTgt spid="12186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ipe(left)">
                                      <p:cBhvr>
                                        <p:cTn id="3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859"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3" name="Object 21"/>
          <p:cNvGraphicFramePr>
            <a:graphicFrameLocks noChangeAspect="1"/>
          </p:cNvGraphicFramePr>
          <p:nvPr>
            <p:extLst>
              <p:ext uri="{D42A27DB-BD31-4B8C-83A1-F6EECF244321}">
                <p14:modId xmlns:p14="http://schemas.microsoft.com/office/powerpoint/2010/main" val="2632333097"/>
              </p:ext>
            </p:extLst>
          </p:nvPr>
        </p:nvGraphicFramePr>
        <p:xfrm>
          <a:off x="717638" y="2106878"/>
          <a:ext cx="6938962" cy="2171700"/>
        </p:xfrm>
        <a:graphic>
          <a:graphicData uri="http://schemas.openxmlformats.org/presentationml/2006/ole">
            <mc:AlternateContent xmlns:mc="http://schemas.openxmlformats.org/markup-compatibility/2006">
              <mc:Choice xmlns:v="urn:schemas-microsoft-com:vml" Requires="v">
                <p:oleObj name="公式" r:id="rId3" imgW="3022600" imgH="927100" progId="Equation.3">
                  <p:embed/>
                </p:oleObj>
              </mc:Choice>
              <mc:Fallback>
                <p:oleObj name="公式" r:id="rId3" imgW="3022600" imgH="927100" progId="Equation.3">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7638" y="2106878"/>
                        <a:ext cx="6938962" cy="2171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0" name="Rectangle 38"/>
          <p:cNvSpPr>
            <a:spLocks noChangeArrowheads="1"/>
          </p:cNvSpPr>
          <p:nvPr/>
        </p:nvSpPr>
        <p:spPr bwMode="auto">
          <a:xfrm>
            <a:off x="5181688" y="3764228"/>
            <a:ext cx="2376487" cy="50323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78" name="Object 26"/>
          <p:cNvGraphicFramePr>
            <a:graphicFrameLocks noChangeAspect="1"/>
          </p:cNvGraphicFramePr>
          <p:nvPr>
            <p:extLst>
              <p:ext uri="{D42A27DB-BD31-4B8C-83A1-F6EECF244321}">
                <p14:modId xmlns:p14="http://schemas.microsoft.com/office/powerpoint/2010/main" val="2220521450"/>
              </p:ext>
            </p:extLst>
          </p:nvPr>
        </p:nvGraphicFramePr>
        <p:xfrm>
          <a:off x="5542050" y="3764228"/>
          <a:ext cx="1746250" cy="444500"/>
        </p:xfrm>
        <a:graphic>
          <a:graphicData uri="http://schemas.openxmlformats.org/presentationml/2006/ole">
            <mc:AlternateContent xmlns:mc="http://schemas.openxmlformats.org/markup-compatibility/2006">
              <mc:Choice xmlns:v="urn:schemas-microsoft-com:vml" Requires="v">
                <p:oleObj name="公式" r:id="rId5" imgW="1154880" imgH="279720" progId="Equation.3">
                  <p:embed/>
                </p:oleObj>
              </mc:Choice>
              <mc:Fallback>
                <p:oleObj name="公式" r:id="rId5" imgW="1154880" imgH="279720" progId="Equation.3">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42050" y="3764228"/>
                        <a:ext cx="1746250" cy="444500"/>
                      </a:xfrm>
                      <a:prstGeom prst="rect">
                        <a:avLst/>
                      </a:prstGeom>
                      <a:solidFill>
                        <a:schemeClr val="bg1"/>
                      </a:solidFill>
                    </p:spPr>
                  </p:pic>
                </p:oleObj>
              </mc:Fallback>
            </mc:AlternateContent>
          </a:graphicData>
        </a:graphic>
      </p:graphicFrame>
      <p:graphicFrame>
        <p:nvGraphicFramePr>
          <p:cNvPr id="74779" name="Object 27"/>
          <p:cNvGraphicFramePr>
            <a:graphicFrameLocks noChangeAspect="1"/>
          </p:cNvGraphicFramePr>
          <p:nvPr>
            <p:extLst>
              <p:ext uri="{D42A27DB-BD31-4B8C-83A1-F6EECF244321}">
                <p14:modId xmlns:p14="http://schemas.microsoft.com/office/powerpoint/2010/main" val="1327981727"/>
              </p:ext>
            </p:extLst>
          </p:nvPr>
        </p:nvGraphicFramePr>
        <p:xfrm>
          <a:off x="1614447" y="3259403"/>
          <a:ext cx="317500" cy="444500"/>
        </p:xfrm>
        <a:graphic>
          <a:graphicData uri="http://schemas.openxmlformats.org/presentationml/2006/ole">
            <mc:AlternateContent xmlns:mc="http://schemas.openxmlformats.org/markup-compatibility/2006">
              <mc:Choice xmlns:v="urn:schemas-microsoft-com:vml" Requires="v">
                <p:oleObj name="公式" r:id="rId7" imgW="203040" imgH="279720" progId="Equation.3">
                  <p:embed/>
                </p:oleObj>
              </mc:Choice>
              <mc:Fallback>
                <p:oleObj name="公式" r:id="rId7" imgW="203040" imgH="279720" progId="Equation.3">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4447" y="3259403"/>
                        <a:ext cx="317500" cy="444500"/>
                      </a:xfrm>
                      <a:prstGeom prst="rect">
                        <a:avLst/>
                      </a:prstGeom>
                      <a:solidFill>
                        <a:schemeClr val="bg1"/>
                      </a:solidFill>
                    </p:spPr>
                  </p:pic>
                </p:oleObj>
              </mc:Fallback>
            </mc:AlternateContent>
          </a:graphicData>
        </a:graphic>
      </p:graphicFrame>
      <p:graphicFrame>
        <p:nvGraphicFramePr>
          <p:cNvPr id="74774" name="Object 22"/>
          <p:cNvGraphicFramePr>
            <a:graphicFrameLocks noGrp="1" noChangeAspect="1"/>
          </p:cNvGraphicFramePr>
          <p:nvPr>
            <p:ph/>
            <p:extLst>
              <p:ext uri="{D42A27DB-BD31-4B8C-83A1-F6EECF244321}">
                <p14:modId xmlns:p14="http://schemas.microsoft.com/office/powerpoint/2010/main" val="1421938567"/>
              </p:ext>
            </p:extLst>
          </p:nvPr>
        </p:nvGraphicFramePr>
        <p:xfrm>
          <a:off x="1614447" y="3764228"/>
          <a:ext cx="317500" cy="444500"/>
        </p:xfrm>
        <a:graphic>
          <a:graphicData uri="http://schemas.openxmlformats.org/presentationml/2006/ole">
            <mc:AlternateContent xmlns:mc="http://schemas.openxmlformats.org/markup-compatibility/2006">
              <mc:Choice xmlns:v="urn:schemas-microsoft-com:vml" Requires="v">
                <p:oleObj name="公式" r:id="rId7" imgW="203040" imgH="279720" progId="Equation.3">
                  <p:embed/>
                </p:oleObj>
              </mc:Choice>
              <mc:Fallback>
                <p:oleObj name="公式" r:id="rId7" imgW="203040" imgH="279720" progId="Equation.3">
                  <p:embed/>
                  <p:pic>
                    <p:nvPicPr>
                      <p:cNvPr id="0" name="Picture 5"/>
                      <p:cNvPicPr>
                        <a:picLocks noGrp="1"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14447" y="3764228"/>
                        <a:ext cx="317500" cy="444500"/>
                      </a:xfrm>
                      <a:prstGeom prst="rect">
                        <a:avLst/>
                      </a:prstGeom>
                      <a:solidFill>
                        <a:schemeClr val="bg1"/>
                      </a:solidFill>
                    </p:spPr>
                  </p:pic>
                </p:oleObj>
              </mc:Fallback>
            </mc:AlternateContent>
          </a:graphicData>
        </a:graphic>
      </p:graphicFrame>
      <p:sp>
        <p:nvSpPr>
          <p:cNvPr id="74770" name="Rectangle 18"/>
          <p:cNvSpPr>
            <a:spLocks noChangeArrowheads="1"/>
          </p:cNvSpPr>
          <p:nvPr/>
        </p:nvSpPr>
        <p:spPr bwMode="auto">
          <a:xfrm>
            <a:off x="7875" y="1752414"/>
            <a:ext cx="828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000" b="1" dirty="0">
                <a:solidFill>
                  <a:srgbClr val="000000"/>
                </a:solidFill>
                <a:latin typeface="黑体"/>
                <a:ea typeface="黑体"/>
              </a:rPr>
              <a:t>解</a:t>
            </a:r>
            <a:r>
              <a:rPr lang="en-US" altLang="zh-CN" sz="2000" b="1" dirty="0">
                <a:solidFill>
                  <a:srgbClr val="000000"/>
                </a:solidFill>
                <a:latin typeface="黑体"/>
                <a:ea typeface="黑体"/>
              </a:rPr>
              <a:t>: </a:t>
            </a:r>
            <a:r>
              <a:rPr lang="zh-CN" altLang="en-US" sz="2000" b="1" dirty="0">
                <a:solidFill>
                  <a:srgbClr val="000000"/>
                </a:solidFill>
                <a:latin typeface="黑体"/>
                <a:ea typeface="黑体"/>
              </a:rPr>
              <a:t>此行列式的特征</a:t>
            </a:r>
            <a:r>
              <a:rPr lang="en-US" altLang="zh-CN" sz="2000" b="1" dirty="0">
                <a:solidFill>
                  <a:srgbClr val="000000"/>
                </a:solidFill>
                <a:latin typeface="黑体"/>
                <a:ea typeface="黑体"/>
              </a:rPr>
              <a:t>: </a:t>
            </a:r>
            <a:r>
              <a:rPr lang="zh-CN" altLang="en-US" sz="2000" b="1" dirty="0">
                <a:solidFill>
                  <a:srgbClr val="000000"/>
                </a:solidFill>
                <a:latin typeface="黑体"/>
                <a:ea typeface="黑体"/>
              </a:rPr>
              <a:t>相邻两行差别较小 ，用前行消后行的方法。</a:t>
            </a:r>
          </a:p>
        </p:txBody>
      </p:sp>
      <p:sp>
        <p:nvSpPr>
          <p:cNvPr id="74800" name="Rectangle 48"/>
          <p:cNvSpPr>
            <a:spLocks noChangeArrowheads="1"/>
          </p:cNvSpPr>
          <p:nvPr/>
        </p:nvSpPr>
        <p:spPr bwMode="auto">
          <a:xfrm>
            <a:off x="5181688" y="2611703"/>
            <a:ext cx="2376487" cy="50323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6" name="Object 34"/>
          <p:cNvGraphicFramePr>
            <a:graphicFrameLocks noChangeAspect="1"/>
          </p:cNvGraphicFramePr>
          <p:nvPr>
            <p:extLst>
              <p:ext uri="{D42A27DB-BD31-4B8C-83A1-F6EECF244321}">
                <p14:modId xmlns:p14="http://schemas.microsoft.com/office/powerpoint/2010/main" val="2182430134"/>
              </p:ext>
            </p:extLst>
          </p:nvPr>
        </p:nvGraphicFramePr>
        <p:xfrm>
          <a:off x="5757950" y="2611703"/>
          <a:ext cx="1397000" cy="444500"/>
        </p:xfrm>
        <a:graphic>
          <a:graphicData uri="http://schemas.openxmlformats.org/presentationml/2006/ole">
            <mc:AlternateContent xmlns:mc="http://schemas.openxmlformats.org/markup-compatibility/2006">
              <mc:Choice xmlns:v="urn:schemas-microsoft-com:vml" Requires="v">
                <p:oleObj name="公式" r:id="rId10" imgW="913680" imgH="279720" progId="Equation.3">
                  <p:embed/>
                </p:oleObj>
              </mc:Choice>
              <mc:Fallback>
                <p:oleObj name="公式" r:id="rId10" imgW="913680" imgH="279720" progId="Equation.3">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57950" y="2611703"/>
                        <a:ext cx="139700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9" name="Rectangle 47"/>
          <p:cNvSpPr>
            <a:spLocks noChangeArrowheads="1"/>
          </p:cNvSpPr>
          <p:nvPr/>
        </p:nvSpPr>
        <p:spPr bwMode="auto">
          <a:xfrm>
            <a:off x="3381463" y="2683141"/>
            <a:ext cx="1584325"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5" name="Object 33"/>
          <p:cNvGraphicFramePr>
            <a:graphicFrameLocks noChangeAspect="1"/>
          </p:cNvGraphicFramePr>
          <p:nvPr>
            <p:extLst>
              <p:ext uri="{D42A27DB-BD31-4B8C-83A1-F6EECF244321}">
                <p14:modId xmlns:p14="http://schemas.microsoft.com/office/powerpoint/2010/main" val="1385627317"/>
              </p:ext>
            </p:extLst>
          </p:nvPr>
        </p:nvGraphicFramePr>
        <p:xfrm>
          <a:off x="3670388" y="2611703"/>
          <a:ext cx="915987" cy="474663"/>
        </p:xfrm>
        <a:graphic>
          <a:graphicData uri="http://schemas.openxmlformats.org/presentationml/2006/ole">
            <mc:AlternateContent xmlns:mc="http://schemas.openxmlformats.org/markup-compatibility/2006">
              <mc:Choice xmlns:v="urn:schemas-microsoft-com:vml" Requires="v">
                <p:oleObj name="公式" r:id="rId12" imgW="558360" imgH="279720" progId="Equation.3">
                  <p:embed/>
                </p:oleObj>
              </mc:Choice>
              <mc:Fallback>
                <p:oleObj name="公式" r:id="rId12" imgW="558360" imgH="279720" progId="Equation.3">
                  <p:embed/>
                  <p:pic>
                    <p:nvPicPr>
                      <p:cNvPr id="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670388" y="2611703"/>
                        <a:ext cx="915987" cy="4746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8" name="Rectangle 46"/>
          <p:cNvSpPr>
            <a:spLocks noChangeArrowheads="1"/>
          </p:cNvSpPr>
          <p:nvPr/>
        </p:nvSpPr>
        <p:spPr bwMode="auto">
          <a:xfrm>
            <a:off x="2013038" y="2683141"/>
            <a:ext cx="1008062"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4" name="Object 32"/>
          <p:cNvGraphicFramePr>
            <a:graphicFrameLocks noChangeAspect="1"/>
          </p:cNvGraphicFramePr>
          <p:nvPr>
            <p:extLst>
              <p:ext uri="{D42A27DB-BD31-4B8C-83A1-F6EECF244321}">
                <p14:modId xmlns:p14="http://schemas.microsoft.com/office/powerpoint/2010/main" val="4271099971"/>
              </p:ext>
            </p:extLst>
          </p:nvPr>
        </p:nvGraphicFramePr>
        <p:xfrm>
          <a:off x="2446425" y="2683141"/>
          <a:ext cx="317500" cy="431800"/>
        </p:xfrm>
        <a:graphic>
          <a:graphicData uri="http://schemas.openxmlformats.org/presentationml/2006/ole">
            <mc:AlternateContent xmlns:mc="http://schemas.openxmlformats.org/markup-compatibility/2006">
              <mc:Choice xmlns:v="urn:schemas-microsoft-com:vml" Requires="v">
                <p:oleObj name="公式" r:id="rId14" imgW="203040" imgH="216360" progId="Equation.3">
                  <p:embed/>
                </p:oleObj>
              </mc:Choice>
              <mc:Fallback>
                <p:oleObj name="公式" r:id="rId14" imgW="203040" imgH="216360" progId="Equation.3">
                  <p:embed/>
                  <p:pic>
                    <p:nvPicPr>
                      <p:cNvPr id="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46425" y="2683141"/>
                        <a:ext cx="3175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6" name="Rectangle 44"/>
          <p:cNvSpPr>
            <a:spLocks noChangeArrowheads="1"/>
          </p:cNvSpPr>
          <p:nvPr/>
        </p:nvSpPr>
        <p:spPr bwMode="auto">
          <a:xfrm>
            <a:off x="1654263" y="2683141"/>
            <a:ext cx="360362"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95" name="Object 43"/>
          <p:cNvGraphicFramePr>
            <a:graphicFrameLocks noChangeAspect="1"/>
          </p:cNvGraphicFramePr>
          <p:nvPr>
            <p:extLst>
              <p:ext uri="{D42A27DB-BD31-4B8C-83A1-F6EECF244321}">
                <p14:modId xmlns:p14="http://schemas.microsoft.com/office/powerpoint/2010/main" val="3681755377"/>
              </p:ext>
            </p:extLst>
          </p:nvPr>
        </p:nvGraphicFramePr>
        <p:xfrm>
          <a:off x="1614447" y="2683141"/>
          <a:ext cx="317500" cy="444500"/>
        </p:xfrm>
        <a:graphic>
          <a:graphicData uri="http://schemas.openxmlformats.org/presentationml/2006/ole">
            <mc:AlternateContent xmlns:mc="http://schemas.openxmlformats.org/markup-compatibility/2006">
              <mc:Choice xmlns:v="urn:schemas-microsoft-com:vml" Requires="v">
                <p:oleObj name="公式" r:id="rId16" imgW="203040" imgH="279720" progId="Equation.3">
                  <p:embed/>
                </p:oleObj>
              </mc:Choice>
              <mc:Fallback>
                <p:oleObj name="公式" r:id="rId16" imgW="203040" imgH="279720" progId="Equation.3">
                  <p:embed/>
                  <p:pic>
                    <p:nvPicPr>
                      <p:cNvPr id="0"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14447" y="2683141"/>
                        <a:ext cx="31750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4" name="Rectangle 42"/>
          <p:cNvSpPr>
            <a:spLocks noChangeArrowheads="1"/>
          </p:cNvSpPr>
          <p:nvPr/>
        </p:nvSpPr>
        <p:spPr bwMode="auto">
          <a:xfrm>
            <a:off x="5181688" y="3187966"/>
            <a:ext cx="2376487" cy="503237"/>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2" name="Object 30"/>
          <p:cNvGraphicFramePr>
            <a:graphicFrameLocks noChangeAspect="1"/>
          </p:cNvGraphicFramePr>
          <p:nvPr>
            <p:extLst>
              <p:ext uri="{D42A27DB-BD31-4B8C-83A1-F6EECF244321}">
                <p14:modId xmlns:p14="http://schemas.microsoft.com/office/powerpoint/2010/main" val="2341563734"/>
              </p:ext>
            </p:extLst>
          </p:nvPr>
        </p:nvGraphicFramePr>
        <p:xfrm>
          <a:off x="5542050" y="3259403"/>
          <a:ext cx="1746250" cy="444500"/>
        </p:xfrm>
        <a:graphic>
          <a:graphicData uri="http://schemas.openxmlformats.org/presentationml/2006/ole">
            <mc:AlternateContent xmlns:mc="http://schemas.openxmlformats.org/markup-compatibility/2006">
              <mc:Choice xmlns:v="urn:schemas-microsoft-com:vml" Requires="v">
                <p:oleObj name="公式" r:id="rId18" imgW="1154880" imgH="279720" progId="Equation.3">
                  <p:embed/>
                </p:oleObj>
              </mc:Choice>
              <mc:Fallback>
                <p:oleObj name="公式" r:id="rId18" imgW="1154880" imgH="279720" progId="Equation.3">
                  <p:embed/>
                  <p:pic>
                    <p:nvPicPr>
                      <p:cNvPr id="0" name="Picture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542050" y="3259403"/>
                        <a:ext cx="174625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3" name="Rectangle 41"/>
          <p:cNvSpPr>
            <a:spLocks noChangeArrowheads="1"/>
          </p:cNvSpPr>
          <p:nvPr/>
        </p:nvSpPr>
        <p:spPr bwMode="auto">
          <a:xfrm>
            <a:off x="3310025" y="3259403"/>
            <a:ext cx="1584325"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1" name="Object 29"/>
          <p:cNvGraphicFramePr>
            <a:graphicFrameLocks noChangeAspect="1"/>
          </p:cNvGraphicFramePr>
          <p:nvPr>
            <p:extLst>
              <p:ext uri="{D42A27DB-BD31-4B8C-83A1-F6EECF244321}">
                <p14:modId xmlns:p14="http://schemas.microsoft.com/office/powerpoint/2010/main" val="1262129638"/>
              </p:ext>
            </p:extLst>
          </p:nvPr>
        </p:nvGraphicFramePr>
        <p:xfrm>
          <a:off x="3568788" y="3259403"/>
          <a:ext cx="1119187" cy="474663"/>
        </p:xfrm>
        <a:graphic>
          <a:graphicData uri="http://schemas.openxmlformats.org/presentationml/2006/ole">
            <mc:AlternateContent xmlns:mc="http://schemas.openxmlformats.org/markup-compatibility/2006">
              <mc:Choice xmlns:v="urn:schemas-microsoft-com:vml" Requires="v">
                <p:oleObj name="公式" r:id="rId20" imgW="685440" imgH="279720" progId="Equation.3">
                  <p:embed/>
                </p:oleObj>
              </mc:Choice>
              <mc:Fallback>
                <p:oleObj name="公式" r:id="rId20" imgW="685440" imgH="279720" progId="Equation.3">
                  <p:embed/>
                  <p:pic>
                    <p:nvPicPr>
                      <p:cNvPr id="0" name="Picture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568788" y="3259403"/>
                        <a:ext cx="1119187" cy="4746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92" name="Rectangle 40"/>
          <p:cNvSpPr>
            <a:spLocks noChangeArrowheads="1"/>
          </p:cNvSpPr>
          <p:nvPr/>
        </p:nvSpPr>
        <p:spPr bwMode="auto">
          <a:xfrm>
            <a:off x="2086063" y="3187966"/>
            <a:ext cx="1008062"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80" name="Object 28"/>
          <p:cNvGraphicFramePr>
            <a:graphicFrameLocks noChangeAspect="1"/>
          </p:cNvGraphicFramePr>
          <p:nvPr>
            <p:extLst>
              <p:ext uri="{D42A27DB-BD31-4B8C-83A1-F6EECF244321}">
                <p14:modId xmlns:p14="http://schemas.microsoft.com/office/powerpoint/2010/main" val="4107082935"/>
              </p:ext>
            </p:extLst>
          </p:nvPr>
        </p:nvGraphicFramePr>
        <p:xfrm>
          <a:off x="2446425" y="3259403"/>
          <a:ext cx="317500" cy="431800"/>
        </p:xfrm>
        <a:graphic>
          <a:graphicData uri="http://schemas.openxmlformats.org/presentationml/2006/ole">
            <mc:AlternateContent xmlns:mc="http://schemas.openxmlformats.org/markup-compatibility/2006">
              <mc:Choice xmlns:v="urn:schemas-microsoft-com:vml" Requires="v">
                <p:oleObj name="公式" r:id="rId22" imgW="203040" imgH="216360" progId="Equation.3">
                  <p:embed/>
                </p:oleObj>
              </mc:Choice>
              <mc:Fallback>
                <p:oleObj name="公式" r:id="rId22" imgW="203040" imgH="216360" progId="Equation.3">
                  <p:embed/>
                  <p:pic>
                    <p:nvPicPr>
                      <p:cNvPr id="0" name="Picture 1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446425" y="3259403"/>
                        <a:ext cx="3175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89" name="Rectangle 37"/>
          <p:cNvSpPr>
            <a:spLocks noChangeArrowheads="1"/>
          </p:cNvSpPr>
          <p:nvPr/>
        </p:nvSpPr>
        <p:spPr bwMode="auto">
          <a:xfrm>
            <a:off x="3310025" y="3764228"/>
            <a:ext cx="1584325"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77" name="Object 25"/>
          <p:cNvGraphicFramePr>
            <a:graphicFrameLocks noChangeAspect="1"/>
          </p:cNvGraphicFramePr>
          <p:nvPr>
            <p:extLst>
              <p:ext uri="{D42A27DB-BD31-4B8C-83A1-F6EECF244321}">
                <p14:modId xmlns:p14="http://schemas.microsoft.com/office/powerpoint/2010/main" val="939438099"/>
              </p:ext>
            </p:extLst>
          </p:nvPr>
        </p:nvGraphicFramePr>
        <p:xfrm>
          <a:off x="3568788" y="3764228"/>
          <a:ext cx="1119187" cy="474663"/>
        </p:xfrm>
        <a:graphic>
          <a:graphicData uri="http://schemas.openxmlformats.org/presentationml/2006/ole">
            <mc:AlternateContent xmlns:mc="http://schemas.openxmlformats.org/markup-compatibility/2006">
              <mc:Choice xmlns:v="urn:schemas-microsoft-com:vml" Requires="v">
                <p:oleObj name="公式" r:id="rId24" imgW="685440" imgH="279720" progId="Equation.3">
                  <p:embed/>
                </p:oleObj>
              </mc:Choice>
              <mc:Fallback>
                <p:oleObj name="公式" r:id="rId24" imgW="685440" imgH="279720" progId="Equation.3">
                  <p:embed/>
                  <p:pic>
                    <p:nvPicPr>
                      <p:cNvPr id="0"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568788" y="3764228"/>
                        <a:ext cx="1119187" cy="4746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88" name="Rectangle 36"/>
          <p:cNvSpPr>
            <a:spLocks noChangeArrowheads="1"/>
          </p:cNvSpPr>
          <p:nvPr/>
        </p:nvSpPr>
        <p:spPr bwMode="auto">
          <a:xfrm>
            <a:off x="2086063" y="3764228"/>
            <a:ext cx="1008062" cy="431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74776" name="Object 24"/>
          <p:cNvGraphicFramePr>
            <a:graphicFrameLocks noChangeAspect="1"/>
          </p:cNvGraphicFramePr>
          <p:nvPr>
            <p:extLst>
              <p:ext uri="{D42A27DB-BD31-4B8C-83A1-F6EECF244321}">
                <p14:modId xmlns:p14="http://schemas.microsoft.com/office/powerpoint/2010/main" val="3474122516"/>
              </p:ext>
            </p:extLst>
          </p:nvPr>
        </p:nvGraphicFramePr>
        <p:xfrm>
          <a:off x="2446425" y="3835666"/>
          <a:ext cx="317500" cy="431800"/>
        </p:xfrm>
        <a:graphic>
          <a:graphicData uri="http://schemas.openxmlformats.org/presentationml/2006/ole">
            <mc:AlternateContent xmlns:mc="http://schemas.openxmlformats.org/markup-compatibility/2006">
              <mc:Choice xmlns:v="urn:schemas-microsoft-com:vml" Requires="v">
                <p:oleObj name="公式" r:id="rId26" imgW="203040" imgH="216360" progId="Equation.3">
                  <p:embed/>
                </p:oleObj>
              </mc:Choice>
              <mc:Fallback>
                <p:oleObj name="公式" r:id="rId26" imgW="203040" imgH="216360" progId="Equation.3">
                  <p:embed/>
                  <p:pic>
                    <p:nvPicPr>
                      <p:cNvPr id="0" name="Picture 14"/>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46425" y="3835666"/>
                        <a:ext cx="3175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4767" name="Object 15"/>
          <p:cNvGraphicFramePr>
            <a:graphicFrameLocks noChangeAspect="1"/>
          </p:cNvGraphicFramePr>
          <p:nvPr>
            <p:extLst>
              <p:ext uri="{D42A27DB-BD31-4B8C-83A1-F6EECF244321}">
                <p14:modId xmlns:p14="http://schemas.microsoft.com/office/powerpoint/2010/main" val="488591561"/>
              </p:ext>
            </p:extLst>
          </p:nvPr>
        </p:nvGraphicFramePr>
        <p:xfrm>
          <a:off x="1964786" y="-27384"/>
          <a:ext cx="7098313" cy="1800200"/>
        </p:xfrm>
        <a:graphic>
          <a:graphicData uri="http://schemas.openxmlformats.org/presentationml/2006/ole">
            <mc:AlternateContent xmlns:mc="http://schemas.openxmlformats.org/markup-compatibility/2006">
              <mc:Choice xmlns:v="urn:schemas-microsoft-com:vml" Requires="v">
                <p:oleObj name="Equation" r:id="rId28" imgW="2946400" imgH="914400" progId="Equation.3">
                  <p:embed/>
                </p:oleObj>
              </mc:Choice>
              <mc:Fallback>
                <p:oleObj name="Equation" r:id="rId28" imgW="2946400" imgH="914400" progId="Equation.3">
                  <p:embed/>
                  <p:pic>
                    <p:nvPicPr>
                      <p:cNvPr id="0" name="Picture 1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964786" y="-27384"/>
                        <a:ext cx="7098313" cy="180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4772" name="Rectangle 20"/>
          <p:cNvSpPr>
            <a:spLocks noChangeArrowheads="1"/>
          </p:cNvSpPr>
          <p:nvPr/>
        </p:nvSpPr>
        <p:spPr bwMode="auto">
          <a:xfrm>
            <a:off x="22175" y="3789774"/>
            <a:ext cx="89852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1800" b="1" dirty="0">
                <a:solidFill>
                  <a:srgbClr val="000000"/>
                </a:solidFill>
                <a:latin typeface="黑体"/>
                <a:ea typeface="黑体"/>
              </a:rPr>
              <a:t>原式</a:t>
            </a:r>
          </a:p>
        </p:txBody>
      </p:sp>
      <p:graphicFrame>
        <p:nvGraphicFramePr>
          <p:cNvPr id="2" name="对象 1"/>
          <p:cNvGraphicFramePr>
            <a:graphicFrameLocks noChangeAspect="1"/>
          </p:cNvGraphicFramePr>
          <p:nvPr>
            <p:extLst>
              <p:ext uri="{D42A27DB-BD31-4B8C-83A1-F6EECF244321}">
                <p14:modId xmlns:p14="http://schemas.microsoft.com/office/powerpoint/2010/main" val="101919515"/>
              </p:ext>
            </p:extLst>
          </p:nvPr>
        </p:nvGraphicFramePr>
        <p:xfrm>
          <a:off x="-36512" y="4257092"/>
          <a:ext cx="4951413" cy="2492375"/>
        </p:xfrm>
        <a:graphic>
          <a:graphicData uri="http://schemas.openxmlformats.org/presentationml/2006/ole">
            <mc:AlternateContent xmlns:mc="http://schemas.openxmlformats.org/markup-compatibility/2006">
              <mc:Choice xmlns:v="urn:schemas-microsoft-com:vml" Requires="v">
                <p:oleObj name="公式" r:id="rId30" imgW="1841500" imgH="927100" progId="Equation.3">
                  <p:embed/>
                </p:oleObj>
              </mc:Choice>
              <mc:Fallback>
                <p:oleObj name="公式" r:id="rId30" imgW="1841500" imgH="927100" progId="Equation.3">
                  <p:embed/>
                  <p:pic>
                    <p:nvPicPr>
                      <p:cNvPr id="0" name="Picture 1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6512" y="4257092"/>
                        <a:ext cx="4951413" cy="2492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对象 2"/>
          <p:cNvGraphicFramePr>
            <a:graphicFrameLocks noChangeAspect="1"/>
          </p:cNvGraphicFramePr>
          <p:nvPr>
            <p:extLst>
              <p:ext uri="{D42A27DB-BD31-4B8C-83A1-F6EECF244321}">
                <p14:modId xmlns:p14="http://schemas.microsoft.com/office/powerpoint/2010/main" val="1320839774"/>
              </p:ext>
            </p:extLst>
          </p:nvPr>
        </p:nvGraphicFramePr>
        <p:xfrm>
          <a:off x="992188" y="5984292"/>
          <a:ext cx="360363" cy="504825"/>
        </p:xfrm>
        <a:graphic>
          <a:graphicData uri="http://schemas.openxmlformats.org/presentationml/2006/ole">
            <mc:AlternateContent xmlns:mc="http://schemas.openxmlformats.org/markup-compatibility/2006">
              <mc:Choice xmlns:v="urn:schemas-microsoft-com:vml" Requires="v">
                <p:oleObj name="公式" r:id="rId32" imgW="190440" imgH="267120" progId="Equation.3">
                  <p:embed/>
                </p:oleObj>
              </mc:Choice>
              <mc:Fallback>
                <p:oleObj name="公式" r:id="rId32" imgW="190440" imgH="267120" progId="Equation.3">
                  <p:embed/>
                  <p:pic>
                    <p:nvPicPr>
                      <p:cNvPr id="0" name="Picture 17"/>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992188" y="5984292"/>
                        <a:ext cx="360363"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 name="对象 3"/>
          <p:cNvGraphicFramePr>
            <a:graphicFrameLocks noChangeAspect="1"/>
          </p:cNvGraphicFramePr>
          <p:nvPr>
            <p:extLst>
              <p:ext uri="{D42A27DB-BD31-4B8C-83A1-F6EECF244321}">
                <p14:modId xmlns:p14="http://schemas.microsoft.com/office/powerpoint/2010/main" val="2760364960"/>
              </p:ext>
            </p:extLst>
          </p:nvPr>
        </p:nvGraphicFramePr>
        <p:xfrm>
          <a:off x="1620838" y="5984292"/>
          <a:ext cx="290513" cy="504825"/>
        </p:xfrm>
        <a:graphic>
          <a:graphicData uri="http://schemas.openxmlformats.org/presentationml/2006/ole">
            <mc:AlternateContent xmlns:mc="http://schemas.openxmlformats.org/markup-compatibility/2006">
              <mc:Choice xmlns:v="urn:schemas-microsoft-com:vml" Requires="v">
                <p:oleObj name="公式" r:id="rId34" imgW="190440" imgH="267120" progId="Equation.3">
                  <p:embed/>
                </p:oleObj>
              </mc:Choice>
              <mc:Fallback>
                <p:oleObj name="公式" r:id="rId34" imgW="190440" imgH="267120" progId="Equation.3">
                  <p:embed/>
                  <p:pic>
                    <p:nvPicPr>
                      <p:cNvPr id="0" name="Picture 1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1620838" y="5984292"/>
                        <a:ext cx="290513"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 name="对象 4"/>
          <p:cNvGraphicFramePr>
            <a:graphicFrameLocks noChangeAspect="1"/>
          </p:cNvGraphicFramePr>
          <p:nvPr>
            <p:extLst>
              <p:ext uri="{D42A27DB-BD31-4B8C-83A1-F6EECF244321}">
                <p14:modId xmlns:p14="http://schemas.microsoft.com/office/powerpoint/2010/main" val="2988903060"/>
              </p:ext>
            </p:extLst>
          </p:nvPr>
        </p:nvGraphicFramePr>
        <p:xfrm>
          <a:off x="2484438" y="5984292"/>
          <a:ext cx="406400" cy="446088"/>
        </p:xfrm>
        <a:graphic>
          <a:graphicData uri="http://schemas.openxmlformats.org/presentationml/2006/ole">
            <mc:AlternateContent xmlns:mc="http://schemas.openxmlformats.org/markup-compatibility/2006">
              <mc:Choice xmlns:v="urn:schemas-microsoft-com:vml" Requires="v">
                <p:oleObj name="公式" r:id="rId36" imgW="190440" imgH="203400" progId="Equation.3">
                  <p:embed/>
                </p:oleObj>
              </mc:Choice>
              <mc:Fallback>
                <p:oleObj name="公式" r:id="rId36" imgW="190440" imgH="203400" progId="Equation.3">
                  <p:embed/>
                  <p:pic>
                    <p:nvPicPr>
                      <p:cNvPr id="0" name="Picture 19"/>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2484438" y="5984292"/>
                        <a:ext cx="406400" cy="446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对象 5"/>
          <p:cNvGraphicFramePr>
            <a:graphicFrameLocks noChangeAspect="1"/>
          </p:cNvGraphicFramePr>
          <p:nvPr>
            <p:extLst>
              <p:ext uri="{D42A27DB-BD31-4B8C-83A1-F6EECF244321}">
                <p14:modId xmlns:p14="http://schemas.microsoft.com/office/powerpoint/2010/main" val="95082044"/>
              </p:ext>
            </p:extLst>
          </p:nvPr>
        </p:nvGraphicFramePr>
        <p:xfrm>
          <a:off x="3625851" y="5984292"/>
          <a:ext cx="1047750" cy="444500"/>
        </p:xfrm>
        <a:graphic>
          <a:graphicData uri="http://schemas.openxmlformats.org/presentationml/2006/ole">
            <mc:AlternateContent xmlns:mc="http://schemas.openxmlformats.org/markup-compatibility/2006">
              <mc:Choice xmlns:v="urn:schemas-microsoft-com:vml" Requires="v">
                <p:oleObj name="公式" r:id="rId38" imgW="672480" imgH="267120" progId="Equation.3">
                  <p:embed/>
                </p:oleObj>
              </mc:Choice>
              <mc:Fallback>
                <p:oleObj name="公式" r:id="rId38" imgW="672480" imgH="267120" progId="Equation.3">
                  <p:embed/>
                  <p:pic>
                    <p:nvPicPr>
                      <p:cNvPr id="0" name="Picture 20"/>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3625851" y="5984292"/>
                        <a:ext cx="10477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 name="对象 6"/>
          <p:cNvGraphicFramePr>
            <a:graphicFrameLocks noChangeAspect="1"/>
          </p:cNvGraphicFramePr>
          <p:nvPr>
            <p:extLst>
              <p:ext uri="{D42A27DB-BD31-4B8C-83A1-F6EECF244321}">
                <p14:modId xmlns:p14="http://schemas.microsoft.com/office/powerpoint/2010/main" val="300497385"/>
              </p:ext>
            </p:extLst>
          </p:nvPr>
        </p:nvGraphicFramePr>
        <p:xfrm>
          <a:off x="992188" y="5408030"/>
          <a:ext cx="360363" cy="504825"/>
        </p:xfrm>
        <a:graphic>
          <a:graphicData uri="http://schemas.openxmlformats.org/presentationml/2006/ole">
            <mc:AlternateContent xmlns:mc="http://schemas.openxmlformats.org/markup-compatibility/2006">
              <mc:Choice xmlns:v="urn:schemas-microsoft-com:vml" Requires="v">
                <p:oleObj name="公式" r:id="rId40" imgW="190440" imgH="267120" progId="Equation.3">
                  <p:embed/>
                </p:oleObj>
              </mc:Choice>
              <mc:Fallback>
                <p:oleObj name="公式" r:id="rId40" imgW="190440" imgH="267120" progId="Equation.3">
                  <p:embed/>
                  <p:pic>
                    <p:nvPicPr>
                      <p:cNvPr id="0" name="Picture 21"/>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992188" y="5408030"/>
                        <a:ext cx="360363"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 name="对象 7"/>
          <p:cNvGraphicFramePr>
            <a:graphicFrameLocks noChangeAspect="1"/>
          </p:cNvGraphicFramePr>
          <p:nvPr>
            <p:extLst>
              <p:ext uri="{D42A27DB-BD31-4B8C-83A1-F6EECF244321}">
                <p14:modId xmlns:p14="http://schemas.microsoft.com/office/powerpoint/2010/main" val="4094132808"/>
              </p:ext>
            </p:extLst>
          </p:nvPr>
        </p:nvGraphicFramePr>
        <p:xfrm>
          <a:off x="1620838" y="5408030"/>
          <a:ext cx="288925" cy="503237"/>
        </p:xfrm>
        <a:graphic>
          <a:graphicData uri="http://schemas.openxmlformats.org/presentationml/2006/ole">
            <mc:AlternateContent xmlns:mc="http://schemas.openxmlformats.org/markup-compatibility/2006">
              <mc:Choice xmlns:v="urn:schemas-microsoft-com:vml" Requires="v">
                <p:oleObj name="公式" r:id="rId42" imgW="190440" imgH="267120" progId="Equation.3">
                  <p:embed/>
                </p:oleObj>
              </mc:Choice>
              <mc:Fallback>
                <p:oleObj name="公式" r:id="rId42" imgW="190440" imgH="267120" progId="Equation.3">
                  <p:embed/>
                  <p:pic>
                    <p:nvPicPr>
                      <p:cNvPr id="0" name="Picture 22"/>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1620838" y="5408030"/>
                        <a:ext cx="288925" cy="503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 name="对象 8"/>
          <p:cNvGraphicFramePr>
            <a:graphicFrameLocks noChangeAspect="1"/>
          </p:cNvGraphicFramePr>
          <p:nvPr>
            <p:extLst>
              <p:ext uri="{D42A27DB-BD31-4B8C-83A1-F6EECF244321}">
                <p14:modId xmlns:p14="http://schemas.microsoft.com/office/powerpoint/2010/main" val="1496638381"/>
              </p:ext>
            </p:extLst>
          </p:nvPr>
        </p:nvGraphicFramePr>
        <p:xfrm>
          <a:off x="2484438" y="5481055"/>
          <a:ext cx="404813" cy="444500"/>
        </p:xfrm>
        <a:graphic>
          <a:graphicData uri="http://schemas.openxmlformats.org/presentationml/2006/ole">
            <mc:AlternateContent xmlns:mc="http://schemas.openxmlformats.org/markup-compatibility/2006">
              <mc:Choice xmlns:v="urn:schemas-microsoft-com:vml" Requires="v">
                <p:oleObj name="公式" r:id="rId44" imgW="190440" imgH="203400" progId="Equation.3">
                  <p:embed/>
                </p:oleObj>
              </mc:Choice>
              <mc:Fallback>
                <p:oleObj name="公式" r:id="rId44" imgW="190440" imgH="203400" progId="Equation.3">
                  <p:embed/>
                  <p:pic>
                    <p:nvPicPr>
                      <p:cNvPr id="0" name="Picture 23"/>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2484438" y="5481055"/>
                        <a:ext cx="404813"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 name="对象 9"/>
          <p:cNvGraphicFramePr>
            <a:graphicFrameLocks noChangeAspect="1"/>
          </p:cNvGraphicFramePr>
          <p:nvPr>
            <p:extLst>
              <p:ext uri="{D42A27DB-BD31-4B8C-83A1-F6EECF244321}">
                <p14:modId xmlns:p14="http://schemas.microsoft.com/office/powerpoint/2010/main" val="3283017895"/>
              </p:ext>
            </p:extLst>
          </p:nvPr>
        </p:nvGraphicFramePr>
        <p:xfrm>
          <a:off x="3625851" y="5481055"/>
          <a:ext cx="1047750" cy="444500"/>
        </p:xfrm>
        <a:graphic>
          <a:graphicData uri="http://schemas.openxmlformats.org/presentationml/2006/ole">
            <mc:AlternateContent xmlns:mc="http://schemas.openxmlformats.org/markup-compatibility/2006">
              <mc:Choice xmlns:v="urn:schemas-microsoft-com:vml" Requires="v">
                <p:oleObj name="公式" r:id="rId46" imgW="672480" imgH="267120" progId="Equation.3">
                  <p:embed/>
                </p:oleObj>
              </mc:Choice>
              <mc:Fallback>
                <p:oleObj name="公式" r:id="rId46" imgW="672480" imgH="267120" progId="Equation.3">
                  <p:embed/>
                  <p:pic>
                    <p:nvPicPr>
                      <p:cNvPr id="0" name="Picture 24"/>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3625851" y="5481055"/>
                        <a:ext cx="10477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 name="对象 10"/>
          <p:cNvGraphicFramePr>
            <a:graphicFrameLocks noChangeAspect="1"/>
          </p:cNvGraphicFramePr>
          <p:nvPr>
            <p:extLst>
              <p:ext uri="{D42A27DB-BD31-4B8C-83A1-F6EECF244321}">
                <p14:modId xmlns:p14="http://schemas.microsoft.com/office/powerpoint/2010/main" val="3323077588"/>
              </p:ext>
            </p:extLst>
          </p:nvPr>
        </p:nvGraphicFramePr>
        <p:xfrm>
          <a:off x="4824028" y="4292017"/>
          <a:ext cx="3646406" cy="2492375"/>
        </p:xfrm>
        <a:graphic>
          <a:graphicData uri="http://schemas.openxmlformats.org/presentationml/2006/ole">
            <mc:AlternateContent xmlns:mc="http://schemas.openxmlformats.org/markup-compatibility/2006">
              <mc:Choice xmlns:v="urn:schemas-microsoft-com:vml" Requires="v">
                <p:oleObj name="公式" r:id="rId48" imgW="1841500" imgH="927100" progId="Equation.3">
                  <p:embed/>
                </p:oleObj>
              </mc:Choice>
              <mc:Fallback>
                <p:oleObj name="公式" r:id="rId48" imgW="1841500" imgH="927100" progId="Equation.3">
                  <p:embed/>
                  <p:pic>
                    <p:nvPicPr>
                      <p:cNvPr id="0" name="Picture 25"/>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4824028" y="4292017"/>
                        <a:ext cx="3646406" cy="2492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对象 11"/>
          <p:cNvGraphicFramePr>
            <a:graphicFrameLocks noGrp="1" noChangeAspect="1"/>
          </p:cNvGraphicFramePr>
          <p:nvPr>
            <p:extLst>
              <p:ext uri="{D42A27DB-BD31-4B8C-83A1-F6EECF244321}">
                <p14:modId xmlns:p14="http://schemas.microsoft.com/office/powerpoint/2010/main" val="1302708497"/>
              </p:ext>
            </p:extLst>
          </p:nvPr>
        </p:nvGraphicFramePr>
        <p:xfrm>
          <a:off x="8470435" y="5373216"/>
          <a:ext cx="673566" cy="623888"/>
        </p:xfrm>
        <a:graphic>
          <a:graphicData uri="http://schemas.openxmlformats.org/presentationml/2006/ole">
            <mc:AlternateContent xmlns:mc="http://schemas.openxmlformats.org/markup-compatibility/2006">
              <mc:Choice xmlns:v="urn:schemas-microsoft-com:vml" Requires="v">
                <p:oleObj name="公式" r:id="rId50" imgW="304536" imgH="203024" progId="Equation.3">
                  <p:embed/>
                </p:oleObj>
              </mc:Choice>
              <mc:Fallback>
                <p:oleObj name="公式" r:id="rId50" imgW="304536" imgH="203024" progId="Equation.3">
                  <p:embed/>
                  <p:pic>
                    <p:nvPicPr>
                      <p:cNvPr id="0" name="Picture 26"/>
                      <p:cNvPicPr>
                        <a:picLocks noGrp="1" noChangeAspect="1" noChangeArrowheads="1"/>
                      </p:cNvPicPr>
                      <p:nvPr/>
                    </p:nvPicPr>
                    <p:blipFill>
                      <a:blip r:embed="rId51">
                        <a:extLst>
                          <a:ext uri="{28A0092B-C50C-407E-A947-70E740481C1C}">
                            <a14:useLocalDpi xmlns:a14="http://schemas.microsoft.com/office/drawing/2010/main" val="0"/>
                          </a:ext>
                        </a:extLst>
                      </a:blip>
                      <a:srcRect/>
                      <a:stretch>
                        <a:fillRect/>
                      </a:stretch>
                    </p:blipFill>
                    <p:spPr bwMode="auto">
                      <a:xfrm>
                        <a:off x="8470435" y="5373216"/>
                        <a:ext cx="673566" cy="6238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Rectangle 2">
            <a:extLst>
              <a:ext uri="{FF2B5EF4-FFF2-40B4-BE49-F238E27FC236}">
                <a16:creationId xmlns:a16="http://schemas.microsoft.com/office/drawing/2014/main" id="{A92E5388-0606-E48C-C1C6-BE708D7CEECF}"/>
              </a:ext>
            </a:extLst>
          </p:cNvPr>
          <p:cNvSpPr>
            <a:spLocks noChangeArrowheads="1"/>
          </p:cNvSpPr>
          <p:nvPr/>
        </p:nvSpPr>
        <p:spPr bwMode="auto">
          <a:xfrm>
            <a:off x="0" y="0"/>
            <a:ext cx="14430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微软雅黑" pitchFamily="34" charset="-122"/>
                <a:ea typeface="微软雅黑" pitchFamily="34" charset="-122"/>
              </a:rPr>
              <a:t>例</a:t>
            </a:r>
            <a:r>
              <a:rPr lang="en-US" altLang="zh-CN" sz="2800" b="1" dirty="0">
                <a:solidFill>
                  <a:srgbClr val="000000"/>
                </a:solidFill>
                <a:latin typeface="黑体" pitchFamily="49" charset="-122"/>
                <a:ea typeface="黑体" pitchFamily="49" charset="-122"/>
              </a:rPr>
              <a:t> </a:t>
            </a:r>
            <a:r>
              <a:rPr lang="zh-CN" altLang="en-US" sz="2800" b="1" dirty="0">
                <a:solidFill>
                  <a:srgbClr val="000000"/>
                </a:solidFill>
                <a:latin typeface="微软雅黑" pitchFamily="34" charset="-122"/>
                <a:ea typeface="微软雅黑" pitchFamily="34" charset="-122"/>
              </a:rPr>
              <a:t>计算</a:t>
            </a:r>
          </a:p>
        </p:txBody>
      </p:sp>
      <p:cxnSp>
        <p:nvCxnSpPr>
          <p:cNvPr id="15" name="直接连接符 14">
            <a:extLst>
              <a:ext uri="{FF2B5EF4-FFF2-40B4-BE49-F238E27FC236}">
                <a16:creationId xmlns:a16="http://schemas.microsoft.com/office/drawing/2014/main" id="{B3263FEC-CD4F-759A-9A8E-7CB63024B304}"/>
              </a:ext>
            </a:extLst>
          </p:cNvPr>
          <p:cNvCxnSpPr/>
          <p:nvPr/>
        </p:nvCxnSpPr>
        <p:spPr bwMode="auto">
          <a:xfrm>
            <a:off x="0" y="1772816"/>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160539161"/>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770"/>
                                        </p:tgtEl>
                                        <p:attrNameLst>
                                          <p:attrName>style.visibility</p:attrName>
                                        </p:attrNameLst>
                                      </p:cBhvr>
                                      <p:to>
                                        <p:strVal val="visible"/>
                                      </p:to>
                                    </p:set>
                                    <p:animEffect transition="in" filter="wipe(left)">
                                      <p:cBhvr>
                                        <p:cTn id="7" dur="1000"/>
                                        <p:tgtEl>
                                          <p:spTgt spid="747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4772"/>
                                        </p:tgtEl>
                                        <p:attrNameLst>
                                          <p:attrName>style.visibility</p:attrName>
                                        </p:attrNameLst>
                                      </p:cBhvr>
                                      <p:to>
                                        <p:strVal val="visible"/>
                                      </p:to>
                                    </p:set>
                                    <p:animEffect transition="in" filter="wipe(left)">
                                      <p:cBhvr>
                                        <p:cTn id="12" dur="500"/>
                                        <p:tgtEl>
                                          <p:spTgt spid="74772"/>
                                        </p:tgtEl>
                                      </p:cBhvr>
                                    </p:animEffect>
                                  </p:childTnLst>
                                </p:cTn>
                              </p:par>
                              <p:par>
                                <p:cTn id="13" presetID="22" presetClass="entr" presetSubtype="8" fill="hold" nodeType="withEffect">
                                  <p:stCondLst>
                                    <p:cond delay="0"/>
                                  </p:stCondLst>
                                  <p:childTnLst>
                                    <p:set>
                                      <p:cBhvr>
                                        <p:cTn id="14" dur="1" fill="hold">
                                          <p:stCondLst>
                                            <p:cond delay="0"/>
                                          </p:stCondLst>
                                        </p:cTn>
                                        <p:tgtEl>
                                          <p:spTgt spid="74773"/>
                                        </p:tgtEl>
                                        <p:attrNameLst>
                                          <p:attrName>style.visibility</p:attrName>
                                        </p:attrNameLst>
                                      </p:cBhvr>
                                      <p:to>
                                        <p:strVal val="visible"/>
                                      </p:to>
                                    </p:set>
                                    <p:animEffect transition="in" filter="wipe(left)">
                                      <p:cBhvr>
                                        <p:cTn id="15" dur="500"/>
                                        <p:tgtEl>
                                          <p:spTgt spid="7477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74774"/>
                                        </p:tgtEl>
                                        <p:attrNameLst>
                                          <p:attrName>style.visibility</p:attrName>
                                        </p:attrNameLst>
                                      </p:cBhvr>
                                      <p:to>
                                        <p:strVal val="visible"/>
                                      </p:to>
                                    </p:set>
                                    <p:animEffect transition="in" filter="wipe(left)">
                                      <p:cBhvr>
                                        <p:cTn id="20" dur="1000"/>
                                        <p:tgtEl>
                                          <p:spTgt spid="7477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74788"/>
                                        </p:tgtEl>
                                        <p:attrNameLst>
                                          <p:attrName>style.visibility</p:attrName>
                                        </p:attrNameLst>
                                      </p:cBhvr>
                                      <p:to>
                                        <p:strVal val="visible"/>
                                      </p:to>
                                    </p:set>
                                    <p:animEffect transition="in" filter="wipe(left)">
                                      <p:cBhvr>
                                        <p:cTn id="25" dur="500"/>
                                        <p:tgtEl>
                                          <p:spTgt spid="74788"/>
                                        </p:tgtEl>
                                      </p:cBhvr>
                                    </p:animEffect>
                                  </p:childTnLst>
                                </p:cTn>
                              </p:par>
                              <p:par>
                                <p:cTn id="26" presetID="22" presetClass="entr" presetSubtype="8" fill="hold" nodeType="withEffect">
                                  <p:stCondLst>
                                    <p:cond delay="0"/>
                                  </p:stCondLst>
                                  <p:childTnLst>
                                    <p:set>
                                      <p:cBhvr>
                                        <p:cTn id="27" dur="1" fill="hold">
                                          <p:stCondLst>
                                            <p:cond delay="0"/>
                                          </p:stCondLst>
                                        </p:cTn>
                                        <p:tgtEl>
                                          <p:spTgt spid="74776"/>
                                        </p:tgtEl>
                                        <p:attrNameLst>
                                          <p:attrName>style.visibility</p:attrName>
                                        </p:attrNameLst>
                                      </p:cBhvr>
                                      <p:to>
                                        <p:strVal val="visible"/>
                                      </p:to>
                                    </p:set>
                                    <p:animEffect transition="in" filter="wipe(left)">
                                      <p:cBhvr>
                                        <p:cTn id="28" dur="1000"/>
                                        <p:tgtEl>
                                          <p:spTgt spid="7477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74789"/>
                                        </p:tgtEl>
                                        <p:attrNameLst>
                                          <p:attrName>style.visibility</p:attrName>
                                        </p:attrNameLst>
                                      </p:cBhvr>
                                      <p:to>
                                        <p:strVal val="visible"/>
                                      </p:to>
                                    </p:set>
                                    <p:animEffect transition="in" filter="wipe(left)">
                                      <p:cBhvr>
                                        <p:cTn id="33" dur="500"/>
                                        <p:tgtEl>
                                          <p:spTgt spid="74789"/>
                                        </p:tgtEl>
                                      </p:cBhvr>
                                    </p:animEffect>
                                  </p:childTnLst>
                                </p:cTn>
                              </p:par>
                              <p:par>
                                <p:cTn id="34" presetID="22" presetClass="entr" presetSubtype="8" fill="hold" nodeType="withEffect">
                                  <p:stCondLst>
                                    <p:cond delay="0"/>
                                  </p:stCondLst>
                                  <p:childTnLst>
                                    <p:set>
                                      <p:cBhvr>
                                        <p:cTn id="35" dur="1" fill="hold">
                                          <p:stCondLst>
                                            <p:cond delay="0"/>
                                          </p:stCondLst>
                                        </p:cTn>
                                        <p:tgtEl>
                                          <p:spTgt spid="74777"/>
                                        </p:tgtEl>
                                        <p:attrNameLst>
                                          <p:attrName>style.visibility</p:attrName>
                                        </p:attrNameLst>
                                      </p:cBhvr>
                                      <p:to>
                                        <p:strVal val="visible"/>
                                      </p:to>
                                    </p:set>
                                    <p:animEffect transition="in" filter="wipe(left)">
                                      <p:cBhvr>
                                        <p:cTn id="36" dur="1000"/>
                                        <p:tgtEl>
                                          <p:spTgt spid="7477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74790"/>
                                        </p:tgtEl>
                                        <p:attrNameLst>
                                          <p:attrName>style.visibility</p:attrName>
                                        </p:attrNameLst>
                                      </p:cBhvr>
                                      <p:to>
                                        <p:strVal val="visible"/>
                                      </p:to>
                                    </p:set>
                                    <p:animEffect transition="in" filter="wipe(left)">
                                      <p:cBhvr>
                                        <p:cTn id="41" dur="500"/>
                                        <p:tgtEl>
                                          <p:spTgt spid="74790"/>
                                        </p:tgtEl>
                                      </p:cBhvr>
                                    </p:animEffect>
                                  </p:childTnLst>
                                </p:cTn>
                              </p:par>
                              <p:par>
                                <p:cTn id="42" presetID="22" presetClass="entr" presetSubtype="8" fill="hold" nodeType="withEffect">
                                  <p:stCondLst>
                                    <p:cond delay="0"/>
                                  </p:stCondLst>
                                  <p:childTnLst>
                                    <p:set>
                                      <p:cBhvr>
                                        <p:cTn id="43" dur="1" fill="hold">
                                          <p:stCondLst>
                                            <p:cond delay="0"/>
                                          </p:stCondLst>
                                        </p:cTn>
                                        <p:tgtEl>
                                          <p:spTgt spid="74778"/>
                                        </p:tgtEl>
                                        <p:attrNameLst>
                                          <p:attrName>style.visibility</p:attrName>
                                        </p:attrNameLst>
                                      </p:cBhvr>
                                      <p:to>
                                        <p:strVal val="visible"/>
                                      </p:to>
                                    </p:set>
                                    <p:animEffect transition="in" filter="wipe(left)">
                                      <p:cBhvr>
                                        <p:cTn id="44" dur="1000"/>
                                        <p:tgtEl>
                                          <p:spTgt spid="74778"/>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74779"/>
                                        </p:tgtEl>
                                        <p:attrNameLst>
                                          <p:attrName>style.visibility</p:attrName>
                                        </p:attrNameLst>
                                      </p:cBhvr>
                                      <p:to>
                                        <p:strVal val="visible"/>
                                      </p:to>
                                    </p:set>
                                    <p:animEffect transition="in" filter="wipe(left)">
                                      <p:cBhvr>
                                        <p:cTn id="49" dur="1000"/>
                                        <p:tgtEl>
                                          <p:spTgt spid="74779"/>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74792"/>
                                        </p:tgtEl>
                                        <p:attrNameLst>
                                          <p:attrName>style.visibility</p:attrName>
                                        </p:attrNameLst>
                                      </p:cBhvr>
                                      <p:to>
                                        <p:strVal val="visible"/>
                                      </p:to>
                                    </p:set>
                                    <p:animEffect transition="in" filter="wipe(left)">
                                      <p:cBhvr>
                                        <p:cTn id="54" dur="500"/>
                                        <p:tgtEl>
                                          <p:spTgt spid="74792"/>
                                        </p:tgtEl>
                                      </p:cBhvr>
                                    </p:animEffect>
                                  </p:childTnLst>
                                </p:cTn>
                              </p:par>
                              <p:par>
                                <p:cTn id="55" presetID="22" presetClass="entr" presetSubtype="8" fill="hold" nodeType="withEffect">
                                  <p:stCondLst>
                                    <p:cond delay="0"/>
                                  </p:stCondLst>
                                  <p:childTnLst>
                                    <p:set>
                                      <p:cBhvr>
                                        <p:cTn id="56" dur="1" fill="hold">
                                          <p:stCondLst>
                                            <p:cond delay="0"/>
                                          </p:stCondLst>
                                        </p:cTn>
                                        <p:tgtEl>
                                          <p:spTgt spid="74780"/>
                                        </p:tgtEl>
                                        <p:attrNameLst>
                                          <p:attrName>style.visibility</p:attrName>
                                        </p:attrNameLst>
                                      </p:cBhvr>
                                      <p:to>
                                        <p:strVal val="visible"/>
                                      </p:to>
                                    </p:set>
                                    <p:animEffect transition="in" filter="wipe(left)">
                                      <p:cBhvr>
                                        <p:cTn id="57" dur="1000"/>
                                        <p:tgtEl>
                                          <p:spTgt spid="7478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74793"/>
                                        </p:tgtEl>
                                        <p:attrNameLst>
                                          <p:attrName>style.visibility</p:attrName>
                                        </p:attrNameLst>
                                      </p:cBhvr>
                                      <p:to>
                                        <p:strVal val="visible"/>
                                      </p:to>
                                    </p:set>
                                    <p:animEffect transition="in" filter="wipe(left)">
                                      <p:cBhvr>
                                        <p:cTn id="62" dur="500"/>
                                        <p:tgtEl>
                                          <p:spTgt spid="74793"/>
                                        </p:tgtEl>
                                      </p:cBhvr>
                                    </p:animEffect>
                                  </p:childTnLst>
                                </p:cTn>
                              </p:par>
                              <p:par>
                                <p:cTn id="63" presetID="22" presetClass="entr" presetSubtype="8" fill="hold" nodeType="withEffect">
                                  <p:stCondLst>
                                    <p:cond delay="0"/>
                                  </p:stCondLst>
                                  <p:childTnLst>
                                    <p:set>
                                      <p:cBhvr>
                                        <p:cTn id="64" dur="1" fill="hold">
                                          <p:stCondLst>
                                            <p:cond delay="0"/>
                                          </p:stCondLst>
                                        </p:cTn>
                                        <p:tgtEl>
                                          <p:spTgt spid="74781"/>
                                        </p:tgtEl>
                                        <p:attrNameLst>
                                          <p:attrName>style.visibility</p:attrName>
                                        </p:attrNameLst>
                                      </p:cBhvr>
                                      <p:to>
                                        <p:strVal val="visible"/>
                                      </p:to>
                                    </p:set>
                                    <p:animEffect transition="in" filter="wipe(left)">
                                      <p:cBhvr>
                                        <p:cTn id="65" dur="1000"/>
                                        <p:tgtEl>
                                          <p:spTgt spid="74781"/>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74794"/>
                                        </p:tgtEl>
                                        <p:attrNameLst>
                                          <p:attrName>style.visibility</p:attrName>
                                        </p:attrNameLst>
                                      </p:cBhvr>
                                      <p:to>
                                        <p:strVal val="visible"/>
                                      </p:to>
                                    </p:set>
                                    <p:animEffect transition="in" filter="wipe(left)">
                                      <p:cBhvr>
                                        <p:cTn id="70" dur="500"/>
                                        <p:tgtEl>
                                          <p:spTgt spid="74794"/>
                                        </p:tgtEl>
                                      </p:cBhvr>
                                    </p:animEffect>
                                  </p:childTnLst>
                                </p:cTn>
                              </p:par>
                              <p:par>
                                <p:cTn id="71" presetID="22" presetClass="entr" presetSubtype="8" fill="hold" nodeType="withEffect">
                                  <p:stCondLst>
                                    <p:cond delay="0"/>
                                  </p:stCondLst>
                                  <p:childTnLst>
                                    <p:set>
                                      <p:cBhvr>
                                        <p:cTn id="72" dur="1" fill="hold">
                                          <p:stCondLst>
                                            <p:cond delay="0"/>
                                          </p:stCondLst>
                                        </p:cTn>
                                        <p:tgtEl>
                                          <p:spTgt spid="74782"/>
                                        </p:tgtEl>
                                        <p:attrNameLst>
                                          <p:attrName>style.visibility</p:attrName>
                                        </p:attrNameLst>
                                      </p:cBhvr>
                                      <p:to>
                                        <p:strVal val="visible"/>
                                      </p:to>
                                    </p:set>
                                    <p:animEffect transition="in" filter="wipe(left)">
                                      <p:cBhvr>
                                        <p:cTn id="73" dur="1000"/>
                                        <p:tgtEl>
                                          <p:spTgt spid="74782"/>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74796"/>
                                        </p:tgtEl>
                                        <p:attrNameLst>
                                          <p:attrName>style.visibility</p:attrName>
                                        </p:attrNameLst>
                                      </p:cBhvr>
                                      <p:to>
                                        <p:strVal val="visible"/>
                                      </p:to>
                                    </p:set>
                                    <p:animEffect transition="in" filter="wipe(left)">
                                      <p:cBhvr>
                                        <p:cTn id="78" dur="500"/>
                                        <p:tgtEl>
                                          <p:spTgt spid="74796"/>
                                        </p:tgtEl>
                                      </p:cBhvr>
                                    </p:animEffect>
                                  </p:childTnLst>
                                </p:cTn>
                              </p:par>
                              <p:par>
                                <p:cTn id="79" presetID="22" presetClass="entr" presetSubtype="8" fill="hold" nodeType="withEffect">
                                  <p:stCondLst>
                                    <p:cond delay="0"/>
                                  </p:stCondLst>
                                  <p:childTnLst>
                                    <p:set>
                                      <p:cBhvr>
                                        <p:cTn id="80" dur="1" fill="hold">
                                          <p:stCondLst>
                                            <p:cond delay="0"/>
                                          </p:stCondLst>
                                        </p:cTn>
                                        <p:tgtEl>
                                          <p:spTgt spid="74795"/>
                                        </p:tgtEl>
                                        <p:attrNameLst>
                                          <p:attrName>style.visibility</p:attrName>
                                        </p:attrNameLst>
                                      </p:cBhvr>
                                      <p:to>
                                        <p:strVal val="visible"/>
                                      </p:to>
                                    </p:set>
                                    <p:animEffect transition="in" filter="wipe(left)">
                                      <p:cBhvr>
                                        <p:cTn id="81" dur="1000"/>
                                        <p:tgtEl>
                                          <p:spTgt spid="74795"/>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grpId="0" nodeType="clickEffect">
                                  <p:stCondLst>
                                    <p:cond delay="0"/>
                                  </p:stCondLst>
                                  <p:childTnLst>
                                    <p:set>
                                      <p:cBhvr>
                                        <p:cTn id="85" dur="1" fill="hold">
                                          <p:stCondLst>
                                            <p:cond delay="0"/>
                                          </p:stCondLst>
                                        </p:cTn>
                                        <p:tgtEl>
                                          <p:spTgt spid="74798"/>
                                        </p:tgtEl>
                                        <p:attrNameLst>
                                          <p:attrName>style.visibility</p:attrName>
                                        </p:attrNameLst>
                                      </p:cBhvr>
                                      <p:to>
                                        <p:strVal val="visible"/>
                                      </p:to>
                                    </p:set>
                                    <p:animEffect transition="in" filter="wipe(left)">
                                      <p:cBhvr>
                                        <p:cTn id="86" dur="500"/>
                                        <p:tgtEl>
                                          <p:spTgt spid="74798"/>
                                        </p:tgtEl>
                                      </p:cBhvr>
                                    </p:animEffect>
                                  </p:childTnLst>
                                </p:cTn>
                              </p:par>
                              <p:par>
                                <p:cTn id="87" presetID="22" presetClass="entr" presetSubtype="8" fill="hold" nodeType="withEffect">
                                  <p:stCondLst>
                                    <p:cond delay="0"/>
                                  </p:stCondLst>
                                  <p:childTnLst>
                                    <p:set>
                                      <p:cBhvr>
                                        <p:cTn id="88" dur="1" fill="hold">
                                          <p:stCondLst>
                                            <p:cond delay="0"/>
                                          </p:stCondLst>
                                        </p:cTn>
                                        <p:tgtEl>
                                          <p:spTgt spid="74784"/>
                                        </p:tgtEl>
                                        <p:attrNameLst>
                                          <p:attrName>style.visibility</p:attrName>
                                        </p:attrNameLst>
                                      </p:cBhvr>
                                      <p:to>
                                        <p:strVal val="visible"/>
                                      </p:to>
                                    </p:set>
                                    <p:animEffect transition="in" filter="wipe(left)">
                                      <p:cBhvr>
                                        <p:cTn id="89" dur="1000"/>
                                        <p:tgtEl>
                                          <p:spTgt spid="74784"/>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74799"/>
                                        </p:tgtEl>
                                        <p:attrNameLst>
                                          <p:attrName>style.visibility</p:attrName>
                                        </p:attrNameLst>
                                      </p:cBhvr>
                                      <p:to>
                                        <p:strVal val="visible"/>
                                      </p:to>
                                    </p:set>
                                    <p:animEffect transition="in" filter="wipe(left)">
                                      <p:cBhvr>
                                        <p:cTn id="94" dur="500"/>
                                        <p:tgtEl>
                                          <p:spTgt spid="74799"/>
                                        </p:tgtEl>
                                      </p:cBhvr>
                                    </p:animEffect>
                                  </p:childTnLst>
                                </p:cTn>
                              </p:par>
                              <p:par>
                                <p:cTn id="95" presetID="22" presetClass="entr" presetSubtype="8" fill="hold" nodeType="withEffect">
                                  <p:stCondLst>
                                    <p:cond delay="0"/>
                                  </p:stCondLst>
                                  <p:childTnLst>
                                    <p:set>
                                      <p:cBhvr>
                                        <p:cTn id="96" dur="1" fill="hold">
                                          <p:stCondLst>
                                            <p:cond delay="0"/>
                                          </p:stCondLst>
                                        </p:cTn>
                                        <p:tgtEl>
                                          <p:spTgt spid="74785"/>
                                        </p:tgtEl>
                                        <p:attrNameLst>
                                          <p:attrName>style.visibility</p:attrName>
                                        </p:attrNameLst>
                                      </p:cBhvr>
                                      <p:to>
                                        <p:strVal val="visible"/>
                                      </p:to>
                                    </p:set>
                                    <p:animEffect transition="in" filter="wipe(left)">
                                      <p:cBhvr>
                                        <p:cTn id="97" dur="1000"/>
                                        <p:tgtEl>
                                          <p:spTgt spid="74785"/>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74800"/>
                                        </p:tgtEl>
                                        <p:attrNameLst>
                                          <p:attrName>style.visibility</p:attrName>
                                        </p:attrNameLst>
                                      </p:cBhvr>
                                      <p:to>
                                        <p:strVal val="visible"/>
                                      </p:to>
                                    </p:set>
                                    <p:animEffect transition="in" filter="wipe(left)">
                                      <p:cBhvr>
                                        <p:cTn id="102" dur="500"/>
                                        <p:tgtEl>
                                          <p:spTgt spid="74800"/>
                                        </p:tgtEl>
                                      </p:cBhvr>
                                    </p:animEffect>
                                  </p:childTnLst>
                                </p:cTn>
                              </p:par>
                              <p:par>
                                <p:cTn id="103" presetID="22" presetClass="entr" presetSubtype="8" fill="hold" nodeType="withEffect">
                                  <p:stCondLst>
                                    <p:cond delay="0"/>
                                  </p:stCondLst>
                                  <p:childTnLst>
                                    <p:set>
                                      <p:cBhvr>
                                        <p:cTn id="104" dur="1" fill="hold">
                                          <p:stCondLst>
                                            <p:cond delay="0"/>
                                          </p:stCondLst>
                                        </p:cTn>
                                        <p:tgtEl>
                                          <p:spTgt spid="74786"/>
                                        </p:tgtEl>
                                        <p:attrNameLst>
                                          <p:attrName>style.visibility</p:attrName>
                                        </p:attrNameLst>
                                      </p:cBhvr>
                                      <p:to>
                                        <p:strVal val="visible"/>
                                      </p:to>
                                    </p:set>
                                    <p:animEffect transition="in" filter="wipe(left)">
                                      <p:cBhvr>
                                        <p:cTn id="105" dur="1000"/>
                                        <p:tgtEl>
                                          <p:spTgt spid="74786"/>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8" fill="hold" nodeType="clickEffect">
                                  <p:stCondLst>
                                    <p:cond delay="0"/>
                                  </p:stCondLst>
                                  <p:childTnLst>
                                    <p:set>
                                      <p:cBhvr>
                                        <p:cTn id="109" dur="1" fill="hold">
                                          <p:stCondLst>
                                            <p:cond delay="0"/>
                                          </p:stCondLst>
                                        </p:cTn>
                                        <p:tgtEl>
                                          <p:spTgt spid="2"/>
                                        </p:tgtEl>
                                        <p:attrNameLst>
                                          <p:attrName>style.visibility</p:attrName>
                                        </p:attrNameLst>
                                      </p:cBhvr>
                                      <p:to>
                                        <p:strVal val="visible"/>
                                      </p:to>
                                    </p:set>
                                    <p:animEffect transition="in" filter="wipe(left)">
                                      <p:cBhvr>
                                        <p:cTn id="110" dur="500"/>
                                        <p:tgtEl>
                                          <p:spTgt spid="2"/>
                                        </p:tgtEl>
                                      </p:cBhvr>
                                    </p:animEffect>
                                  </p:childTnLst>
                                </p:cTn>
                              </p:par>
                            </p:childTnLst>
                          </p:cTn>
                        </p:par>
                      </p:childTnLst>
                    </p:cTn>
                  </p:par>
                  <p:par>
                    <p:cTn id="111" fill="hold">
                      <p:stCondLst>
                        <p:cond delay="indefinite"/>
                      </p:stCondLst>
                      <p:childTnLst>
                        <p:par>
                          <p:cTn id="112" fill="hold">
                            <p:stCondLst>
                              <p:cond delay="0"/>
                            </p:stCondLst>
                            <p:childTnLst>
                              <p:par>
                                <p:cTn id="113" presetID="22" presetClass="entr" presetSubtype="8" fill="hold" nodeType="click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wipe(left)">
                                      <p:cBhvr>
                                        <p:cTn id="115" dur="500"/>
                                        <p:tgtEl>
                                          <p:spTgt spid="7"/>
                                        </p:tgtEl>
                                      </p:cBhvr>
                                    </p:animEffect>
                                  </p:childTnLst>
                                </p:cTn>
                              </p:par>
                              <p:par>
                                <p:cTn id="116" presetID="22" presetClass="entr" presetSubtype="8" fill="hold" nodeType="withEffect">
                                  <p:stCondLst>
                                    <p:cond delay="0"/>
                                  </p:stCondLst>
                                  <p:childTnLst>
                                    <p:set>
                                      <p:cBhvr>
                                        <p:cTn id="117" dur="1" fill="hold">
                                          <p:stCondLst>
                                            <p:cond delay="0"/>
                                          </p:stCondLst>
                                        </p:cTn>
                                        <p:tgtEl>
                                          <p:spTgt spid="3"/>
                                        </p:tgtEl>
                                        <p:attrNameLst>
                                          <p:attrName>style.visibility</p:attrName>
                                        </p:attrNameLst>
                                      </p:cBhvr>
                                      <p:to>
                                        <p:strVal val="visible"/>
                                      </p:to>
                                    </p:set>
                                    <p:animEffect transition="in" filter="wipe(left)">
                                      <p:cBhvr>
                                        <p:cTn id="118" dur="500"/>
                                        <p:tgtEl>
                                          <p:spTgt spid="3"/>
                                        </p:tgtEl>
                                      </p:cBhvr>
                                    </p:animEffect>
                                  </p:childTnLst>
                                </p:cTn>
                              </p:par>
                            </p:childTnLst>
                          </p:cTn>
                        </p:par>
                      </p:childTnLst>
                    </p:cTn>
                  </p:par>
                  <p:par>
                    <p:cTn id="119" fill="hold">
                      <p:stCondLst>
                        <p:cond delay="indefinite"/>
                      </p:stCondLst>
                      <p:childTnLst>
                        <p:par>
                          <p:cTn id="120" fill="hold">
                            <p:stCondLst>
                              <p:cond delay="0"/>
                            </p:stCondLst>
                            <p:childTnLst>
                              <p:par>
                                <p:cTn id="121" presetID="22" presetClass="entr" presetSubtype="8" fill="hold" nodeType="clickEffect">
                                  <p:stCondLst>
                                    <p:cond delay="0"/>
                                  </p:stCondLst>
                                  <p:childTnLst>
                                    <p:set>
                                      <p:cBhvr>
                                        <p:cTn id="122" dur="1" fill="hold">
                                          <p:stCondLst>
                                            <p:cond delay="0"/>
                                          </p:stCondLst>
                                        </p:cTn>
                                        <p:tgtEl>
                                          <p:spTgt spid="8"/>
                                        </p:tgtEl>
                                        <p:attrNameLst>
                                          <p:attrName>style.visibility</p:attrName>
                                        </p:attrNameLst>
                                      </p:cBhvr>
                                      <p:to>
                                        <p:strVal val="visible"/>
                                      </p:to>
                                    </p:set>
                                    <p:animEffect transition="in" filter="wipe(left)">
                                      <p:cBhvr>
                                        <p:cTn id="123" dur="500"/>
                                        <p:tgtEl>
                                          <p:spTgt spid="8"/>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nodeType="clickEffect">
                                  <p:stCondLst>
                                    <p:cond delay="0"/>
                                  </p:stCondLst>
                                  <p:childTnLst>
                                    <p:set>
                                      <p:cBhvr>
                                        <p:cTn id="127" dur="1" fill="hold">
                                          <p:stCondLst>
                                            <p:cond delay="0"/>
                                          </p:stCondLst>
                                        </p:cTn>
                                        <p:tgtEl>
                                          <p:spTgt spid="9"/>
                                        </p:tgtEl>
                                        <p:attrNameLst>
                                          <p:attrName>style.visibility</p:attrName>
                                        </p:attrNameLst>
                                      </p:cBhvr>
                                      <p:to>
                                        <p:strVal val="visible"/>
                                      </p:to>
                                    </p:set>
                                    <p:animEffect transition="in" filter="wipe(left)">
                                      <p:cBhvr>
                                        <p:cTn id="128" dur="500"/>
                                        <p:tgtEl>
                                          <p:spTgt spid="9"/>
                                        </p:tgtEl>
                                      </p:cBhvr>
                                    </p:animEffect>
                                  </p:childTnLst>
                                </p:cTn>
                              </p:par>
                            </p:childTnLst>
                          </p:cTn>
                        </p:par>
                      </p:childTnLst>
                    </p:cTn>
                  </p:par>
                  <p:par>
                    <p:cTn id="129" fill="hold">
                      <p:stCondLst>
                        <p:cond delay="indefinite"/>
                      </p:stCondLst>
                      <p:childTnLst>
                        <p:par>
                          <p:cTn id="130" fill="hold">
                            <p:stCondLst>
                              <p:cond delay="0"/>
                            </p:stCondLst>
                            <p:childTnLst>
                              <p:par>
                                <p:cTn id="131" presetID="22" presetClass="entr" presetSubtype="8" fill="hold" nodeType="clickEffect">
                                  <p:stCondLst>
                                    <p:cond delay="0"/>
                                  </p:stCondLst>
                                  <p:childTnLst>
                                    <p:set>
                                      <p:cBhvr>
                                        <p:cTn id="132" dur="1" fill="hold">
                                          <p:stCondLst>
                                            <p:cond delay="0"/>
                                          </p:stCondLst>
                                        </p:cTn>
                                        <p:tgtEl>
                                          <p:spTgt spid="10"/>
                                        </p:tgtEl>
                                        <p:attrNameLst>
                                          <p:attrName>style.visibility</p:attrName>
                                        </p:attrNameLst>
                                      </p:cBhvr>
                                      <p:to>
                                        <p:strVal val="visible"/>
                                      </p:to>
                                    </p:set>
                                    <p:animEffect transition="in" filter="wipe(left)">
                                      <p:cBhvr>
                                        <p:cTn id="133" dur="500"/>
                                        <p:tgtEl>
                                          <p:spTgt spid="10"/>
                                        </p:tgtEl>
                                      </p:cBhvr>
                                    </p:animEffect>
                                  </p:childTnLst>
                                </p:cTn>
                              </p:par>
                            </p:childTnLst>
                          </p:cTn>
                        </p:par>
                      </p:childTnLst>
                    </p:cTn>
                  </p:par>
                  <p:par>
                    <p:cTn id="134" fill="hold">
                      <p:stCondLst>
                        <p:cond delay="indefinite"/>
                      </p:stCondLst>
                      <p:childTnLst>
                        <p:par>
                          <p:cTn id="135" fill="hold">
                            <p:stCondLst>
                              <p:cond delay="0"/>
                            </p:stCondLst>
                            <p:childTnLst>
                              <p:par>
                                <p:cTn id="136" presetID="22" presetClass="entr" presetSubtype="8" fill="hold" nodeType="clickEffect">
                                  <p:stCondLst>
                                    <p:cond delay="0"/>
                                  </p:stCondLst>
                                  <p:childTnLst>
                                    <p:set>
                                      <p:cBhvr>
                                        <p:cTn id="137" dur="1" fill="hold">
                                          <p:stCondLst>
                                            <p:cond delay="0"/>
                                          </p:stCondLst>
                                        </p:cTn>
                                        <p:tgtEl>
                                          <p:spTgt spid="4"/>
                                        </p:tgtEl>
                                        <p:attrNameLst>
                                          <p:attrName>style.visibility</p:attrName>
                                        </p:attrNameLst>
                                      </p:cBhvr>
                                      <p:to>
                                        <p:strVal val="visible"/>
                                      </p:to>
                                    </p:set>
                                    <p:animEffect transition="in" filter="wipe(left)">
                                      <p:cBhvr>
                                        <p:cTn id="138" dur="500"/>
                                        <p:tgtEl>
                                          <p:spTgt spid="4"/>
                                        </p:tgtEl>
                                      </p:cBhvr>
                                    </p:animEffect>
                                  </p:childTnLst>
                                </p:cTn>
                              </p:par>
                            </p:childTnLst>
                          </p:cTn>
                        </p:par>
                      </p:childTnLst>
                    </p:cTn>
                  </p:par>
                  <p:par>
                    <p:cTn id="139" fill="hold">
                      <p:stCondLst>
                        <p:cond delay="indefinite"/>
                      </p:stCondLst>
                      <p:childTnLst>
                        <p:par>
                          <p:cTn id="140" fill="hold">
                            <p:stCondLst>
                              <p:cond delay="0"/>
                            </p:stCondLst>
                            <p:childTnLst>
                              <p:par>
                                <p:cTn id="141" presetID="22" presetClass="entr" presetSubtype="8" fill="hold" nodeType="clickEffect">
                                  <p:stCondLst>
                                    <p:cond delay="0"/>
                                  </p:stCondLst>
                                  <p:childTnLst>
                                    <p:set>
                                      <p:cBhvr>
                                        <p:cTn id="142" dur="1" fill="hold">
                                          <p:stCondLst>
                                            <p:cond delay="0"/>
                                          </p:stCondLst>
                                        </p:cTn>
                                        <p:tgtEl>
                                          <p:spTgt spid="5"/>
                                        </p:tgtEl>
                                        <p:attrNameLst>
                                          <p:attrName>style.visibility</p:attrName>
                                        </p:attrNameLst>
                                      </p:cBhvr>
                                      <p:to>
                                        <p:strVal val="visible"/>
                                      </p:to>
                                    </p:set>
                                    <p:animEffect transition="in" filter="wipe(left)">
                                      <p:cBhvr>
                                        <p:cTn id="143" dur="500"/>
                                        <p:tgtEl>
                                          <p:spTgt spid="5"/>
                                        </p:tgtEl>
                                      </p:cBhvr>
                                    </p:animEffect>
                                  </p:childTnLst>
                                </p:cTn>
                              </p:par>
                            </p:childTnLst>
                          </p:cTn>
                        </p:par>
                      </p:childTnLst>
                    </p:cTn>
                  </p:par>
                  <p:par>
                    <p:cTn id="144" fill="hold">
                      <p:stCondLst>
                        <p:cond delay="indefinite"/>
                      </p:stCondLst>
                      <p:childTnLst>
                        <p:par>
                          <p:cTn id="145" fill="hold">
                            <p:stCondLst>
                              <p:cond delay="0"/>
                            </p:stCondLst>
                            <p:childTnLst>
                              <p:par>
                                <p:cTn id="146" presetID="22" presetClass="entr" presetSubtype="8" fill="hold" nodeType="clickEffect">
                                  <p:stCondLst>
                                    <p:cond delay="0"/>
                                  </p:stCondLst>
                                  <p:childTnLst>
                                    <p:set>
                                      <p:cBhvr>
                                        <p:cTn id="147" dur="1" fill="hold">
                                          <p:stCondLst>
                                            <p:cond delay="0"/>
                                          </p:stCondLst>
                                        </p:cTn>
                                        <p:tgtEl>
                                          <p:spTgt spid="6"/>
                                        </p:tgtEl>
                                        <p:attrNameLst>
                                          <p:attrName>style.visibility</p:attrName>
                                        </p:attrNameLst>
                                      </p:cBhvr>
                                      <p:to>
                                        <p:strVal val="visible"/>
                                      </p:to>
                                    </p:set>
                                    <p:animEffect transition="in" filter="wipe(left)">
                                      <p:cBhvr>
                                        <p:cTn id="148" dur="500"/>
                                        <p:tgtEl>
                                          <p:spTgt spid="6"/>
                                        </p:tgtEl>
                                      </p:cBhvr>
                                    </p:animEffect>
                                  </p:childTnLst>
                                </p:cTn>
                              </p:par>
                            </p:childTnLst>
                          </p:cTn>
                        </p:par>
                      </p:childTnLst>
                    </p:cTn>
                  </p:par>
                  <p:par>
                    <p:cTn id="149" fill="hold">
                      <p:stCondLst>
                        <p:cond delay="indefinite"/>
                      </p:stCondLst>
                      <p:childTnLst>
                        <p:par>
                          <p:cTn id="150" fill="hold">
                            <p:stCondLst>
                              <p:cond delay="0"/>
                            </p:stCondLst>
                            <p:childTnLst>
                              <p:par>
                                <p:cTn id="151" presetID="22" presetClass="entr" presetSubtype="8" fill="hold" nodeType="clickEffect">
                                  <p:stCondLst>
                                    <p:cond delay="0"/>
                                  </p:stCondLst>
                                  <p:childTnLst>
                                    <p:set>
                                      <p:cBhvr>
                                        <p:cTn id="152" dur="1" fill="hold">
                                          <p:stCondLst>
                                            <p:cond delay="0"/>
                                          </p:stCondLst>
                                        </p:cTn>
                                        <p:tgtEl>
                                          <p:spTgt spid="11"/>
                                        </p:tgtEl>
                                        <p:attrNameLst>
                                          <p:attrName>style.visibility</p:attrName>
                                        </p:attrNameLst>
                                      </p:cBhvr>
                                      <p:to>
                                        <p:strVal val="visible"/>
                                      </p:to>
                                    </p:set>
                                    <p:animEffect transition="in" filter="wipe(left)">
                                      <p:cBhvr>
                                        <p:cTn id="153" dur="500"/>
                                        <p:tgtEl>
                                          <p:spTgt spid="11"/>
                                        </p:tgtEl>
                                      </p:cBhvr>
                                    </p:animEffect>
                                  </p:childTnLst>
                                </p:cTn>
                              </p:par>
                            </p:childTnLst>
                          </p:cTn>
                        </p:par>
                      </p:childTnLst>
                    </p:cTn>
                  </p:par>
                  <p:par>
                    <p:cTn id="154" fill="hold">
                      <p:stCondLst>
                        <p:cond delay="indefinite"/>
                      </p:stCondLst>
                      <p:childTnLst>
                        <p:par>
                          <p:cTn id="155" fill="hold">
                            <p:stCondLst>
                              <p:cond delay="0"/>
                            </p:stCondLst>
                            <p:childTnLst>
                              <p:par>
                                <p:cTn id="156" presetID="22" presetClass="entr" presetSubtype="8" fill="hold" nodeType="clickEffect">
                                  <p:stCondLst>
                                    <p:cond delay="0"/>
                                  </p:stCondLst>
                                  <p:childTnLst>
                                    <p:set>
                                      <p:cBhvr>
                                        <p:cTn id="157" dur="1" fill="hold">
                                          <p:stCondLst>
                                            <p:cond delay="0"/>
                                          </p:stCondLst>
                                        </p:cTn>
                                        <p:tgtEl>
                                          <p:spTgt spid="12"/>
                                        </p:tgtEl>
                                        <p:attrNameLst>
                                          <p:attrName>style.visibility</p:attrName>
                                        </p:attrNameLst>
                                      </p:cBhvr>
                                      <p:to>
                                        <p:strVal val="visible"/>
                                      </p:to>
                                    </p:set>
                                    <p:animEffect transition="in" filter="wipe(left)">
                                      <p:cBhvr>
                                        <p:cTn id="15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90" grpId="0" animBg="1"/>
      <p:bldP spid="74770" grpId="0" autoUpdateAnimBg="0"/>
      <p:bldP spid="74800" grpId="0" animBg="1"/>
      <p:bldP spid="74799" grpId="0" animBg="1"/>
      <p:bldP spid="74798" grpId="0" animBg="1"/>
      <p:bldP spid="74796" grpId="0" animBg="1"/>
      <p:bldP spid="74794" grpId="0" animBg="1"/>
      <p:bldP spid="74793" grpId="0" animBg="1"/>
      <p:bldP spid="74792" grpId="0" animBg="1"/>
      <p:bldP spid="74789" grpId="0" animBg="1"/>
      <p:bldP spid="74788" grpId="0" animBg="1"/>
      <p:bldP spid="7477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246427" y="4009245"/>
            <a:ext cx="1143008" cy="1357322"/>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kumimoji="0" lang="zh-CN" altLang="en-US" sz="1600">
              <a:solidFill>
                <a:prstClr val="white"/>
              </a:solidFill>
              <a:latin typeface="+mj-ea"/>
              <a:ea typeface="+mj-ea"/>
            </a:endParaRPr>
          </a:p>
        </p:txBody>
      </p:sp>
      <p:sp>
        <p:nvSpPr>
          <p:cNvPr id="17" name="矩形 16"/>
          <p:cNvSpPr/>
          <p:nvPr/>
        </p:nvSpPr>
        <p:spPr>
          <a:xfrm>
            <a:off x="4663485" y="1483055"/>
            <a:ext cx="563176" cy="1449898"/>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kumimoji="0" lang="zh-CN" altLang="en-US" sz="1600">
              <a:solidFill>
                <a:prstClr val="white"/>
              </a:solidFill>
              <a:latin typeface="+mj-ea"/>
              <a:ea typeface="+mj-ea"/>
            </a:endParaRPr>
          </a:p>
        </p:txBody>
      </p:sp>
      <p:sp>
        <p:nvSpPr>
          <p:cNvPr id="15" name="矩形 14"/>
          <p:cNvSpPr/>
          <p:nvPr/>
        </p:nvSpPr>
        <p:spPr>
          <a:xfrm>
            <a:off x="6967741" y="1483055"/>
            <a:ext cx="1509817" cy="1449898"/>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kumimoji="0" lang="zh-CN" altLang="en-US" sz="1600">
              <a:solidFill>
                <a:prstClr val="white"/>
              </a:solidFill>
              <a:latin typeface="+mj-ea"/>
              <a:ea typeface="+mj-ea"/>
            </a:endParaRPr>
          </a:p>
        </p:txBody>
      </p:sp>
      <p:sp>
        <p:nvSpPr>
          <p:cNvPr id="13" name="矩形 12"/>
          <p:cNvSpPr/>
          <p:nvPr/>
        </p:nvSpPr>
        <p:spPr>
          <a:xfrm>
            <a:off x="2287221" y="1460496"/>
            <a:ext cx="1368152" cy="1472456"/>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kumimoji="0" lang="zh-CN" altLang="en-US" sz="1600">
              <a:solidFill>
                <a:prstClr val="white"/>
              </a:solidFill>
              <a:latin typeface="+mj-ea"/>
              <a:ea typeface="+mj-ea"/>
            </a:endParaRPr>
          </a:p>
        </p:txBody>
      </p:sp>
      <p:graphicFrame>
        <p:nvGraphicFramePr>
          <p:cNvPr id="4" name="对象 3"/>
          <p:cNvGraphicFramePr>
            <a:graphicFrameLocks noChangeAspect="1"/>
          </p:cNvGraphicFramePr>
          <p:nvPr>
            <p:extLst>
              <p:ext uri="{D42A27DB-BD31-4B8C-83A1-F6EECF244321}">
                <p14:modId xmlns:p14="http://schemas.microsoft.com/office/powerpoint/2010/main" val="2159036748"/>
              </p:ext>
            </p:extLst>
          </p:nvPr>
        </p:nvGraphicFramePr>
        <p:xfrm>
          <a:off x="1395369" y="-30220"/>
          <a:ext cx="2509837" cy="1479550"/>
        </p:xfrm>
        <a:graphic>
          <a:graphicData uri="http://schemas.openxmlformats.org/presentationml/2006/ole">
            <mc:AlternateContent xmlns:mc="http://schemas.openxmlformats.org/markup-compatibility/2006">
              <mc:Choice xmlns:v="urn:schemas-microsoft-com:vml" Requires="v">
                <p:oleObj name="Equation" r:id="rId2" imgW="2501900" imgH="1473200" progId="Equation.DSMT4">
                  <p:embed/>
                </p:oleObj>
              </mc:Choice>
              <mc:Fallback>
                <p:oleObj name="Equation" r:id="rId2" imgW="2501900" imgH="1473200" progId="Equation.DSMT4">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5369" y="-30220"/>
                        <a:ext cx="2509837" cy="1479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矩形 5"/>
          <p:cNvSpPr/>
          <p:nvPr/>
        </p:nvSpPr>
        <p:spPr>
          <a:xfrm>
            <a:off x="0" y="11529"/>
            <a:ext cx="3717999" cy="523220"/>
          </a:xfrm>
          <a:prstGeom prst="rect">
            <a:avLst/>
          </a:prstGeom>
        </p:spPr>
        <p:txBody>
          <a:bodyPr wrap="square">
            <a:spAutoFit/>
          </a:bodyPr>
          <a:lstStyle/>
          <a:p>
            <a:pPr eaLnBrk="1" fontAlgn="auto" hangingPunct="1">
              <a:spcBef>
                <a:spcPts val="0"/>
              </a:spcBef>
              <a:spcAft>
                <a:spcPts val="0"/>
              </a:spcAft>
            </a:pPr>
            <a:r>
              <a:rPr kumimoji="0" lang="zh-CN" altLang="en-US" sz="2800" b="1" dirty="0">
                <a:solidFill>
                  <a:prstClr val="black"/>
                </a:solidFill>
                <a:latin typeface="+mj-ea"/>
                <a:ea typeface="+mj-ea"/>
                <a:cs typeface="Times New Roman" pitchFamily="18" charset="0"/>
              </a:rPr>
              <a:t>例</a:t>
            </a:r>
            <a:r>
              <a:rPr kumimoji="0" lang="en-US" altLang="zh-CN" sz="2800" b="1" dirty="0">
                <a:solidFill>
                  <a:prstClr val="black"/>
                </a:solidFill>
                <a:latin typeface="+mj-ea"/>
                <a:ea typeface="+mj-ea"/>
                <a:cs typeface="Times New Roman" pitchFamily="18" charset="0"/>
              </a:rPr>
              <a:t>  </a:t>
            </a:r>
            <a:r>
              <a:rPr kumimoji="0" lang="zh-CN" altLang="en-US" sz="2800" b="1" dirty="0">
                <a:solidFill>
                  <a:prstClr val="black"/>
                </a:solidFill>
                <a:latin typeface="+mj-ea"/>
                <a:ea typeface="+mj-ea"/>
                <a:cs typeface="Times New Roman" pitchFamily="18" charset="0"/>
              </a:rPr>
              <a:t>设</a:t>
            </a:r>
            <a:endParaRPr kumimoji="0" lang="en-US" altLang="zh-CN" sz="2800" b="1" dirty="0">
              <a:solidFill>
                <a:prstClr val="black"/>
              </a:solidFill>
              <a:latin typeface="+mj-ea"/>
              <a:ea typeface="+mj-ea"/>
              <a:cs typeface="Times New Roman" pitchFamily="18" charset="0"/>
            </a:endParaRPr>
          </a:p>
        </p:txBody>
      </p:sp>
      <p:graphicFrame>
        <p:nvGraphicFramePr>
          <p:cNvPr id="7" name="对象 6"/>
          <p:cNvGraphicFramePr>
            <a:graphicFrameLocks noChangeAspect="1"/>
          </p:cNvGraphicFramePr>
          <p:nvPr>
            <p:extLst>
              <p:ext uri="{D42A27DB-BD31-4B8C-83A1-F6EECF244321}">
                <p14:modId xmlns:p14="http://schemas.microsoft.com/office/powerpoint/2010/main" val="212550638"/>
              </p:ext>
            </p:extLst>
          </p:nvPr>
        </p:nvGraphicFramePr>
        <p:xfrm>
          <a:off x="739763" y="1457298"/>
          <a:ext cx="2955925" cy="1481137"/>
        </p:xfrm>
        <a:graphic>
          <a:graphicData uri="http://schemas.openxmlformats.org/presentationml/2006/ole">
            <mc:AlternateContent xmlns:mc="http://schemas.openxmlformats.org/markup-compatibility/2006">
              <mc:Choice xmlns:v="urn:schemas-microsoft-com:vml" Requires="v">
                <p:oleObj name="Equation" r:id="rId4" imgW="2959100" imgH="1473200" progId="Equation.DSMT4">
                  <p:embed/>
                </p:oleObj>
              </mc:Choice>
              <mc:Fallback>
                <p:oleObj name="Equation" r:id="rId4" imgW="2959100" imgH="1473200" progId="Equation.DSMT4">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763" y="1457298"/>
                        <a:ext cx="2955925" cy="1481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对象 9"/>
          <p:cNvGraphicFramePr>
            <a:graphicFrameLocks noChangeAspect="1"/>
          </p:cNvGraphicFramePr>
          <p:nvPr>
            <p:extLst>
              <p:ext uri="{D42A27DB-BD31-4B8C-83A1-F6EECF244321}">
                <p14:modId xmlns:p14="http://schemas.microsoft.com/office/powerpoint/2010/main" val="3284920947"/>
              </p:ext>
            </p:extLst>
          </p:nvPr>
        </p:nvGraphicFramePr>
        <p:xfrm>
          <a:off x="3705279" y="1457298"/>
          <a:ext cx="4846638" cy="1481137"/>
        </p:xfrm>
        <a:graphic>
          <a:graphicData uri="http://schemas.openxmlformats.org/presentationml/2006/ole">
            <mc:AlternateContent xmlns:mc="http://schemas.openxmlformats.org/markup-compatibility/2006">
              <mc:Choice xmlns:v="urn:schemas-microsoft-com:vml" Requires="v">
                <p:oleObj name="Equation" r:id="rId6" imgW="4851360" imgH="1473120" progId="Equation.DSMT4">
                  <p:embed/>
                </p:oleObj>
              </mc:Choice>
              <mc:Fallback>
                <p:oleObj name="Equation" r:id="rId6" imgW="4851360" imgH="1473120" progId="Equation.DSMT4">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05279" y="1457298"/>
                        <a:ext cx="4846638" cy="1481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对象 10"/>
          <p:cNvGraphicFramePr>
            <a:graphicFrameLocks noChangeAspect="1"/>
          </p:cNvGraphicFramePr>
          <p:nvPr>
            <p:extLst>
              <p:ext uri="{D42A27DB-BD31-4B8C-83A1-F6EECF244321}">
                <p14:modId xmlns:p14="http://schemas.microsoft.com/office/powerpoint/2010/main" val="2263004578"/>
              </p:ext>
            </p:extLst>
          </p:nvPr>
        </p:nvGraphicFramePr>
        <p:xfrm>
          <a:off x="2052603" y="3940175"/>
          <a:ext cx="2387600" cy="1481138"/>
        </p:xfrm>
        <a:graphic>
          <a:graphicData uri="http://schemas.openxmlformats.org/presentationml/2006/ole">
            <mc:AlternateContent xmlns:mc="http://schemas.openxmlformats.org/markup-compatibility/2006">
              <mc:Choice xmlns:v="urn:schemas-microsoft-com:vml" Requires="v">
                <p:oleObj name="Equation" r:id="rId8" imgW="2387520" imgH="1473120" progId="Equation.DSMT4">
                  <p:embed/>
                </p:oleObj>
              </mc:Choice>
              <mc:Fallback>
                <p:oleObj name="Equation" r:id="rId8" imgW="2387520" imgH="1473120" progId="Equation.DSMT4">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2603" y="3940175"/>
                        <a:ext cx="2387600" cy="14811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对象 15"/>
          <p:cNvGraphicFramePr>
            <a:graphicFrameLocks noChangeAspect="1"/>
          </p:cNvGraphicFramePr>
          <p:nvPr>
            <p:extLst>
              <p:ext uri="{D42A27DB-BD31-4B8C-83A1-F6EECF244321}">
                <p14:modId xmlns:p14="http://schemas.microsoft.com/office/powerpoint/2010/main" val="3352292963"/>
              </p:ext>
            </p:extLst>
          </p:nvPr>
        </p:nvGraphicFramePr>
        <p:xfrm>
          <a:off x="2016090" y="5380038"/>
          <a:ext cx="2576513" cy="1481137"/>
        </p:xfrm>
        <a:graphic>
          <a:graphicData uri="http://schemas.openxmlformats.org/presentationml/2006/ole">
            <mc:AlternateContent xmlns:mc="http://schemas.openxmlformats.org/markup-compatibility/2006">
              <mc:Choice xmlns:v="urn:schemas-microsoft-com:vml" Requires="v">
                <p:oleObj name="Equation" r:id="rId10" imgW="2577960" imgH="1473120" progId="Equation.DSMT4">
                  <p:embed/>
                </p:oleObj>
              </mc:Choice>
              <mc:Fallback>
                <p:oleObj name="Equation" r:id="rId10" imgW="2577960" imgH="1473120" progId="Equation.DSMT4">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16090" y="5380038"/>
                        <a:ext cx="2576513" cy="1481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1655" name="Object 279"/>
          <p:cNvGraphicFramePr>
            <a:graphicFrameLocks noChangeAspect="1"/>
          </p:cNvGraphicFramePr>
          <p:nvPr/>
        </p:nvGraphicFramePr>
        <p:xfrm>
          <a:off x="5429256" y="-15902"/>
          <a:ext cx="2857520" cy="1473200"/>
        </p:xfrm>
        <a:graphic>
          <a:graphicData uri="http://schemas.openxmlformats.org/presentationml/2006/ole">
            <mc:AlternateContent xmlns:mc="http://schemas.openxmlformats.org/markup-compatibility/2006">
              <mc:Choice xmlns:v="urn:schemas-microsoft-com:vml" Requires="v">
                <p:oleObj name="Equation" r:id="rId12" imgW="2959100" imgH="1473200" progId="Equation.DSMT4">
                  <p:embed/>
                </p:oleObj>
              </mc:Choice>
              <mc:Fallback>
                <p:oleObj name="Equation" r:id="rId12" imgW="2959100" imgH="1473200" progId="Equation.DSMT4">
                  <p:embed/>
                  <p:pic>
                    <p:nvPicPr>
                      <p:cNvPr id="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29256" y="-15902"/>
                        <a:ext cx="2857520" cy="1473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矩形 18"/>
          <p:cNvSpPr/>
          <p:nvPr/>
        </p:nvSpPr>
        <p:spPr>
          <a:xfrm>
            <a:off x="4357686" y="106317"/>
            <a:ext cx="1024639" cy="492443"/>
          </a:xfrm>
          <a:prstGeom prst="rect">
            <a:avLst/>
          </a:prstGeom>
        </p:spPr>
        <p:txBody>
          <a:bodyPr wrap="none">
            <a:spAutoFit/>
          </a:bodyPr>
          <a:lstStyle/>
          <a:p>
            <a:pPr eaLnBrk="1" fontAlgn="auto" hangingPunct="1">
              <a:spcBef>
                <a:spcPts val="0"/>
              </a:spcBef>
              <a:spcAft>
                <a:spcPts val="0"/>
              </a:spcAft>
            </a:pPr>
            <a:r>
              <a:rPr kumimoji="0" lang="zh-CN" altLang="en-US" sz="2600" b="1" dirty="0">
                <a:solidFill>
                  <a:prstClr val="black"/>
                </a:solidFill>
                <a:latin typeface="+mj-ea"/>
                <a:ea typeface="+mj-ea"/>
                <a:cs typeface="Times New Roman" pitchFamily="18" charset="0"/>
              </a:rPr>
              <a:t>求   </a:t>
            </a:r>
            <a:endParaRPr kumimoji="0" lang="en-US" altLang="zh-CN" sz="2600" b="1" dirty="0">
              <a:solidFill>
                <a:prstClr val="black"/>
              </a:solidFill>
              <a:latin typeface="+mj-ea"/>
              <a:ea typeface="+mj-ea"/>
              <a:cs typeface="Times New Roman" pitchFamily="18" charset="0"/>
            </a:endParaRPr>
          </a:p>
        </p:txBody>
      </p:sp>
      <p:cxnSp>
        <p:nvCxnSpPr>
          <p:cNvPr id="20" name="直接连接符 19"/>
          <p:cNvCxnSpPr/>
          <p:nvPr/>
        </p:nvCxnSpPr>
        <p:spPr bwMode="auto">
          <a:xfrm>
            <a:off x="0" y="1420785"/>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矩形 22"/>
          <p:cNvSpPr/>
          <p:nvPr/>
        </p:nvSpPr>
        <p:spPr>
          <a:xfrm>
            <a:off x="0" y="1311246"/>
            <a:ext cx="3717999" cy="523220"/>
          </a:xfrm>
          <a:prstGeom prst="rect">
            <a:avLst/>
          </a:prstGeom>
        </p:spPr>
        <p:txBody>
          <a:bodyPr wrap="square">
            <a:spAutoFit/>
          </a:bodyPr>
          <a:lstStyle/>
          <a:p>
            <a:pPr eaLnBrk="1" fontAlgn="auto" hangingPunct="1">
              <a:spcBef>
                <a:spcPts val="0"/>
              </a:spcBef>
              <a:spcAft>
                <a:spcPts val="0"/>
              </a:spcAft>
            </a:pPr>
            <a:r>
              <a:rPr kumimoji="0" lang="zh-CN" altLang="en-US" sz="2800" b="1" dirty="0">
                <a:solidFill>
                  <a:prstClr val="black"/>
                </a:solidFill>
                <a:latin typeface="+mj-ea"/>
                <a:ea typeface="+mj-ea"/>
                <a:cs typeface="Times New Roman" pitchFamily="18" charset="0"/>
              </a:rPr>
              <a:t>解：</a:t>
            </a:r>
            <a:endParaRPr kumimoji="0" lang="en-US" altLang="zh-CN" sz="2800" b="1" dirty="0">
              <a:solidFill>
                <a:prstClr val="black"/>
              </a:solidFill>
              <a:latin typeface="+mj-ea"/>
              <a:ea typeface="+mj-ea"/>
              <a:cs typeface="Times New Roman" pitchFamily="18" charset="0"/>
            </a:endParaRPr>
          </a:p>
        </p:txBody>
      </p:sp>
      <p:sp>
        <p:nvSpPr>
          <p:cNvPr id="25" name="线形标注 2(带边框和强调线) 24"/>
          <p:cNvSpPr/>
          <p:nvPr/>
        </p:nvSpPr>
        <p:spPr bwMode="auto">
          <a:xfrm>
            <a:off x="0" y="3063871"/>
            <a:ext cx="3176631" cy="365130"/>
          </a:xfrm>
          <a:prstGeom prst="accentBorderCallout2">
            <a:avLst>
              <a:gd name="adj1" fmla="val 48895"/>
              <a:gd name="adj2" fmla="val 104538"/>
              <a:gd name="adj3" fmla="val 51214"/>
              <a:gd name="adj4" fmla="val 111291"/>
              <a:gd name="adj5" fmla="val -26629"/>
              <a:gd name="adj6" fmla="val 111288"/>
            </a:avLst>
          </a:prstGeom>
          <a:solidFill>
            <a:srgbClr val="FF0000"/>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algn="r"/>
            <a:r>
              <a:rPr lang="zh-CN" altLang="en-US" sz="2000" b="1" dirty="0">
                <a:solidFill>
                  <a:srgbClr val="FFFFCC"/>
                </a:solidFill>
                <a:latin typeface="微软雅黑" pitchFamily="34" charset="-122"/>
                <a:ea typeface="微软雅黑" pitchFamily="34" charset="-122"/>
              </a:rPr>
              <a:t>性质</a:t>
            </a:r>
            <a:r>
              <a:rPr lang="en-US" altLang="zh-CN" sz="2000" b="1" dirty="0">
                <a:solidFill>
                  <a:srgbClr val="FFFFCC"/>
                </a:solidFill>
                <a:latin typeface="微软雅黑" pitchFamily="34" charset="-122"/>
                <a:ea typeface="微软雅黑" pitchFamily="34" charset="-122"/>
              </a:rPr>
              <a:t>3</a:t>
            </a:r>
            <a:r>
              <a:rPr lang="zh-CN" altLang="en-US" sz="2000" b="1" dirty="0">
                <a:solidFill>
                  <a:srgbClr val="FFFFCC"/>
                </a:solidFill>
                <a:latin typeface="微软雅黑" pitchFamily="34" charset="-122"/>
                <a:ea typeface="微软雅黑" pitchFamily="34" charset="-122"/>
              </a:rPr>
              <a:t>：拆分成两个行列式</a:t>
            </a:r>
          </a:p>
        </p:txBody>
      </p:sp>
      <p:sp>
        <p:nvSpPr>
          <p:cNvPr id="26" name="线形标注 2(带边框和强调线) 25"/>
          <p:cNvSpPr/>
          <p:nvPr/>
        </p:nvSpPr>
        <p:spPr bwMode="auto">
          <a:xfrm>
            <a:off x="5038794" y="4889520"/>
            <a:ext cx="3695688" cy="401643"/>
          </a:xfrm>
          <a:prstGeom prst="accentBorderCallout2">
            <a:avLst>
              <a:gd name="adj1" fmla="val 47208"/>
              <a:gd name="adj2" fmla="val -3176"/>
              <a:gd name="adj3" fmla="val 49527"/>
              <a:gd name="adj4" fmla="val -14269"/>
              <a:gd name="adj5" fmla="val 48206"/>
              <a:gd name="adj6" fmla="val -16571"/>
            </a:avLst>
          </a:prstGeom>
          <a:solidFill>
            <a:srgbClr val="FF0000"/>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algn="r"/>
            <a:r>
              <a:rPr lang="zh-CN" altLang="en-US" sz="2000" b="1" dirty="0">
                <a:solidFill>
                  <a:srgbClr val="FFFFCC"/>
                </a:solidFill>
                <a:latin typeface="微软雅黑" pitchFamily="34" charset="-122"/>
                <a:ea typeface="微软雅黑" pitchFamily="34" charset="-122"/>
              </a:rPr>
              <a:t>性质</a:t>
            </a:r>
            <a:r>
              <a:rPr lang="en-US" altLang="zh-CN" sz="2000" b="1" dirty="0">
                <a:solidFill>
                  <a:srgbClr val="FFFFCC"/>
                </a:solidFill>
                <a:latin typeface="微软雅黑" pitchFamily="34" charset="-122"/>
                <a:ea typeface="微软雅黑" pitchFamily="34" charset="-122"/>
              </a:rPr>
              <a:t>1</a:t>
            </a:r>
            <a:r>
              <a:rPr lang="zh-CN" altLang="en-US" sz="2000" b="1" dirty="0">
                <a:solidFill>
                  <a:srgbClr val="FFFFCC"/>
                </a:solidFill>
                <a:latin typeface="微软雅黑" pitchFamily="34" charset="-122"/>
                <a:ea typeface="微软雅黑" pitchFamily="34" charset="-122"/>
              </a:rPr>
              <a:t>：交换两列，行列式变号</a:t>
            </a:r>
          </a:p>
        </p:txBody>
      </p:sp>
      <p:sp>
        <p:nvSpPr>
          <p:cNvPr id="27" name="线形标注 2(带边框和强调线) 26"/>
          <p:cNvSpPr/>
          <p:nvPr/>
        </p:nvSpPr>
        <p:spPr bwMode="auto">
          <a:xfrm>
            <a:off x="5302260" y="3063871"/>
            <a:ext cx="2701962" cy="365130"/>
          </a:xfrm>
          <a:prstGeom prst="accentBorderCallout2">
            <a:avLst>
              <a:gd name="adj1" fmla="val 53532"/>
              <a:gd name="adj2" fmla="val -7863"/>
              <a:gd name="adj3" fmla="val 53533"/>
              <a:gd name="adj4" fmla="val -15174"/>
              <a:gd name="adj5" fmla="val -19672"/>
              <a:gd name="adj6" fmla="val -15166"/>
            </a:avLst>
          </a:prstGeom>
          <a:solidFill>
            <a:srgbClr val="FF0000"/>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algn="r"/>
            <a:r>
              <a:rPr lang="zh-CN" altLang="en-US" sz="2000" b="1" dirty="0">
                <a:solidFill>
                  <a:srgbClr val="FFFFCC"/>
                </a:solidFill>
                <a:latin typeface="微软雅黑" pitchFamily="34" charset="-122"/>
                <a:ea typeface="微软雅黑" pitchFamily="34" charset="-122"/>
              </a:rPr>
              <a:t>性质</a:t>
            </a:r>
            <a:r>
              <a:rPr lang="en-US" altLang="zh-CN" sz="2000" b="1" dirty="0">
                <a:solidFill>
                  <a:srgbClr val="FFFFCC"/>
                </a:solidFill>
                <a:latin typeface="微软雅黑" pitchFamily="34" charset="-122"/>
                <a:ea typeface="微软雅黑" pitchFamily="34" charset="-122"/>
              </a:rPr>
              <a:t>2</a:t>
            </a:r>
            <a:r>
              <a:rPr lang="zh-CN" altLang="en-US" sz="2000" b="1" dirty="0">
                <a:solidFill>
                  <a:srgbClr val="FFFFCC"/>
                </a:solidFill>
                <a:latin typeface="微软雅黑" pitchFamily="34" charset="-122"/>
                <a:ea typeface="微软雅黑" pitchFamily="34" charset="-122"/>
              </a:rPr>
              <a:t>：将公因子提出</a:t>
            </a:r>
          </a:p>
        </p:txBody>
      </p:sp>
      <p:sp>
        <p:nvSpPr>
          <p:cNvPr id="28" name="线形标注 2(带边框和强调线) 27"/>
          <p:cNvSpPr/>
          <p:nvPr/>
        </p:nvSpPr>
        <p:spPr bwMode="auto">
          <a:xfrm>
            <a:off x="3549636" y="3502026"/>
            <a:ext cx="4454586" cy="401643"/>
          </a:xfrm>
          <a:prstGeom prst="accentBorderCallout2">
            <a:avLst>
              <a:gd name="adj1" fmla="val 37722"/>
              <a:gd name="adj2" fmla="val 102654"/>
              <a:gd name="adj3" fmla="val 36879"/>
              <a:gd name="adj4" fmla="val 108022"/>
              <a:gd name="adj5" fmla="val -147839"/>
              <a:gd name="adj6" fmla="val 108315"/>
            </a:avLst>
          </a:prstGeom>
          <a:solidFill>
            <a:srgbClr val="FF0000"/>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algn="r"/>
            <a:r>
              <a:rPr lang="zh-CN" altLang="en-US" sz="2000" b="1" dirty="0">
                <a:solidFill>
                  <a:srgbClr val="FFFFCC"/>
                </a:solidFill>
                <a:latin typeface="微软雅黑" pitchFamily="34" charset="-122"/>
                <a:ea typeface="微软雅黑" pitchFamily="34" charset="-122"/>
              </a:rPr>
              <a:t>性质</a:t>
            </a:r>
            <a:r>
              <a:rPr lang="en-US" altLang="zh-CN" sz="2000" b="1" dirty="0">
                <a:solidFill>
                  <a:srgbClr val="FFFFCC"/>
                </a:solidFill>
                <a:latin typeface="微软雅黑" pitchFamily="34" charset="-122"/>
                <a:ea typeface="微软雅黑" pitchFamily="34" charset="-122"/>
              </a:rPr>
              <a:t>2</a:t>
            </a:r>
            <a:r>
              <a:rPr lang="zh-CN" altLang="en-US" sz="2000" b="1" dirty="0">
                <a:solidFill>
                  <a:srgbClr val="FFFFCC"/>
                </a:solidFill>
                <a:latin typeface="微软雅黑" pitchFamily="34" charset="-122"/>
                <a:ea typeface="微软雅黑" pitchFamily="34" charset="-122"/>
              </a:rPr>
              <a:t>：两列元素成比例，行列式为零</a:t>
            </a:r>
          </a:p>
        </p:txBody>
      </p:sp>
      <p:graphicFrame>
        <p:nvGraphicFramePr>
          <p:cNvPr id="29" name="对象 28"/>
          <p:cNvGraphicFramePr>
            <a:graphicFrameLocks noChangeAspect="1"/>
          </p:cNvGraphicFramePr>
          <p:nvPr>
            <p:extLst>
              <p:ext uri="{D42A27DB-BD31-4B8C-83A1-F6EECF244321}">
                <p14:modId xmlns:p14="http://schemas.microsoft.com/office/powerpoint/2010/main" val="3352292963"/>
              </p:ext>
            </p:extLst>
          </p:nvPr>
        </p:nvGraphicFramePr>
        <p:xfrm>
          <a:off x="4681539" y="5976938"/>
          <a:ext cx="900112" cy="280987"/>
        </p:xfrm>
        <a:graphic>
          <a:graphicData uri="http://schemas.openxmlformats.org/presentationml/2006/ole">
            <mc:AlternateContent xmlns:mc="http://schemas.openxmlformats.org/markup-compatibility/2006">
              <mc:Choice xmlns:v="urn:schemas-microsoft-com:vml" Requires="v">
                <p:oleObj name="Equation" r:id="rId13" imgW="901440" imgH="279360" progId="Equation.DSMT4">
                  <p:embed/>
                </p:oleObj>
              </mc:Choice>
              <mc:Fallback>
                <p:oleObj name="Equation" r:id="rId13" imgW="901440" imgH="279360" progId="Equation.DSMT4">
                  <p:embed/>
                  <p:pic>
                    <p:nvPicPr>
                      <p:cNvPr id="0" name="Object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81539" y="5976938"/>
                        <a:ext cx="900112" cy="280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对象 29"/>
          <p:cNvGraphicFramePr>
            <a:graphicFrameLocks noChangeAspect="1"/>
          </p:cNvGraphicFramePr>
          <p:nvPr>
            <p:extLst>
              <p:ext uri="{D42A27DB-BD31-4B8C-83A1-F6EECF244321}">
                <p14:modId xmlns:p14="http://schemas.microsoft.com/office/powerpoint/2010/main" val="2263004578"/>
              </p:ext>
            </p:extLst>
          </p:nvPr>
        </p:nvGraphicFramePr>
        <p:xfrm>
          <a:off x="4483104" y="4533900"/>
          <a:ext cx="381000" cy="293688"/>
        </p:xfrm>
        <a:graphic>
          <a:graphicData uri="http://schemas.openxmlformats.org/presentationml/2006/ole">
            <mc:AlternateContent xmlns:mc="http://schemas.openxmlformats.org/markup-compatibility/2006">
              <mc:Choice xmlns:v="urn:schemas-microsoft-com:vml" Requires="v">
                <p:oleObj name="Equation" r:id="rId15" imgW="380880" imgH="291960" progId="Equation.DSMT4">
                  <p:embed/>
                </p:oleObj>
              </mc:Choice>
              <mc:Fallback>
                <p:oleObj name="Equation" r:id="rId15" imgW="380880" imgH="291960" progId="Equation.DSMT4">
                  <p:embed/>
                  <p:pic>
                    <p:nvPicPr>
                      <p:cNvPr id="0" name="Object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83104" y="4533900"/>
                        <a:ext cx="381000" cy="2936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线形标注 2(带边框和强调线) 21"/>
          <p:cNvSpPr/>
          <p:nvPr/>
        </p:nvSpPr>
        <p:spPr bwMode="auto">
          <a:xfrm>
            <a:off x="5156208" y="6313527"/>
            <a:ext cx="3578274" cy="401643"/>
          </a:xfrm>
          <a:prstGeom prst="accentBorderCallout2">
            <a:avLst>
              <a:gd name="adj1" fmla="val 47208"/>
              <a:gd name="adj2" fmla="val -3176"/>
              <a:gd name="adj3" fmla="val 49527"/>
              <a:gd name="adj4" fmla="val -14269"/>
              <a:gd name="adj5" fmla="val 48206"/>
              <a:gd name="adj6" fmla="val -16571"/>
            </a:avLst>
          </a:prstGeom>
          <a:solidFill>
            <a:srgbClr val="FF0000"/>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algn="r"/>
            <a:r>
              <a:rPr lang="zh-CN" altLang="en-US" sz="2000" b="1" dirty="0">
                <a:solidFill>
                  <a:srgbClr val="FFFFCC"/>
                </a:solidFill>
                <a:latin typeface="微软雅黑" pitchFamily="34" charset="-122"/>
                <a:ea typeface="微软雅黑" pitchFamily="34" charset="-122"/>
              </a:rPr>
              <a:t>性质</a:t>
            </a:r>
            <a:r>
              <a:rPr lang="en-US" altLang="zh-CN" sz="2000" b="1" dirty="0">
                <a:solidFill>
                  <a:srgbClr val="FFFFCC"/>
                </a:solidFill>
                <a:latin typeface="微软雅黑" pitchFamily="34" charset="-122"/>
                <a:ea typeface="微软雅黑" pitchFamily="34" charset="-122"/>
              </a:rPr>
              <a:t>5</a:t>
            </a:r>
            <a:r>
              <a:rPr lang="zh-CN" altLang="en-US" sz="2000" b="1" dirty="0">
                <a:solidFill>
                  <a:srgbClr val="FFFFCC"/>
                </a:solidFill>
                <a:latin typeface="微软雅黑" pitchFamily="34" charset="-122"/>
                <a:ea typeface="微软雅黑" pitchFamily="34" charset="-122"/>
              </a:rPr>
              <a:t>：行列式转置，值不变</a:t>
            </a:r>
          </a:p>
        </p:txBody>
      </p:sp>
    </p:spTree>
    <p:extLst>
      <p:ext uri="{BB962C8B-B14F-4D97-AF65-F5344CB8AC3E}">
        <p14:creationId xmlns:p14="http://schemas.microsoft.com/office/powerpoint/2010/main" val="1979743113"/>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Effect transition="in" filter="wipe(left)">
                                      <p:cBhvr>
                                        <p:cTn id="7" dur="500"/>
                                        <p:tgtEl>
                                          <p:spTgt spid="23">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par>
                          <p:cTn id="17" fill="hold">
                            <p:stCondLst>
                              <p:cond delay="500"/>
                            </p:stCondLst>
                            <p:childTnLst>
                              <p:par>
                                <p:cTn id="18" presetID="22" presetClass="entr" presetSubtype="2" fill="hold" grpId="0" nodeType="after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right)">
                                      <p:cBhvr>
                                        <p:cTn id="20" dur="500"/>
                                        <p:tgtEl>
                                          <p:spTgt spid="2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left)">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par>
                          <p:cTn id="31" fill="hold">
                            <p:stCondLst>
                              <p:cond delay="500"/>
                            </p:stCondLst>
                            <p:childTnLst>
                              <p:par>
                                <p:cTn id="32" presetID="22" presetClass="entr" presetSubtype="8" fill="hold" grpId="0"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wipe(left)">
                                      <p:cBhvr>
                                        <p:cTn id="34" dur="500"/>
                                        <p:tgtEl>
                                          <p:spTgt spid="27"/>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left)">
                                      <p:cBhvr>
                                        <p:cTn id="39" dur="500"/>
                                        <p:tgtEl>
                                          <p:spTgt spid="11"/>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par>
                          <p:cTn id="45" fill="hold">
                            <p:stCondLst>
                              <p:cond delay="500"/>
                            </p:stCondLst>
                            <p:childTnLst>
                              <p:par>
                                <p:cTn id="46" presetID="22" presetClass="entr" presetSubtype="2" fill="hold" grpId="0" nodeType="after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wipe(right)">
                                      <p:cBhvr>
                                        <p:cTn id="48" dur="500"/>
                                        <p:tgtEl>
                                          <p:spTgt spid="2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wipe(left)">
                                      <p:cBhvr>
                                        <p:cTn id="53" dur="5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par>
                          <p:cTn id="59" fill="hold">
                            <p:stCondLst>
                              <p:cond delay="500"/>
                            </p:stCondLst>
                            <p:childTnLst>
                              <p:par>
                                <p:cTn id="60" presetID="22" presetClass="entr" presetSubtype="8" fill="hold" grpId="0" nodeType="after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wipe(left)">
                                      <p:cBhvr>
                                        <p:cTn id="62" dur="500"/>
                                        <p:tgtEl>
                                          <p:spTgt spid="2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wipe(left)">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wipe(left)">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wipe(left)">
                                      <p:cBhvr>
                                        <p:cTn id="7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7" grpId="0" animBg="1"/>
      <p:bldP spid="15" grpId="0" animBg="1"/>
      <p:bldP spid="13" grpId="0" animBg="1"/>
      <p:bldP spid="25" grpId="0" animBg="1"/>
      <p:bldP spid="26" grpId="0" animBg="1"/>
      <p:bldP spid="27" grpId="0" animBg="1"/>
      <p:bldP spid="28" grpId="0" animBg="1"/>
      <p:bldP spid="2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6" name="Object 2"/>
          <p:cNvGraphicFramePr>
            <a:graphicFrameLocks noChangeAspect="1"/>
          </p:cNvGraphicFramePr>
          <p:nvPr>
            <p:extLst>
              <p:ext uri="{D42A27DB-BD31-4B8C-83A1-F6EECF244321}">
                <p14:modId xmlns:p14="http://schemas.microsoft.com/office/powerpoint/2010/main" val="1252997975"/>
              </p:ext>
            </p:extLst>
          </p:nvPr>
        </p:nvGraphicFramePr>
        <p:xfrm>
          <a:off x="3878253" y="106317"/>
          <a:ext cx="2601626" cy="1716112"/>
        </p:xfrm>
        <a:graphic>
          <a:graphicData uri="http://schemas.openxmlformats.org/presentationml/2006/ole">
            <mc:AlternateContent xmlns:mc="http://schemas.openxmlformats.org/markup-compatibility/2006">
              <mc:Choice xmlns:v="urn:schemas-microsoft-com:vml" Requires="v">
                <p:oleObj name="Equation" r:id="rId3" imgW="1714320" imgH="1155600" progId="Equation.DSMT4">
                  <p:embed/>
                </p:oleObj>
              </mc:Choice>
              <mc:Fallback>
                <p:oleObj name="Equation" r:id="rId3" imgW="1714320" imgH="1155600" progId="Equation.DSMT4">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8253" y="106317"/>
                        <a:ext cx="2601626" cy="1716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3907" name="Object 3"/>
          <p:cNvGraphicFramePr>
            <a:graphicFrameLocks noChangeAspect="1"/>
          </p:cNvGraphicFramePr>
          <p:nvPr>
            <p:extLst>
              <p:ext uri="{D42A27DB-BD31-4B8C-83A1-F6EECF244321}">
                <p14:modId xmlns:p14="http://schemas.microsoft.com/office/powerpoint/2010/main" val="2612672478"/>
              </p:ext>
            </p:extLst>
          </p:nvPr>
        </p:nvGraphicFramePr>
        <p:xfrm>
          <a:off x="3707904" y="1980438"/>
          <a:ext cx="3348372" cy="1772598"/>
        </p:xfrm>
        <a:graphic>
          <a:graphicData uri="http://schemas.openxmlformats.org/presentationml/2006/ole">
            <mc:AlternateContent xmlns:mc="http://schemas.openxmlformats.org/markup-compatibility/2006">
              <mc:Choice xmlns:v="urn:schemas-microsoft-com:vml" Requires="v">
                <p:oleObj name="公式" r:id="rId5" imgW="3987800" imgH="2425700" progId="Equation.3">
                  <p:embed/>
                </p:oleObj>
              </mc:Choice>
              <mc:Fallback>
                <p:oleObj name="公式" r:id="rId5" imgW="3987800" imgH="2425700" progId="Equation.3">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07904" y="1980438"/>
                        <a:ext cx="3348372" cy="177259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3908" name="Object 4"/>
          <p:cNvGraphicFramePr>
            <a:graphicFrameLocks noChangeAspect="1"/>
          </p:cNvGraphicFramePr>
          <p:nvPr>
            <p:extLst>
              <p:ext uri="{D42A27DB-BD31-4B8C-83A1-F6EECF244321}">
                <p14:modId xmlns:p14="http://schemas.microsoft.com/office/powerpoint/2010/main" val="3492454691"/>
              </p:ext>
            </p:extLst>
          </p:nvPr>
        </p:nvGraphicFramePr>
        <p:xfrm>
          <a:off x="1079612" y="2509179"/>
          <a:ext cx="406400" cy="431800"/>
        </p:xfrm>
        <a:graphic>
          <a:graphicData uri="http://schemas.openxmlformats.org/presentationml/2006/ole">
            <mc:AlternateContent xmlns:mc="http://schemas.openxmlformats.org/markup-compatibility/2006">
              <mc:Choice xmlns:v="urn:schemas-microsoft-com:vml" Requires="v">
                <p:oleObj name="公式" r:id="rId7" imgW="406224" imgH="431613" progId="Equation.3">
                  <p:embed/>
                </p:oleObj>
              </mc:Choice>
              <mc:Fallback>
                <p:oleObj name="公式" r:id="rId7" imgW="406224" imgH="431613" progId="Equation.3">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79612" y="2509179"/>
                        <a:ext cx="4064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3909" name="Rectangle 5"/>
          <p:cNvSpPr>
            <a:spLocks noChangeArrowheads="1"/>
          </p:cNvSpPr>
          <p:nvPr/>
        </p:nvSpPr>
        <p:spPr bwMode="auto">
          <a:xfrm>
            <a:off x="143508" y="152636"/>
            <a:ext cx="378042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黑体"/>
                <a:ea typeface="黑体"/>
              </a:rPr>
              <a:t>例</a:t>
            </a:r>
            <a:r>
              <a:rPr lang="en-US" altLang="zh-CN" sz="2800" b="1" dirty="0">
                <a:solidFill>
                  <a:srgbClr val="000000"/>
                </a:solidFill>
                <a:latin typeface="黑体"/>
                <a:ea typeface="黑体"/>
              </a:rPr>
              <a:t>4 </a:t>
            </a:r>
            <a:r>
              <a:rPr lang="zh-CN" altLang="en-US" sz="2800" b="1" dirty="0">
                <a:solidFill>
                  <a:srgbClr val="000000"/>
                </a:solidFill>
                <a:latin typeface="黑体"/>
                <a:ea typeface="黑体"/>
              </a:rPr>
              <a:t>计算</a:t>
            </a:r>
            <a:endParaRPr lang="en-US" altLang="zh-CN" sz="2800" b="1" dirty="0">
              <a:solidFill>
                <a:srgbClr val="000000"/>
              </a:solidFill>
              <a:latin typeface="黑体"/>
              <a:ea typeface="黑体"/>
            </a:endParaRPr>
          </a:p>
          <a:p>
            <a:pPr eaLnBrk="1" hangingPunct="1"/>
            <a:r>
              <a:rPr lang="zh-CN" altLang="en-US" sz="2800" b="1" dirty="0">
                <a:solidFill>
                  <a:srgbClr val="132DC9"/>
                </a:solidFill>
                <a:latin typeface="黑体"/>
                <a:ea typeface="黑体"/>
              </a:rPr>
              <a:t>行（列）和相等</a:t>
            </a:r>
            <a:r>
              <a:rPr lang="zh-CN" altLang="en-US" sz="2800" b="1" dirty="0">
                <a:solidFill>
                  <a:srgbClr val="000000"/>
                </a:solidFill>
                <a:latin typeface="黑体"/>
                <a:ea typeface="黑体"/>
              </a:rPr>
              <a:t>行列式</a:t>
            </a:r>
          </a:p>
        </p:txBody>
      </p:sp>
      <p:sp>
        <p:nvSpPr>
          <p:cNvPr id="123910" name="Rectangle 6"/>
          <p:cNvSpPr>
            <a:spLocks noChangeArrowheads="1"/>
          </p:cNvSpPr>
          <p:nvPr/>
        </p:nvSpPr>
        <p:spPr bwMode="auto">
          <a:xfrm>
            <a:off x="143509" y="2376482"/>
            <a:ext cx="72008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黑体"/>
                <a:ea typeface="黑体"/>
              </a:rPr>
              <a:t>解</a:t>
            </a:r>
            <a:r>
              <a:rPr lang="en-US" altLang="zh-CN" sz="2800" b="1" dirty="0">
                <a:solidFill>
                  <a:srgbClr val="000000"/>
                </a:solidFill>
                <a:latin typeface="黑体"/>
                <a:ea typeface="黑体"/>
              </a:rPr>
              <a:t>:</a:t>
            </a:r>
            <a:endParaRPr lang="zh-CN" altLang="en-US" sz="2800" b="1" dirty="0">
              <a:solidFill>
                <a:srgbClr val="000000"/>
              </a:solidFill>
              <a:latin typeface="黑体"/>
              <a:ea typeface="黑体"/>
            </a:endParaRPr>
          </a:p>
        </p:txBody>
      </p:sp>
      <p:graphicFrame>
        <p:nvGraphicFramePr>
          <p:cNvPr id="123911" name="Object 7"/>
          <p:cNvGraphicFramePr>
            <a:graphicFrameLocks noChangeAspect="1"/>
          </p:cNvGraphicFramePr>
          <p:nvPr>
            <p:extLst>
              <p:ext uri="{D42A27DB-BD31-4B8C-83A1-F6EECF244321}">
                <p14:modId xmlns:p14="http://schemas.microsoft.com/office/powerpoint/2010/main" val="1043603123"/>
              </p:ext>
            </p:extLst>
          </p:nvPr>
        </p:nvGraphicFramePr>
        <p:xfrm>
          <a:off x="1529550" y="2448490"/>
          <a:ext cx="2016125" cy="423863"/>
        </p:xfrm>
        <a:graphic>
          <a:graphicData uri="http://schemas.openxmlformats.org/presentationml/2006/ole">
            <mc:AlternateContent xmlns:mc="http://schemas.openxmlformats.org/markup-compatibility/2006">
              <mc:Choice xmlns:v="urn:schemas-microsoft-com:vml" Requires="v">
                <p:oleObj name="公式" r:id="rId9" imgW="4238640" imgH="788760" progId="Equation.3">
                  <p:embed/>
                </p:oleObj>
              </mc:Choice>
              <mc:Fallback>
                <p:oleObj name="公式" r:id="rId9" imgW="4238640" imgH="788760" progId="Equation.3">
                  <p:embed/>
                  <p:pic>
                    <p:nvPicPr>
                      <p:cNvPr id="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29550" y="2448490"/>
                        <a:ext cx="2016125" cy="423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对象 1"/>
          <p:cNvGraphicFramePr>
            <a:graphicFrameLocks noChangeAspect="1"/>
          </p:cNvGraphicFramePr>
          <p:nvPr>
            <p:extLst>
              <p:ext uri="{D42A27DB-BD31-4B8C-83A1-F6EECF244321}">
                <p14:modId xmlns:p14="http://schemas.microsoft.com/office/powerpoint/2010/main" val="2917786042"/>
              </p:ext>
            </p:extLst>
          </p:nvPr>
        </p:nvGraphicFramePr>
        <p:xfrm>
          <a:off x="107504" y="3825044"/>
          <a:ext cx="3187700" cy="1652588"/>
        </p:xfrm>
        <a:graphic>
          <a:graphicData uri="http://schemas.openxmlformats.org/presentationml/2006/ole">
            <mc:AlternateContent xmlns:mc="http://schemas.openxmlformats.org/markup-compatibility/2006">
              <mc:Choice xmlns:v="urn:schemas-microsoft-com:vml" Requires="v">
                <p:oleObj name="公式" r:id="rId11" imgW="4851400" imgH="2425700" progId="Equation.3">
                  <p:embed/>
                </p:oleObj>
              </mc:Choice>
              <mc:Fallback>
                <p:oleObj name="公式" r:id="rId11" imgW="4851400" imgH="2425700" progId="Equation.3">
                  <p:embed/>
                  <p:pic>
                    <p:nvPicPr>
                      <p:cNvPr id="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7504" y="3825044"/>
                        <a:ext cx="3187700" cy="16525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对象 2"/>
          <p:cNvGraphicFramePr>
            <a:graphicFrameLocks noChangeAspect="1"/>
          </p:cNvGraphicFramePr>
          <p:nvPr>
            <p:extLst>
              <p:ext uri="{D42A27DB-BD31-4B8C-83A1-F6EECF244321}">
                <p14:modId xmlns:p14="http://schemas.microsoft.com/office/powerpoint/2010/main" val="2257207775"/>
              </p:ext>
            </p:extLst>
          </p:nvPr>
        </p:nvGraphicFramePr>
        <p:xfrm>
          <a:off x="4823904" y="3852646"/>
          <a:ext cx="3384550" cy="1622425"/>
        </p:xfrm>
        <a:graphic>
          <a:graphicData uri="http://schemas.openxmlformats.org/presentationml/2006/ole">
            <mc:AlternateContent xmlns:mc="http://schemas.openxmlformats.org/markup-compatibility/2006">
              <mc:Choice xmlns:v="urn:schemas-microsoft-com:vml" Requires="v">
                <p:oleObj name="公式" r:id="rId13" imgW="5613400" imgH="2451100" progId="Equation.3">
                  <p:embed/>
                </p:oleObj>
              </mc:Choice>
              <mc:Fallback>
                <p:oleObj name="公式" r:id="rId13" imgW="5613400" imgH="2451100" progId="Equation.3">
                  <p:embed/>
                  <p:pic>
                    <p:nvPicPr>
                      <p:cNvPr id="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23904" y="3852646"/>
                        <a:ext cx="3384550" cy="1622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对象 3"/>
          <p:cNvGraphicFramePr>
            <a:graphicFrameLocks noChangeAspect="1"/>
          </p:cNvGraphicFramePr>
          <p:nvPr>
            <p:extLst>
              <p:ext uri="{D42A27DB-BD31-4B8C-83A1-F6EECF244321}">
                <p14:modId xmlns:p14="http://schemas.microsoft.com/office/powerpoint/2010/main" val="3044220932"/>
              </p:ext>
            </p:extLst>
          </p:nvPr>
        </p:nvGraphicFramePr>
        <p:xfrm>
          <a:off x="143558" y="5625244"/>
          <a:ext cx="2108200" cy="309563"/>
        </p:xfrm>
        <a:graphic>
          <a:graphicData uri="http://schemas.openxmlformats.org/presentationml/2006/ole">
            <mc:AlternateContent xmlns:mc="http://schemas.openxmlformats.org/markup-compatibility/2006">
              <mc:Choice xmlns:v="urn:schemas-microsoft-com:vml" Requires="v">
                <p:oleObj name="公式" r:id="rId15" imgW="3390900" imgH="444500" progId="Equation.3">
                  <p:embed/>
                </p:oleObj>
              </mc:Choice>
              <mc:Fallback>
                <p:oleObj name="公式" r:id="rId15" imgW="3390900" imgH="444500" progId="Equation.3">
                  <p:embed/>
                  <p:pic>
                    <p:nvPicPr>
                      <p:cNvPr id="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3558" y="5625244"/>
                        <a:ext cx="2108200" cy="3095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 name="对象 4"/>
          <p:cNvGraphicFramePr>
            <a:graphicFrameLocks noChangeAspect="1"/>
          </p:cNvGraphicFramePr>
          <p:nvPr>
            <p:extLst>
              <p:ext uri="{D42A27DB-BD31-4B8C-83A1-F6EECF244321}">
                <p14:modId xmlns:p14="http://schemas.microsoft.com/office/powerpoint/2010/main" val="1553064644"/>
              </p:ext>
            </p:extLst>
          </p:nvPr>
        </p:nvGraphicFramePr>
        <p:xfrm>
          <a:off x="3405870" y="4571833"/>
          <a:ext cx="1346200" cy="288925"/>
        </p:xfrm>
        <a:graphic>
          <a:graphicData uri="http://schemas.openxmlformats.org/presentationml/2006/ole">
            <mc:AlternateContent xmlns:mc="http://schemas.openxmlformats.org/markup-compatibility/2006">
              <mc:Choice xmlns:v="urn:schemas-microsoft-com:vml" Requires="v">
                <p:oleObj name="公式" r:id="rId17" imgW="4060800" imgH="775800" progId="Equation.3">
                  <p:embed/>
                </p:oleObj>
              </mc:Choice>
              <mc:Fallback>
                <p:oleObj name="公式" r:id="rId17" imgW="4060800" imgH="775800" progId="Equation.3">
                  <p:embed/>
                  <p:pic>
                    <p:nvPicPr>
                      <p:cNvPr id="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05870" y="4571833"/>
                        <a:ext cx="1346200" cy="288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12" name="直接连接符 11"/>
          <p:cNvCxnSpPr/>
          <p:nvPr/>
        </p:nvCxnSpPr>
        <p:spPr bwMode="auto">
          <a:xfrm>
            <a:off x="0" y="1844824"/>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 name="Text Box 42"/>
          <p:cNvSpPr txBox="1">
            <a:spLocks noChangeArrowheads="1"/>
          </p:cNvSpPr>
          <p:nvPr/>
        </p:nvSpPr>
        <p:spPr bwMode="auto">
          <a:xfrm>
            <a:off x="126293" y="5985284"/>
            <a:ext cx="8928484" cy="861774"/>
          </a:xfrm>
          <a:prstGeom prst="rect">
            <a:avLst/>
          </a:prstGeom>
          <a:solidFill>
            <a:srgbClr val="FFFF00"/>
          </a:solidFill>
          <a:ln w="57150">
            <a:solidFill>
              <a:srgbClr val="009900"/>
            </a:solidFill>
          </a:ln>
          <a:effectLst/>
        </p:spPr>
        <p:txBody>
          <a:bodyPr wrap="square">
            <a:spAutoFit/>
          </a:bodyPr>
          <a:lstStyle/>
          <a:p>
            <a:pPr eaLnBrk="1" fontAlgn="auto" hangingPunct="1">
              <a:spcBef>
                <a:spcPct val="50000"/>
              </a:spcBef>
              <a:spcAft>
                <a:spcPts val="0"/>
              </a:spcAft>
              <a:defRPr/>
            </a:pPr>
            <a:r>
              <a:rPr kumimoji="0" lang="zh-CN" altLang="en-US" sz="2000" b="1" kern="0" dirty="0">
                <a:solidFill>
                  <a:srgbClr val="009900"/>
                </a:solidFill>
                <a:latin typeface="黑体" pitchFamily="49" charset="-122"/>
                <a:ea typeface="黑体" pitchFamily="49" charset="-122"/>
              </a:rPr>
              <a:t>行（列）和相等：１、累加各列后，提取公因子，得“１”列。</a:t>
            </a:r>
            <a:endParaRPr kumimoji="0" lang="en-US" altLang="zh-CN" sz="2000" b="1" kern="0" dirty="0">
              <a:solidFill>
                <a:srgbClr val="009900"/>
              </a:solidFill>
              <a:latin typeface="黑体" pitchFamily="49" charset="-122"/>
              <a:ea typeface="黑体" pitchFamily="49" charset="-122"/>
            </a:endParaRPr>
          </a:p>
          <a:p>
            <a:pPr eaLnBrk="1" fontAlgn="auto" hangingPunct="1">
              <a:spcBef>
                <a:spcPct val="50000"/>
              </a:spcBef>
              <a:spcAft>
                <a:spcPts val="0"/>
              </a:spcAft>
              <a:defRPr/>
            </a:pPr>
            <a:r>
              <a:rPr kumimoji="0" lang="zh-CN" altLang="en-US" sz="2000" b="1" kern="0" dirty="0">
                <a:solidFill>
                  <a:srgbClr val="009900"/>
                </a:solidFill>
                <a:latin typeface="黑体" pitchFamily="49" charset="-122"/>
                <a:ea typeface="黑体" pitchFamily="49" charset="-122"/>
              </a:rPr>
              <a:t>　　　          ２、应用该列进行消元，化为上三角行列式。</a:t>
            </a:r>
          </a:p>
        </p:txBody>
      </p:sp>
      <p:graphicFrame>
        <p:nvGraphicFramePr>
          <p:cNvPr id="14" name="对象 13"/>
          <p:cNvGraphicFramePr>
            <a:graphicFrameLocks noChangeAspect="1"/>
          </p:cNvGraphicFramePr>
          <p:nvPr>
            <p:extLst>
              <p:ext uri="{D42A27DB-BD31-4B8C-83A1-F6EECF244321}">
                <p14:modId xmlns:p14="http://schemas.microsoft.com/office/powerpoint/2010/main" val="4086115501"/>
              </p:ext>
            </p:extLst>
          </p:nvPr>
        </p:nvGraphicFramePr>
        <p:xfrm>
          <a:off x="6372200" y="707169"/>
          <a:ext cx="2396232" cy="309563"/>
        </p:xfrm>
        <a:graphic>
          <a:graphicData uri="http://schemas.openxmlformats.org/presentationml/2006/ole">
            <mc:AlternateContent xmlns:mc="http://schemas.openxmlformats.org/markup-compatibility/2006">
              <mc:Choice xmlns:v="urn:schemas-microsoft-com:vml" Requires="v">
                <p:oleObj name="公式" r:id="rId19" imgW="3390900" imgH="444500" progId="Equation.3">
                  <p:embed/>
                </p:oleObj>
              </mc:Choice>
              <mc:Fallback>
                <p:oleObj name="公式" r:id="rId19" imgW="3390900" imgH="444500" progId="Equation.3">
                  <p:embed/>
                  <p:pic>
                    <p:nvPicPr>
                      <p:cNvPr id="0"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72200" y="707169"/>
                        <a:ext cx="2396232" cy="309563"/>
                      </a:xfrm>
                      <a:prstGeom prst="rect">
                        <a:avLst/>
                      </a:prstGeom>
                      <a:solidFill>
                        <a:srgbClr val="FFFF00"/>
                      </a:solidFill>
                      <a:ln w="9525">
                        <a:solidFill>
                          <a:srgbClr val="009900"/>
                        </a:solidFill>
                        <a:miter lim="800000"/>
                        <a:headEnd/>
                        <a:tailEnd/>
                      </a:ln>
                    </p:spPr>
                  </p:pic>
                </p:oleObj>
              </mc:Fallback>
            </mc:AlternateContent>
          </a:graphicData>
        </a:graphic>
      </p:graphicFrame>
      <p:sp>
        <p:nvSpPr>
          <p:cNvPr id="15" name="动作按钮: 帮助 14">
            <a:hlinkClick r:id="rId20" action="ppaction://hlinksldjump" highlightClick="1"/>
          </p:cNvPr>
          <p:cNvSpPr/>
          <p:nvPr/>
        </p:nvSpPr>
        <p:spPr bwMode="auto">
          <a:xfrm>
            <a:off x="8770995" y="69804"/>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endParaRPr lang="zh-CN" altLang="en-US" dirty="0">
              <a:solidFill>
                <a:srgbClr val="AAE2CA"/>
              </a:solidFill>
            </a:endParaRPr>
          </a:p>
        </p:txBody>
      </p:sp>
    </p:spTree>
    <p:extLst>
      <p:ext uri="{BB962C8B-B14F-4D97-AF65-F5344CB8AC3E}">
        <p14:creationId xmlns:p14="http://schemas.microsoft.com/office/powerpoint/2010/main" val="1206333672"/>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3910"/>
                                        </p:tgtEl>
                                        <p:attrNameLst>
                                          <p:attrName>style.visibility</p:attrName>
                                        </p:attrNameLst>
                                      </p:cBhvr>
                                      <p:to>
                                        <p:strVal val="visible"/>
                                      </p:to>
                                    </p:set>
                                    <p:animEffect transition="in" filter="wipe(left)">
                                      <p:cBhvr>
                                        <p:cTn id="7" dur="500"/>
                                        <p:tgtEl>
                                          <p:spTgt spid="123910"/>
                                        </p:tgtEl>
                                      </p:cBhvr>
                                    </p:animEffect>
                                  </p:childTnLst>
                                </p:cTn>
                              </p:par>
                            </p:childTnLst>
                          </p:cTn>
                        </p:par>
                        <p:par>
                          <p:cTn id="8" fill="hold" nodeType="with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23908"/>
                                        </p:tgtEl>
                                        <p:attrNameLst>
                                          <p:attrName>style.visibility</p:attrName>
                                        </p:attrNameLst>
                                      </p:cBhvr>
                                      <p:to>
                                        <p:strVal val="visible"/>
                                      </p:to>
                                    </p:set>
                                    <p:animEffect transition="in" filter="wipe(left)">
                                      <p:cBhvr>
                                        <p:cTn id="11" dur="500"/>
                                        <p:tgtEl>
                                          <p:spTgt spid="12390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nodeType="clickEffect">
                                  <p:stCondLst>
                                    <p:cond delay="0"/>
                                  </p:stCondLst>
                                  <p:childTnLst>
                                    <p:set>
                                      <p:cBhvr>
                                        <p:cTn id="15" dur="1" fill="hold">
                                          <p:stCondLst>
                                            <p:cond delay="0"/>
                                          </p:stCondLst>
                                        </p:cTn>
                                        <p:tgtEl>
                                          <p:spTgt spid="123911"/>
                                        </p:tgtEl>
                                        <p:attrNameLst>
                                          <p:attrName>style.visibility</p:attrName>
                                        </p:attrNameLst>
                                      </p:cBhvr>
                                      <p:to>
                                        <p:strVal val="visible"/>
                                      </p:to>
                                    </p:set>
                                    <p:animEffect transition="in" filter="wipe(left)">
                                      <p:cBhvr>
                                        <p:cTn id="16" dur="500"/>
                                        <p:tgtEl>
                                          <p:spTgt spid="12391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123907"/>
                                        </p:tgtEl>
                                        <p:attrNameLst>
                                          <p:attrName>style.visibility</p:attrName>
                                        </p:attrNameLst>
                                      </p:cBhvr>
                                      <p:to>
                                        <p:strVal val="visible"/>
                                      </p:to>
                                    </p:set>
                                    <p:animEffect transition="in" filter="wipe(left)">
                                      <p:cBhvr>
                                        <p:cTn id="21" dur="500"/>
                                        <p:tgtEl>
                                          <p:spTgt spid="12390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500"/>
                                        <p:tgtEl>
                                          <p:spTgt spid="5"/>
                                        </p:tgtEl>
                                      </p:cBhvr>
                                    </p:animEffect>
                                  </p:childTnLst>
                                </p:cTn>
                              </p:par>
                            </p:childTnLst>
                          </p:cTn>
                        </p:par>
                      </p:childTnLst>
                    </p:cTn>
                  </p:par>
                  <p:par>
                    <p:cTn id="32" fill="hold">
                      <p:stCondLst>
                        <p:cond delay="indefinite"/>
                      </p:stCondLst>
                      <p:childTnLst>
                        <p:par>
                          <p:cTn id="33" fill="hold">
                            <p:stCondLst>
                              <p:cond delay="0"/>
                            </p:stCondLst>
                            <p:childTnLst>
                              <p:par>
                                <p:cTn id="34" presetID="18" presetClass="entr" presetSubtype="6" fill="hold"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strips(downRight)">
                                      <p:cBhvr>
                                        <p:cTn id="36" dur="500"/>
                                        <p:tgtEl>
                                          <p:spTgt spid="3"/>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left)">
                                      <p:cBhvr>
                                        <p:cTn id="41" dur="500"/>
                                        <p:tgtEl>
                                          <p:spTgt spid="4"/>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wipe(left)">
                                      <p:cBhvr>
                                        <p:cTn id="5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10" grpId="0" autoUpdateAnimBg="0"/>
      <p:bldP spid="1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7" name="Rectangle 3"/>
          <p:cNvSpPr>
            <a:spLocks noChangeArrowheads="1"/>
          </p:cNvSpPr>
          <p:nvPr/>
        </p:nvSpPr>
        <p:spPr bwMode="auto">
          <a:xfrm>
            <a:off x="0" y="0"/>
            <a:ext cx="9144000" cy="461665"/>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r>
              <a:rPr lang="zh-CN" altLang="en-US" b="1" dirty="0">
                <a:latin typeface="微软雅黑" pitchFamily="34" charset="-122"/>
                <a:ea typeface="微软雅黑" pitchFamily="34" charset="-122"/>
              </a:rPr>
              <a:t>练习：</a:t>
            </a:r>
          </a:p>
        </p:txBody>
      </p:sp>
      <p:graphicFrame>
        <p:nvGraphicFramePr>
          <p:cNvPr id="88069" name="Object 5"/>
          <p:cNvGraphicFramePr>
            <a:graphicFrameLocks noChangeAspect="1"/>
          </p:cNvGraphicFramePr>
          <p:nvPr>
            <p:extLst>
              <p:ext uri="{D42A27DB-BD31-4B8C-83A1-F6EECF244321}">
                <p14:modId xmlns:p14="http://schemas.microsoft.com/office/powerpoint/2010/main" val="2481098796"/>
              </p:ext>
            </p:extLst>
          </p:nvPr>
        </p:nvGraphicFramePr>
        <p:xfrm>
          <a:off x="216884" y="802361"/>
          <a:ext cx="2688206" cy="2314743"/>
        </p:xfrm>
        <a:graphic>
          <a:graphicData uri="http://schemas.openxmlformats.org/presentationml/2006/ole">
            <mc:AlternateContent xmlns:mc="http://schemas.openxmlformats.org/markup-compatibility/2006">
              <mc:Choice xmlns:v="urn:schemas-microsoft-com:vml" Requires="v">
                <p:oleObj name="Equation" r:id="rId2" imgW="1346040" imgH="1155600" progId="Equation.DSMT4">
                  <p:embed/>
                </p:oleObj>
              </mc:Choice>
              <mc:Fallback>
                <p:oleObj name="Equation" r:id="rId2" imgW="1346040" imgH="1155600" progId="Equation.DSMT4">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884" y="802361"/>
                        <a:ext cx="2688206" cy="231474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2"/>
          <p:cNvGraphicFramePr>
            <a:graphicFrameLocks noChangeAspect="1"/>
          </p:cNvGraphicFramePr>
          <p:nvPr>
            <p:extLst>
              <p:ext uri="{D42A27DB-BD31-4B8C-83A1-F6EECF244321}">
                <p14:modId xmlns:p14="http://schemas.microsoft.com/office/powerpoint/2010/main" val="3874591357"/>
              </p:ext>
            </p:extLst>
          </p:nvPr>
        </p:nvGraphicFramePr>
        <p:xfrm>
          <a:off x="3215642" y="3500438"/>
          <a:ext cx="5784850" cy="2578100"/>
        </p:xfrm>
        <a:graphic>
          <a:graphicData uri="http://schemas.openxmlformats.org/presentationml/2006/ole">
            <mc:AlternateContent xmlns:mc="http://schemas.openxmlformats.org/markup-compatibility/2006">
              <mc:Choice xmlns:v="urn:schemas-microsoft-com:vml" Requires="v">
                <p:oleObj name="Equation" r:id="rId4" imgW="6210300" imgH="2578100" progId="Equation.3">
                  <p:embed/>
                </p:oleObj>
              </mc:Choice>
              <mc:Fallback>
                <p:oleObj name="Equation" r:id="rId4" imgW="6210300" imgH="2578100" progId="Equation.3">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15642" y="3500438"/>
                        <a:ext cx="5784850" cy="2578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7"/>
          <p:cNvGraphicFramePr>
            <a:graphicFrameLocks noChangeAspect="1"/>
          </p:cNvGraphicFramePr>
          <p:nvPr>
            <p:extLst>
              <p:ext uri="{D42A27DB-BD31-4B8C-83A1-F6EECF244321}">
                <p14:modId xmlns:p14="http://schemas.microsoft.com/office/powerpoint/2010/main" val="204546245"/>
              </p:ext>
            </p:extLst>
          </p:nvPr>
        </p:nvGraphicFramePr>
        <p:xfrm>
          <a:off x="3599892" y="6237312"/>
          <a:ext cx="2125663" cy="468313"/>
        </p:xfrm>
        <a:graphic>
          <a:graphicData uri="http://schemas.openxmlformats.org/presentationml/2006/ole">
            <mc:AlternateContent xmlns:mc="http://schemas.openxmlformats.org/markup-compatibility/2006">
              <mc:Choice xmlns:v="urn:schemas-microsoft-com:vml" Requires="v">
                <p:oleObj name="Equation" r:id="rId6" imgW="4390920" imgH="775800" progId="Equation.3">
                  <p:embed/>
                </p:oleObj>
              </mc:Choice>
              <mc:Fallback>
                <p:oleObj name="Equation" r:id="rId6" imgW="4390920" imgH="775800" progId="Equation.3">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99892" y="6237312"/>
                        <a:ext cx="2125663" cy="468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9"/>
          <p:cNvGraphicFramePr>
            <a:graphicFrameLocks noChangeAspect="1"/>
          </p:cNvGraphicFramePr>
          <p:nvPr>
            <p:extLst>
              <p:ext uri="{D42A27DB-BD31-4B8C-83A1-F6EECF244321}">
                <p14:modId xmlns:p14="http://schemas.microsoft.com/office/powerpoint/2010/main" val="1429426320"/>
              </p:ext>
            </p:extLst>
          </p:nvPr>
        </p:nvGraphicFramePr>
        <p:xfrm>
          <a:off x="2879812" y="666564"/>
          <a:ext cx="6126163" cy="2438400"/>
        </p:xfrm>
        <a:graphic>
          <a:graphicData uri="http://schemas.openxmlformats.org/presentationml/2006/ole">
            <mc:AlternateContent xmlns:mc="http://schemas.openxmlformats.org/markup-compatibility/2006">
              <mc:Choice xmlns:v="urn:schemas-microsoft-com:vml" Requires="v">
                <p:oleObj name="Equation" r:id="rId8" imgW="5283200" imgH="2578100" progId="Equation.3">
                  <p:embed/>
                </p:oleObj>
              </mc:Choice>
              <mc:Fallback>
                <p:oleObj name="Equation" r:id="rId8" imgW="5283200" imgH="2578100" progId="Equation.3">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79812" y="666564"/>
                        <a:ext cx="6126163" cy="2438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矩形 9"/>
          <p:cNvSpPr/>
          <p:nvPr/>
        </p:nvSpPr>
        <p:spPr bwMode="auto">
          <a:xfrm>
            <a:off x="-22162" y="4560902"/>
            <a:ext cx="9194800" cy="2300319"/>
          </a:xfrm>
          <a:prstGeom prst="rect">
            <a:avLst/>
          </a:prstGeom>
          <a:solidFill>
            <a:schemeClr val="bg1"/>
          </a:solidFill>
          <a:ln w="38100" cap="flat" cmpd="sng" algn="ctr">
            <a:solidFill>
              <a:schemeClr val="accent2">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2400" b="0" i="0" u="none" strike="noStrike" cap="none" normalizeH="0" baseline="0">
              <a:ln>
                <a:noFill/>
              </a:ln>
              <a:solidFill>
                <a:schemeClr val="tx1"/>
              </a:solidFill>
              <a:effectLst/>
              <a:latin typeface="Times New Roman" pitchFamily="18" charset="0"/>
              <a:ea typeface="宋体" charset="-122"/>
            </a:endParaRPr>
          </a:p>
        </p:txBody>
      </p:sp>
      <p:graphicFrame>
        <p:nvGraphicFramePr>
          <p:cNvPr id="787464" name="Object 8"/>
          <p:cNvGraphicFramePr>
            <a:graphicFrameLocks noChangeAspect="1"/>
          </p:cNvGraphicFramePr>
          <p:nvPr/>
        </p:nvGraphicFramePr>
        <p:xfrm>
          <a:off x="200025" y="4784725"/>
          <a:ext cx="2324100" cy="1930400"/>
        </p:xfrm>
        <a:graphic>
          <a:graphicData uri="http://schemas.openxmlformats.org/presentationml/2006/ole">
            <mc:AlternateContent xmlns:mc="http://schemas.openxmlformats.org/markup-compatibility/2006">
              <mc:Choice xmlns:v="urn:schemas-microsoft-com:vml" Requires="v">
                <p:oleObj name="Equation" r:id="rId10" imgW="2324100" imgH="1930400" progId="Equation.DSMT4">
                  <p:embed/>
                </p:oleObj>
              </mc:Choice>
              <mc:Fallback>
                <p:oleObj name="Equation" r:id="rId10" imgW="2324100" imgH="1930400" progId="Equation.DSMT4">
                  <p:embed/>
                  <p:pic>
                    <p:nvPicPr>
                      <p:cNvPr id="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0025" y="4784725"/>
                        <a:ext cx="2324100" cy="1930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87465" name="Object 9"/>
          <p:cNvGraphicFramePr>
            <a:graphicFrameLocks noChangeAspect="1"/>
          </p:cNvGraphicFramePr>
          <p:nvPr/>
        </p:nvGraphicFramePr>
        <p:xfrm>
          <a:off x="2536825" y="5551488"/>
          <a:ext cx="647700" cy="355600"/>
        </p:xfrm>
        <a:graphic>
          <a:graphicData uri="http://schemas.openxmlformats.org/presentationml/2006/ole">
            <mc:AlternateContent xmlns:mc="http://schemas.openxmlformats.org/markup-compatibility/2006">
              <mc:Choice xmlns:v="urn:schemas-microsoft-com:vml" Requires="v">
                <p:oleObj name="Equation" r:id="rId12" imgW="647640" imgH="355320" progId="Equation.DSMT4">
                  <p:embed/>
                </p:oleObj>
              </mc:Choice>
              <mc:Fallback>
                <p:oleObj name="Equation" r:id="rId12" imgW="647640" imgH="355320" progId="Equation.DSMT4">
                  <p:embed/>
                  <p:pic>
                    <p:nvPicPr>
                      <p:cNvPr id="0"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36825" y="5551488"/>
                        <a:ext cx="647700" cy="35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1295150685"/>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left)">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left)">
                                      <p:cBhvr>
                                        <p:cTn id="22" dur="500"/>
                                        <p:tgtEl>
                                          <p:spTgt spid="10"/>
                                        </p:tgtEl>
                                      </p:cBhvr>
                                    </p:animEffect>
                                  </p:childTnLst>
                                </p:cTn>
                              </p:par>
                              <p:par>
                                <p:cTn id="23" presetID="22" presetClass="entr" presetSubtype="8" fill="hold" nodeType="withEffect">
                                  <p:stCondLst>
                                    <p:cond delay="0"/>
                                  </p:stCondLst>
                                  <p:childTnLst>
                                    <p:set>
                                      <p:cBhvr>
                                        <p:cTn id="24" dur="1" fill="hold">
                                          <p:stCondLst>
                                            <p:cond delay="0"/>
                                          </p:stCondLst>
                                        </p:cTn>
                                        <p:tgtEl>
                                          <p:spTgt spid="787464"/>
                                        </p:tgtEl>
                                        <p:attrNameLst>
                                          <p:attrName>style.visibility</p:attrName>
                                        </p:attrNameLst>
                                      </p:cBhvr>
                                      <p:to>
                                        <p:strVal val="visible"/>
                                      </p:to>
                                    </p:set>
                                    <p:animEffect transition="in" filter="wipe(left)">
                                      <p:cBhvr>
                                        <p:cTn id="25" dur="500"/>
                                        <p:tgtEl>
                                          <p:spTgt spid="78746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787465"/>
                                        </p:tgtEl>
                                        <p:attrNameLst>
                                          <p:attrName>style.visibility</p:attrName>
                                        </p:attrNameLst>
                                      </p:cBhvr>
                                      <p:to>
                                        <p:strVal val="visible"/>
                                      </p:to>
                                    </p:set>
                                    <p:animEffect transition="in" filter="wipe(left)">
                                      <p:cBhvr>
                                        <p:cTn id="30" dur="500"/>
                                        <p:tgtEl>
                                          <p:spTgt spid="7874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p:cNvSpPr>
            <a:spLocks noChangeArrowheads="1"/>
          </p:cNvSpPr>
          <p:nvPr/>
        </p:nvSpPr>
        <p:spPr bwMode="auto">
          <a:xfrm>
            <a:off x="0" y="0"/>
            <a:ext cx="375562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a:ea typeface="黑体"/>
              </a:rPr>
              <a:t>例</a:t>
            </a:r>
            <a:r>
              <a:rPr lang="en-US" altLang="zh-CN" sz="2800" b="1" dirty="0">
                <a:solidFill>
                  <a:srgbClr val="000000"/>
                </a:solidFill>
                <a:latin typeface="黑体"/>
                <a:ea typeface="黑体"/>
              </a:rPr>
              <a:t>5 </a:t>
            </a:r>
            <a:r>
              <a:rPr lang="zh-CN" altLang="en-US" sz="2800" b="1" dirty="0">
                <a:solidFill>
                  <a:srgbClr val="000000"/>
                </a:solidFill>
                <a:latin typeface="黑体"/>
                <a:ea typeface="黑体"/>
              </a:rPr>
              <a:t>计算</a:t>
            </a:r>
            <a:endParaRPr lang="en-US" altLang="zh-CN" sz="2800" b="1" dirty="0">
              <a:solidFill>
                <a:srgbClr val="000000"/>
              </a:solidFill>
              <a:latin typeface="黑体"/>
              <a:ea typeface="黑体"/>
            </a:endParaRPr>
          </a:p>
          <a:p>
            <a:pPr eaLnBrk="1" hangingPunct="1"/>
            <a:r>
              <a:rPr lang="zh-CN" altLang="en-US" sz="2800" b="1" dirty="0">
                <a:solidFill>
                  <a:srgbClr val="FF0000"/>
                </a:solidFill>
                <a:latin typeface="黑体"/>
                <a:ea typeface="黑体"/>
              </a:rPr>
              <a:t>具有公共元素</a:t>
            </a:r>
            <a:r>
              <a:rPr lang="zh-CN" altLang="en-US" sz="2800" b="1" dirty="0">
                <a:solidFill>
                  <a:srgbClr val="000000"/>
                </a:solidFill>
                <a:latin typeface="黑体"/>
                <a:ea typeface="黑体"/>
              </a:rPr>
              <a:t>的行列式</a:t>
            </a:r>
          </a:p>
        </p:txBody>
      </p:sp>
      <p:graphicFrame>
        <p:nvGraphicFramePr>
          <p:cNvPr id="125955" name="Object 3"/>
          <p:cNvGraphicFramePr>
            <a:graphicFrameLocks noChangeAspect="1"/>
          </p:cNvGraphicFramePr>
          <p:nvPr>
            <p:extLst>
              <p:ext uri="{D42A27DB-BD31-4B8C-83A1-F6EECF244321}">
                <p14:modId xmlns:p14="http://schemas.microsoft.com/office/powerpoint/2010/main" val="3150277632"/>
              </p:ext>
            </p:extLst>
          </p:nvPr>
        </p:nvGraphicFramePr>
        <p:xfrm>
          <a:off x="3755621" y="152637"/>
          <a:ext cx="4753647" cy="2120858"/>
        </p:xfrm>
        <a:graphic>
          <a:graphicData uri="http://schemas.openxmlformats.org/presentationml/2006/ole">
            <mc:AlternateContent xmlns:mc="http://schemas.openxmlformats.org/markup-compatibility/2006">
              <mc:Choice xmlns:v="urn:schemas-microsoft-com:vml" Requires="v">
                <p:oleObj name="Equation" r:id="rId3" imgW="2717640" imgH="1168200" progId="Equation.DSMT4">
                  <p:embed/>
                </p:oleObj>
              </mc:Choice>
              <mc:Fallback>
                <p:oleObj name="Equation" r:id="rId3" imgW="2717640" imgH="1168200" progId="Equation.DSMT4">
                  <p:embed/>
                  <p:pic>
                    <p:nvPicPr>
                      <p:cNvPr id="0" name="Picture 2"/>
                      <p:cNvPicPr>
                        <a:picLocks noChangeAspect="1" noChangeArrowheads="1"/>
                      </p:cNvPicPr>
                      <p:nvPr/>
                    </p:nvPicPr>
                    <p:blipFill>
                      <a:blip r:embed="rId4"/>
                      <a:srcRect/>
                      <a:stretch>
                        <a:fillRect/>
                      </a:stretch>
                    </p:blipFill>
                    <p:spPr bwMode="auto">
                      <a:xfrm>
                        <a:off x="3755621" y="152637"/>
                        <a:ext cx="4753647" cy="2120858"/>
                      </a:xfrm>
                      <a:prstGeom prst="rect">
                        <a:avLst/>
                      </a:prstGeom>
                      <a:noFill/>
                    </p:spPr>
                  </p:pic>
                </p:oleObj>
              </mc:Fallback>
            </mc:AlternateContent>
          </a:graphicData>
        </a:graphic>
      </p:graphicFrame>
      <p:sp>
        <p:nvSpPr>
          <p:cNvPr id="125959" name="Rectangle 7"/>
          <p:cNvSpPr>
            <a:spLocks noChangeArrowheads="1"/>
          </p:cNvSpPr>
          <p:nvPr/>
        </p:nvSpPr>
        <p:spPr bwMode="auto">
          <a:xfrm>
            <a:off x="176509" y="2618443"/>
            <a:ext cx="7264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黑体"/>
                <a:ea typeface="黑体"/>
              </a:rPr>
              <a:t>解</a:t>
            </a:r>
            <a:r>
              <a:rPr lang="en-US" altLang="zh-CN" sz="2800" b="1" dirty="0">
                <a:solidFill>
                  <a:srgbClr val="000000"/>
                </a:solidFill>
                <a:latin typeface="黑体"/>
                <a:ea typeface="黑体"/>
              </a:rPr>
              <a:t>:</a:t>
            </a:r>
            <a:endParaRPr lang="zh-CN" altLang="en-US" sz="2800" b="1" dirty="0">
              <a:solidFill>
                <a:srgbClr val="000000"/>
              </a:solidFill>
              <a:latin typeface="黑体"/>
              <a:ea typeface="黑体"/>
            </a:endParaRPr>
          </a:p>
        </p:txBody>
      </p:sp>
      <p:cxnSp>
        <p:nvCxnSpPr>
          <p:cNvPr id="15" name="直接连接符 14"/>
          <p:cNvCxnSpPr/>
          <p:nvPr/>
        </p:nvCxnSpPr>
        <p:spPr bwMode="auto">
          <a:xfrm>
            <a:off x="0" y="2492896"/>
            <a:ext cx="9144000" cy="0"/>
          </a:xfrm>
          <a:prstGeom prst="line">
            <a:avLst/>
          </a:prstGeom>
          <a:solidFill>
            <a:schemeClr val="accent1">
              <a:alpha val="0"/>
            </a:schemeClr>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2" name="对象 1"/>
          <p:cNvGraphicFramePr>
            <a:graphicFrameLocks noChangeAspect="1"/>
          </p:cNvGraphicFramePr>
          <p:nvPr>
            <p:extLst>
              <p:ext uri="{D42A27DB-BD31-4B8C-83A1-F6EECF244321}">
                <p14:modId xmlns:p14="http://schemas.microsoft.com/office/powerpoint/2010/main" val="270807478"/>
              </p:ext>
            </p:extLst>
          </p:nvPr>
        </p:nvGraphicFramePr>
        <p:xfrm>
          <a:off x="176509" y="2658784"/>
          <a:ext cx="4972050" cy="2359025"/>
        </p:xfrm>
        <a:graphic>
          <a:graphicData uri="http://schemas.openxmlformats.org/presentationml/2006/ole">
            <mc:AlternateContent xmlns:mc="http://schemas.openxmlformats.org/markup-compatibility/2006">
              <mc:Choice xmlns:v="urn:schemas-microsoft-com:vml" Requires="v">
                <p:oleObj name="Equation" r:id="rId5" imgW="2946240" imgH="1396800" progId="Equation.DSMT4">
                  <p:embed/>
                </p:oleObj>
              </mc:Choice>
              <mc:Fallback>
                <p:oleObj name="Equation" r:id="rId5" imgW="2946240" imgH="1396800" progId="Equation.DSMT4">
                  <p:embed/>
                  <p:pic>
                    <p:nvPicPr>
                      <p:cNvPr id="0" name="Picture 3"/>
                      <p:cNvPicPr>
                        <a:picLocks noChangeAspect="1" noChangeArrowheads="1"/>
                      </p:cNvPicPr>
                      <p:nvPr/>
                    </p:nvPicPr>
                    <p:blipFill>
                      <a:blip r:embed="rId6"/>
                      <a:srcRect/>
                      <a:stretch>
                        <a:fillRect/>
                      </a:stretch>
                    </p:blipFill>
                    <p:spPr bwMode="auto">
                      <a:xfrm>
                        <a:off x="176509" y="2658784"/>
                        <a:ext cx="4972050" cy="23590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5392" name="Object 38"/>
          <p:cNvGraphicFramePr>
            <a:graphicFrameLocks noChangeAspect="1"/>
          </p:cNvGraphicFramePr>
          <p:nvPr/>
        </p:nvGraphicFramePr>
        <p:xfrm>
          <a:off x="4352922" y="5145111"/>
          <a:ext cx="1168416" cy="803287"/>
        </p:xfrm>
        <a:graphic>
          <a:graphicData uri="http://schemas.openxmlformats.org/presentationml/2006/ole">
            <mc:AlternateContent xmlns:mc="http://schemas.openxmlformats.org/markup-compatibility/2006">
              <mc:Choice xmlns:v="urn:schemas-microsoft-com:vml" Requires="v">
                <p:oleObj name="Equation" r:id="rId7" imgW="406080" imgH="279360" progId="Equation.DSMT4">
                  <p:embed/>
                </p:oleObj>
              </mc:Choice>
              <mc:Fallback>
                <p:oleObj name="Equation" r:id="rId7" imgW="406080" imgH="279360" progId="Equation.DSMT4">
                  <p:embed/>
                  <p:pic>
                    <p:nvPicPr>
                      <p:cNvPr id="0" name="Object 3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52922" y="5145111"/>
                        <a:ext cx="1168416" cy="8032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5393" name="Object 17"/>
          <p:cNvGraphicFramePr>
            <a:graphicFrameLocks noChangeAspect="1"/>
          </p:cNvGraphicFramePr>
          <p:nvPr>
            <p:extLst>
              <p:ext uri="{D42A27DB-BD31-4B8C-83A1-F6EECF244321}">
                <p14:modId xmlns:p14="http://schemas.microsoft.com/office/powerpoint/2010/main" val="1573124545"/>
              </p:ext>
            </p:extLst>
          </p:nvPr>
        </p:nvGraphicFramePr>
        <p:xfrm>
          <a:off x="5381625" y="4268788"/>
          <a:ext cx="3670300" cy="2519362"/>
        </p:xfrm>
        <a:graphic>
          <a:graphicData uri="http://schemas.openxmlformats.org/presentationml/2006/ole">
            <mc:AlternateContent xmlns:mc="http://schemas.openxmlformats.org/markup-compatibility/2006">
              <mc:Choice xmlns:v="urn:schemas-microsoft-com:vml" Requires="v">
                <p:oleObj name="Equation" r:id="rId9" imgW="2031840" imgH="1396800" progId="Equation.DSMT4">
                  <p:embed/>
                </p:oleObj>
              </mc:Choice>
              <mc:Fallback>
                <p:oleObj name="Equation" r:id="rId9" imgW="2031840" imgH="1396800" progId="Equation.DSMT4">
                  <p:embed/>
                  <p:pic>
                    <p:nvPicPr>
                      <p:cNvPr id="0" name="Picture 5"/>
                      <p:cNvPicPr>
                        <a:picLocks noChangeAspect="1" noChangeArrowheads="1"/>
                      </p:cNvPicPr>
                      <p:nvPr/>
                    </p:nvPicPr>
                    <p:blipFill>
                      <a:blip r:embed="rId10"/>
                      <a:srcRect/>
                      <a:stretch>
                        <a:fillRect/>
                      </a:stretch>
                    </p:blipFill>
                    <p:spPr bwMode="auto">
                      <a:xfrm>
                        <a:off x="5381625" y="4268788"/>
                        <a:ext cx="3670300" cy="25193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动作按钮: 帮助 8">
            <a:hlinkClick r:id="rId11" action="ppaction://hlinksldjump" highlightClick="1"/>
          </p:cNvPr>
          <p:cNvSpPr/>
          <p:nvPr/>
        </p:nvSpPr>
        <p:spPr bwMode="auto">
          <a:xfrm>
            <a:off x="8770995" y="69804"/>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endParaRPr lang="zh-CN" altLang="en-US" dirty="0">
              <a:solidFill>
                <a:srgbClr val="AAE2CA"/>
              </a:solidFill>
            </a:endParaRPr>
          </a:p>
        </p:txBody>
      </p:sp>
    </p:spTree>
    <p:extLst>
      <p:ext uri="{BB962C8B-B14F-4D97-AF65-F5344CB8AC3E}">
        <p14:creationId xmlns:p14="http://schemas.microsoft.com/office/powerpoint/2010/main" val="6222923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5959"/>
                                        </p:tgtEl>
                                        <p:attrNameLst>
                                          <p:attrName>style.visibility</p:attrName>
                                        </p:attrNameLst>
                                      </p:cBhvr>
                                      <p:to>
                                        <p:strVal val="visible"/>
                                      </p:to>
                                    </p:set>
                                    <p:animEffect transition="in" filter="wipe(left)">
                                      <p:cBhvr>
                                        <p:cTn id="7" dur="1000"/>
                                        <p:tgtEl>
                                          <p:spTgt spid="125959"/>
                                        </p:tgtEl>
                                      </p:cBhvr>
                                    </p:animEffect>
                                  </p:childTnLst>
                                </p:cTn>
                              </p:par>
                              <p:par>
                                <p:cTn id="8" presetID="22" presetClass="entr" presetSubtype="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85392"/>
                                        </p:tgtEl>
                                        <p:attrNameLst>
                                          <p:attrName>style.visibility</p:attrName>
                                        </p:attrNameLst>
                                      </p:cBhvr>
                                      <p:to>
                                        <p:strVal val="visible"/>
                                      </p:to>
                                    </p:set>
                                    <p:animEffect transition="in" filter="wipe(left)">
                                      <p:cBhvr>
                                        <p:cTn id="15" dur="500"/>
                                        <p:tgtEl>
                                          <p:spTgt spid="48539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85393"/>
                                        </p:tgtEl>
                                        <p:attrNameLst>
                                          <p:attrName>style.visibility</p:attrName>
                                        </p:attrNameLst>
                                      </p:cBhvr>
                                      <p:to>
                                        <p:strVal val="visible"/>
                                      </p:to>
                                    </p:set>
                                    <p:animEffect transition="in" filter="wipe(left)">
                                      <p:cBhvr>
                                        <p:cTn id="20" dur="500"/>
                                        <p:tgtEl>
                                          <p:spTgt spid="485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959"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38"/>
          <p:cNvGraphicFramePr>
            <a:graphicFrameLocks noChangeAspect="1"/>
          </p:cNvGraphicFramePr>
          <p:nvPr>
            <p:extLst>
              <p:ext uri="{D42A27DB-BD31-4B8C-83A1-F6EECF244321}">
                <p14:modId xmlns:p14="http://schemas.microsoft.com/office/powerpoint/2010/main" val="2914569735"/>
              </p:ext>
            </p:extLst>
          </p:nvPr>
        </p:nvGraphicFramePr>
        <p:xfrm>
          <a:off x="253640" y="2625725"/>
          <a:ext cx="7378700" cy="3041650"/>
        </p:xfrm>
        <a:graphic>
          <a:graphicData uri="http://schemas.openxmlformats.org/presentationml/2006/ole">
            <mc:AlternateContent xmlns:mc="http://schemas.openxmlformats.org/markup-compatibility/2006">
              <mc:Choice xmlns:v="urn:schemas-microsoft-com:vml" Requires="v">
                <p:oleObj name="Equation" r:id="rId3" imgW="3619440" imgH="1625400" progId="Equation.DSMT4">
                  <p:embed/>
                </p:oleObj>
              </mc:Choice>
              <mc:Fallback>
                <p:oleObj name="Equation" r:id="rId3" imgW="3619440" imgH="1625400" progId="Equation.DSMT4">
                  <p:embed/>
                  <p:pic>
                    <p:nvPicPr>
                      <p:cNvPr id="0" name="Object 38"/>
                      <p:cNvPicPr>
                        <a:picLocks noChangeAspect="1" noChangeArrowheads="1"/>
                      </p:cNvPicPr>
                      <p:nvPr/>
                    </p:nvPicPr>
                    <p:blipFill>
                      <a:blip r:embed="rId4"/>
                      <a:srcRect/>
                      <a:stretch>
                        <a:fillRect/>
                      </a:stretch>
                    </p:blipFill>
                    <p:spPr bwMode="auto">
                      <a:xfrm>
                        <a:off x="253640" y="2625725"/>
                        <a:ext cx="7378700" cy="3041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6986" name="Object 10"/>
          <p:cNvGraphicFramePr>
            <a:graphicFrameLocks noChangeAspect="1"/>
          </p:cNvGraphicFramePr>
          <p:nvPr>
            <p:extLst>
              <p:ext uri="{D42A27DB-BD31-4B8C-83A1-F6EECF244321}">
                <p14:modId xmlns:p14="http://schemas.microsoft.com/office/powerpoint/2010/main" val="2462836971"/>
              </p:ext>
            </p:extLst>
          </p:nvPr>
        </p:nvGraphicFramePr>
        <p:xfrm>
          <a:off x="253640" y="5741626"/>
          <a:ext cx="2925719" cy="1034878"/>
        </p:xfrm>
        <a:graphic>
          <a:graphicData uri="http://schemas.openxmlformats.org/presentationml/2006/ole">
            <mc:AlternateContent xmlns:mc="http://schemas.openxmlformats.org/markup-compatibility/2006">
              <mc:Choice xmlns:v="urn:schemas-microsoft-com:vml" Requires="v">
                <p:oleObj name="Equation" r:id="rId5" imgW="1384200" imgH="482400" progId="Equation.DSMT4">
                  <p:embed/>
                </p:oleObj>
              </mc:Choice>
              <mc:Fallback>
                <p:oleObj name="Equation" r:id="rId5" imgW="1384200" imgH="482400" progId="Equation.DSMT4">
                  <p:embed/>
                  <p:pic>
                    <p:nvPicPr>
                      <p:cNvPr id="0" name="Picture 2"/>
                      <p:cNvPicPr>
                        <a:picLocks noChangeAspect="1" noChangeArrowheads="1"/>
                      </p:cNvPicPr>
                      <p:nvPr/>
                    </p:nvPicPr>
                    <p:blipFill>
                      <a:blip r:embed="rId6"/>
                      <a:srcRect/>
                      <a:stretch>
                        <a:fillRect/>
                      </a:stretch>
                    </p:blipFill>
                    <p:spPr bwMode="auto">
                      <a:xfrm>
                        <a:off x="253640" y="5741626"/>
                        <a:ext cx="2925719" cy="1034878"/>
                      </a:xfrm>
                      <a:prstGeom prst="rect">
                        <a:avLst/>
                      </a:prstGeom>
                      <a:noFill/>
                    </p:spPr>
                  </p:pic>
                </p:oleObj>
              </mc:Fallback>
            </mc:AlternateContent>
          </a:graphicData>
        </a:graphic>
      </p:graphicFrame>
      <p:graphicFrame>
        <p:nvGraphicFramePr>
          <p:cNvPr id="486438" name="Object 38"/>
          <p:cNvGraphicFramePr>
            <a:graphicFrameLocks noChangeAspect="1"/>
          </p:cNvGraphicFramePr>
          <p:nvPr>
            <p:extLst>
              <p:ext uri="{D42A27DB-BD31-4B8C-83A1-F6EECF244321}">
                <p14:modId xmlns:p14="http://schemas.microsoft.com/office/powerpoint/2010/main" val="4200865785"/>
              </p:ext>
            </p:extLst>
          </p:nvPr>
        </p:nvGraphicFramePr>
        <p:xfrm>
          <a:off x="253640" y="0"/>
          <a:ext cx="4927600" cy="2479675"/>
        </p:xfrm>
        <a:graphic>
          <a:graphicData uri="http://schemas.openxmlformats.org/presentationml/2006/ole">
            <mc:AlternateContent xmlns:mc="http://schemas.openxmlformats.org/markup-compatibility/2006">
              <mc:Choice xmlns:v="urn:schemas-microsoft-com:vml" Requires="v">
                <p:oleObj name="Equation" r:id="rId7" imgW="2590560" imgH="1396800" progId="Equation.DSMT4">
                  <p:embed/>
                </p:oleObj>
              </mc:Choice>
              <mc:Fallback>
                <p:oleObj name="Equation" r:id="rId7" imgW="2590560" imgH="1396800" progId="Equation.DSMT4">
                  <p:embed/>
                  <p:pic>
                    <p:nvPicPr>
                      <p:cNvPr id="0" name="Picture 3"/>
                      <p:cNvPicPr>
                        <a:picLocks noChangeAspect="1" noChangeArrowheads="1"/>
                      </p:cNvPicPr>
                      <p:nvPr/>
                    </p:nvPicPr>
                    <p:blipFill>
                      <a:blip r:embed="rId8"/>
                      <a:srcRect/>
                      <a:stretch>
                        <a:fillRect/>
                      </a:stretch>
                    </p:blipFill>
                    <p:spPr bwMode="auto">
                      <a:xfrm>
                        <a:off x="253640" y="0"/>
                        <a:ext cx="4927600" cy="24796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Text Box 42"/>
          <p:cNvSpPr txBox="1">
            <a:spLocks noChangeArrowheads="1"/>
          </p:cNvSpPr>
          <p:nvPr/>
        </p:nvSpPr>
        <p:spPr bwMode="auto">
          <a:xfrm>
            <a:off x="2271681" y="3515030"/>
            <a:ext cx="547695" cy="461665"/>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r>
              <a:rPr kumimoji="0" lang="en-US" altLang="zh-CN" b="1" kern="0" dirty="0">
                <a:solidFill>
                  <a:srgbClr val="FF0000"/>
                </a:solidFill>
                <a:latin typeface="黑体" pitchFamily="49" charset="-122"/>
                <a:ea typeface="黑体" pitchFamily="49" charset="-122"/>
              </a:rPr>
              <a:t>-1</a:t>
            </a:r>
            <a:endParaRPr kumimoji="0" lang="zh-CN" altLang="en-US" b="1" kern="0" dirty="0">
              <a:solidFill>
                <a:srgbClr val="FF0000"/>
              </a:solidFill>
              <a:latin typeface="黑体" pitchFamily="49" charset="-122"/>
              <a:ea typeface="黑体" pitchFamily="49" charset="-122"/>
            </a:endParaRPr>
          </a:p>
        </p:txBody>
      </p:sp>
      <p:sp>
        <p:nvSpPr>
          <p:cNvPr id="14" name="Text Box 42"/>
          <p:cNvSpPr txBox="1">
            <a:spLocks noChangeArrowheads="1"/>
          </p:cNvSpPr>
          <p:nvPr/>
        </p:nvSpPr>
        <p:spPr bwMode="auto">
          <a:xfrm>
            <a:off x="2271681" y="3940182"/>
            <a:ext cx="547695" cy="461665"/>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r>
              <a:rPr kumimoji="0" lang="en-US" altLang="zh-CN" b="1" kern="0" dirty="0">
                <a:solidFill>
                  <a:srgbClr val="FF0000"/>
                </a:solidFill>
                <a:latin typeface="黑体" pitchFamily="49" charset="-122"/>
                <a:ea typeface="黑体" pitchFamily="49" charset="-122"/>
              </a:rPr>
              <a:t>-1</a:t>
            </a:r>
            <a:endParaRPr kumimoji="0" lang="zh-CN" altLang="en-US" b="1" kern="0" dirty="0">
              <a:solidFill>
                <a:srgbClr val="FF0000"/>
              </a:solidFill>
              <a:latin typeface="黑体" pitchFamily="49" charset="-122"/>
              <a:ea typeface="黑体" pitchFamily="49" charset="-122"/>
            </a:endParaRPr>
          </a:p>
        </p:txBody>
      </p:sp>
      <p:sp>
        <p:nvSpPr>
          <p:cNvPr id="15" name="Text Box 42"/>
          <p:cNvSpPr txBox="1">
            <a:spLocks noChangeArrowheads="1"/>
          </p:cNvSpPr>
          <p:nvPr/>
        </p:nvSpPr>
        <p:spPr bwMode="auto">
          <a:xfrm>
            <a:off x="2271681" y="4378338"/>
            <a:ext cx="547695" cy="461665"/>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r>
              <a:rPr kumimoji="0" lang="en-US" altLang="zh-CN" b="1" kern="0" dirty="0">
                <a:solidFill>
                  <a:srgbClr val="FF0000"/>
                </a:solidFill>
                <a:latin typeface="黑体" pitchFamily="49" charset="-122"/>
                <a:ea typeface="黑体" pitchFamily="49" charset="-122"/>
              </a:rPr>
              <a:t>-1</a:t>
            </a:r>
            <a:endParaRPr kumimoji="0" lang="zh-CN" altLang="en-US" b="1" kern="0" dirty="0">
              <a:solidFill>
                <a:srgbClr val="FF0000"/>
              </a:solidFill>
              <a:latin typeface="黑体" pitchFamily="49" charset="-122"/>
              <a:ea typeface="黑体" pitchFamily="49" charset="-122"/>
            </a:endParaRPr>
          </a:p>
        </p:txBody>
      </p:sp>
      <p:sp>
        <p:nvSpPr>
          <p:cNvPr id="16" name="Text Box 42"/>
          <p:cNvSpPr txBox="1">
            <a:spLocks noChangeArrowheads="1"/>
          </p:cNvSpPr>
          <p:nvPr/>
        </p:nvSpPr>
        <p:spPr bwMode="auto">
          <a:xfrm>
            <a:off x="2271681" y="4816494"/>
            <a:ext cx="547695" cy="461665"/>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r>
              <a:rPr kumimoji="0" lang="en-US" altLang="zh-CN" b="1" kern="0" dirty="0">
                <a:solidFill>
                  <a:srgbClr val="FF0000"/>
                </a:solidFill>
                <a:latin typeface="黑体" pitchFamily="49" charset="-122"/>
                <a:ea typeface="黑体" pitchFamily="49" charset="-122"/>
              </a:rPr>
              <a:t>-1</a:t>
            </a:r>
            <a:endParaRPr kumimoji="0" lang="zh-CN" altLang="en-US" b="1" kern="0" dirty="0">
              <a:solidFill>
                <a:srgbClr val="FF0000"/>
              </a:solidFill>
              <a:latin typeface="黑体" pitchFamily="49" charset="-122"/>
              <a:ea typeface="黑体" pitchFamily="49" charset="-122"/>
            </a:endParaRPr>
          </a:p>
        </p:txBody>
      </p:sp>
      <p:sp>
        <p:nvSpPr>
          <p:cNvPr id="17" name="Text Box 42"/>
          <p:cNvSpPr txBox="1">
            <a:spLocks noChangeArrowheads="1"/>
          </p:cNvSpPr>
          <p:nvPr/>
        </p:nvSpPr>
        <p:spPr bwMode="auto">
          <a:xfrm>
            <a:off x="2271681" y="5231141"/>
            <a:ext cx="547695" cy="461665"/>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r>
              <a:rPr kumimoji="0" lang="en-US" altLang="zh-CN" b="1" kern="0" dirty="0">
                <a:solidFill>
                  <a:srgbClr val="FF0000"/>
                </a:solidFill>
                <a:latin typeface="黑体" pitchFamily="49" charset="-122"/>
                <a:ea typeface="黑体" pitchFamily="49" charset="-122"/>
              </a:rPr>
              <a:t>-1</a:t>
            </a:r>
            <a:endParaRPr kumimoji="0" lang="zh-CN" altLang="en-US" b="1" kern="0" dirty="0">
              <a:solidFill>
                <a:srgbClr val="FF0000"/>
              </a:solidFill>
              <a:latin typeface="黑体" pitchFamily="49" charset="-122"/>
              <a:ea typeface="黑体" pitchFamily="49" charset="-122"/>
            </a:endParaRPr>
          </a:p>
        </p:txBody>
      </p:sp>
      <p:sp>
        <p:nvSpPr>
          <p:cNvPr id="18" name="Text Box 42"/>
          <p:cNvSpPr txBox="1">
            <a:spLocks noChangeArrowheads="1"/>
          </p:cNvSpPr>
          <p:nvPr/>
        </p:nvSpPr>
        <p:spPr bwMode="auto">
          <a:xfrm>
            <a:off x="1577934" y="2516175"/>
            <a:ext cx="547695" cy="1015663"/>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endParaRPr kumimoji="0" lang="en-US" altLang="zh-CN" b="1" kern="0" dirty="0">
              <a:solidFill>
                <a:srgbClr val="FF0000"/>
              </a:solidFill>
              <a:latin typeface="黑体" pitchFamily="49" charset="-122"/>
              <a:ea typeface="黑体" pitchFamily="49" charset="-122"/>
            </a:endParaRPr>
          </a:p>
          <a:p>
            <a:pPr eaLnBrk="1" fontAlgn="auto" hangingPunct="1">
              <a:spcBef>
                <a:spcPct val="50000"/>
              </a:spcBef>
              <a:spcAft>
                <a:spcPts val="0"/>
              </a:spcAft>
              <a:defRPr/>
            </a:pPr>
            <a:endParaRPr kumimoji="0" lang="zh-CN" altLang="en-US" b="1" kern="0" dirty="0">
              <a:solidFill>
                <a:srgbClr val="FF0000"/>
              </a:solidFill>
              <a:latin typeface="黑体" pitchFamily="49" charset="-122"/>
              <a:ea typeface="黑体" pitchFamily="49" charset="-122"/>
            </a:endParaRPr>
          </a:p>
        </p:txBody>
      </p:sp>
      <p:sp>
        <p:nvSpPr>
          <p:cNvPr id="19" name="Text Box 42"/>
          <p:cNvSpPr txBox="1">
            <a:spLocks noChangeArrowheads="1"/>
          </p:cNvSpPr>
          <p:nvPr/>
        </p:nvSpPr>
        <p:spPr bwMode="auto">
          <a:xfrm>
            <a:off x="2162142" y="2516175"/>
            <a:ext cx="547695" cy="1015663"/>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endParaRPr kumimoji="0" lang="en-US" altLang="zh-CN" b="1" kern="0" dirty="0">
              <a:solidFill>
                <a:srgbClr val="FF0000"/>
              </a:solidFill>
              <a:latin typeface="黑体" pitchFamily="49" charset="-122"/>
              <a:ea typeface="黑体" pitchFamily="49" charset="-122"/>
            </a:endParaRPr>
          </a:p>
          <a:p>
            <a:pPr eaLnBrk="1" fontAlgn="auto" hangingPunct="1">
              <a:spcBef>
                <a:spcPct val="50000"/>
              </a:spcBef>
              <a:spcAft>
                <a:spcPts val="0"/>
              </a:spcAft>
              <a:defRPr/>
            </a:pPr>
            <a:endParaRPr kumimoji="0" lang="zh-CN" altLang="en-US" b="1" kern="0" dirty="0">
              <a:solidFill>
                <a:srgbClr val="FF0000"/>
              </a:solidFill>
              <a:latin typeface="黑体" pitchFamily="49" charset="-122"/>
              <a:ea typeface="黑体" pitchFamily="49" charset="-122"/>
            </a:endParaRPr>
          </a:p>
        </p:txBody>
      </p:sp>
      <p:sp>
        <p:nvSpPr>
          <p:cNvPr id="21" name="Text Box 42"/>
          <p:cNvSpPr txBox="1">
            <a:spLocks noChangeArrowheads="1"/>
          </p:cNvSpPr>
          <p:nvPr/>
        </p:nvSpPr>
        <p:spPr bwMode="auto">
          <a:xfrm>
            <a:off x="2709837" y="2516175"/>
            <a:ext cx="1022364" cy="1015663"/>
          </a:xfrm>
          <a:prstGeom prst="rect">
            <a:avLst/>
          </a:prstGeom>
          <a:solidFill>
            <a:schemeClr val="bg1"/>
          </a:solidFill>
          <a:ln w="57150">
            <a:noFill/>
          </a:ln>
          <a:effectLst/>
        </p:spPr>
        <p:txBody>
          <a:bodyPr wrap="square">
            <a:spAutoFit/>
          </a:bodyPr>
          <a:lstStyle/>
          <a:p>
            <a:pPr eaLnBrk="1" fontAlgn="auto" hangingPunct="1">
              <a:spcBef>
                <a:spcPct val="50000"/>
              </a:spcBef>
              <a:spcAft>
                <a:spcPts val="0"/>
              </a:spcAft>
              <a:defRPr/>
            </a:pPr>
            <a:endParaRPr kumimoji="0" lang="en-US" altLang="zh-CN" b="1" kern="0" dirty="0">
              <a:solidFill>
                <a:srgbClr val="FF0000"/>
              </a:solidFill>
              <a:latin typeface="黑体" pitchFamily="49" charset="-122"/>
              <a:ea typeface="黑体" pitchFamily="49" charset="-122"/>
            </a:endParaRPr>
          </a:p>
          <a:p>
            <a:pPr eaLnBrk="1" fontAlgn="auto" hangingPunct="1">
              <a:spcBef>
                <a:spcPct val="50000"/>
              </a:spcBef>
              <a:spcAft>
                <a:spcPts val="0"/>
              </a:spcAft>
              <a:defRPr/>
            </a:pPr>
            <a:endParaRPr kumimoji="0" lang="zh-CN" altLang="en-US" b="1" kern="0" dirty="0">
              <a:solidFill>
                <a:srgbClr val="FF0000"/>
              </a:solidFill>
              <a:latin typeface="黑体" pitchFamily="49" charset="-122"/>
              <a:ea typeface="黑体" pitchFamily="49" charset="-122"/>
            </a:endParaRPr>
          </a:p>
        </p:txBody>
      </p:sp>
      <p:sp>
        <p:nvSpPr>
          <p:cNvPr id="20" name="动作按钮: 帮助 19">
            <a:hlinkClick r:id="rId9" action="ppaction://hlinksldjump" highlightClick="1"/>
          </p:cNvPr>
          <p:cNvSpPr/>
          <p:nvPr/>
        </p:nvSpPr>
        <p:spPr bwMode="auto">
          <a:xfrm>
            <a:off x="8770995" y="69804"/>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endParaRPr lang="zh-CN" altLang="en-US" dirty="0">
              <a:solidFill>
                <a:srgbClr val="AAE2CA"/>
              </a:solidFill>
            </a:endParaRPr>
          </a:p>
        </p:txBody>
      </p:sp>
      <p:sp>
        <p:nvSpPr>
          <p:cNvPr id="22" name="Text Box 42"/>
          <p:cNvSpPr txBox="1">
            <a:spLocks noChangeArrowheads="1"/>
          </p:cNvSpPr>
          <p:nvPr/>
        </p:nvSpPr>
        <p:spPr bwMode="auto">
          <a:xfrm>
            <a:off x="0" y="4146550"/>
            <a:ext cx="9144000" cy="2708434"/>
          </a:xfrm>
          <a:prstGeom prst="rect">
            <a:avLst/>
          </a:prstGeom>
          <a:solidFill>
            <a:srgbClr val="FFFF00"/>
          </a:solidFill>
          <a:ln w="57150">
            <a:solidFill>
              <a:srgbClr val="009900"/>
            </a:solidFill>
          </a:ln>
          <a:effectLst/>
        </p:spPr>
        <p:txBody>
          <a:bodyPr wrap="square">
            <a:spAutoFit/>
          </a:bodyPr>
          <a:lstStyle/>
          <a:p>
            <a:pPr marL="444500" indent="-444500" eaLnBrk="1" fontAlgn="auto" hangingPunct="1">
              <a:spcBef>
                <a:spcPct val="50000"/>
              </a:spcBef>
              <a:spcAft>
                <a:spcPts val="0"/>
              </a:spcAft>
              <a:defRPr/>
            </a:pPr>
            <a:r>
              <a:rPr kumimoji="0" lang="zh-CN" altLang="en-US" sz="2000" b="1" kern="0" dirty="0">
                <a:solidFill>
                  <a:srgbClr val="009900"/>
                </a:solidFill>
                <a:latin typeface="黑体" pitchFamily="49" charset="-122"/>
                <a:ea typeface="黑体" pitchFamily="49" charset="-122"/>
              </a:rPr>
              <a:t>各项具有公共元素</a:t>
            </a:r>
            <a:r>
              <a:rPr kumimoji="0" lang="en-US" altLang="zh-CN" sz="2000" b="1" kern="0" dirty="0">
                <a:solidFill>
                  <a:srgbClr val="009900"/>
                </a:solidFill>
                <a:latin typeface="黑体" pitchFamily="49" charset="-122"/>
                <a:ea typeface="黑体" pitchFamily="49" charset="-122"/>
              </a:rPr>
              <a:t>A</a:t>
            </a:r>
            <a:r>
              <a:rPr kumimoji="0" lang="zh-CN" altLang="en-US" sz="2000" b="1" kern="0" dirty="0">
                <a:solidFill>
                  <a:srgbClr val="009900"/>
                </a:solidFill>
                <a:latin typeface="黑体" pitchFamily="49" charset="-122"/>
                <a:ea typeface="黑体" pitchFamily="49" charset="-122"/>
              </a:rPr>
              <a:t>的行列式：</a:t>
            </a:r>
            <a:endParaRPr kumimoji="0" lang="en-US" altLang="zh-CN" sz="2000" b="1" kern="0" dirty="0">
              <a:solidFill>
                <a:srgbClr val="009900"/>
              </a:solidFill>
              <a:latin typeface="黑体" pitchFamily="49" charset="-122"/>
              <a:ea typeface="黑体" pitchFamily="49" charset="-122"/>
            </a:endParaRPr>
          </a:p>
          <a:p>
            <a:pPr marL="444500" indent="-444500" eaLnBrk="1" fontAlgn="auto" hangingPunct="1">
              <a:spcBef>
                <a:spcPct val="50000"/>
              </a:spcBef>
              <a:spcAft>
                <a:spcPts val="0"/>
              </a:spcAft>
              <a:defRPr/>
            </a:pPr>
            <a:r>
              <a:rPr kumimoji="0" lang="en-US" altLang="zh-CN" sz="2000" b="1" kern="0" dirty="0">
                <a:solidFill>
                  <a:srgbClr val="009900"/>
                </a:solidFill>
                <a:latin typeface="黑体" pitchFamily="49" charset="-122"/>
                <a:ea typeface="黑体" pitchFamily="49" charset="-122"/>
              </a:rPr>
              <a:t>1</a:t>
            </a:r>
            <a:r>
              <a:rPr kumimoji="0" lang="zh-CN" altLang="en-US" sz="2000" b="1" kern="0" dirty="0">
                <a:solidFill>
                  <a:srgbClr val="009900"/>
                </a:solidFill>
                <a:latin typeface="黑体" pitchFamily="49" charset="-122"/>
                <a:ea typeface="黑体" pitchFamily="49" charset="-122"/>
              </a:rPr>
              <a:t>、升阶法：新增第一行第一列，生成</a:t>
            </a:r>
            <a:r>
              <a:rPr kumimoji="0" lang="en-US" altLang="zh-CN" sz="2000" b="1" kern="0" dirty="0">
                <a:solidFill>
                  <a:srgbClr val="009900"/>
                </a:solidFill>
                <a:latin typeface="黑体" pitchFamily="49" charset="-122"/>
                <a:ea typeface="黑体" pitchFamily="49" charset="-122"/>
              </a:rPr>
              <a:t>n+1</a:t>
            </a:r>
            <a:r>
              <a:rPr kumimoji="0" lang="zh-CN" altLang="en-US" sz="2000" b="1" kern="0" dirty="0">
                <a:solidFill>
                  <a:srgbClr val="009900"/>
                </a:solidFill>
                <a:latin typeface="黑体" pitchFamily="49" charset="-122"/>
                <a:ea typeface="黑体" pitchFamily="49" charset="-122"/>
              </a:rPr>
              <a:t>阶行列式，使得</a:t>
            </a:r>
            <a:r>
              <a:rPr kumimoji="0" lang="en-US" altLang="zh-CN" sz="2000" b="1" kern="0" dirty="0">
                <a:solidFill>
                  <a:srgbClr val="009900"/>
                </a:solidFill>
                <a:latin typeface="黑体" pitchFamily="49" charset="-122"/>
                <a:ea typeface="黑体" pitchFamily="49" charset="-122"/>
              </a:rPr>
              <a:t>a11=1，</a:t>
            </a:r>
            <a:r>
              <a:rPr kumimoji="0" lang="zh-CN" altLang="en-US" sz="2000" b="1" kern="0" dirty="0">
                <a:solidFill>
                  <a:srgbClr val="009900"/>
                </a:solidFill>
                <a:latin typeface="黑体" pitchFamily="49" charset="-122"/>
                <a:ea typeface="黑体" pitchFamily="49" charset="-122"/>
              </a:rPr>
              <a:t>该列其余元素皆为</a:t>
            </a:r>
            <a:r>
              <a:rPr kumimoji="0" lang="en-US" altLang="zh-CN" sz="2000" b="1" kern="0" dirty="0">
                <a:solidFill>
                  <a:srgbClr val="009900"/>
                </a:solidFill>
                <a:latin typeface="黑体" pitchFamily="49" charset="-122"/>
                <a:ea typeface="黑体" pitchFamily="49" charset="-122"/>
              </a:rPr>
              <a:t>0，</a:t>
            </a:r>
            <a:r>
              <a:rPr kumimoji="0" lang="zh-CN" altLang="en-US" sz="2000" b="1" kern="0" dirty="0">
                <a:solidFill>
                  <a:srgbClr val="009900"/>
                </a:solidFill>
                <a:latin typeface="黑体" pitchFamily="49" charset="-122"/>
                <a:ea typeface="黑体" pitchFamily="49" charset="-122"/>
              </a:rPr>
              <a:t>该行其余元素皆为</a:t>
            </a:r>
            <a:r>
              <a:rPr kumimoji="0" lang="en-US" altLang="zh-CN" sz="2000" b="1" kern="0" dirty="0">
                <a:solidFill>
                  <a:srgbClr val="009900"/>
                </a:solidFill>
                <a:latin typeface="黑体" pitchFamily="49" charset="-122"/>
                <a:ea typeface="黑体" pitchFamily="49" charset="-122"/>
              </a:rPr>
              <a:t>A</a:t>
            </a:r>
            <a:r>
              <a:rPr kumimoji="0" lang="zh-CN" altLang="en-US" sz="2000" b="1" kern="0" dirty="0">
                <a:solidFill>
                  <a:srgbClr val="009900"/>
                </a:solidFill>
                <a:latin typeface="黑体" pitchFamily="49" charset="-122"/>
                <a:ea typeface="黑体" pitchFamily="49" charset="-122"/>
              </a:rPr>
              <a:t>；</a:t>
            </a:r>
            <a:endParaRPr kumimoji="0" lang="en-US" altLang="zh-CN" sz="2000" b="1" kern="0" dirty="0">
              <a:solidFill>
                <a:srgbClr val="009900"/>
              </a:solidFill>
              <a:latin typeface="黑体" pitchFamily="49" charset="-122"/>
              <a:ea typeface="黑体" pitchFamily="49" charset="-122"/>
            </a:endParaRPr>
          </a:p>
          <a:p>
            <a:pPr marL="444500" indent="-444500" eaLnBrk="1" fontAlgn="auto" hangingPunct="1">
              <a:spcBef>
                <a:spcPct val="50000"/>
              </a:spcBef>
              <a:spcAft>
                <a:spcPts val="0"/>
              </a:spcAft>
              <a:defRPr/>
            </a:pPr>
            <a:r>
              <a:rPr kumimoji="0" lang="en-US" altLang="zh-CN" sz="2000" b="1" kern="0" dirty="0">
                <a:solidFill>
                  <a:srgbClr val="009900"/>
                </a:solidFill>
                <a:latin typeface="黑体" pitchFamily="49" charset="-122"/>
                <a:ea typeface="黑体" pitchFamily="49" charset="-122"/>
              </a:rPr>
              <a:t>2</a:t>
            </a:r>
            <a:r>
              <a:rPr kumimoji="0" lang="zh-CN" altLang="en-US" sz="2000" b="1" kern="0" dirty="0">
                <a:solidFill>
                  <a:srgbClr val="009900"/>
                </a:solidFill>
                <a:latin typeface="黑体" pitchFamily="49" charset="-122"/>
                <a:ea typeface="黑体" pitchFamily="49" charset="-122"/>
              </a:rPr>
              <a:t>、通过消法变换将除第一行以外的公共元素皆消为</a:t>
            </a:r>
            <a:r>
              <a:rPr kumimoji="0" lang="en-US" altLang="zh-CN" sz="2000" b="1" kern="0" dirty="0">
                <a:solidFill>
                  <a:srgbClr val="009900"/>
                </a:solidFill>
                <a:latin typeface="黑体" pitchFamily="49" charset="-122"/>
                <a:ea typeface="黑体" pitchFamily="49" charset="-122"/>
              </a:rPr>
              <a:t>0，</a:t>
            </a:r>
            <a:r>
              <a:rPr kumimoji="0" lang="zh-CN" altLang="en-US" sz="2000" b="1" kern="0" dirty="0">
                <a:solidFill>
                  <a:srgbClr val="009900"/>
                </a:solidFill>
                <a:latin typeface="黑体" pitchFamily="49" charset="-122"/>
                <a:ea typeface="黑体" pitchFamily="49" charset="-122"/>
              </a:rPr>
              <a:t>此时第一列的其余元素为</a:t>
            </a:r>
            <a:r>
              <a:rPr kumimoji="0" lang="en-US" altLang="zh-CN" sz="2000" b="1" kern="0" dirty="0">
                <a:solidFill>
                  <a:srgbClr val="009900"/>
                </a:solidFill>
                <a:latin typeface="黑体" pitchFamily="49" charset="-122"/>
                <a:ea typeface="黑体" pitchFamily="49" charset="-122"/>
              </a:rPr>
              <a:t>-A</a:t>
            </a:r>
            <a:r>
              <a:rPr kumimoji="0" lang="zh-CN" altLang="en-US" sz="2000" b="1" kern="0" dirty="0">
                <a:solidFill>
                  <a:srgbClr val="009900"/>
                </a:solidFill>
                <a:latin typeface="黑体" pitchFamily="49" charset="-122"/>
                <a:ea typeface="黑体" pitchFamily="49" charset="-122"/>
              </a:rPr>
              <a:t>；</a:t>
            </a:r>
            <a:endParaRPr kumimoji="0" lang="en-US" altLang="zh-CN" sz="2000" b="1" kern="0" dirty="0">
              <a:solidFill>
                <a:srgbClr val="009900"/>
              </a:solidFill>
              <a:latin typeface="黑体" pitchFamily="49" charset="-122"/>
              <a:ea typeface="黑体" pitchFamily="49" charset="-122"/>
            </a:endParaRPr>
          </a:p>
          <a:p>
            <a:pPr marL="444500" indent="-444500" eaLnBrk="1" fontAlgn="auto" hangingPunct="1">
              <a:spcBef>
                <a:spcPct val="50000"/>
              </a:spcBef>
              <a:spcAft>
                <a:spcPts val="0"/>
              </a:spcAft>
              <a:defRPr/>
            </a:pPr>
            <a:r>
              <a:rPr kumimoji="0" lang="en-US" altLang="zh-CN" sz="2000" b="1" kern="0" dirty="0">
                <a:solidFill>
                  <a:srgbClr val="009900"/>
                </a:solidFill>
                <a:latin typeface="黑体" pitchFamily="49" charset="-122"/>
                <a:ea typeface="黑体" pitchFamily="49" charset="-122"/>
              </a:rPr>
              <a:t>3、</a:t>
            </a:r>
            <a:r>
              <a:rPr kumimoji="0" lang="zh-CN" altLang="en-US" sz="2000" b="1" kern="0" dirty="0">
                <a:solidFill>
                  <a:srgbClr val="009900"/>
                </a:solidFill>
                <a:latin typeface="黑体" pitchFamily="49" charset="-122"/>
                <a:ea typeface="黑体" pitchFamily="49" charset="-122"/>
              </a:rPr>
              <a:t>再从第二列开始，将各列同除某值，加到第一列上，将行列式化为上三角行列式。</a:t>
            </a:r>
          </a:p>
        </p:txBody>
      </p:sp>
    </p:spTree>
    <p:extLst>
      <p:ext uri="{BB962C8B-B14F-4D97-AF65-F5344CB8AC3E}">
        <p14:creationId xmlns:p14="http://schemas.microsoft.com/office/powerpoint/2010/main" val="2938887090"/>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19"/>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4"/>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21"/>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16"/>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26986"/>
                                        </p:tgtEl>
                                        <p:attrNameLst>
                                          <p:attrName>style.visibility</p:attrName>
                                        </p:attrNameLst>
                                      </p:cBhvr>
                                      <p:to>
                                        <p:strVal val="visible"/>
                                      </p:to>
                                    </p:set>
                                    <p:animEffect transition="in" filter="wipe(left)">
                                      <p:cBhvr>
                                        <p:cTn id="29" dur="1000"/>
                                        <p:tgtEl>
                                          <p:spTgt spid="12698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2">
                                            <p:bg/>
                                          </p:spTgt>
                                        </p:tgtEl>
                                        <p:attrNameLst>
                                          <p:attrName>style.visibility</p:attrName>
                                        </p:attrNameLst>
                                      </p:cBhvr>
                                      <p:to>
                                        <p:strVal val="visible"/>
                                      </p:to>
                                    </p:set>
                                    <p:animEffect transition="in" filter="wipe(left)">
                                      <p:cBhvr>
                                        <p:cTn id="34" dur="500"/>
                                        <p:tgtEl>
                                          <p:spTgt spid="22">
                                            <p:bg/>
                                          </p:spTgt>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22">
                                            <p:txEl>
                                              <p:pRg st="0" end="0"/>
                                            </p:txEl>
                                          </p:spTgt>
                                        </p:tgtEl>
                                        <p:attrNameLst>
                                          <p:attrName>style.visibility</p:attrName>
                                        </p:attrNameLst>
                                      </p:cBhvr>
                                      <p:to>
                                        <p:strVal val="visible"/>
                                      </p:to>
                                    </p:set>
                                    <p:animEffect transition="in" filter="wipe(left)">
                                      <p:cBhvr>
                                        <p:cTn id="37" dur="500"/>
                                        <p:tgtEl>
                                          <p:spTgt spid="22">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2">
                                            <p:txEl>
                                              <p:pRg st="1" end="1"/>
                                            </p:txEl>
                                          </p:spTgt>
                                        </p:tgtEl>
                                        <p:attrNameLst>
                                          <p:attrName>style.visibility</p:attrName>
                                        </p:attrNameLst>
                                      </p:cBhvr>
                                      <p:to>
                                        <p:strVal val="visible"/>
                                      </p:to>
                                    </p:set>
                                    <p:animEffect transition="in" filter="wipe(left)">
                                      <p:cBhvr>
                                        <p:cTn id="42" dur="500"/>
                                        <p:tgtEl>
                                          <p:spTgt spid="22">
                                            <p:txEl>
                                              <p:pRg st="1" end="1"/>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22">
                                            <p:txEl>
                                              <p:pRg st="2" end="2"/>
                                            </p:txEl>
                                          </p:spTgt>
                                        </p:tgtEl>
                                        <p:attrNameLst>
                                          <p:attrName>style.visibility</p:attrName>
                                        </p:attrNameLst>
                                      </p:cBhvr>
                                      <p:to>
                                        <p:strVal val="visible"/>
                                      </p:to>
                                    </p:set>
                                    <p:animEffect transition="in" filter="wipe(left)">
                                      <p:cBhvr>
                                        <p:cTn id="47" dur="500"/>
                                        <p:tgtEl>
                                          <p:spTgt spid="22">
                                            <p:txEl>
                                              <p:pRg st="2" end="2"/>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22">
                                            <p:txEl>
                                              <p:pRg st="3" end="3"/>
                                            </p:txEl>
                                          </p:spTgt>
                                        </p:tgtEl>
                                        <p:attrNameLst>
                                          <p:attrName>style.visibility</p:attrName>
                                        </p:attrNameLst>
                                      </p:cBhvr>
                                      <p:to>
                                        <p:strVal val="visible"/>
                                      </p:to>
                                    </p:set>
                                    <p:animEffect transition="in" filter="wipe(left)">
                                      <p:cBhvr>
                                        <p:cTn id="52" dur="500"/>
                                        <p:tgtEl>
                                          <p:spTgt spid="2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1" grpId="0" animBg="1"/>
      <p:bldP spid="22" grpId="0" uiExpand="1" build="allAtOnce"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ChangeArrowheads="1"/>
          </p:cNvSpPr>
          <p:nvPr/>
        </p:nvSpPr>
        <p:spPr bwMode="auto">
          <a:xfrm>
            <a:off x="0" y="0"/>
            <a:ext cx="606914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例</a:t>
            </a:r>
            <a:r>
              <a:rPr lang="en-US" altLang="zh-CN" sz="2800" b="1" dirty="0">
                <a:solidFill>
                  <a:srgbClr val="000000"/>
                </a:solidFill>
                <a:latin typeface="黑体" pitchFamily="49" charset="-122"/>
                <a:ea typeface="黑体" pitchFamily="49" charset="-122"/>
              </a:rPr>
              <a:t>6</a:t>
            </a:r>
            <a:r>
              <a:rPr lang="zh-CN" altLang="en-US" sz="2800" b="1" dirty="0">
                <a:solidFill>
                  <a:srgbClr val="000000"/>
                </a:solidFill>
                <a:latin typeface="黑体" pitchFamily="49" charset="-122"/>
                <a:ea typeface="黑体" pitchFamily="49" charset="-122"/>
              </a:rPr>
              <a:t>  含</a:t>
            </a:r>
            <a:r>
              <a:rPr lang="en-US" altLang="zh-CN" sz="2800" b="1" dirty="0">
                <a:solidFill>
                  <a:srgbClr val="000000"/>
                </a:solidFill>
                <a:latin typeface="黑体" pitchFamily="49" charset="-122"/>
                <a:ea typeface="黑体" pitchFamily="49" charset="-122"/>
              </a:rPr>
              <a:t>0</a:t>
            </a:r>
            <a:r>
              <a:rPr lang="zh-CN" altLang="en-US" sz="2800" b="1" dirty="0">
                <a:solidFill>
                  <a:srgbClr val="000000"/>
                </a:solidFill>
                <a:latin typeface="黑体" pitchFamily="49" charset="-122"/>
                <a:ea typeface="黑体" pitchFamily="49" charset="-122"/>
              </a:rPr>
              <a:t>块的下三角形状行列式</a:t>
            </a:r>
            <a:endParaRPr lang="en-US" altLang="zh-CN" sz="2800" b="1" dirty="0">
              <a:solidFill>
                <a:srgbClr val="000000"/>
              </a:solidFill>
              <a:latin typeface="黑体" pitchFamily="49" charset="-122"/>
              <a:ea typeface="黑体" pitchFamily="49" charset="-122"/>
            </a:endParaRPr>
          </a:p>
        </p:txBody>
      </p:sp>
      <p:graphicFrame>
        <p:nvGraphicFramePr>
          <p:cNvPr id="64515" name="Object 3"/>
          <p:cNvGraphicFramePr>
            <a:graphicFrameLocks noChangeAspect="1"/>
          </p:cNvGraphicFramePr>
          <p:nvPr>
            <p:extLst>
              <p:ext uri="{D42A27DB-BD31-4B8C-83A1-F6EECF244321}">
                <p14:modId xmlns:p14="http://schemas.microsoft.com/office/powerpoint/2010/main" val="1323403153"/>
              </p:ext>
            </p:extLst>
          </p:nvPr>
        </p:nvGraphicFramePr>
        <p:xfrm>
          <a:off x="749300" y="762000"/>
          <a:ext cx="5003800" cy="2819400"/>
        </p:xfrm>
        <a:graphic>
          <a:graphicData uri="http://schemas.openxmlformats.org/presentationml/2006/ole">
            <mc:AlternateContent xmlns:mc="http://schemas.openxmlformats.org/markup-compatibility/2006">
              <mc:Choice xmlns:v="urn:schemas-microsoft-com:vml" Requires="v">
                <p:oleObj name="Equation" r:id="rId2" imgW="5334000" imgH="3009900" progId="Equation.DSMT4">
                  <p:embed/>
                </p:oleObj>
              </mc:Choice>
              <mc:Fallback>
                <p:oleObj name="Equation" r:id="rId2" imgW="5334000" imgH="3009900" progId="Equation.DSMT4">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300" y="762000"/>
                        <a:ext cx="5003800" cy="2819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516" name="Object 4"/>
          <p:cNvGraphicFramePr>
            <a:graphicFrameLocks noChangeAspect="1"/>
          </p:cNvGraphicFramePr>
          <p:nvPr>
            <p:extLst>
              <p:ext uri="{D42A27DB-BD31-4B8C-83A1-F6EECF244321}">
                <p14:modId xmlns:p14="http://schemas.microsoft.com/office/powerpoint/2010/main" val="3552949092"/>
              </p:ext>
            </p:extLst>
          </p:nvPr>
        </p:nvGraphicFramePr>
        <p:xfrm>
          <a:off x="850438" y="3867156"/>
          <a:ext cx="3777178" cy="1424007"/>
        </p:xfrm>
        <a:graphic>
          <a:graphicData uri="http://schemas.openxmlformats.org/presentationml/2006/ole">
            <mc:AlternateContent xmlns:mc="http://schemas.openxmlformats.org/markup-compatibility/2006">
              <mc:Choice xmlns:v="urn:schemas-microsoft-com:vml" Requires="v">
                <p:oleObj name="Equation" r:id="rId4" imgW="1892160" imgH="711000" progId="Equation.DSMT4">
                  <p:embed/>
                </p:oleObj>
              </mc:Choice>
              <mc:Fallback>
                <p:oleObj name="Equation" r:id="rId4" imgW="1892160" imgH="711000" progId="Equation.DSMT4">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438" y="3867156"/>
                        <a:ext cx="3777178" cy="14240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517" name="Object 5"/>
          <p:cNvGraphicFramePr>
            <a:graphicFrameLocks noChangeAspect="1"/>
          </p:cNvGraphicFramePr>
          <p:nvPr>
            <p:extLst>
              <p:ext uri="{D42A27DB-BD31-4B8C-83A1-F6EECF244321}">
                <p14:modId xmlns:p14="http://schemas.microsoft.com/office/powerpoint/2010/main" val="1261873573"/>
              </p:ext>
            </p:extLst>
          </p:nvPr>
        </p:nvGraphicFramePr>
        <p:xfrm>
          <a:off x="4744434" y="3879856"/>
          <a:ext cx="3734457" cy="1424007"/>
        </p:xfrm>
        <a:graphic>
          <a:graphicData uri="http://schemas.openxmlformats.org/presentationml/2006/ole">
            <mc:AlternateContent xmlns:mc="http://schemas.openxmlformats.org/markup-compatibility/2006">
              <mc:Choice xmlns:v="urn:schemas-microsoft-com:vml" Requires="v">
                <p:oleObj name="Equation" r:id="rId6" imgW="1866600" imgH="711000" progId="Equation.DSMT4">
                  <p:embed/>
                </p:oleObj>
              </mc:Choice>
              <mc:Fallback>
                <p:oleObj name="Equation" r:id="rId6" imgW="1866600" imgH="711000" progId="Equation.DSMT4">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4434" y="3879856"/>
                        <a:ext cx="3734457" cy="14240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4524" name="Rectangle 12"/>
          <p:cNvSpPr>
            <a:spLocks noChangeArrowheads="1"/>
          </p:cNvSpPr>
          <p:nvPr/>
        </p:nvSpPr>
        <p:spPr bwMode="auto">
          <a:xfrm>
            <a:off x="903287" y="5682195"/>
            <a:ext cx="9017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lang="zh-CN" altLang="en-US" sz="2800" b="1" dirty="0">
                <a:solidFill>
                  <a:srgbClr val="000000"/>
                </a:solidFill>
                <a:latin typeface="微软雅黑" pitchFamily="34" charset="-122"/>
                <a:ea typeface="黑体" pitchFamily="49" charset="-122"/>
              </a:rPr>
              <a:t>证明</a:t>
            </a:r>
          </a:p>
        </p:txBody>
      </p:sp>
      <p:sp>
        <p:nvSpPr>
          <p:cNvPr id="64525" name="Rectangle 13"/>
          <p:cNvSpPr>
            <a:spLocks noChangeArrowheads="1"/>
          </p:cNvSpPr>
          <p:nvPr/>
        </p:nvSpPr>
        <p:spPr bwMode="auto">
          <a:xfrm>
            <a:off x="1835076" y="836141"/>
            <a:ext cx="1828800" cy="1371600"/>
          </a:xfrm>
          <a:prstGeom prst="rect">
            <a:avLst/>
          </a:prstGeom>
          <a:noFill/>
          <a:ln w="28575">
            <a:solidFill>
              <a:srgbClr val="00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
        <p:nvSpPr>
          <p:cNvPr id="64526" name="Rectangle 14"/>
          <p:cNvSpPr>
            <a:spLocks noChangeArrowheads="1"/>
          </p:cNvSpPr>
          <p:nvPr/>
        </p:nvSpPr>
        <p:spPr bwMode="auto">
          <a:xfrm>
            <a:off x="3805163" y="2214091"/>
            <a:ext cx="1828800" cy="1371600"/>
          </a:xfrm>
          <a:prstGeom prst="rect">
            <a:avLst/>
          </a:prstGeom>
          <a:noFill/>
          <a:ln w="28575">
            <a:solidFill>
              <a:srgbClr val="00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2" name="对象 1"/>
          <p:cNvGraphicFramePr>
            <a:graphicFrameLocks noChangeAspect="1"/>
          </p:cNvGraphicFramePr>
          <p:nvPr>
            <p:extLst>
              <p:ext uri="{D42A27DB-BD31-4B8C-83A1-F6EECF244321}">
                <p14:modId xmlns:p14="http://schemas.microsoft.com/office/powerpoint/2010/main" val="985401683"/>
              </p:ext>
            </p:extLst>
          </p:nvPr>
        </p:nvGraphicFramePr>
        <p:xfrm>
          <a:off x="1944688" y="5473700"/>
          <a:ext cx="2919412" cy="939800"/>
        </p:xfrm>
        <a:graphic>
          <a:graphicData uri="http://schemas.openxmlformats.org/presentationml/2006/ole">
            <mc:AlternateContent xmlns:mc="http://schemas.openxmlformats.org/markup-compatibility/2006">
              <mc:Choice xmlns:v="urn:schemas-microsoft-com:vml" Requires="v">
                <p:oleObj name="Equation" r:id="rId8" imgW="1485720" imgH="482400" progId="Equation.DSMT4">
                  <p:embed/>
                </p:oleObj>
              </mc:Choice>
              <mc:Fallback>
                <p:oleObj name="Equation" r:id="rId8" imgW="1485720" imgH="482400" progId="Equation.DSMT4">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44688" y="5473700"/>
                        <a:ext cx="2919412" cy="939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3516617656"/>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4524"/>
                                        </p:tgtEl>
                                        <p:attrNameLst>
                                          <p:attrName>style.visibility</p:attrName>
                                        </p:attrNameLst>
                                      </p:cBhvr>
                                      <p:to>
                                        <p:strVal val="visible"/>
                                      </p:to>
                                    </p:set>
                                    <p:animEffect transition="in" filter="wipe(left)">
                                      <p:cBhvr>
                                        <p:cTn id="7" dur="500"/>
                                        <p:tgtEl>
                                          <p:spTgt spid="64524"/>
                                        </p:tgtEl>
                                      </p:cBhvr>
                                    </p:animEffect>
                                  </p:childTnLst>
                                </p:cTn>
                              </p:par>
                              <p:par>
                                <p:cTn id="8" presetID="22" presetClass="entr" presetSubtype="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4525"/>
                                        </p:tgtEl>
                                        <p:attrNameLst>
                                          <p:attrName>style.visibility</p:attrName>
                                        </p:attrNameLst>
                                      </p:cBhvr>
                                      <p:to>
                                        <p:strVal val="visible"/>
                                      </p:to>
                                    </p:set>
                                    <p:animEffect transition="in" filter="wipe(left)">
                                      <p:cBhvr>
                                        <p:cTn id="15" dur="500"/>
                                        <p:tgtEl>
                                          <p:spTgt spid="64525"/>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64516"/>
                                        </p:tgtEl>
                                        <p:attrNameLst>
                                          <p:attrName>style.visibility</p:attrName>
                                        </p:attrNameLst>
                                      </p:cBhvr>
                                      <p:to>
                                        <p:strVal val="visible"/>
                                      </p:to>
                                    </p:set>
                                    <p:animEffect transition="in" filter="wipe(left)">
                                      <p:cBhvr>
                                        <p:cTn id="19" dur="500"/>
                                        <p:tgtEl>
                                          <p:spTgt spid="64516"/>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64526"/>
                                        </p:tgtEl>
                                        <p:attrNameLst>
                                          <p:attrName>style.visibility</p:attrName>
                                        </p:attrNameLst>
                                      </p:cBhvr>
                                      <p:to>
                                        <p:strVal val="visible"/>
                                      </p:to>
                                    </p:set>
                                    <p:animEffect transition="in" filter="wipe(left)">
                                      <p:cBhvr>
                                        <p:cTn id="24" dur="500"/>
                                        <p:tgtEl>
                                          <p:spTgt spid="64526"/>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64517"/>
                                        </p:tgtEl>
                                        <p:attrNameLst>
                                          <p:attrName>style.visibility</p:attrName>
                                        </p:attrNameLst>
                                      </p:cBhvr>
                                      <p:to>
                                        <p:strVal val="visible"/>
                                      </p:to>
                                    </p:set>
                                    <p:animEffect transition="in" filter="wipe(left)">
                                      <p:cBhvr>
                                        <p:cTn id="28" dur="500"/>
                                        <p:tgtEl>
                                          <p:spTgt spid="64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24" grpId="0"/>
      <p:bldP spid="64525" grpId="0" animBg="1"/>
      <p:bldP spid="6452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2" name="Rectangle 4"/>
          <p:cNvSpPr>
            <a:spLocks noChangeArrowheads="1"/>
          </p:cNvSpPr>
          <p:nvPr/>
        </p:nvSpPr>
        <p:spPr bwMode="auto">
          <a:xfrm>
            <a:off x="323849" y="620713"/>
            <a:ext cx="12239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练习</a:t>
            </a:r>
            <a:r>
              <a:rPr lang="en-US" altLang="zh-CN" sz="2800" b="1" dirty="0">
                <a:solidFill>
                  <a:srgbClr val="000000"/>
                </a:solidFill>
                <a:latin typeface="黑体" pitchFamily="49" charset="-122"/>
                <a:ea typeface="黑体" pitchFamily="49" charset="-122"/>
              </a:rPr>
              <a:t>:</a:t>
            </a:r>
          </a:p>
        </p:txBody>
      </p:sp>
      <p:graphicFrame>
        <p:nvGraphicFramePr>
          <p:cNvPr id="130053" name="Object 5"/>
          <p:cNvGraphicFramePr>
            <a:graphicFrameLocks noGrp="1" noChangeAspect="1"/>
          </p:cNvGraphicFramePr>
          <p:nvPr>
            <p:ph sz="half" idx="1"/>
          </p:nvPr>
        </p:nvGraphicFramePr>
        <p:xfrm>
          <a:off x="1116013" y="476250"/>
          <a:ext cx="3600450" cy="2374900"/>
        </p:xfrm>
        <a:graphic>
          <a:graphicData uri="http://schemas.openxmlformats.org/presentationml/2006/ole">
            <mc:AlternateContent xmlns:mc="http://schemas.openxmlformats.org/markup-compatibility/2006">
              <mc:Choice xmlns:v="urn:schemas-microsoft-com:vml" Requires="v">
                <p:oleObj name="公式" r:id="rId2" imgW="1752600" imgH="1155700" progId="Equation.3">
                  <p:embed/>
                </p:oleObj>
              </mc:Choice>
              <mc:Fallback>
                <p:oleObj name="公式" r:id="rId2" imgW="1752600" imgH="1155700" progId="Equation.3">
                  <p:embed/>
                  <p:pic>
                    <p:nvPicPr>
                      <p:cNvPr id="0" name="Picture 2"/>
                      <p:cNvPicPr>
                        <a:picLocks noGrp="1"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6013" y="476250"/>
                        <a:ext cx="3600450" cy="2374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055" name="Object 7"/>
          <p:cNvGraphicFramePr>
            <a:graphicFrameLocks noGrp="1" noChangeAspect="1"/>
          </p:cNvGraphicFramePr>
          <p:nvPr>
            <p:ph sz="half" idx="2"/>
          </p:nvPr>
        </p:nvGraphicFramePr>
        <p:xfrm>
          <a:off x="1728788" y="2921000"/>
          <a:ext cx="2511425" cy="508000"/>
        </p:xfrm>
        <a:graphic>
          <a:graphicData uri="http://schemas.openxmlformats.org/presentationml/2006/ole">
            <mc:AlternateContent xmlns:mc="http://schemas.openxmlformats.org/markup-compatibility/2006">
              <mc:Choice xmlns:v="urn:schemas-microsoft-com:vml" Requires="v">
                <p:oleObj name="Equation" r:id="rId4" imgW="1130040" imgH="228600" progId="Equation.DSMT4">
                  <p:embed/>
                </p:oleObj>
              </mc:Choice>
              <mc:Fallback>
                <p:oleObj name="Equation" r:id="rId4" imgW="1130040" imgH="228600" progId="Equation.DSMT4">
                  <p:embed/>
                  <p:pic>
                    <p:nvPicPr>
                      <p:cNvPr id="0" name="Picture 3"/>
                      <p:cNvPicPr>
                        <a:picLocks noGrp="1"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28788" y="2921000"/>
                        <a:ext cx="2511425"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058" name="Object 10"/>
          <p:cNvGraphicFramePr>
            <a:graphicFrameLocks noChangeAspect="1"/>
          </p:cNvGraphicFramePr>
          <p:nvPr/>
        </p:nvGraphicFramePr>
        <p:xfrm>
          <a:off x="2124075" y="3500438"/>
          <a:ext cx="2441575" cy="1654175"/>
        </p:xfrm>
        <a:graphic>
          <a:graphicData uri="http://schemas.openxmlformats.org/presentationml/2006/ole">
            <mc:AlternateContent xmlns:mc="http://schemas.openxmlformats.org/markup-compatibility/2006">
              <mc:Choice xmlns:v="urn:schemas-microsoft-com:vml" Requires="v">
                <p:oleObj name="Equation" r:id="rId6" imgW="1028700" imgH="698500" progId="Equation.DSMT4">
                  <p:embed/>
                </p:oleObj>
              </mc:Choice>
              <mc:Fallback>
                <p:oleObj name="Equation" r:id="rId6" imgW="1028700" imgH="698500" progId="Equation.DSMT4">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24075" y="3500438"/>
                        <a:ext cx="2441575" cy="165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059" name="Object 11"/>
          <p:cNvGraphicFramePr>
            <a:graphicFrameLocks noChangeAspect="1"/>
          </p:cNvGraphicFramePr>
          <p:nvPr/>
        </p:nvGraphicFramePr>
        <p:xfrm>
          <a:off x="4572000" y="3500438"/>
          <a:ext cx="3586163" cy="1654175"/>
        </p:xfrm>
        <a:graphic>
          <a:graphicData uri="http://schemas.openxmlformats.org/presentationml/2006/ole">
            <mc:AlternateContent xmlns:mc="http://schemas.openxmlformats.org/markup-compatibility/2006">
              <mc:Choice xmlns:v="urn:schemas-microsoft-com:vml" Requires="v">
                <p:oleObj name="公式" r:id="rId8" imgW="1511300" imgH="698500" progId="Equation.3">
                  <p:embed/>
                </p:oleObj>
              </mc:Choice>
              <mc:Fallback>
                <p:oleObj name="公式" r:id="rId8" imgW="1511300" imgH="698500" progId="Equation.3">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72000" y="3500438"/>
                        <a:ext cx="3586163" cy="165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060" name="Object 12"/>
          <p:cNvGraphicFramePr>
            <a:graphicFrameLocks noChangeAspect="1"/>
          </p:cNvGraphicFramePr>
          <p:nvPr/>
        </p:nvGraphicFramePr>
        <p:xfrm>
          <a:off x="1703388" y="4278313"/>
          <a:ext cx="479425" cy="538162"/>
        </p:xfrm>
        <a:graphic>
          <a:graphicData uri="http://schemas.openxmlformats.org/presentationml/2006/ole">
            <mc:AlternateContent xmlns:mc="http://schemas.openxmlformats.org/markup-compatibility/2006">
              <mc:Choice xmlns:v="urn:schemas-microsoft-com:vml" Requires="v">
                <p:oleObj name="Equation" r:id="rId10" imgW="203040" imgH="228600" progId="Equation.DSMT4">
                  <p:embed/>
                </p:oleObj>
              </mc:Choice>
              <mc:Fallback>
                <p:oleObj name="Equation" r:id="rId10" imgW="203040" imgH="228600" progId="Equation.DSMT4">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03388" y="4278313"/>
                        <a:ext cx="479425" cy="538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062" name="Object 14"/>
          <p:cNvGraphicFramePr>
            <a:graphicFrameLocks noChangeAspect="1"/>
          </p:cNvGraphicFramePr>
          <p:nvPr/>
        </p:nvGraphicFramePr>
        <p:xfrm>
          <a:off x="1739907" y="5497520"/>
          <a:ext cx="1112837" cy="411163"/>
        </p:xfrm>
        <a:graphic>
          <a:graphicData uri="http://schemas.openxmlformats.org/presentationml/2006/ole">
            <mc:AlternateContent xmlns:mc="http://schemas.openxmlformats.org/markup-compatibility/2006">
              <mc:Choice xmlns:v="urn:schemas-microsoft-com:vml" Requires="v">
                <p:oleObj name="Equation" r:id="rId12" imgW="469800" imgH="177480" progId="Equation.DSMT4">
                  <p:embed/>
                </p:oleObj>
              </mc:Choice>
              <mc:Fallback>
                <p:oleObj name="Equation" r:id="rId12" imgW="469800" imgH="177480" progId="Equation.DSMT4">
                  <p:embed/>
                  <p:pic>
                    <p:nvPicPr>
                      <p:cNvPr id="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39907" y="5497520"/>
                        <a:ext cx="1112837" cy="411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0063" name="Rectangle 15"/>
          <p:cNvSpPr>
            <a:spLocks noChangeArrowheads="1"/>
          </p:cNvSpPr>
          <p:nvPr/>
        </p:nvSpPr>
        <p:spPr bwMode="auto">
          <a:xfrm>
            <a:off x="684213" y="2852738"/>
            <a:ext cx="8636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r>
              <a:rPr lang="zh-CN" altLang="en-US" sz="2800" b="1">
                <a:solidFill>
                  <a:srgbClr val="000000"/>
                </a:solidFill>
                <a:latin typeface="黑体" pitchFamily="49" charset="-122"/>
                <a:ea typeface="黑体" pitchFamily="49" charset="-122"/>
              </a:rPr>
              <a:t>解</a:t>
            </a:r>
            <a:r>
              <a:rPr lang="en-US" altLang="zh-CN" sz="2800" b="1">
                <a:solidFill>
                  <a:srgbClr val="000000"/>
                </a:solidFill>
                <a:latin typeface="黑体" pitchFamily="49" charset="-122"/>
                <a:ea typeface="黑体" pitchFamily="49" charset="-122"/>
              </a:rPr>
              <a:t>:</a:t>
            </a:r>
          </a:p>
        </p:txBody>
      </p:sp>
      <p:sp>
        <p:nvSpPr>
          <p:cNvPr id="130064" name="Line 16"/>
          <p:cNvSpPr>
            <a:spLocks noChangeShapeType="1"/>
          </p:cNvSpPr>
          <p:nvPr/>
        </p:nvSpPr>
        <p:spPr bwMode="auto">
          <a:xfrm>
            <a:off x="1763713" y="1412875"/>
            <a:ext cx="2879725" cy="0"/>
          </a:xfrm>
          <a:prstGeom prst="line">
            <a:avLst/>
          </a:prstGeom>
          <a:noFill/>
          <a:ln w="381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eaLnBrk="1" hangingPunct="1"/>
            <a:endParaRPr lang="zh-CN" altLang="en-US" dirty="0">
              <a:solidFill>
                <a:srgbClr val="000000"/>
              </a:solidFill>
              <a:latin typeface="微软雅黑" pitchFamily="34" charset="-122"/>
              <a:ea typeface="微软雅黑" pitchFamily="34" charset="-122"/>
            </a:endParaRPr>
          </a:p>
        </p:txBody>
      </p:sp>
      <p:sp>
        <p:nvSpPr>
          <p:cNvPr id="130065" name="Line 17"/>
          <p:cNvSpPr>
            <a:spLocks noChangeShapeType="1"/>
          </p:cNvSpPr>
          <p:nvPr/>
        </p:nvSpPr>
        <p:spPr bwMode="auto">
          <a:xfrm>
            <a:off x="2843213" y="476250"/>
            <a:ext cx="0" cy="2376488"/>
          </a:xfrm>
          <a:prstGeom prst="line">
            <a:avLst/>
          </a:prstGeom>
          <a:noFill/>
          <a:ln w="381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130066" name="Object 18"/>
          <p:cNvGraphicFramePr>
            <a:graphicFrameLocks noChangeAspect="1"/>
          </p:cNvGraphicFramePr>
          <p:nvPr/>
        </p:nvGraphicFramePr>
        <p:xfrm>
          <a:off x="5003800" y="404813"/>
          <a:ext cx="3756025" cy="2374900"/>
        </p:xfrm>
        <a:graphic>
          <a:graphicData uri="http://schemas.openxmlformats.org/presentationml/2006/ole">
            <mc:AlternateContent xmlns:mc="http://schemas.openxmlformats.org/markup-compatibility/2006">
              <mc:Choice xmlns:v="urn:schemas-microsoft-com:vml" Requires="v">
                <p:oleObj name="公式" r:id="rId14" imgW="1828800" imgH="1155700" progId="Equation.3">
                  <p:embed/>
                </p:oleObj>
              </mc:Choice>
              <mc:Fallback>
                <p:oleObj name="公式" r:id="rId14" imgW="1828800" imgH="1155700" progId="Equation.3">
                  <p:embed/>
                  <p:pic>
                    <p:nvPicPr>
                      <p:cNvPr id="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03800" y="404813"/>
                        <a:ext cx="3756025" cy="2374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0069" name="Line 21"/>
          <p:cNvSpPr>
            <a:spLocks noChangeShapeType="1"/>
          </p:cNvSpPr>
          <p:nvPr/>
        </p:nvSpPr>
        <p:spPr bwMode="auto">
          <a:xfrm>
            <a:off x="5795963" y="1341438"/>
            <a:ext cx="2879725" cy="0"/>
          </a:xfrm>
          <a:prstGeom prst="line">
            <a:avLst/>
          </a:prstGeom>
          <a:noFill/>
          <a:ln w="381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eaLnBrk="1" hangingPunct="1"/>
            <a:endParaRPr lang="zh-CN" altLang="en-US" dirty="0">
              <a:solidFill>
                <a:srgbClr val="000000"/>
              </a:solidFill>
              <a:latin typeface="微软雅黑" pitchFamily="34" charset="-122"/>
              <a:ea typeface="微软雅黑" pitchFamily="34" charset="-122"/>
            </a:endParaRPr>
          </a:p>
        </p:txBody>
      </p:sp>
      <p:sp>
        <p:nvSpPr>
          <p:cNvPr id="130070" name="Line 22"/>
          <p:cNvSpPr>
            <a:spLocks noChangeShapeType="1"/>
          </p:cNvSpPr>
          <p:nvPr/>
        </p:nvSpPr>
        <p:spPr bwMode="auto">
          <a:xfrm>
            <a:off x="6948488" y="476250"/>
            <a:ext cx="0" cy="2376488"/>
          </a:xfrm>
          <a:prstGeom prst="line">
            <a:avLst/>
          </a:prstGeom>
          <a:noFill/>
          <a:ln w="381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eaLnBrk="1" hangingPunct="1"/>
            <a:endParaRPr lang="zh-CN" altLang="en-US" dirty="0">
              <a:solidFill>
                <a:srgbClr val="000000"/>
              </a:solidFill>
              <a:latin typeface="微软雅黑" pitchFamily="34" charset="-122"/>
              <a:ea typeface="微软雅黑" pitchFamily="34" charset="-122"/>
            </a:endParaRPr>
          </a:p>
        </p:txBody>
      </p:sp>
      <p:graphicFrame>
        <p:nvGraphicFramePr>
          <p:cNvPr id="15" name="Object 14"/>
          <p:cNvGraphicFramePr>
            <a:graphicFrameLocks noChangeAspect="1"/>
          </p:cNvGraphicFramePr>
          <p:nvPr/>
        </p:nvGraphicFramePr>
        <p:xfrm>
          <a:off x="2814625" y="5461034"/>
          <a:ext cx="844550" cy="450850"/>
        </p:xfrm>
        <a:graphic>
          <a:graphicData uri="http://schemas.openxmlformats.org/presentationml/2006/ole">
            <mc:AlternateContent xmlns:mc="http://schemas.openxmlformats.org/markup-compatibility/2006">
              <mc:Choice xmlns:v="urn:schemas-microsoft-com:vml" Requires="v">
                <p:oleObj name="Equation" r:id="rId16" imgW="355320" imgH="190440" progId="Equation.DSMT4">
                  <p:embed/>
                </p:oleObj>
              </mc:Choice>
              <mc:Fallback>
                <p:oleObj name="Equation" r:id="rId16" imgW="355320" imgH="190440" progId="Equation.DSMT4">
                  <p:embed/>
                  <p:pic>
                    <p:nvPicPr>
                      <p:cNvPr id="0" name="Object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14625" y="5461034"/>
                        <a:ext cx="844550" cy="45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51927981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30053"/>
                                        </p:tgtEl>
                                        <p:attrNameLst>
                                          <p:attrName>style.visibility</p:attrName>
                                        </p:attrNameLst>
                                      </p:cBhvr>
                                      <p:to>
                                        <p:strVal val="visible"/>
                                      </p:to>
                                    </p:set>
                                    <p:animEffect transition="in" filter="wipe(left)">
                                      <p:cBhvr>
                                        <p:cTn id="7" dur="500"/>
                                        <p:tgtEl>
                                          <p:spTgt spid="1300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30063"/>
                                        </p:tgtEl>
                                        <p:attrNameLst>
                                          <p:attrName>style.visibility</p:attrName>
                                        </p:attrNameLst>
                                      </p:cBhvr>
                                      <p:to>
                                        <p:strVal val="visible"/>
                                      </p:to>
                                    </p:set>
                                    <p:animEffect transition="in" filter="wipe(left)">
                                      <p:cBhvr>
                                        <p:cTn id="12" dur="500"/>
                                        <p:tgtEl>
                                          <p:spTgt spid="1300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0064"/>
                                        </p:tgtEl>
                                        <p:attrNameLst>
                                          <p:attrName>style.visibility</p:attrName>
                                        </p:attrNameLst>
                                      </p:cBhvr>
                                      <p:to>
                                        <p:strVal val="visible"/>
                                      </p:to>
                                    </p:set>
                                    <p:animEffect transition="in" filter="wipe(left)">
                                      <p:cBhvr>
                                        <p:cTn id="17" dur="500"/>
                                        <p:tgtEl>
                                          <p:spTgt spid="130064"/>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0065"/>
                                        </p:tgtEl>
                                        <p:attrNameLst>
                                          <p:attrName>style.visibility</p:attrName>
                                        </p:attrNameLst>
                                      </p:cBhvr>
                                      <p:to>
                                        <p:strVal val="visible"/>
                                      </p:to>
                                    </p:set>
                                    <p:animEffect transition="in" filter="wipe(up)">
                                      <p:cBhvr>
                                        <p:cTn id="20" dur="500"/>
                                        <p:tgtEl>
                                          <p:spTgt spid="130065"/>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130055"/>
                                        </p:tgtEl>
                                        <p:attrNameLst>
                                          <p:attrName>style.visibility</p:attrName>
                                        </p:attrNameLst>
                                      </p:cBhvr>
                                      <p:to>
                                        <p:strVal val="visible"/>
                                      </p:to>
                                    </p:set>
                                    <p:animEffect transition="in" filter="wipe(left)">
                                      <p:cBhvr>
                                        <p:cTn id="25" dur="500"/>
                                        <p:tgtEl>
                                          <p:spTgt spid="13005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0060"/>
                                        </p:tgtEl>
                                        <p:attrNameLst>
                                          <p:attrName>style.visibility</p:attrName>
                                        </p:attrNameLst>
                                      </p:cBhvr>
                                      <p:to>
                                        <p:strVal val="visible"/>
                                      </p:to>
                                    </p:set>
                                    <p:animEffect transition="in" filter="wipe(left)">
                                      <p:cBhvr>
                                        <p:cTn id="30" dur="500"/>
                                        <p:tgtEl>
                                          <p:spTgt spid="13006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nodeType="clickEffect">
                                  <p:stCondLst>
                                    <p:cond delay="0"/>
                                  </p:stCondLst>
                                  <p:childTnLst>
                                    <p:set>
                                      <p:cBhvr>
                                        <p:cTn id="34" dur="1" fill="hold">
                                          <p:stCondLst>
                                            <p:cond delay="0"/>
                                          </p:stCondLst>
                                        </p:cTn>
                                        <p:tgtEl>
                                          <p:spTgt spid="130058"/>
                                        </p:tgtEl>
                                        <p:attrNameLst>
                                          <p:attrName>style.visibility</p:attrName>
                                        </p:attrNameLst>
                                      </p:cBhvr>
                                      <p:to>
                                        <p:strVal val="visible"/>
                                      </p:to>
                                    </p:set>
                                    <p:animEffect transition="in" filter="wipe(left)">
                                      <p:cBhvr>
                                        <p:cTn id="35" dur="500"/>
                                        <p:tgtEl>
                                          <p:spTgt spid="130058"/>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30059"/>
                                        </p:tgtEl>
                                        <p:attrNameLst>
                                          <p:attrName>style.visibility</p:attrName>
                                        </p:attrNameLst>
                                      </p:cBhvr>
                                      <p:to>
                                        <p:strVal val="visible"/>
                                      </p:to>
                                    </p:set>
                                    <p:animEffect transition="in" filter="wipe(left)">
                                      <p:cBhvr>
                                        <p:cTn id="40" dur="500"/>
                                        <p:tgtEl>
                                          <p:spTgt spid="1300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8" fill="hold" nodeType="clickEffect">
                                  <p:stCondLst>
                                    <p:cond delay="0"/>
                                  </p:stCondLst>
                                  <p:childTnLst>
                                    <p:set>
                                      <p:cBhvr>
                                        <p:cTn id="44" dur="1" fill="hold">
                                          <p:stCondLst>
                                            <p:cond delay="0"/>
                                          </p:stCondLst>
                                        </p:cTn>
                                        <p:tgtEl>
                                          <p:spTgt spid="130062"/>
                                        </p:tgtEl>
                                        <p:attrNameLst>
                                          <p:attrName>style.visibility</p:attrName>
                                        </p:attrNameLst>
                                      </p:cBhvr>
                                      <p:to>
                                        <p:strVal val="visible"/>
                                      </p:to>
                                    </p:set>
                                    <p:animEffect transition="in" filter="wipe(left)">
                                      <p:cBhvr>
                                        <p:cTn id="45" dur="500"/>
                                        <p:tgtEl>
                                          <p:spTgt spid="130062"/>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8" fill="hold" nodeType="clickEffect">
                                  <p:stCondLst>
                                    <p:cond delay="0"/>
                                  </p:stCondLst>
                                  <p:childTnLst>
                                    <p:set>
                                      <p:cBhvr>
                                        <p:cTn id="49" dur="1" fill="hold">
                                          <p:stCondLst>
                                            <p:cond delay="0"/>
                                          </p:stCondLst>
                                        </p:cTn>
                                        <p:tgtEl>
                                          <p:spTgt spid="130066"/>
                                        </p:tgtEl>
                                        <p:attrNameLst>
                                          <p:attrName>style.visibility</p:attrName>
                                        </p:attrNameLst>
                                      </p:cBhvr>
                                      <p:to>
                                        <p:strVal val="visible"/>
                                      </p:to>
                                    </p:set>
                                    <p:animEffect transition="in" filter="wipe(left)">
                                      <p:cBhvr>
                                        <p:cTn id="50" dur="500"/>
                                        <p:tgtEl>
                                          <p:spTgt spid="130066"/>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130069"/>
                                        </p:tgtEl>
                                        <p:attrNameLst>
                                          <p:attrName>style.visibility</p:attrName>
                                        </p:attrNameLst>
                                      </p:cBhvr>
                                      <p:to>
                                        <p:strVal val="visible"/>
                                      </p:to>
                                    </p:set>
                                    <p:animEffect transition="in" filter="wipe(left)">
                                      <p:cBhvr>
                                        <p:cTn id="55" dur="500"/>
                                        <p:tgtEl>
                                          <p:spTgt spid="130069"/>
                                        </p:tgtEl>
                                      </p:cBhvr>
                                    </p:animEffect>
                                  </p:childTnLst>
                                </p:cTn>
                              </p:par>
                              <p:par>
                                <p:cTn id="56" presetID="22" presetClass="entr" presetSubtype="1" fill="hold" grpId="0" nodeType="withEffect">
                                  <p:stCondLst>
                                    <p:cond delay="0"/>
                                  </p:stCondLst>
                                  <p:childTnLst>
                                    <p:set>
                                      <p:cBhvr>
                                        <p:cTn id="57" dur="1" fill="hold">
                                          <p:stCondLst>
                                            <p:cond delay="0"/>
                                          </p:stCondLst>
                                        </p:cTn>
                                        <p:tgtEl>
                                          <p:spTgt spid="130070"/>
                                        </p:tgtEl>
                                        <p:attrNameLst>
                                          <p:attrName>style.visibility</p:attrName>
                                        </p:attrNameLst>
                                      </p:cBhvr>
                                      <p:to>
                                        <p:strVal val="visible"/>
                                      </p:to>
                                    </p:set>
                                    <p:animEffect transition="in" filter="wipe(up)">
                                      <p:cBhvr>
                                        <p:cTn id="58" dur="500"/>
                                        <p:tgtEl>
                                          <p:spTgt spid="13007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wipe(left)">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063" grpId="0"/>
      <p:bldP spid="130064" grpId="0" animBg="1"/>
      <p:bldP spid="130065" grpId="0" animBg="1"/>
      <p:bldP spid="130069" grpId="0" animBg="1"/>
      <p:bldP spid="13007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对象 3"/>
          <p:cNvGraphicFramePr>
            <a:graphicFrameLocks noChangeAspect="1"/>
          </p:cNvGraphicFramePr>
          <p:nvPr>
            <p:extLst>
              <p:ext uri="{D42A27DB-BD31-4B8C-83A1-F6EECF244321}">
                <p14:modId xmlns:p14="http://schemas.microsoft.com/office/powerpoint/2010/main" val="3958193834"/>
              </p:ext>
            </p:extLst>
          </p:nvPr>
        </p:nvGraphicFramePr>
        <p:xfrm>
          <a:off x="1004888" y="2120900"/>
          <a:ext cx="1687512" cy="939800"/>
        </p:xfrm>
        <a:graphic>
          <a:graphicData uri="http://schemas.openxmlformats.org/presentationml/2006/ole">
            <mc:AlternateContent xmlns:mc="http://schemas.openxmlformats.org/markup-compatibility/2006">
              <mc:Choice xmlns:v="urn:schemas-microsoft-com:vml" Requires="v">
                <p:oleObj name="Equation" r:id="rId2" imgW="863280" imgH="482400" progId="Equation.DSMT4">
                  <p:embed/>
                </p:oleObj>
              </mc:Choice>
              <mc:Fallback>
                <p:oleObj name="Equation" r:id="rId2" imgW="863280" imgH="482400" progId="Equation.DSMT4">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4888" y="2120900"/>
                        <a:ext cx="1687512" cy="939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Rectangle 4"/>
          <p:cNvSpPr>
            <a:spLocks noChangeArrowheads="1"/>
          </p:cNvSpPr>
          <p:nvPr/>
        </p:nvSpPr>
        <p:spPr bwMode="auto">
          <a:xfrm>
            <a:off x="107825" y="313492"/>
            <a:ext cx="530397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zh-CN" altLang="en-US" sz="2800" b="1" dirty="0">
                <a:solidFill>
                  <a:srgbClr val="000000"/>
                </a:solidFill>
                <a:latin typeface="黑体" pitchFamily="49" charset="-122"/>
                <a:ea typeface="黑体" pitchFamily="49" charset="-122"/>
              </a:rPr>
              <a:t>含</a:t>
            </a:r>
            <a:r>
              <a:rPr lang="en-US" altLang="zh-CN" sz="2800" b="1" dirty="0">
                <a:solidFill>
                  <a:srgbClr val="000000"/>
                </a:solidFill>
                <a:latin typeface="黑体" pitchFamily="49" charset="-122"/>
                <a:ea typeface="黑体" pitchFamily="49" charset="-122"/>
              </a:rPr>
              <a:t>0</a:t>
            </a:r>
            <a:r>
              <a:rPr lang="zh-CN" altLang="en-US" sz="2800" b="1" dirty="0">
                <a:solidFill>
                  <a:srgbClr val="000000"/>
                </a:solidFill>
                <a:latin typeface="黑体" pitchFamily="49" charset="-122"/>
                <a:ea typeface="黑体" pitchFamily="49" charset="-122"/>
              </a:rPr>
              <a:t>块的行列式的常用结论</a:t>
            </a:r>
            <a:r>
              <a:rPr lang="en-US" altLang="zh-CN" sz="2800" b="1" dirty="0">
                <a:solidFill>
                  <a:srgbClr val="000000"/>
                </a:solidFill>
                <a:latin typeface="黑体" pitchFamily="49" charset="-122"/>
                <a:ea typeface="黑体" pitchFamily="49" charset="-122"/>
              </a:rPr>
              <a:t>:</a:t>
            </a:r>
          </a:p>
        </p:txBody>
      </p:sp>
      <p:graphicFrame>
        <p:nvGraphicFramePr>
          <p:cNvPr id="15" name="对象 14"/>
          <p:cNvGraphicFramePr>
            <a:graphicFrameLocks noChangeAspect="1"/>
          </p:cNvGraphicFramePr>
          <p:nvPr>
            <p:extLst>
              <p:ext uri="{D42A27DB-BD31-4B8C-83A1-F6EECF244321}">
                <p14:modId xmlns:p14="http://schemas.microsoft.com/office/powerpoint/2010/main" val="646986807"/>
              </p:ext>
            </p:extLst>
          </p:nvPr>
        </p:nvGraphicFramePr>
        <p:xfrm>
          <a:off x="2611127" y="2381746"/>
          <a:ext cx="1225550" cy="450850"/>
        </p:xfrm>
        <a:graphic>
          <a:graphicData uri="http://schemas.openxmlformats.org/presentationml/2006/ole">
            <mc:AlternateContent xmlns:mc="http://schemas.openxmlformats.org/markup-compatibility/2006">
              <mc:Choice xmlns:v="urn:schemas-microsoft-com:vml" Requires="v">
                <p:oleObj name="Equation" r:id="rId4" imgW="622080" imgH="228600" progId="Equation.DSMT4">
                  <p:embed/>
                </p:oleObj>
              </mc:Choice>
              <mc:Fallback>
                <p:oleObj name="Equation" r:id="rId4" imgW="622080" imgH="228600" progId="Equation.DSMT4">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11127" y="2381746"/>
                        <a:ext cx="1225550" cy="450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对象 15"/>
          <p:cNvGraphicFramePr>
            <a:graphicFrameLocks noChangeAspect="1"/>
          </p:cNvGraphicFramePr>
          <p:nvPr>
            <p:extLst>
              <p:ext uri="{D42A27DB-BD31-4B8C-83A1-F6EECF244321}">
                <p14:modId xmlns:p14="http://schemas.microsoft.com/office/powerpoint/2010/main" val="1221556457"/>
              </p:ext>
            </p:extLst>
          </p:nvPr>
        </p:nvGraphicFramePr>
        <p:xfrm>
          <a:off x="1003300" y="3200400"/>
          <a:ext cx="2324100" cy="1397000"/>
        </p:xfrm>
        <a:graphic>
          <a:graphicData uri="http://schemas.openxmlformats.org/presentationml/2006/ole">
            <mc:AlternateContent xmlns:mc="http://schemas.openxmlformats.org/markup-compatibility/2006">
              <mc:Choice xmlns:v="urn:schemas-microsoft-com:vml" Requires="v">
                <p:oleObj name="Equation" r:id="rId6" imgW="1180800" imgH="711000" progId="Equation.DSMT4">
                  <p:embed/>
                </p:oleObj>
              </mc:Choice>
              <mc:Fallback>
                <p:oleObj name="Equation" r:id="rId6" imgW="1180800" imgH="711000" progId="Equation.DSMT4">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03300" y="3200400"/>
                        <a:ext cx="2324100" cy="1397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对象 16"/>
          <p:cNvGraphicFramePr>
            <a:graphicFrameLocks noChangeAspect="1"/>
          </p:cNvGraphicFramePr>
          <p:nvPr>
            <p:extLst>
              <p:ext uri="{D42A27DB-BD31-4B8C-83A1-F6EECF244321}">
                <p14:modId xmlns:p14="http://schemas.microsoft.com/office/powerpoint/2010/main" val="4275495003"/>
              </p:ext>
            </p:extLst>
          </p:nvPr>
        </p:nvGraphicFramePr>
        <p:xfrm>
          <a:off x="3378200" y="3619500"/>
          <a:ext cx="1790700" cy="444500"/>
        </p:xfrm>
        <a:graphic>
          <a:graphicData uri="http://schemas.openxmlformats.org/presentationml/2006/ole">
            <mc:AlternateContent xmlns:mc="http://schemas.openxmlformats.org/markup-compatibility/2006">
              <mc:Choice xmlns:v="urn:schemas-microsoft-com:vml" Requires="v">
                <p:oleObj name="Equation" r:id="rId8" imgW="914400" imgH="228600" progId="Equation.DSMT4">
                  <p:embed/>
                </p:oleObj>
              </mc:Choice>
              <mc:Fallback>
                <p:oleObj name="Equation" r:id="rId8" imgW="914400" imgH="228600" progId="Equation.DSMT4">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78200" y="3619500"/>
                        <a:ext cx="179070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对象 17"/>
          <p:cNvGraphicFramePr>
            <a:graphicFrameLocks noChangeAspect="1"/>
          </p:cNvGraphicFramePr>
          <p:nvPr>
            <p:extLst>
              <p:ext uri="{D42A27DB-BD31-4B8C-83A1-F6EECF244321}">
                <p14:modId xmlns:p14="http://schemas.microsoft.com/office/powerpoint/2010/main" val="2801094089"/>
              </p:ext>
            </p:extLst>
          </p:nvPr>
        </p:nvGraphicFramePr>
        <p:xfrm>
          <a:off x="1040333" y="4759535"/>
          <a:ext cx="2400300" cy="1801813"/>
        </p:xfrm>
        <a:graphic>
          <a:graphicData uri="http://schemas.openxmlformats.org/presentationml/2006/ole">
            <mc:AlternateContent xmlns:mc="http://schemas.openxmlformats.org/markup-compatibility/2006">
              <mc:Choice xmlns:v="urn:schemas-microsoft-com:vml" Requires="v">
                <p:oleObj name="Equation" r:id="rId10" imgW="1218960" imgH="914400" progId="Equation.DSMT4">
                  <p:embed/>
                </p:oleObj>
              </mc:Choice>
              <mc:Fallback>
                <p:oleObj name="Equation" r:id="rId10" imgW="1218960" imgH="914400" progId="Equation.DSMT4">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40333" y="4759535"/>
                        <a:ext cx="2400300" cy="1801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对象 18"/>
          <p:cNvGraphicFramePr>
            <a:graphicFrameLocks noChangeAspect="1"/>
          </p:cNvGraphicFramePr>
          <p:nvPr>
            <p:extLst>
              <p:ext uri="{D42A27DB-BD31-4B8C-83A1-F6EECF244321}">
                <p14:modId xmlns:p14="http://schemas.microsoft.com/office/powerpoint/2010/main" val="1981123179"/>
              </p:ext>
            </p:extLst>
          </p:nvPr>
        </p:nvGraphicFramePr>
        <p:xfrm>
          <a:off x="3440633" y="4961434"/>
          <a:ext cx="2000250" cy="1401762"/>
        </p:xfrm>
        <a:graphic>
          <a:graphicData uri="http://schemas.openxmlformats.org/presentationml/2006/ole">
            <mc:AlternateContent xmlns:mc="http://schemas.openxmlformats.org/markup-compatibility/2006">
              <mc:Choice xmlns:v="urn:schemas-microsoft-com:vml" Requires="v">
                <p:oleObj r:id="rId12" imgW="1015920" imgH="711000" progId="Equation.DSMT4">
                  <p:embed/>
                </p:oleObj>
              </mc:Choice>
              <mc:Fallback>
                <p:oleObj r:id="rId12" imgW="1015920" imgH="711000" progId="Equation.DSMT4">
                  <p:embed/>
                  <p:pic>
                    <p:nvPicPr>
                      <p:cNvPr id="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40633" y="4961434"/>
                        <a:ext cx="2000250" cy="1401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6" name="直接连接符 5"/>
          <p:cNvCxnSpPr/>
          <p:nvPr/>
        </p:nvCxnSpPr>
        <p:spPr bwMode="auto">
          <a:xfrm>
            <a:off x="2125629" y="4113076"/>
            <a:ext cx="1140085" cy="1724"/>
          </a:xfrm>
          <a:prstGeom prst="line">
            <a:avLst/>
          </a:prstGeom>
          <a:solidFill>
            <a:schemeClr val="accent1">
              <a:alpha val="0"/>
            </a:schemeClr>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21"/>
          <p:cNvCxnSpPr/>
          <p:nvPr/>
        </p:nvCxnSpPr>
        <p:spPr bwMode="auto">
          <a:xfrm flipV="1">
            <a:off x="1614447" y="3645024"/>
            <a:ext cx="1675929" cy="1690"/>
          </a:xfrm>
          <a:prstGeom prst="line">
            <a:avLst/>
          </a:prstGeom>
          <a:solidFill>
            <a:schemeClr val="accent1">
              <a:alpha val="0"/>
            </a:schemeClr>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p:nvPr/>
        </p:nvCxnSpPr>
        <p:spPr bwMode="auto">
          <a:xfrm>
            <a:off x="2108485" y="3320988"/>
            <a:ext cx="0" cy="1188132"/>
          </a:xfrm>
          <a:prstGeom prst="line">
            <a:avLst/>
          </a:prstGeom>
          <a:solidFill>
            <a:schemeClr val="accent1">
              <a:alpha val="0"/>
            </a:schemeClr>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p:nvPr/>
        </p:nvCxnSpPr>
        <p:spPr bwMode="auto">
          <a:xfrm>
            <a:off x="2709837" y="3645024"/>
            <a:ext cx="0" cy="828092"/>
          </a:xfrm>
          <a:prstGeom prst="line">
            <a:avLst/>
          </a:prstGeom>
          <a:solidFill>
            <a:schemeClr val="accent1">
              <a:alpha val="0"/>
            </a:schemeClr>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1676597" y="5157192"/>
            <a:ext cx="1692028" cy="0"/>
          </a:xfrm>
          <a:prstGeom prst="line">
            <a:avLst/>
          </a:prstGeom>
          <a:solidFill>
            <a:schemeClr val="accent1">
              <a:alpha val="0"/>
            </a:schemeClr>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p:nvPr/>
        </p:nvCxnSpPr>
        <p:spPr bwMode="auto">
          <a:xfrm>
            <a:off x="2108485" y="4816494"/>
            <a:ext cx="0" cy="1728192"/>
          </a:xfrm>
          <a:prstGeom prst="line">
            <a:avLst/>
          </a:prstGeom>
          <a:solidFill>
            <a:schemeClr val="accent1">
              <a:alpha val="0"/>
            </a:schemeClr>
          </a:solidFill>
          <a:ln w="38100" cap="flat" cmpd="sng" algn="ctr">
            <a:solidFill>
              <a:srgbClr val="132DC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33" name="对象 32"/>
          <p:cNvGraphicFramePr>
            <a:graphicFrameLocks noChangeAspect="1"/>
          </p:cNvGraphicFramePr>
          <p:nvPr>
            <p:extLst>
              <p:ext uri="{D42A27DB-BD31-4B8C-83A1-F6EECF244321}">
                <p14:modId xmlns:p14="http://schemas.microsoft.com/office/powerpoint/2010/main" val="2281906175"/>
              </p:ext>
            </p:extLst>
          </p:nvPr>
        </p:nvGraphicFramePr>
        <p:xfrm>
          <a:off x="1028365" y="1016732"/>
          <a:ext cx="2874962" cy="950912"/>
        </p:xfrm>
        <a:graphic>
          <a:graphicData uri="http://schemas.openxmlformats.org/presentationml/2006/ole">
            <mc:AlternateContent xmlns:mc="http://schemas.openxmlformats.org/markup-compatibility/2006">
              <mc:Choice xmlns:v="urn:schemas-microsoft-com:vml" Requires="v">
                <p:oleObj name="Equation" r:id="rId14" imgW="1460160" imgH="482400" progId="Equation.DSMT4">
                  <p:embed/>
                </p:oleObj>
              </mc:Choice>
              <mc:Fallback>
                <p:oleObj name="Equation" r:id="rId14" imgW="1460160" imgH="482400" progId="Equation.DSMT4">
                  <p:embed/>
                  <p:pic>
                    <p:nvPicPr>
                      <p:cNvPr id="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8365" y="1016732"/>
                        <a:ext cx="2874962" cy="9509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动作按钮: 帮助 19">
            <a:hlinkClick r:id="rId16" action="ppaction://hlinksldjump" highlightClick="1"/>
          </p:cNvPr>
          <p:cNvSpPr/>
          <p:nvPr/>
        </p:nvSpPr>
        <p:spPr bwMode="auto">
          <a:xfrm>
            <a:off x="8770995" y="69804"/>
            <a:ext cx="328617" cy="292104"/>
          </a:xfrm>
          <a:prstGeom prst="actionButtonHelp">
            <a:avLst/>
          </a:prstGeom>
          <a:ln>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endParaRPr lang="zh-CN" altLang="en-US" dirty="0">
              <a:solidFill>
                <a:srgbClr val="AAE2CA"/>
              </a:solidFill>
            </a:endParaRPr>
          </a:p>
        </p:txBody>
      </p:sp>
      <p:graphicFrame>
        <p:nvGraphicFramePr>
          <p:cNvPr id="21" name="对象 20"/>
          <p:cNvGraphicFramePr>
            <a:graphicFrameLocks noChangeAspect="1"/>
          </p:cNvGraphicFramePr>
          <p:nvPr>
            <p:extLst>
              <p:ext uri="{D42A27DB-BD31-4B8C-83A1-F6EECF244321}">
                <p14:modId xmlns:p14="http://schemas.microsoft.com/office/powerpoint/2010/main" val="3958193834"/>
              </p:ext>
            </p:extLst>
          </p:nvPr>
        </p:nvGraphicFramePr>
        <p:xfrm>
          <a:off x="4170363" y="2151063"/>
          <a:ext cx="1674812" cy="950912"/>
        </p:xfrm>
        <a:graphic>
          <a:graphicData uri="http://schemas.openxmlformats.org/presentationml/2006/ole">
            <mc:AlternateContent xmlns:mc="http://schemas.openxmlformats.org/markup-compatibility/2006">
              <mc:Choice xmlns:v="urn:schemas-microsoft-com:vml" Requires="v">
                <p:oleObj name="Equation" r:id="rId17" imgW="850680" imgH="482400" progId="Equation.DSMT4">
                  <p:embed/>
                </p:oleObj>
              </mc:Choice>
              <mc:Fallback>
                <p:oleObj name="Equation" r:id="rId17" imgW="850680" imgH="482400" progId="Equation.DSMT4">
                  <p:embed/>
                  <p:pic>
                    <p:nvPicPr>
                      <p:cNvPr id="0" name="Object 5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170363" y="2151063"/>
                        <a:ext cx="1674812" cy="9509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对象 23"/>
          <p:cNvGraphicFramePr>
            <a:graphicFrameLocks noChangeAspect="1"/>
          </p:cNvGraphicFramePr>
          <p:nvPr>
            <p:extLst>
              <p:ext uri="{D42A27DB-BD31-4B8C-83A1-F6EECF244321}">
                <p14:modId xmlns:p14="http://schemas.microsoft.com/office/powerpoint/2010/main" val="646986807"/>
              </p:ext>
            </p:extLst>
          </p:nvPr>
        </p:nvGraphicFramePr>
        <p:xfrm>
          <a:off x="5759494" y="2387600"/>
          <a:ext cx="2025650" cy="476250"/>
        </p:xfrm>
        <a:graphic>
          <a:graphicData uri="http://schemas.openxmlformats.org/presentationml/2006/ole">
            <mc:AlternateContent xmlns:mc="http://schemas.openxmlformats.org/markup-compatibility/2006">
              <mc:Choice xmlns:v="urn:schemas-microsoft-com:vml" Requires="v">
                <p:oleObj name="Equation" r:id="rId19" imgW="1028520" imgH="241200" progId="Equation.DSMT4">
                  <p:embed/>
                </p:oleObj>
              </mc:Choice>
              <mc:Fallback>
                <p:oleObj name="Equation" r:id="rId19" imgW="1028520" imgH="241200" progId="Equation.DSMT4">
                  <p:embed/>
                  <p:pic>
                    <p:nvPicPr>
                      <p:cNvPr id="0" name="Object 5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59494" y="2387600"/>
                        <a:ext cx="2025650" cy="476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4130827947"/>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left)">
                                      <p:cBhvr>
                                        <p:cTn id="17" dur="5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wipe(left)">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wipe(left)">
                                      <p:cBhvr>
                                        <p:cTn id="32" dur="500"/>
                                        <p:tgtEl>
                                          <p:spTgt spid="22"/>
                                        </p:tgtEl>
                                      </p:cBhvr>
                                    </p:animEffect>
                                  </p:childTnLst>
                                </p:cTn>
                              </p:par>
                              <p:par>
                                <p:cTn id="33" presetID="22" presetClass="entr" presetSubtype="1"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up)">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wipe(up)">
                                      <p:cBhvr>
                                        <p:cTn id="40" dur="500"/>
                                        <p:tgtEl>
                                          <p:spTgt spid="25"/>
                                        </p:tgtEl>
                                      </p:cBhvr>
                                    </p:animEffect>
                                  </p:childTnLst>
                                </p:cTn>
                              </p:par>
                              <p:par>
                                <p:cTn id="41" presetID="22" presetClass="entr" presetSubtype="1"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up)">
                                      <p:cBhvr>
                                        <p:cTn id="43" dur="500"/>
                                        <p:tgtEl>
                                          <p:spTgt spid="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wipe(left)">
                                      <p:cBhvr>
                                        <p:cTn id="53" dur="500"/>
                                        <p:tgtEl>
                                          <p:spTgt spid="18"/>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wipe(left)">
                                      <p:cBhvr>
                                        <p:cTn id="58" dur="500"/>
                                        <p:tgtEl>
                                          <p:spTgt spid="31"/>
                                        </p:tgtEl>
                                      </p:cBhvr>
                                    </p:animEffect>
                                  </p:childTnLst>
                                </p:cTn>
                              </p:par>
                              <p:par>
                                <p:cTn id="59" presetID="22" presetClass="entr" presetSubtype="1" fill="hold" nodeType="withEffect">
                                  <p:stCondLst>
                                    <p:cond delay="0"/>
                                  </p:stCondLst>
                                  <p:childTnLst>
                                    <p:set>
                                      <p:cBhvr>
                                        <p:cTn id="60" dur="1" fill="hold">
                                          <p:stCondLst>
                                            <p:cond delay="0"/>
                                          </p:stCondLst>
                                        </p:cTn>
                                        <p:tgtEl>
                                          <p:spTgt spid="32"/>
                                        </p:tgtEl>
                                        <p:attrNameLst>
                                          <p:attrName>style.visibility</p:attrName>
                                        </p:attrNameLst>
                                      </p:cBhvr>
                                      <p:to>
                                        <p:strVal val="visible"/>
                                      </p:to>
                                    </p:set>
                                    <p:animEffect transition="in" filter="wipe(up)">
                                      <p:cBhvr>
                                        <p:cTn id="61" dur="500"/>
                                        <p:tgtEl>
                                          <p:spTgt spid="32"/>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wipe(left)">
                                      <p:cBhvr>
                                        <p:cTn id="6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2" name="Text Box 4"/>
          <p:cNvSpPr txBox="1">
            <a:spLocks noChangeArrowheads="1"/>
          </p:cNvSpPr>
          <p:nvPr/>
        </p:nvSpPr>
        <p:spPr bwMode="auto">
          <a:xfrm>
            <a:off x="0" y="0"/>
            <a:ext cx="4608004" cy="523220"/>
          </a:xfrm>
          <a:prstGeom prst="rect">
            <a:avLst/>
          </a:prstGeom>
          <a:noFill/>
          <a:ln w="9525">
            <a:noFill/>
            <a:miter lim="800000"/>
            <a:headEnd/>
            <a:tailEnd/>
          </a:ln>
          <a:effectLst/>
        </p:spPr>
        <p:txBody>
          <a:bodyPr wrap="square">
            <a:spAutoFit/>
          </a:bodyPr>
          <a:lstStyle/>
          <a:p>
            <a:pPr eaLnBrk="1" hangingPunct="1">
              <a:spcBef>
                <a:spcPct val="50000"/>
              </a:spcBef>
            </a:pPr>
            <a:r>
              <a:rPr lang="zh-CN" altLang="en-US" sz="2800" b="1" dirty="0">
                <a:solidFill>
                  <a:srgbClr val="000000"/>
                </a:solidFill>
                <a:latin typeface="微软雅黑" pitchFamily="34" charset="-122"/>
                <a:ea typeface="微软雅黑" pitchFamily="34" charset="-122"/>
              </a:rPr>
              <a:t>例</a:t>
            </a:r>
            <a:r>
              <a:rPr lang="en-US" altLang="zh-CN" sz="2800" b="1" dirty="0">
                <a:solidFill>
                  <a:srgbClr val="000000"/>
                </a:solidFill>
                <a:latin typeface="微软雅黑" pitchFamily="34" charset="-122"/>
                <a:ea typeface="微软雅黑" pitchFamily="34" charset="-122"/>
              </a:rPr>
              <a:t>  </a:t>
            </a:r>
            <a:r>
              <a:rPr lang="zh-CN" altLang="en-US" sz="2800" b="1" dirty="0">
                <a:solidFill>
                  <a:srgbClr val="000000"/>
                </a:solidFill>
                <a:latin typeface="微软雅黑" pitchFamily="34" charset="-122"/>
                <a:ea typeface="微软雅黑" pitchFamily="34" charset="-122"/>
              </a:rPr>
              <a:t>计算</a:t>
            </a:r>
            <a:r>
              <a:rPr lang="en-US" altLang="zh-CN" sz="2800" b="1" dirty="0">
                <a:solidFill>
                  <a:srgbClr val="000000"/>
                </a:solidFill>
                <a:latin typeface="微软雅黑" pitchFamily="34" charset="-122"/>
                <a:ea typeface="微软雅黑" pitchFamily="34" charset="-122"/>
              </a:rPr>
              <a:t>:</a:t>
            </a:r>
            <a:r>
              <a:rPr lang="zh-CN" altLang="en-US" sz="2800" b="1" dirty="0">
                <a:solidFill>
                  <a:srgbClr val="000000"/>
                </a:solidFill>
                <a:latin typeface="微软雅黑" pitchFamily="34" charset="-122"/>
                <a:ea typeface="微软雅黑" pitchFamily="34" charset="-122"/>
              </a:rPr>
              <a:t>按行按列展开</a:t>
            </a:r>
          </a:p>
        </p:txBody>
      </p:sp>
      <p:sp>
        <p:nvSpPr>
          <p:cNvPr id="130056" name="Rectangle 8"/>
          <p:cNvSpPr>
            <a:spLocks noChangeArrowheads="1"/>
          </p:cNvSpPr>
          <p:nvPr/>
        </p:nvSpPr>
        <p:spPr bwMode="auto">
          <a:xfrm>
            <a:off x="0" y="3202011"/>
            <a:ext cx="719137" cy="519113"/>
          </a:xfrm>
          <a:prstGeom prst="rect">
            <a:avLst/>
          </a:prstGeom>
          <a:noFill/>
          <a:ln w="9525">
            <a:noFill/>
            <a:miter lim="800000"/>
            <a:headEnd/>
            <a:tailEnd/>
          </a:ln>
          <a:effectLst/>
        </p:spPr>
        <p:txBody>
          <a:bodyPr>
            <a:spAutoFit/>
          </a:bodyPr>
          <a:lstStyle/>
          <a:p>
            <a:pPr eaLnBrk="1" hangingPunct="1"/>
            <a:r>
              <a:rPr lang="zh-CN" altLang="en-US" sz="2800" b="1" dirty="0">
                <a:solidFill>
                  <a:srgbClr val="000000"/>
                </a:solidFill>
                <a:latin typeface="微软雅黑" pitchFamily="34" charset="-122"/>
                <a:ea typeface="微软雅黑" pitchFamily="34" charset="-122"/>
              </a:rPr>
              <a:t>解</a:t>
            </a:r>
            <a:r>
              <a:rPr lang="en-US" altLang="zh-CN" sz="2800" b="1" dirty="0">
                <a:solidFill>
                  <a:srgbClr val="000000"/>
                </a:solidFill>
                <a:latin typeface="微软雅黑" pitchFamily="34" charset="-122"/>
                <a:ea typeface="微软雅黑" pitchFamily="34" charset="-122"/>
              </a:rPr>
              <a:t>: </a:t>
            </a:r>
          </a:p>
        </p:txBody>
      </p:sp>
      <p:graphicFrame>
        <p:nvGraphicFramePr>
          <p:cNvPr id="735252" name="Object 20"/>
          <p:cNvGraphicFramePr>
            <a:graphicFrameLocks noChangeAspect="1"/>
          </p:cNvGraphicFramePr>
          <p:nvPr/>
        </p:nvGraphicFramePr>
        <p:xfrm>
          <a:off x="1139778" y="654012"/>
          <a:ext cx="2081212" cy="2119312"/>
        </p:xfrm>
        <a:graphic>
          <a:graphicData uri="http://schemas.openxmlformats.org/presentationml/2006/ole">
            <mc:AlternateContent xmlns:mc="http://schemas.openxmlformats.org/markup-compatibility/2006">
              <mc:Choice xmlns:v="urn:schemas-microsoft-com:vml" Requires="v">
                <p:oleObj name="Equation" r:id="rId3" imgW="685800" imgH="698400" progId="Equation.DSMT4">
                  <p:embed/>
                </p:oleObj>
              </mc:Choice>
              <mc:Fallback>
                <p:oleObj name="Equation" r:id="rId3" imgW="685800" imgH="698400" progId="Equation.DSMT4">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39778" y="654012"/>
                        <a:ext cx="2081212" cy="2119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1" name="Object 20"/>
          <p:cNvGraphicFramePr>
            <a:graphicFrameLocks noChangeAspect="1"/>
          </p:cNvGraphicFramePr>
          <p:nvPr/>
        </p:nvGraphicFramePr>
        <p:xfrm>
          <a:off x="817563" y="3173409"/>
          <a:ext cx="2581275" cy="1425575"/>
        </p:xfrm>
        <a:graphic>
          <a:graphicData uri="http://schemas.openxmlformats.org/presentationml/2006/ole">
            <mc:AlternateContent xmlns:mc="http://schemas.openxmlformats.org/markup-compatibility/2006">
              <mc:Choice xmlns:v="urn:schemas-microsoft-com:vml" Requires="v">
                <p:oleObj name="Equation" r:id="rId5" imgW="850680" imgH="469800" progId="Equation.DSMT4">
                  <p:embed/>
                </p:oleObj>
              </mc:Choice>
              <mc:Fallback>
                <p:oleObj name="Equation" r:id="rId5" imgW="850680" imgH="469800" progId="Equation.DSMT4">
                  <p:embed/>
                  <p:pic>
                    <p:nvPicPr>
                      <p:cNvPr id="0" name="Object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7563" y="3173409"/>
                        <a:ext cx="2581275" cy="142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2" name="Object 20"/>
          <p:cNvGraphicFramePr>
            <a:graphicFrameLocks noChangeAspect="1"/>
          </p:cNvGraphicFramePr>
          <p:nvPr/>
        </p:nvGraphicFramePr>
        <p:xfrm>
          <a:off x="3367071" y="3192458"/>
          <a:ext cx="2157413" cy="1425575"/>
        </p:xfrm>
        <a:graphic>
          <a:graphicData uri="http://schemas.openxmlformats.org/presentationml/2006/ole">
            <mc:AlternateContent xmlns:mc="http://schemas.openxmlformats.org/markup-compatibility/2006">
              <mc:Choice xmlns:v="urn:schemas-microsoft-com:vml" Requires="v">
                <p:oleObj name="Equation" r:id="rId7" imgW="711000" imgH="469800" progId="Equation.DSMT4">
                  <p:embed/>
                </p:oleObj>
              </mc:Choice>
              <mc:Fallback>
                <p:oleObj name="Equation" r:id="rId7" imgW="711000" imgH="469800" progId="Equation.DSMT4">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7071" y="3192458"/>
                        <a:ext cx="2157413" cy="142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 name="Object 20"/>
          <p:cNvGraphicFramePr>
            <a:graphicFrameLocks noChangeAspect="1"/>
          </p:cNvGraphicFramePr>
          <p:nvPr/>
        </p:nvGraphicFramePr>
        <p:xfrm>
          <a:off x="5521338" y="3192459"/>
          <a:ext cx="2041525" cy="1425575"/>
        </p:xfrm>
        <a:graphic>
          <a:graphicData uri="http://schemas.openxmlformats.org/presentationml/2006/ole">
            <mc:AlternateContent xmlns:mc="http://schemas.openxmlformats.org/markup-compatibility/2006">
              <mc:Choice xmlns:v="urn:schemas-microsoft-com:vml" Requires="v">
                <p:oleObj name="Equation" r:id="rId9" imgW="672840" imgH="469800" progId="Equation.DSMT4">
                  <p:embed/>
                </p:oleObj>
              </mc:Choice>
              <mc:Fallback>
                <p:oleObj name="Equation" r:id="rId9" imgW="672840" imgH="469800" progId="Equation.DSMT4">
                  <p:embed/>
                  <p:pic>
                    <p:nvPicPr>
                      <p:cNvPr id="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21338" y="3192459"/>
                        <a:ext cx="2041525" cy="142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 name="Line 12"/>
          <p:cNvSpPr>
            <a:spLocks noChangeShapeType="1"/>
          </p:cNvSpPr>
          <p:nvPr/>
        </p:nvSpPr>
        <p:spPr bwMode="auto">
          <a:xfrm>
            <a:off x="1212804" y="1012784"/>
            <a:ext cx="1928833" cy="6357"/>
          </a:xfrm>
          <a:prstGeom prst="line">
            <a:avLst/>
          </a:prstGeom>
          <a:noFill/>
          <a:ln w="38100">
            <a:solidFill>
              <a:schemeClr val="accent2"/>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36" name="Line 13"/>
          <p:cNvSpPr>
            <a:spLocks noChangeShapeType="1"/>
          </p:cNvSpPr>
          <p:nvPr/>
        </p:nvSpPr>
        <p:spPr bwMode="auto">
          <a:xfrm>
            <a:off x="1395369" y="763551"/>
            <a:ext cx="0" cy="1862163"/>
          </a:xfrm>
          <a:prstGeom prst="line">
            <a:avLst/>
          </a:prstGeom>
          <a:noFill/>
          <a:ln w="38100">
            <a:solidFill>
              <a:schemeClr val="accent2"/>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37" name="Line 13"/>
          <p:cNvSpPr>
            <a:spLocks noChangeShapeType="1"/>
          </p:cNvSpPr>
          <p:nvPr/>
        </p:nvSpPr>
        <p:spPr bwMode="auto">
          <a:xfrm>
            <a:off x="2052603" y="800064"/>
            <a:ext cx="0" cy="1862163"/>
          </a:xfrm>
          <a:prstGeom prst="line">
            <a:avLst/>
          </a:prstGeom>
          <a:noFill/>
          <a:ln w="38100">
            <a:solidFill>
              <a:schemeClr val="accent2"/>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38" name="Line 13"/>
          <p:cNvSpPr>
            <a:spLocks noChangeShapeType="1"/>
          </p:cNvSpPr>
          <p:nvPr/>
        </p:nvSpPr>
        <p:spPr bwMode="auto">
          <a:xfrm>
            <a:off x="2855889" y="800064"/>
            <a:ext cx="0" cy="1862163"/>
          </a:xfrm>
          <a:prstGeom prst="line">
            <a:avLst/>
          </a:prstGeom>
          <a:noFill/>
          <a:ln w="38100">
            <a:solidFill>
              <a:schemeClr val="accent2"/>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graphicFrame>
        <p:nvGraphicFramePr>
          <p:cNvPr id="39" name="Object 20"/>
          <p:cNvGraphicFramePr>
            <a:graphicFrameLocks noChangeAspect="1"/>
          </p:cNvGraphicFramePr>
          <p:nvPr/>
        </p:nvGraphicFramePr>
        <p:xfrm>
          <a:off x="1103265" y="4872056"/>
          <a:ext cx="1077912" cy="539750"/>
        </p:xfrm>
        <a:graphic>
          <a:graphicData uri="http://schemas.openxmlformats.org/presentationml/2006/ole">
            <mc:AlternateContent xmlns:mc="http://schemas.openxmlformats.org/markup-compatibility/2006">
              <mc:Choice xmlns:v="urn:schemas-microsoft-com:vml" Requires="v">
                <p:oleObj name="Equation" r:id="rId11" imgW="355320" imgH="177480" progId="Equation.DSMT4">
                  <p:embed/>
                </p:oleObj>
              </mc:Choice>
              <mc:Fallback>
                <p:oleObj name="Equation" r:id="rId11" imgW="355320" imgH="177480" progId="Equation.DSMT4">
                  <p:embed/>
                  <p:pic>
                    <p:nvPicPr>
                      <p:cNvPr id="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03265" y="4872056"/>
                        <a:ext cx="1077912"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 name="Object 20"/>
          <p:cNvGraphicFramePr>
            <a:graphicFrameLocks noChangeAspect="1"/>
          </p:cNvGraphicFramePr>
          <p:nvPr/>
        </p:nvGraphicFramePr>
        <p:xfrm>
          <a:off x="2162142" y="4872056"/>
          <a:ext cx="1077912" cy="539750"/>
        </p:xfrm>
        <a:graphic>
          <a:graphicData uri="http://schemas.openxmlformats.org/presentationml/2006/ole">
            <mc:AlternateContent xmlns:mc="http://schemas.openxmlformats.org/markup-compatibility/2006">
              <mc:Choice xmlns:v="urn:schemas-microsoft-com:vml" Requires="v">
                <p:oleObj name="Equation" r:id="rId13" imgW="355320" imgH="177480" progId="Equation.DSMT4">
                  <p:embed/>
                </p:oleObj>
              </mc:Choice>
              <mc:Fallback>
                <p:oleObj name="Equation" r:id="rId13" imgW="355320" imgH="177480" progId="Equation.DSMT4">
                  <p:embed/>
                  <p:pic>
                    <p:nvPicPr>
                      <p:cNvPr id="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62142" y="4872056"/>
                        <a:ext cx="1077912"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 name="Object 20"/>
          <p:cNvGraphicFramePr>
            <a:graphicFrameLocks noChangeAspect="1"/>
          </p:cNvGraphicFramePr>
          <p:nvPr/>
        </p:nvGraphicFramePr>
        <p:xfrm>
          <a:off x="3294045" y="4872056"/>
          <a:ext cx="615950" cy="539750"/>
        </p:xfrm>
        <a:graphic>
          <a:graphicData uri="http://schemas.openxmlformats.org/presentationml/2006/ole">
            <mc:AlternateContent xmlns:mc="http://schemas.openxmlformats.org/markup-compatibility/2006">
              <mc:Choice xmlns:v="urn:schemas-microsoft-com:vml" Requires="v">
                <p:oleObj name="Equation" r:id="rId15" imgW="203040" imgH="177480" progId="Equation.DSMT4">
                  <p:embed/>
                </p:oleObj>
              </mc:Choice>
              <mc:Fallback>
                <p:oleObj name="Equation" r:id="rId15" imgW="203040" imgH="177480" progId="Equation.DSMT4">
                  <p:embed/>
                  <p:pic>
                    <p:nvPicPr>
                      <p:cNvPr id="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94045" y="4872056"/>
                        <a:ext cx="615950"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 name="Object 20"/>
          <p:cNvGraphicFramePr>
            <a:graphicFrameLocks noChangeAspect="1"/>
          </p:cNvGraphicFramePr>
          <p:nvPr/>
        </p:nvGraphicFramePr>
        <p:xfrm>
          <a:off x="1103265" y="5810250"/>
          <a:ext cx="885825" cy="539750"/>
        </p:xfrm>
        <a:graphic>
          <a:graphicData uri="http://schemas.openxmlformats.org/presentationml/2006/ole">
            <mc:AlternateContent xmlns:mc="http://schemas.openxmlformats.org/markup-compatibility/2006">
              <mc:Choice xmlns:v="urn:schemas-microsoft-com:vml" Requires="v">
                <p:oleObj name="Equation" r:id="rId17" imgW="291960" imgH="177480" progId="Equation.DSMT4">
                  <p:embed/>
                </p:oleObj>
              </mc:Choice>
              <mc:Fallback>
                <p:oleObj name="Equation" r:id="rId17" imgW="291960" imgH="177480" progId="Equation.DSMT4">
                  <p:embed/>
                  <p:pic>
                    <p:nvPicPr>
                      <p:cNvPr id="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03265" y="5810250"/>
                        <a:ext cx="885825"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wipe(left)">
                                      <p:cBhvr>
                                        <p:cTn id="7" dur="500"/>
                                        <p:tgtEl>
                                          <p:spTgt spid="35"/>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wipe(up)">
                                      <p:cBhvr>
                                        <p:cTn id="10" dur="500"/>
                                        <p:tgtEl>
                                          <p:spTgt spid="3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wipe(left)">
                                      <p:cBhvr>
                                        <p:cTn id="15" dur="500"/>
                                        <p:tgtEl>
                                          <p:spTgt spid="31"/>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1" nodeType="clickEffect">
                                  <p:stCondLst>
                                    <p:cond delay="0"/>
                                  </p:stCondLst>
                                  <p:childTnLst>
                                    <p:set>
                                      <p:cBhvr>
                                        <p:cTn id="19" dur="1" fill="hold">
                                          <p:stCondLst>
                                            <p:cond delay="0"/>
                                          </p:stCondLst>
                                        </p:cTn>
                                        <p:tgtEl>
                                          <p:spTgt spid="36"/>
                                        </p:tgtEl>
                                        <p:attrNameLst>
                                          <p:attrName>style.visibility</p:attrName>
                                        </p:attrNameLst>
                                      </p:cBhvr>
                                      <p:to>
                                        <p:strVal val="hidden"/>
                                      </p:to>
                                    </p:set>
                                  </p:childTnLst>
                                </p:cTn>
                              </p:par>
                              <p:par>
                                <p:cTn id="20" presetID="22" presetClass="entr" presetSubtype="1"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wipe(up)">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wipe(left)">
                                      <p:cBhvr>
                                        <p:cTn id="27" dur="500"/>
                                        <p:tgtEl>
                                          <p:spTgt spid="32"/>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37"/>
                                        </p:tgtEl>
                                        <p:attrNameLst>
                                          <p:attrName>style.visibility</p:attrName>
                                        </p:attrNameLst>
                                      </p:cBhvr>
                                      <p:to>
                                        <p:strVal val="hidden"/>
                                      </p:to>
                                    </p:set>
                                  </p:childTnLst>
                                </p:cTn>
                              </p:par>
                              <p:par>
                                <p:cTn id="32" presetID="22" presetClass="entr" presetSubtype="1" fill="hold" grpId="0" nodeType="withEffect">
                                  <p:stCondLst>
                                    <p:cond delay="0"/>
                                  </p:stCondLst>
                                  <p:childTnLst>
                                    <p:set>
                                      <p:cBhvr>
                                        <p:cTn id="33" dur="1" fill="hold">
                                          <p:stCondLst>
                                            <p:cond delay="0"/>
                                          </p:stCondLst>
                                        </p:cTn>
                                        <p:tgtEl>
                                          <p:spTgt spid="38"/>
                                        </p:tgtEl>
                                        <p:attrNameLst>
                                          <p:attrName>style.visibility</p:attrName>
                                        </p:attrNameLst>
                                      </p:cBhvr>
                                      <p:to>
                                        <p:strVal val="visible"/>
                                      </p:to>
                                    </p:set>
                                    <p:animEffect transition="in" filter="wipe(up)">
                                      <p:cBhvr>
                                        <p:cTn id="34" dur="500"/>
                                        <p:tgtEl>
                                          <p:spTgt spid="38"/>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wipe(left)">
                                      <p:cBhvr>
                                        <p:cTn id="39" dur="500"/>
                                        <p:tgtEl>
                                          <p:spTgt spid="34"/>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35"/>
                                        </p:tgtEl>
                                        <p:attrNameLst>
                                          <p:attrName>style.visibility</p:attrName>
                                        </p:attrNameLst>
                                      </p:cBhvr>
                                      <p:to>
                                        <p:strVal val="hidden"/>
                                      </p:to>
                                    </p:set>
                                  </p:childTnLst>
                                </p:cTn>
                              </p:par>
                              <p:par>
                                <p:cTn id="44" presetID="1" presetClass="exit" presetSubtype="0" fill="hold" grpId="1" nodeType="withEffect">
                                  <p:stCondLst>
                                    <p:cond delay="0"/>
                                  </p:stCondLst>
                                  <p:childTnLst>
                                    <p:set>
                                      <p:cBhvr>
                                        <p:cTn id="45" dur="1" fill="hold">
                                          <p:stCondLst>
                                            <p:cond delay="0"/>
                                          </p:stCondLst>
                                        </p:cTn>
                                        <p:tgtEl>
                                          <p:spTgt spid="38"/>
                                        </p:tgtEl>
                                        <p:attrNameLst>
                                          <p:attrName>style.visibility</p:attrName>
                                        </p:attrNameLst>
                                      </p:cBhvr>
                                      <p:to>
                                        <p:strVal val="hidden"/>
                                      </p:to>
                                    </p:set>
                                  </p:childTnLst>
                                </p:cTn>
                              </p:par>
                              <p:par>
                                <p:cTn id="46" presetID="22" presetClass="entr" presetSubtype="8" fill="hold" nodeType="with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wipe(left)">
                                      <p:cBhvr>
                                        <p:cTn id="53" dur="500"/>
                                        <p:tgtEl>
                                          <p:spTgt spid="40"/>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wipe(left)">
                                      <p:cBhvr>
                                        <p:cTn id="58" dur="500"/>
                                        <p:tgtEl>
                                          <p:spTgt spid="41"/>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5" grpId="1" animBg="1"/>
      <p:bldP spid="36" grpId="0" animBg="1"/>
      <p:bldP spid="36" grpId="1" animBg="1"/>
      <p:bldP spid="37" grpId="0" animBg="1"/>
      <p:bldP spid="37" grpId="1" animBg="1"/>
      <p:bldP spid="38" grpId="0" animBg="1"/>
      <p:bldP spid="38"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50" name="Object 2"/>
          <p:cNvGraphicFramePr>
            <a:graphicFrameLocks noChangeAspect="1"/>
          </p:cNvGraphicFramePr>
          <p:nvPr/>
        </p:nvGraphicFramePr>
        <p:xfrm>
          <a:off x="2424125" y="4605325"/>
          <a:ext cx="1728787" cy="1428750"/>
        </p:xfrm>
        <a:graphic>
          <a:graphicData uri="http://schemas.openxmlformats.org/presentationml/2006/ole">
            <mc:AlternateContent xmlns:mc="http://schemas.openxmlformats.org/markup-compatibility/2006">
              <mc:Choice xmlns:v="urn:schemas-microsoft-com:vml" Requires="v">
                <p:oleObj name="Equation" r:id="rId3" imgW="1828800" imgH="1511280" progId="Equation.3">
                  <p:embed/>
                </p:oleObj>
              </mc:Choice>
              <mc:Fallback>
                <p:oleObj name="Equation" r:id="rId3" imgW="1828800" imgH="1511280" progId="Equation.3">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4125" y="4605325"/>
                        <a:ext cx="1728787" cy="142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51" name="Object 3"/>
          <p:cNvGraphicFramePr>
            <a:graphicFrameLocks noChangeAspect="1"/>
          </p:cNvGraphicFramePr>
          <p:nvPr/>
        </p:nvGraphicFramePr>
        <p:xfrm>
          <a:off x="1650960" y="122217"/>
          <a:ext cx="3355975" cy="1809750"/>
        </p:xfrm>
        <a:graphic>
          <a:graphicData uri="http://schemas.openxmlformats.org/presentationml/2006/ole">
            <mc:AlternateContent xmlns:mc="http://schemas.openxmlformats.org/markup-compatibility/2006">
              <mc:Choice xmlns:v="urn:schemas-microsoft-com:vml" Requires="v">
                <p:oleObj name="公式" r:id="rId5" imgW="3543120" imgH="1942920" progId="Equation.3">
                  <p:embed/>
                </p:oleObj>
              </mc:Choice>
              <mc:Fallback>
                <p:oleObj name="公式" r:id="rId5" imgW="3543120" imgH="1942920" progId="Equation.3">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0960" y="122217"/>
                        <a:ext cx="3355975" cy="1809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0052" name="Text Box 4"/>
          <p:cNvSpPr txBox="1">
            <a:spLocks noChangeArrowheads="1"/>
          </p:cNvSpPr>
          <p:nvPr/>
        </p:nvSpPr>
        <p:spPr bwMode="auto">
          <a:xfrm>
            <a:off x="0" y="0"/>
            <a:ext cx="2022445" cy="523220"/>
          </a:xfrm>
          <a:prstGeom prst="rect">
            <a:avLst/>
          </a:prstGeom>
          <a:noFill/>
          <a:ln w="9525">
            <a:noFill/>
            <a:miter lim="800000"/>
            <a:headEnd/>
            <a:tailEnd/>
          </a:ln>
          <a:effectLst/>
        </p:spPr>
        <p:txBody>
          <a:bodyPr wrap="square">
            <a:spAutoFit/>
          </a:bodyPr>
          <a:lstStyle/>
          <a:p>
            <a:pPr eaLnBrk="1" hangingPunct="1">
              <a:spcBef>
                <a:spcPct val="50000"/>
              </a:spcBef>
            </a:pPr>
            <a:r>
              <a:rPr lang="zh-CN" altLang="en-US" sz="2800" b="1" dirty="0">
                <a:solidFill>
                  <a:srgbClr val="000000"/>
                </a:solidFill>
                <a:latin typeface="微软雅黑" pitchFamily="34" charset="-122"/>
                <a:ea typeface="微软雅黑" pitchFamily="34" charset="-122"/>
              </a:rPr>
              <a:t>例</a:t>
            </a:r>
            <a:r>
              <a:rPr lang="en-US" altLang="zh-CN" sz="2800" b="1" dirty="0">
                <a:solidFill>
                  <a:srgbClr val="000000"/>
                </a:solidFill>
                <a:latin typeface="微软雅黑" pitchFamily="34" charset="-122"/>
                <a:ea typeface="微软雅黑" pitchFamily="34" charset="-122"/>
              </a:rPr>
              <a:t>  </a:t>
            </a:r>
            <a:r>
              <a:rPr lang="zh-CN" altLang="en-US" sz="2800" b="1" dirty="0">
                <a:solidFill>
                  <a:srgbClr val="000000"/>
                </a:solidFill>
                <a:latin typeface="微软雅黑" pitchFamily="34" charset="-122"/>
                <a:ea typeface="微软雅黑" pitchFamily="34" charset="-122"/>
              </a:rPr>
              <a:t>计算</a:t>
            </a:r>
          </a:p>
        </p:txBody>
      </p:sp>
      <p:graphicFrame>
        <p:nvGraphicFramePr>
          <p:cNvPr id="130053" name="Object 5"/>
          <p:cNvGraphicFramePr>
            <a:graphicFrameLocks noChangeAspect="1"/>
          </p:cNvGraphicFramePr>
          <p:nvPr/>
        </p:nvGraphicFramePr>
        <p:xfrm>
          <a:off x="2424125" y="2516175"/>
          <a:ext cx="2592387" cy="1954213"/>
        </p:xfrm>
        <a:graphic>
          <a:graphicData uri="http://schemas.openxmlformats.org/presentationml/2006/ole">
            <mc:AlternateContent xmlns:mc="http://schemas.openxmlformats.org/markup-compatibility/2006">
              <mc:Choice xmlns:v="urn:schemas-microsoft-com:vml" Requires="v">
                <p:oleObj name="公式" r:id="rId7" imgW="1257120" imgH="927000" progId="Equation.3">
                  <p:embed/>
                </p:oleObj>
              </mc:Choice>
              <mc:Fallback>
                <p:oleObj name="公式" r:id="rId7" imgW="1257120" imgH="927000" progId="Equation.3">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24125" y="2516175"/>
                        <a:ext cx="2592387" cy="1954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55" name="Object 7"/>
          <p:cNvGraphicFramePr>
            <a:graphicFrameLocks noChangeAspect="1"/>
          </p:cNvGraphicFramePr>
          <p:nvPr/>
        </p:nvGraphicFramePr>
        <p:xfrm>
          <a:off x="1273187" y="3092438"/>
          <a:ext cx="1079500" cy="423862"/>
        </p:xfrm>
        <a:graphic>
          <a:graphicData uri="http://schemas.openxmlformats.org/presentationml/2006/ole">
            <mc:AlternateContent xmlns:mc="http://schemas.openxmlformats.org/markup-compatibility/2006">
              <mc:Choice xmlns:v="urn:schemas-microsoft-com:vml" Requires="v">
                <p:oleObj name="公式" r:id="rId9" imgW="1269720" imgH="482400" progId="Equation.3">
                  <p:embed/>
                </p:oleObj>
              </mc:Choice>
              <mc:Fallback>
                <p:oleObj name="公式" r:id="rId9" imgW="1269720" imgH="482400" progId="Equation.3">
                  <p:embed/>
                  <p:pic>
                    <p:nvPicPr>
                      <p:cNvPr id="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73187" y="3092438"/>
                        <a:ext cx="1079500" cy="4238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0056" name="Rectangle 8"/>
          <p:cNvSpPr>
            <a:spLocks noChangeArrowheads="1"/>
          </p:cNvSpPr>
          <p:nvPr/>
        </p:nvSpPr>
        <p:spPr bwMode="auto">
          <a:xfrm>
            <a:off x="0" y="3202011"/>
            <a:ext cx="719137" cy="519113"/>
          </a:xfrm>
          <a:prstGeom prst="rect">
            <a:avLst/>
          </a:prstGeom>
          <a:noFill/>
          <a:ln w="9525">
            <a:noFill/>
            <a:miter lim="800000"/>
            <a:headEnd/>
            <a:tailEnd/>
          </a:ln>
          <a:effectLst/>
        </p:spPr>
        <p:txBody>
          <a:bodyPr>
            <a:spAutoFit/>
          </a:bodyPr>
          <a:lstStyle/>
          <a:p>
            <a:pPr eaLnBrk="1" hangingPunct="1"/>
            <a:r>
              <a:rPr lang="zh-CN" altLang="en-US" sz="2800" b="1" dirty="0">
                <a:solidFill>
                  <a:srgbClr val="000000"/>
                </a:solidFill>
                <a:latin typeface="微软雅黑" pitchFamily="34" charset="-122"/>
                <a:ea typeface="微软雅黑" pitchFamily="34" charset="-122"/>
              </a:rPr>
              <a:t>解</a:t>
            </a:r>
            <a:r>
              <a:rPr lang="en-US" altLang="zh-CN" sz="2800" b="1" dirty="0">
                <a:solidFill>
                  <a:srgbClr val="000000"/>
                </a:solidFill>
                <a:latin typeface="微软雅黑" pitchFamily="34" charset="-122"/>
                <a:ea typeface="微软雅黑" pitchFamily="34" charset="-122"/>
              </a:rPr>
              <a:t>: </a:t>
            </a:r>
          </a:p>
        </p:txBody>
      </p:sp>
      <p:graphicFrame>
        <p:nvGraphicFramePr>
          <p:cNvPr id="130058" name="Object 10"/>
          <p:cNvGraphicFramePr>
            <a:graphicFrameLocks noChangeAspect="1"/>
          </p:cNvGraphicFramePr>
          <p:nvPr/>
        </p:nvGraphicFramePr>
        <p:xfrm>
          <a:off x="912825" y="3343263"/>
          <a:ext cx="311150" cy="280987"/>
        </p:xfrm>
        <a:graphic>
          <a:graphicData uri="http://schemas.openxmlformats.org/presentationml/2006/ole">
            <mc:AlternateContent xmlns:mc="http://schemas.openxmlformats.org/markup-compatibility/2006">
              <mc:Choice xmlns:v="urn:schemas-microsoft-com:vml" Requires="v">
                <p:oleObj name="公式" r:id="rId11" imgW="317160" imgH="291960" progId="Equation.3">
                  <p:embed/>
                </p:oleObj>
              </mc:Choice>
              <mc:Fallback>
                <p:oleObj name="公式" r:id="rId11" imgW="317160" imgH="291960" progId="Equation.3">
                  <p:embed/>
                  <p:pic>
                    <p:nvPicPr>
                      <p:cNvPr id="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12825" y="3343263"/>
                        <a:ext cx="311150" cy="280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59" name="Object 11"/>
          <p:cNvGraphicFramePr>
            <a:graphicFrameLocks noChangeAspect="1"/>
          </p:cNvGraphicFramePr>
          <p:nvPr/>
        </p:nvGraphicFramePr>
        <p:xfrm>
          <a:off x="5016512" y="2876538"/>
          <a:ext cx="2952750" cy="1323975"/>
        </p:xfrm>
        <a:graphic>
          <a:graphicData uri="http://schemas.openxmlformats.org/presentationml/2006/ole">
            <mc:AlternateContent xmlns:mc="http://schemas.openxmlformats.org/markup-compatibility/2006">
              <mc:Choice xmlns:v="urn:schemas-microsoft-com:vml" Requires="v">
                <p:oleObj name="公式" r:id="rId13" imgW="3327120" imgH="1460160" progId="Equation.3">
                  <p:embed/>
                </p:oleObj>
              </mc:Choice>
              <mc:Fallback>
                <p:oleObj name="公式" r:id="rId13" imgW="3327120" imgH="1460160" progId="Equation.3">
                  <p:embed/>
                  <p:pic>
                    <p:nvPicPr>
                      <p:cNvPr id="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16512" y="2876538"/>
                        <a:ext cx="2952750" cy="1323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60" name="Object 12"/>
          <p:cNvGraphicFramePr>
            <a:graphicFrameLocks noChangeAspect="1"/>
          </p:cNvGraphicFramePr>
          <p:nvPr/>
        </p:nvGraphicFramePr>
        <p:xfrm>
          <a:off x="1416062" y="3452800"/>
          <a:ext cx="792163" cy="354013"/>
        </p:xfrm>
        <a:graphic>
          <a:graphicData uri="http://schemas.openxmlformats.org/presentationml/2006/ole">
            <mc:AlternateContent xmlns:mc="http://schemas.openxmlformats.org/markup-compatibility/2006">
              <mc:Choice xmlns:v="urn:schemas-microsoft-com:vml" Requires="v">
                <p:oleObj name="公式" r:id="rId15" imgW="901440" imgH="431640" progId="Equation.3">
                  <p:embed/>
                </p:oleObj>
              </mc:Choice>
              <mc:Fallback>
                <p:oleObj name="公式" r:id="rId15" imgW="901440" imgH="431640" progId="Equation.3">
                  <p:embed/>
                  <p:pic>
                    <p:nvPicPr>
                      <p:cNvPr id="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6062" y="3452800"/>
                        <a:ext cx="792163" cy="354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61" name="Object 13"/>
          <p:cNvGraphicFramePr>
            <a:graphicFrameLocks noChangeAspect="1"/>
          </p:cNvGraphicFramePr>
          <p:nvPr/>
        </p:nvGraphicFramePr>
        <p:xfrm>
          <a:off x="4368812" y="4892663"/>
          <a:ext cx="2376488" cy="915987"/>
        </p:xfrm>
        <a:graphic>
          <a:graphicData uri="http://schemas.openxmlformats.org/presentationml/2006/ole">
            <mc:AlternateContent xmlns:mc="http://schemas.openxmlformats.org/markup-compatibility/2006">
              <mc:Choice xmlns:v="urn:schemas-microsoft-com:vml" Requires="v">
                <p:oleObj name="Equation" r:id="rId17" imgW="2692080" imgH="977760" progId="Equation.3">
                  <p:embed/>
                </p:oleObj>
              </mc:Choice>
              <mc:Fallback>
                <p:oleObj name="Equation" r:id="rId17" imgW="2692080" imgH="977760" progId="Equation.3">
                  <p:embed/>
                  <p:pic>
                    <p:nvPicPr>
                      <p:cNvPr id="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68812" y="4892663"/>
                        <a:ext cx="2376488" cy="915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62" name="Object 14"/>
          <p:cNvGraphicFramePr>
            <a:graphicFrameLocks noChangeAspect="1"/>
          </p:cNvGraphicFramePr>
          <p:nvPr/>
        </p:nvGraphicFramePr>
        <p:xfrm>
          <a:off x="6889762" y="5181588"/>
          <a:ext cx="649288" cy="306387"/>
        </p:xfrm>
        <a:graphic>
          <a:graphicData uri="http://schemas.openxmlformats.org/presentationml/2006/ole">
            <mc:AlternateContent xmlns:mc="http://schemas.openxmlformats.org/markup-compatibility/2006">
              <mc:Choice xmlns:v="urn:schemas-microsoft-com:vml" Requires="v">
                <p:oleObj name="公式" r:id="rId19" imgW="672840" imgH="317160" progId="Equation.3">
                  <p:embed/>
                </p:oleObj>
              </mc:Choice>
              <mc:Fallback>
                <p:oleObj name="公式" r:id="rId19" imgW="672840" imgH="317160" progId="Equation.3">
                  <p:embed/>
                  <p:pic>
                    <p:nvPicPr>
                      <p:cNvPr id="0" name="Picture 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889762" y="5181588"/>
                        <a:ext cx="649288" cy="3063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0063" name="Line 15"/>
          <p:cNvSpPr>
            <a:spLocks noChangeShapeType="1"/>
          </p:cNvSpPr>
          <p:nvPr/>
        </p:nvSpPr>
        <p:spPr bwMode="auto">
          <a:xfrm flipV="1">
            <a:off x="2454246" y="4779981"/>
            <a:ext cx="1679598" cy="11143"/>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130064" name="Line 16"/>
          <p:cNvSpPr>
            <a:spLocks noChangeShapeType="1"/>
          </p:cNvSpPr>
          <p:nvPr/>
        </p:nvSpPr>
        <p:spPr bwMode="auto">
          <a:xfrm flipH="1">
            <a:off x="4008449" y="2647962"/>
            <a:ext cx="15855" cy="1620837"/>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graphicFrame>
        <p:nvGraphicFramePr>
          <p:cNvPr id="130065" name="Object 17"/>
          <p:cNvGraphicFramePr>
            <a:graphicFrameLocks noChangeAspect="1"/>
          </p:cNvGraphicFramePr>
          <p:nvPr/>
        </p:nvGraphicFramePr>
        <p:xfrm>
          <a:off x="1344625" y="4892663"/>
          <a:ext cx="936625" cy="407987"/>
        </p:xfrm>
        <a:graphic>
          <a:graphicData uri="http://schemas.openxmlformats.org/presentationml/2006/ole">
            <mc:AlternateContent xmlns:mc="http://schemas.openxmlformats.org/markup-compatibility/2006">
              <mc:Choice xmlns:v="urn:schemas-microsoft-com:vml" Requires="v">
                <p:oleObj name="公式" r:id="rId21" imgW="1002960" imgH="482400" progId="Equation.3">
                  <p:embed/>
                </p:oleObj>
              </mc:Choice>
              <mc:Fallback>
                <p:oleObj name="公式" r:id="rId21" imgW="1002960" imgH="482400" progId="Equation.3">
                  <p:embed/>
                  <p:pic>
                    <p:nvPicPr>
                      <p:cNvPr id="0"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344625" y="4892663"/>
                        <a:ext cx="936625" cy="407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0066" name="Text Box 18"/>
          <p:cNvSpPr txBox="1">
            <a:spLocks noChangeArrowheads="1"/>
          </p:cNvSpPr>
          <p:nvPr/>
        </p:nvSpPr>
        <p:spPr bwMode="auto">
          <a:xfrm>
            <a:off x="5411799" y="182565"/>
            <a:ext cx="3513123" cy="1815882"/>
          </a:xfrm>
          <a:prstGeom prst="rect">
            <a:avLst/>
          </a:prstGeom>
          <a:solidFill>
            <a:srgbClr val="009900"/>
          </a:solidFill>
          <a:ln>
            <a:headEnd/>
            <a:tailEnd/>
          </a:ln>
          <a:effectLst>
            <a:glow rad="228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eaLnBrk="1" hangingPunct="1"/>
            <a:r>
              <a:rPr lang="zh-CN" altLang="en-US" sz="2800" b="1" dirty="0">
                <a:solidFill>
                  <a:srgbClr val="FFFF00"/>
                </a:solidFill>
                <a:latin typeface="微软雅黑" pitchFamily="34" charset="-122"/>
                <a:ea typeface="微软雅黑" pitchFamily="34" charset="-122"/>
              </a:rPr>
              <a:t>技巧</a:t>
            </a:r>
            <a:r>
              <a:rPr lang="en-US" altLang="zh-CN" sz="2800" b="1" dirty="0">
                <a:solidFill>
                  <a:srgbClr val="FFFF00"/>
                </a:solidFill>
                <a:latin typeface="微软雅黑" pitchFamily="34" charset="-122"/>
                <a:ea typeface="微软雅黑" pitchFamily="34" charset="-122"/>
              </a:rPr>
              <a:t>1：</a:t>
            </a:r>
            <a:r>
              <a:rPr lang="zh-CN" altLang="en-US" sz="2800" b="1" dirty="0">
                <a:solidFill>
                  <a:srgbClr val="FFFF00"/>
                </a:solidFill>
                <a:latin typeface="微软雅黑" pitchFamily="34" charset="-122"/>
                <a:ea typeface="微软雅黑" pitchFamily="34" charset="-122"/>
              </a:rPr>
              <a:t>化零</a:t>
            </a:r>
            <a:endParaRPr lang="en-US" altLang="zh-CN" sz="2800" b="1" dirty="0">
              <a:solidFill>
                <a:srgbClr val="FFFF00"/>
              </a:solidFill>
              <a:latin typeface="微软雅黑" pitchFamily="34" charset="-122"/>
              <a:ea typeface="微软雅黑" pitchFamily="34" charset="-122"/>
            </a:endParaRPr>
          </a:p>
          <a:p>
            <a:pPr eaLnBrk="1" hangingPunct="1"/>
            <a:r>
              <a:rPr lang="zh-CN" altLang="en-US" sz="2800" b="1" dirty="0">
                <a:solidFill>
                  <a:srgbClr val="FFFF00"/>
                </a:solidFill>
                <a:latin typeface="微软雅黑" pitchFamily="34" charset="-122"/>
                <a:ea typeface="微软雅黑" pitchFamily="34" charset="-122"/>
              </a:rPr>
              <a:t>尽量选含有 </a:t>
            </a:r>
            <a:r>
              <a:rPr lang="en-US" altLang="zh-CN" sz="2800" b="1" dirty="0">
                <a:solidFill>
                  <a:srgbClr val="FFFF00"/>
                </a:solidFill>
                <a:latin typeface="微软雅黑" pitchFamily="34" charset="-122"/>
                <a:ea typeface="微软雅黑" pitchFamily="34" charset="-122"/>
              </a:rPr>
              <a:t>0, 1 </a:t>
            </a:r>
            <a:r>
              <a:rPr lang="zh-CN" altLang="en-US" sz="2800" b="1" dirty="0">
                <a:solidFill>
                  <a:srgbClr val="FFFF00"/>
                </a:solidFill>
                <a:latin typeface="微软雅黑" pitchFamily="34" charset="-122"/>
                <a:ea typeface="微软雅黑" pitchFamily="34" charset="-122"/>
              </a:rPr>
              <a:t>较多的行 </a:t>
            </a:r>
            <a:r>
              <a:rPr lang="en-US" altLang="zh-CN" sz="2800" b="1" dirty="0">
                <a:solidFill>
                  <a:srgbClr val="FFFF00"/>
                </a:solidFill>
                <a:latin typeface="微软雅黑" pitchFamily="34" charset="-122"/>
                <a:ea typeface="微软雅黑" pitchFamily="34" charset="-122"/>
              </a:rPr>
              <a:t>( </a:t>
            </a:r>
            <a:r>
              <a:rPr lang="zh-CN" altLang="en-US" sz="2800" b="1" dirty="0">
                <a:solidFill>
                  <a:srgbClr val="FFFF00"/>
                </a:solidFill>
                <a:latin typeface="微软雅黑" pitchFamily="34" charset="-122"/>
                <a:ea typeface="微软雅黑" pitchFamily="34" charset="-122"/>
              </a:rPr>
              <a:t>列 </a:t>
            </a:r>
            <a:r>
              <a:rPr lang="en-US" altLang="zh-CN" sz="2800" b="1" dirty="0">
                <a:solidFill>
                  <a:srgbClr val="FFFF00"/>
                </a:solidFill>
                <a:latin typeface="微软雅黑" pitchFamily="34" charset="-122"/>
                <a:ea typeface="微软雅黑" pitchFamily="34" charset="-122"/>
              </a:rPr>
              <a:t>)</a:t>
            </a:r>
            <a:r>
              <a:rPr lang="zh-CN" altLang="en-US" sz="2800" b="1" dirty="0">
                <a:solidFill>
                  <a:srgbClr val="FFFF00"/>
                </a:solidFill>
                <a:latin typeface="微软雅黑" pitchFamily="34" charset="-122"/>
                <a:ea typeface="微软雅黑" pitchFamily="34" charset="-122"/>
              </a:rPr>
              <a:t>应用消法变换化简降阶</a:t>
            </a:r>
            <a:r>
              <a:rPr lang="en-US" altLang="zh-CN" sz="2800" b="1" dirty="0">
                <a:solidFill>
                  <a:srgbClr val="FFFF00"/>
                </a:solidFill>
                <a:latin typeface="微软雅黑" pitchFamily="34" charset="-122"/>
                <a:ea typeface="微软雅黑" pitchFamily="34" charset="-122"/>
              </a:rPr>
              <a:t> </a:t>
            </a:r>
            <a:r>
              <a:rPr lang="zh-CN" altLang="en-US" sz="2800" b="1" dirty="0">
                <a:solidFill>
                  <a:srgbClr val="FFFF00"/>
                </a:solidFill>
                <a:latin typeface="微软雅黑" pitchFamily="34" charset="-122"/>
                <a:ea typeface="微软雅黑" pitchFamily="34" charset="-122"/>
              </a:rPr>
              <a:t>。</a:t>
            </a:r>
          </a:p>
        </p:txBody>
      </p:sp>
      <p:sp>
        <p:nvSpPr>
          <p:cNvPr id="130067" name="Oval 19"/>
          <p:cNvSpPr>
            <a:spLocks noChangeArrowheads="1"/>
          </p:cNvSpPr>
          <p:nvPr/>
        </p:nvSpPr>
        <p:spPr bwMode="auto">
          <a:xfrm>
            <a:off x="3586149" y="985817"/>
            <a:ext cx="515912" cy="503238"/>
          </a:xfrm>
          <a:prstGeom prst="ellipse">
            <a:avLst/>
          </a:prstGeom>
          <a:solidFill>
            <a:schemeClr val="accent1">
              <a:alpha val="0"/>
            </a:schemeClr>
          </a:solidFill>
          <a:ln w="38100">
            <a:solidFill>
              <a:srgbClr val="0000FF"/>
            </a:solidFill>
            <a:round/>
            <a:headEnd/>
            <a:tailEnd/>
          </a:ln>
          <a:effec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
        <p:nvSpPr>
          <p:cNvPr id="130068" name="Line 20"/>
          <p:cNvSpPr>
            <a:spLocks noChangeShapeType="1"/>
          </p:cNvSpPr>
          <p:nvPr/>
        </p:nvSpPr>
        <p:spPr bwMode="auto">
          <a:xfrm>
            <a:off x="2490759" y="3684591"/>
            <a:ext cx="2478082" cy="0"/>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130069" name="Line 21"/>
          <p:cNvSpPr>
            <a:spLocks noChangeShapeType="1"/>
          </p:cNvSpPr>
          <p:nvPr/>
        </p:nvSpPr>
        <p:spPr bwMode="auto">
          <a:xfrm>
            <a:off x="4008449" y="4676763"/>
            <a:ext cx="15855" cy="1344660"/>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graphicFrame>
        <p:nvGraphicFramePr>
          <p:cNvPr id="130071" name="Object 23"/>
          <p:cNvGraphicFramePr>
            <a:graphicFrameLocks noChangeAspect="1"/>
          </p:cNvGraphicFramePr>
          <p:nvPr/>
        </p:nvGraphicFramePr>
        <p:xfrm>
          <a:off x="2640025" y="2552688"/>
          <a:ext cx="276225" cy="431800"/>
        </p:xfrm>
        <a:graphic>
          <a:graphicData uri="http://schemas.openxmlformats.org/presentationml/2006/ole">
            <mc:AlternateContent xmlns:mc="http://schemas.openxmlformats.org/markup-compatibility/2006">
              <mc:Choice xmlns:v="urn:schemas-microsoft-com:vml" Requires="v">
                <p:oleObj name="公式" r:id="rId23" imgW="114120" imgH="177480" progId="Equation.3">
                  <p:embed/>
                </p:oleObj>
              </mc:Choice>
              <mc:Fallback>
                <p:oleObj name="公式" r:id="rId23" imgW="114120" imgH="177480" progId="Equation.3">
                  <p:embed/>
                  <p:pic>
                    <p:nvPicPr>
                      <p:cNvPr id="0"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640025" y="2552688"/>
                        <a:ext cx="276225"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2" name="Object 24"/>
          <p:cNvGraphicFramePr>
            <a:graphicFrameLocks noChangeAspect="1"/>
          </p:cNvGraphicFramePr>
          <p:nvPr/>
        </p:nvGraphicFramePr>
        <p:xfrm>
          <a:off x="2465400" y="3063870"/>
          <a:ext cx="576262" cy="341313"/>
        </p:xfrm>
        <a:graphic>
          <a:graphicData uri="http://schemas.openxmlformats.org/presentationml/2006/ole">
            <mc:AlternateContent xmlns:mc="http://schemas.openxmlformats.org/markup-compatibility/2006">
              <mc:Choice xmlns:v="urn:schemas-microsoft-com:vml" Requires="v">
                <p:oleObj name="公式" r:id="rId25" imgW="279360" imgH="164880" progId="Equation.3">
                  <p:embed/>
                </p:oleObj>
              </mc:Choice>
              <mc:Fallback>
                <p:oleObj name="公式" r:id="rId25" imgW="279360" imgH="164880" progId="Equation.3">
                  <p:embed/>
                  <p:pic>
                    <p:nvPicPr>
                      <p:cNvPr id="0" name="Picture 1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465400" y="3063870"/>
                        <a:ext cx="576262" cy="341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3" name="Object 25"/>
          <p:cNvGraphicFramePr>
            <a:graphicFrameLocks noChangeAspect="1"/>
          </p:cNvGraphicFramePr>
          <p:nvPr/>
        </p:nvGraphicFramePr>
        <p:xfrm>
          <a:off x="2689237" y="3509969"/>
          <a:ext cx="280988" cy="393700"/>
        </p:xfrm>
        <a:graphic>
          <a:graphicData uri="http://schemas.openxmlformats.org/presentationml/2006/ole">
            <mc:AlternateContent xmlns:mc="http://schemas.openxmlformats.org/markup-compatibility/2006">
              <mc:Choice xmlns:v="urn:schemas-microsoft-com:vml" Requires="v">
                <p:oleObj name="公式" r:id="rId27" imgW="126720" imgH="177480" progId="Equation.3">
                  <p:embed/>
                </p:oleObj>
              </mc:Choice>
              <mc:Fallback>
                <p:oleObj name="公式" r:id="rId27" imgW="126720" imgH="177480" progId="Equation.3">
                  <p:embed/>
                  <p:pic>
                    <p:nvPicPr>
                      <p:cNvPr id="0" name="Picture 1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689237" y="3509969"/>
                        <a:ext cx="280988"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4" name="Object 26"/>
          <p:cNvGraphicFramePr>
            <a:graphicFrameLocks noChangeAspect="1"/>
          </p:cNvGraphicFramePr>
          <p:nvPr/>
        </p:nvGraphicFramePr>
        <p:xfrm>
          <a:off x="2465400" y="3976695"/>
          <a:ext cx="504825" cy="393700"/>
        </p:xfrm>
        <a:graphic>
          <a:graphicData uri="http://schemas.openxmlformats.org/presentationml/2006/ole">
            <mc:AlternateContent xmlns:mc="http://schemas.openxmlformats.org/markup-compatibility/2006">
              <mc:Choice xmlns:v="urn:schemas-microsoft-com:vml" Requires="v">
                <p:oleObj name="公式" r:id="rId29" imgW="228600" imgH="177480" progId="Equation.3">
                  <p:embed/>
                </p:oleObj>
              </mc:Choice>
              <mc:Fallback>
                <p:oleObj name="公式" r:id="rId29" imgW="228600" imgH="177480" progId="Equation.3">
                  <p:embed/>
                  <p:pic>
                    <p:nvPicPr>
                      <p:cNvPr id="0" name="Picture 15"/>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465400" y="3976695"/>
                        <a:ext cx="504825"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5" name="Object 27"/>
          <p:cNvGraphicFramePr>
            <a:graphicFrameLocks noChangeAspect="1"/>
          </p:cNvGraphicFramePr>
          <p:nvPr/>
        </p:nvGraphicFramePr>
        <p:xfrm>
          <a:off x="4503085" y="2565499"/>
          <a:ext cx="214312" cy="352319"/>
        </p:xfrm>
        <a:graphic>
          <a:graphicData uri="http://schemas.openxmlformats.org/presentationml/2006/ole">
            <mc:AlternateContent xmlns:mc="http://schemas.openxmlformats.org/markup-compatibility/2006">
              <mc:Choice xmlns:v="urn:schemas-microsoft-com:vml" Requires="v">
                <p:oleObj name="公式" r:id="rId31" imgW="88560" imgH="164880" progId="Equation.3">
                  <p:embed/>
                </p:oleObj>
              </mc:Choice>
              <mc:Fallback>
                <p:oleObj name="公式" r:id="rId31" imgW="88560" imgH="164880" progId="Equation.3">
                  <p:embed/>
                  <p:pic>
                    <p:nvPicPr>
                      <p:cNvPr id="0" name="Picture 16"/>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4503085" y="2565499"/>
                        <a:ext cx="214312" cy="35231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6" name="Object 28"/>
          <p:cNvGraphicFramePr>
            <a:graphicFrameLocks noChangeAspect="1"/>
          </p:cNvGraphicFramePr>
          <p:nvPr/>
        </p:nvGraphicFramePr>
        <p:xfrm>
          <a:off x="4272021" y="3021000"/>
          <a:ext cx="419100" cy="341313"/>
        </p:xfrm>
        <a:graphic>
          <a:graphicData uri="http://schemas.openxmlformats.org/presentationml/2006/ole">
            <mc:AlternateContent xmlns:mc="http://schemas.openxmlformats.org/markup-compatibility/2006">
              <mc:Choice xmlns:v="urn:schemas-microsoft-com:vml" Requires="v">
                <p:oleObj name="公式" r:id="rId33" imgW="203040" imgH="164880" progId="Equation.3">
                  <p:embed/>
                </p:oleObj>
              </mc:Choice>
              <mc:Fallback>
                <p:oleObj name="公式" r:id="rId33" imgW="203040" imgH="164880" progId="Equation.3">
                  <p:embed/>
                  <p:pic>
                    <p:nvPicPr>
                      <p:cNvPr id="0" name="Picture 1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272021" y="3021000"/>
                        <a:ext cx="419100" cy="341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7" name="Object 29"/>
          <p:cNvGraphicFramePr>
            <a:graphicFrameLocks noChangeAspect="1"/>
          </p:cNvGraphicFramePr>
          <p:nvPr/>
        </p:nvGraphicFramePr>
        <p:xfrm>
          <a:off x="4429137" y="3508363"/>
          <a:ext cx="268288" cy="376237"/>
        </p:xfrm>
        <a:graphic>
          <a:graphicData uri="http://schemas.openxmlformats.org/presentationml/2006/ole">
            <mc:AlternateContent xmlns:mc="http://schemas.openxmlformats.org/markup-compatibility/2006">
              <mc:Choice xmlns:v="urn:schemas-microsoft-com:vml" Requires="v">
                <p:oleObj name="公式" r:id="rId35" imgW="126720" imgH="177480" progId="Equation.3">
                  <p:embed/>
                </p:oleObj>
              </mc:Choice>
              <mc:Fallback>
                <p:oleObj name="公式" r:id="rId35" imgW="126720" imgH="177480" progId="Equation.3">
                  <p:embed/>
                  <p:pic>
                    <p:nvPicPr>
                      <p:cNvPr id="0" name="Picture 18"/>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429137" y="3508363"/>
                        <a:ext cx="268288" cy="376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0078" name="Object 30"/>
          <p:cNvGraphicFramePr>
            <a:graphicFrameLocks noChangeAspect="1"/>
          </p:cNvGraphicFramePr>
          <p:nvPr/>
        </p:nvGraphicFramePr>
        <p:xfrm>
          <a:off x="4440250" y="3984638"/>
          <a:ext cx="280987" cy="393700"/>
        </p:xfrm>
        <a:graphic>
          <a:graphicData uri="http://schemas.openxmlformats.org/presentationml/2006/ole">
            <mc:AlternateContent xmlns:mc="http://schemas.openxmlformats.org/markup-compatibility/2006">
              <mc:Choice xmlns:v="urn:schemas-microsoft-com:vml" Requires="v">
                <p:oleObj name="公式" r:id="rId37" imgW="126720" imgH="177480" progId="Equation.3">
                  <p:embed/>
                </p:oleObj>
              </mc:Choice>
              <mc:Fallback>
                <p:oleObj name="公式" r:id="rId37" imgW="126720" imgH="177480" progId="Equation.3">
                  <p:embed/>
                  <p:pic>
                    <p:nvPicPr>
                      <p:cNvPr id="0" name="Picture 19"/>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4440250" y="3984638"/>
                        <a:ext cx="280987"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Oval 19"/>
          <p:cNvSpPr>
            <a:spLocks noChangeArrowheads="1"/>
          </p:cNvSpPr>
          <p:nvPr/>
        </p:nvSpPr>
        <p:spPr bwMode="auto">
          <a:xfrm>
            <a:off x="7456527" y="2808279"/>
            <a:ext cx="515912" cy="503238"/>
          </a:xfrm>
          <a:prstGeom prst="ellipse">
            <a:avLst/>
          </a:prstGeom>
          <a:solidFill>
            <a:schemeClr val="accent1">
              <a:alpha val="0"/>
            </a:schemeClr>
          </a:solidFill>
          <a:ln w="38100">
            <a:solidFill>
              <a:srgbClr val="0000FF"/>
            </a:solidFill>
            <a:round/>
            <a:headEnd/>
            <a:tailEnd/>
          </a:ln>
          <a:effectLst/>
        </p:spPr>
        <p:txBody>
          <a:bodyPr wrap="none" anchor="ctr"/>
          <a:lstStyle/>
          <a:p>
            <a:pPr eaLnBrk="1" hangingPunct="1"/>
            <a:endParaRPr lang="zh-CN" altLang="en-US" dirty="0">
              <a:solidFill>
                <a:srgbClr val="000000"/>
              </a:solidFill>
              <a:latin typeface="微软雅黑" pitchFamily="34" charset="-122"/>
              <a:ea typeface="微软雅黑" pitchFamily="34" charset="-122"/>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30052"/>
                                        </p:tgtEl>
                                        <p:attrNameLst>
                                          <p:attrName>style.visibility</p:attrName>
                                        </p:attrNameLst>
                                      </p:cBhvr>
                                      <p:to>
                                        <p:strVal val="visible"/>
                                      </p:to>
                                    </p:set>
                                    <p:anim calcmode="lin" valueType="num">
                                      <p:cBhvr additive="base">
                                        <p:cTn id="7" dur="1000" fill="hold"/>
                                        <p:tgtEl>
                                          <p:spTgt spid="130052"/>
                                        </p:tgtEl>
                                        <p:attrNameLst>
                                          <p:attrName>ppt_x</p:attrName>
                                        </p:attrNameLst>
                                      </p:cBhvr>
                                      <p:tavLst>
                                        <p:tav tm="0">
                                          <p:val>
                                            <p:strVal val="0-#ppt_w/2"/>
                                          </p:val>
                                        </p:tav>
                                        <p:tav tm="100000">
                                          <p:val>
                                            <p:strVal val="#ppt_x"/>
                                          </p:val>
                                        </p:tav>
                                      </p:tavLst>
                                    </p:anim>
                                    <p:anim calcmode="lin" valueType="num">
                                      <p:cBhvr additive="base">
                                        <p:cTn id="8" dur="1000" fill="hold"/>
                                        <p:tgtEl>
                                          <p:spTgt spid="130052"/>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20" presetClass="entr" presetSubtype="0" fill="hold" nodeType="afterEffect">
                                  <p:stCondLst>
                                    <p:cond delay="0"/>
                                  </p:stCondLst>
                                  <p:childTnLst>
                                    <p:set>
                                      <p:cBhvr>
                                        <p:cTn id="11" dur="1" fill="hold">
                                          <p:stCondLst>
                                            <p:cond delay="0"/>
                                          </p:stCondLst>
                                        </p:cTn>
                                        <p:tgtEl>
                                          <p:spTgt spid="130051"/>
                                        </p:tgtEl>
                                        <p:attrNameLst>
                                          <p:attrName>style.visibility</p:attrName>
                                        </p:attrNameLst>
                                      </p:cBhvr>
                                      <p:to>
                                        <p:strVal val="visible"/>
                                      </p:to>
                                    </p:set>
                                    <p:animEffect transition="in" filter="wedge">
                                      <p:cBhvr>
                                        <p:cTn id="12" dur="1000"/>
                                        <p:tgtEl>
                                          <p:spTgt spid="13005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0066"/>
                                        </p:tgtEl>
                                        <p:attrNameLst>
                                          <p:attrName>style.visibility</p:attrName>
                                        </p:attrNameLst>
                                      </p:cBhvr>
                                      <p:to>
                                        <p:strVal val="visible"/>
                                      </p:to>
                                    </p:set>
                                    <p:animEffect transition="in" filter="wipe(left)">
                                      <p:cBhvr>
                                        <p:cTn id="17" dur="500"/>
                                        <p:tgtEl>
                                          <p:spTgt spid="13006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30067"/>
                                        </p:tgtEl>
                                        <p:attrNameLst>
                                          <p:attrName>style.visibility</p:attrName>
                                        </p:attrNameLst>
                                      </p:cBhvr>
                                      <p:to>
                                        <p:strVal val="visible"/>
                                      </p:to>
                                    </p:set>
                                    <p:animEffect transition="in" filter="wipe(left)">
                                      <p:cBhvr>
                                        <p:cTn id="22" dur="500"/>
                                        <p:tgtEl>
                                          <p:spTgt spid="13006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30056"/>
                                        </p:tgtEl>
                                        <p:attrNameLst>
                                          <p:attrName>style.visibility</p:attrName>
                                        </p:attrNameLst>
                                      </p:cBhvr>
                                      <p:to>
                                        <p:strVal val="visible"/>
                                      </p:to>
                                    </p:set>
                                    <p:animEffect transition="in" filter="wipe(left)">
                                      <p:cBhvr>
                                        <p:cTn id="27" dur="500"/>
                                        <p:tgtEl>
                                          <p:spTgt spid="130056"/>
                                        </p:tgtEl>
                                      </p:cBhvr>
                                    </p:animEffect>
                                  </p:childTnLst>
                                </p:cTn>
                              </p:par>
                              <p:par>
                                <p:cTn id="28" presetID="22" presetClass="entr" presetSubtype="8" fill="hold" nodeType="withEffect">
                                  <p:stCondLst>
                                    <p:cond delay="0"/>
                                  </p:stCondLst>
                                  <p:childTnLst>
                                    <p:set>
                                      <p:cBhvr>
                                        <p:cTn id="29" dur="1" fill="hold">
                                          <p:stCondLst>
                                            <p:cond delay="0"/>
                                          </p:stCondLst>
                                        </p:cTn>
                                        <p:tgtEl>
                                          <p:spTgt spid="130058"/>
                                        </p:tgtEl>
                                        <p:attrNameLst>
                                          <p:attrName>style.visibility</p:attrName>
                                        </p:attrNameLst>
                                      </p:cBhvr>
                                      <p:to>
                                        <p:strVal val="visible"/>
                                      </p:to>
                                    </p:set>
                                    <p:animEffect transition="in" filter="wipe(left)">
                                      <p:cBhvr>
                                        <p:cTn id="30" dur="500"/>
                                        <p:tgtEl>
                                          <p:spTgt spid="13005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30055"/>
                                        </p:tgtEl>
                                        <p:attrNameLst>
                                          <p:attrName>style.visibility</p:attrName>
                                        </p:attrNameLst>
                                      </p:cBhvr>
                                      <p:to>
                                        <p:strVal val="visible"/>
                                      </p:to>
                                    </p:set>
                                    <p:animEffect transition="in" filter="wipe(left)">
                                      <p:cBhvr>
                                        <p:cTn id="35" dur="500"/>
                                        <p:tgtEl>
                                          <p:spTgt spid="130055"/>
                                        </p:tgtEl>
                                      </p:cBhvr>
                                    </p:animEffect>
                                  </p:childTnLst>
                                </p:cTn>
                              </p:par>
                              <p:par>
                                <p:cTn id="36" presetID="22" presetClass="entr" presetSubtype="8" fill="hold" nodeType="withEffect">
                                  <p:stCondLst>
                                    <p:cond delay="0"/>
                                  </p:stCondLst>
                                  <p:childTnLst>
                                    <p:set>
                                      <p:cBhvr>
                                        <p:cTn id="37" dur="1" fill="hold">
                                          <p:stCondLst>
                                            <p:cond delay="0"/>
                                          </p:stCondLst>
                                        </p:cTn>
                                        <p:tgtEl>
                                          <p:spTgt spid="130053"/>
                                        </p:tgtEl>
                                        <p:attrNameLst>
                                          <p:attrName>style.visibility</p:attrName>
                                        </p:attrNameLst>
                                      </p:cBhvr>
                                      <p:to>
                                        <p:strVal val="visible"/>
                                      </p:to>
                                    </p:set>
                                    <p:animEffect transition="in" filter="wipe(left)">
                                      <p:cBhvr>
                                        <p:cTn id="38" dur="500"/>
                                        <p:tgtEl>
                                          <p:spTgt spid="13005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30071"/>
                                        </p:tgtEl>
                                        <p:attrNameLst>
                                          <p:attrName>style.visibility</p:attrName>
                                        </p:attrNameLst>
                                      </p:cBhvr>
                                      <p:to>
                                        <p:strVal val="visible"/>
                                      </p:to>
                                    </p:set>
                                    <p:animEffect transition="in" filter="wipe(left)">
                                      <p:cBhvr>
                                        <p:cTn id="43" dur="500"/>
                                        <p:tgtEl>
                                          <p:spTgt spid="130071"/>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30072"/>
                                        </p:tgtEl>
                                        <p:attrNameLst>
                                          <p:attrName>style.visibility</p:attrName>
                                        </p:attrNameLst>
                                      </p:cBhvr>
                                      <p:to>
                                        <p:strVal val="visible"/>
                                      </p:to>
                                    </p:set>
                                    <p:animEffect transition="in" filter="wipe(left)">
                                      <p:cBhvr>
                                        <p:cTn id="48" dur="500"/>
                                        <p:tgtEl>
                                          <p:spTgt spid="13007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30073"/>
                                        </p:tgtEl>
                                        <p:attrNameLst>
                                          <p:attrName>style.visibility</p:attrName>
                                        </p:attrNameLst>
                                      </p:cBhvr>
                                      <p:to>
                                        <p:strVal val="visible"/>
                                      </p:to>
                                    </p:set>
                                    <p:animEffect transition="in" filter="wipe(left)">
                                      <p:cBhvr>
                                        <p:cTn id="53" dur="500"/>
                                        <p:tgtEl>
                                          <p:spTgt spid="130073"/>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30074"/>
                                        </p:tgtEl>
                                        <p:attrNameLst>
                                          <p:attrName>style.visibility</p:attrName>
                                        </p:attrNameLst>
                                      </p:cBhvr>
                                      <p:to>
                                        <p:strVal val="visible"/>
                                      </p:to>
                                    </p:set>
                                    <p:animEffect transition="in" filter="wipe(left)">
                                      <p:cBhvr>
                                        <p:cTn id="58" dur="500"/>
                                        <p:tgtEl>
                                          <p:spTgt spid="130074"/>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30060"/>
                                        </p:tgtEl>
                                        <p:attrNameLst>
                                          <p:attrName>style.visibility</p:attrName>
                                        </p:attrNameLst>
                                      </p:cBhvr>
                                      <p:to>
                                        <p:strVal val="visible"/>
                                      </p:to>
                                    </p:set>
                                    <p:animEffect transition="in" filter="wipe(left)">
                                      <p:cBhvr>
                                        <p:cTn id="63" dur="500"/>
                                        <p:tgtEl>
                                          <p:spTgt spid="13006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130075"/>
                                        </p:tgtEl>
                                        <p:attrNameLst>
                                          <p:attrName>style.visibility</p:attrName>
                                        </p:attrNameLst>
                                      </p:cBhvr>
                                      <p:to>
                                        <p:strVal val="visible"/>
                                      </p:to>
                                    </p:set>
                                    <p:animEffect transition="in" filter="wipe(left)">
                                      <p:cBhvr>
                                        <p:cTn id="68" dur="500"/>
                                        <p:tgtEl>
                                          <p:spTgt spid="130075"/>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130076"/>
                                        </p:tgtEl>
                                        <p:attrNameLst>
                                          <p:attrName>style.visibility</p:attrName>
                                        </p:attrNameLst>
                                      </p:cBhvr>
                                      <p:to>
                                        <p:strVal val="visible"/>
                                      </p:to>
                                    </p:set>
                                    <p:animEffect transition="in" filter="wipe(left)">
                                      <p:cBhvr>
                                        <p:cTn id="73" dur="500"/>
                                        <p:tgtEl>
                                          <p:spTgt spid="130076"/>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nodeType="clickEffect">
                                  <p:stCondLst>
                                    <p:cond delay="0"/>
                                  </p:stCondLst>
                                  <p:childTnLst>
                                    <p:set>
                                      <p:cBhvr>
                                        <p:cTn id="77" dur="1" fill="hold">
                                          <p:stCondLst>
                                            <p:cond delay="0"/>
                                          </p:stCondLst>
                                        </p:cTn>
                                        <p:tgtEl>
                                          <p:spTgt spid="130077"/>
                                        </p:tgtEl>
                                        <p:attrNameLst>
                                          <p:attrName>style.visibility</p:attrName>
                                        </p:attrNameLst>
                                      </p:cBhvr>
                                      <p:to>
                                        <p:strVal val="visible"/>
                                      </p:to>
                                    </p:set>
                                    <p:animEffect transition="in" filter="wipe(left)">
                                      <p:cBhvr>
                                        <p:cTn id="78" dur="500"/>
                                        <p:tgtEl>
                                          <p:spTgt spid="130077"/>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nodeType="clickEffect">
                                  <p:stCondLst>
                                    <p:cond delay="0"/>
                                  </p:stCondLst>
                                  <p:childTnLst>
                                    <p:set>
                                      <p:cBhvr>
                                        <p:cTn id="82" dur="1" fill="hold">
                                          <p:stCondLst>
                                            <p:cond delay="0"/>
                                          </p:stCondLst>
                                        </p:cTn>
                                        <p:tgtEl>
                                          <p:spTgt spid="130078"/>
                                        </p:tgtEl>
                                        <p:attrNameLst>
                                          <p:attrName>style.visibility</p:attrName>
                                        </p:attrNameLst>
                                      </p:cBhvr>
                                      <p:to>
                                        <p:strVal val="visible"/>
                                      </p:to>
                                    </p:set>
                                    <p:animEffect transition="in" filter="wipe(left)">
                                      <p:cBhvr>
                                        <p:cTn id="83" dur="500"/>
                                        <p:tgtEl>
                                          <p:spTgt spid="130078"/>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2" fill="hold" grpId="0" nodeType="clickEffect">
                                  <p:stCondLst>
                                    <p:cond delay="0"/>
                                  </p:stCondLst>
                                  <p:childTnLst>
                                    <p:set>
                                      <p:cBhvr>
                                        <p:cTn id="87" dur="1" fill="hold">
                                          <p:stCondLst>
                                            <p:cond delay="0"/>
                                          </p:stCondLst>
                                        </p:cTn>
                                        <p:tgtEl>
                                          <p:spTgt spid="130068"/>
                                        </p:tgtEl>
                                        <p:attrNameLst>
                                          <p:attrName>style.visibility</p:attrName>
                                        </p:attrNameLst>
                                      </p:cBhvr>
                                      <p:to>
                                        <p:strVal val="visible"/>
                                      </p:to>
                                    </p:set>
                                    <p:animEffect transition="in" filter="wipe(right)">
                                      <p:cBhvr>
                                        <p:cTn id="88" dur="500"/>
                                        <p:tgtEl>
                                          <p:spTgt spid="130068"/>
                                        </p:tgtEl>
                                      </p:cBhvr>
                                    </p:animEffect>
                                  </p:childTnLst>
                                </p:cTn>
                              </p:par>
                              <p:par>
                                <p:cTn id="89" presetID="22" presetClass="entr" presetSubtype="4" fill="hold" grpId="0" nodeType="withEffect">
                                  <p:stCondLst>
                                    <p:cond delay="0"/>
                                  </p:stCondLst>
                                  <p:childTnLst>
                                    <p:set>
                                      <p:cBhvr>
                                        <p:cTn id="90" dur="1" fill="hold">
                                          <p:stCondLst>
                                            <p:cond delay="0"/>
                                          </p:stCondLst>
                                        </p:cTn>
                                        <p:tgtEl>
                                          <p:spTgt spid="130064"/>
                                        </p:tgtEl>
                                        <p:attrNameLst>
                                          <p:attrName>style.visibility</p:attrName>
                                        </p:attrNameLst>
                                      </p:cBhvr>
                                      <p:to>
                                        <p:strVal val="visible"/>
                                      </p:to>
                                    </p:set>
                                    <p:animEffect transition="in" filter="wipe(down)">
                                      <p:cBhvr>
                                        <p:cTn id="91" dur="500"/>
                                        <p:tgtEl>
                                          <p:spTgt spid="130064"/>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130059"/>
                                        </p:tgtEl>
                                        <p:attrNameLst>
                                          <p:attrName>style.visibility</p:attrName>
                                        </p:attrNameLst>
                                      </p:cBhvr>
                                      <p:to>
                                        <p:strVal val="visible"/>
                                      </p:to>
                                    </p:set>
                                    <p:animEffect transition="in" filter="wipe(left)">
                                      <p:cBhvr>
                                        <p:cTn id="96" dur="500"/>
                                        <p:tgtEl>
                                          <p:spTgt spid="130059"/>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grpId="0" nodeType="clickEffect">
                                  <p:stCondLst>
                                    <p:cond delay="0"/>
                                  </p:stCondLst>
                                  <p:childTnLst>
                                    <p:set>
                                      <p:cBhvr>
                                        <p:cTn id="100" dur="1" fill="hold">
                                          <p:stCondLst>
                                            <p:cond delay="0"/>
                                          </p:stCondLst>
                                        </p:cTn>
                                        <p:tgtEl>
                                          <p:spTgt spid="30"/>
                                        </p:tgtEl>
                                        <p:attrNameLst>
                                          <p:attrName>style.visibility</p:attrName>
                                        </p:attrNameLst>
                                      </p:cBhvr>
                                      <p:to>
                                        <p:strVal val="visible"/>
                                      </p:to>
                                    </p:set>
                                    <p:animEffect transition="in" filter="wipe(left)">
                                      <p:cBhvr>
                                        <p:cTn id="101" dur="500"/>
                                        <p:tgtEl>
                                          <p:spTgt spid="30"/>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130065"/>
                                        </p:tgtEl>
                                        <p:attrNameLst>
                                          <p:attrName>style.visibility</p:attrName>
                                        </p:attrNameLst>
                                      </p:cBhvr>
                                      <p:to>
                                        <p:strVal val="visible"/>
                                      </p:to>
                                    </p:set>
                                    <p:animEffect transition="in" filter="wipe(left)">
                                      <p:cBhvr>
                                        <p:cTn id="106" dur="500"/>
                                        <p:tgtEl>
                                          <p:spTgt spid="130065"/>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1" fill="hold" nodeType="clickEffect">
                                  <p:stCondLst>
                                    <p:cond delay="0"/>
                                  </p:stCondLst>
                                  <p:childTnLst>
                                    <p:set>
                                      <p:cBhvr>
                                        <p:cTn id="110" dur="1" fill="hold">
                                          <p:stCondLst>
                                            <p:cond delay="0"/>
                                          </p:stCondLst>
                                        </p:cTn>
                                        <p:tgtEl>
                                          <p:spTgt spid="130050"/>
                                        </p:tgtEl>
                                        <p:attrNameLst>
                                          <p:attrName>style.visibility</p:attrName>
                                        </p:attrNameLst>
                                      </p:cBhvr>
                                      <p:to>
                                        <p:strVal val="visible"/>
                                      </p:to>
                                    </p:set>
                                    <p:animEffect transition="in" filter="wipe(up)">
                                      <p:cBhvr>
                                        <p:cTn id="111" dur="500"/>
                                        <p:tgtEl>
                                          <p:spTgt spid="130050"/>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2" fill="hold" grpId="0" nodeType="clickEffect">
                                  <p:stCondLst>
                                    <p:cond delay="0"/>
                                  </p:stCondLst>
                                  <p:childTnLst>
                                    <p:set>
                                      <p:cBhvr>
                                        <p:cTn id="115" dur="1" fill="hold">
                                          <p:stCondLst>
                                            <p:cond delay="0"/>
                                          </p:stCondLst>
                                        </p:cTn>
                                        <p:tgtEl>
                                          <p:spTgt spid="130063"/>
                                        </p:tgtEl>
                                        <p:attrNameLst>
                                          <p:attrName>style.visibility</p:attrName>
                                        </p:attrNameLst>
                                      </p:cBhvr>
                                      <p:to>
                                        <p:strVal val="visible"/>
                                      </p:to>
                                    </p:set>
                                    <p:animEffect transition="in" filter="wipe(right)">
                                      <p:cBhvr>
                                        <p:cTn id="116" dur="500"/>
                                        <p:tgtEl>
                                          <p:spTgt spid="130063"/>
                                        </p:tgtEl>
                                      </p:cBhvr>
                                    </p:animEffect>
                                  </p:childTnLst>
                                </p:cTn>
                              </p:par>
                              <p:par>
                                <p:cTn id="117" presetID="22" presetClass="entr" presetSubtype="1" fill="hold" grpId="0" nodeType="withEffect">
                                  <p:stCondLst>
                                    <p:cond delay="0"/>
                                  </p:stCondLst>
                                  <p:childTnLst>
                                    <p:set>
                                      <p:cBhvr>
                                        <p:cTn id="118" dur="1" fill="hold">
                                          <p:stCondLst>
                                            <p:cond delay="0"/>
                                          </p:stCondLst>
                                        </p:cTn>
                                        <p:tgtEl>
                                          <p:spTgt spid="130069"/>
                                        </p:tgtEl>
                                        <p:attrNameLst>
                                          <p:attrName>style.visibility</p:attrName>
                                        </p:attrNameLst>
                                      </p:cBhvr>
                                      <p:to>
                                        <p:strVal val="visible"/>
                                      </p:to>
                                    </p:set>
                                    <p:animEffect transition="in" filter="wipe(up)">
                                      <p:cBhvr>
                                        <p:cTn id="119" dur="500"/>
                                        <p:tgtEl>
                                          <p:spTgt spid="130069"/>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nodeType="clickEffect">
                                  <p:stCondLst>
                                    <p:cond delay="0"/>
                                  </p:stCondLst>
                                  <p:childTnLst>
                                    <p:set>
                                      <p:cBhvr>
                                        <p:cTn id="123" dur="1" fill="hold">
                                          <p:stCondLst>
                                            <p:cond delay="0"/>
                                          </p:stCondLst>
                                        </p:cTn>
                                        <p:tgtEl>
                                          <p:spTgt spid="130061"/>
                                        </p:tgtEl>
                                        <p:attrNameLst>
                                          <p:attrName>style.visibility</p:attrName>
                                        </p:attrNameLst>
                                      </p:cBhvr>
                                      <p:to>
                                        <p:strVal val="visible"/>
                                      </p:to>
                                    </p:set>
                                    <p:animEffect transition="in" filter="wipe(left)">
                                      <p:cBhvr>
                                        <p:cTn id="124" dur="500"/>
                                        <p:tgtEl>
                                          <p:spTgt spid="13006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8" fill="hold" nodeType="clickEffect">
                                  <p:stCondLst>
                                    <p:cond delay="0"/>
                                  </p:stCondLst>
                                  <p:childTnLst>
                                    <p:set>
                                      <p:cBhvr>
                                        <p:cTn id="128" dur="1" fill="hold">
                                          <p:stCondLst>
                                            <p:cond delay="0"/>
                                          </p:stCondLst>
                                        </p:cTn>
                                        <p:tgtEl>
                                          <p:spTgt spid="130062"/>
                                        </p:tgtEl>
                                        <p:attrNameLst>
                                          <p:attrName>style.visibility</p:attrName>
                                        </p:attrNameLst>
                                      </p:cBhvr>
                                      <p:to>
                                        <p:strVal val="visible"/>
                                      </p:to>
                                    </p:set>
                                    <p:animEffect transition="in" filter="wipe(left)">
                                      <p:cBhvr>
                                        <p:cTn id="129" dur="500"/>
                                        <p:tgtEl>
                                          <p:spTgt spid="1300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052" grpId="0"/>
      <p:bldP spid="130056" grpId="0" autoUpdateAnimBg="0"/>
      <p:bldP spid="130063" grpId="0" animBg="1"/>
      <p:bldP spid="130064" grpId="0" animBg="1"/>
      <p:bldP spid="130066" grpId="0" animBg="1"/>
      <p:bldP spid="130067" grpId="0" animBg="1"/>
      <p:bldP spid="130068" grpId="0" animBg="1"/>
      <p:bldP spid="130069" grpId="0" animBg="1"/>
      <p:bldP spid="3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流程图: 过程 8"/>
          <p:cNvSpPr/>
          <p:nvPr/>
        </p:nvSpPr>
        <p:spPr bwMode="auto">
          <a:xfrm>
            <a:off x="1285830" y="3209922"/>
            <a:ext cx="2373345" cy="398421"/>
          </a:xfrm>
          <a:prstGeom prst="flowChartProcess">
            <a:avLst/>
          </a:prstGeom>
          <a:solidFill>
            <a:srgbClr val="FFFF00"/>
          </a:solidFill>
          <a:ln w="38100" cap="flat" cmpd="sng" algn="ctr">
            <a:solidFill>
              <a:srgbClr val="0099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1" hangingPunct="1"/>
            <a:endParaRPr lang="zh-CN" altLang="en-US">
              <a:solidFill>
                <a:srgbClr val="000000"/>
              </a:solidFill>
              <a:ea typeface="宋体" charset="-122"/>
            </a:endParaRPr>
          </a:p>
        </p:txBody>
      </p:sp>
      <p:sp>
        <p:nvSpPr>
          <p:cNvPr id="10" name="流程图: 过程 9"/>
          <p:cNvSpPr/>
          <p:nvPr/>
        </p:nvSpPr>
        <p:spPr bwMode="auto">
          <a:xfrm>
            <a:off x="4243384" y="4889532"/>
            <a:ext cx="2336831" cy="398421"/>
          </a:xfrm>
          <a:prstGeom prst="flowChartProcess">
            <a:avLst/>
          </a:prstGeom>
          <a:solidFill>
            <a:srgbClr val="FFFF00"/>
          </a:solidFill>
          <a:ln w="38100" cap="flat" cmpd="sng" algn="ctr">
            <a:solidFill>
              <a:srgbClr val="0099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1" hangingPunct="1"/>
            <a:endParaRPr lang="zh-CN" altLang="en-US">
              <a:solidFill>
                <a:srgbClr val="000000"/>
              </a:solidFill>
              <a:ea typeface="宋体" charset="-122"/>
            </a:endParaRPr>
          </a:p>
        </p:txBody>
      </p:sp>
      <p:sp>
        <p:nvSpPr>
          <p:cNvPr id="109571" name="Text Box 3"/>
          <p:cNvSpPr txBox="1">
            <a:spLocks noChangeArrowheads="1"/>
          </p:cNvSpPr>
          <p:nvPr/>
        </p:nvSpPr>
        <p:spPr bwMode="auto">
          <a:xfrm>
            <a:off x="0" y="0"/>
            <a:ext cx="1752600" cy="519112"/>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黑体" pitchFamily="49" charset="-122"/>
              </a:rPr>
              <a:t>例</a:t>
            </a:r>
            <a:endParaRPr lang="en-US" altLang="zh-CN" sz="2800" b="1" dirty="0">
              <a:solidFill>
                <a:srgbClr val="000000"/>
              </a:solidFill>
              <a:latin typeface="微软雅黑" pitchFamily="34" charset="-122"/>
              <a:ea typeface="黑体" pitchFamily="49" charset="-122"/>
            </a:endParaRPr>
          </a:p>
        </p:txBody>
      </p:sp>
      <p:graphicFrame>
        <p:nvGraphicFramePr>
          <p:cNvPr id="109572" name="Object 4"/>
          <p:cNvGraphicFramePr>
            <a:graphicFrameLocks noChangeAspect="1"/>
          </p:cNvGraphicFramePr>
          <p:nvPr/>
        </p:nvGraphicFramePr>
        <p:xfrm>
          <a:off x="738135" y="0"/>
          <a:ext cx="7489825" cy="3148012"/>
        </p:xfrm>
        <a:graphic>
          <a:graphicData uri="http://schemas.openxmlformats.org/presentationml/2006/ole">
            <mc:AlternateContent xmlns:mc="http://schemas.openxmlformats.org/markup-compatibility/2006">
              <mc:Choice xmlns:v="urn:schemas-microsoft-com:vml" Requires="v">
                <p:oleObj name="Equation" r:id="rId3" imgW="3987720" imgH="1676160" progId="Equation.DSMT4">
                  <p:embed/>
                </p:oleObj>
              </mc:Choice>
              <mc:Fallback>
                <p:oleObj name="Equation" r:id="rId3" imgW="3987720" imgH="1676160" progId="Equation.DSMT4">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8135" y="0"/>
                        <a:ext cx="7489825" cy="3148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 name="Line 9"/>
          <p:cNvSpPr>
            <a:spLocks noChangeShapeType="1"/>
          </p:cNvSpPr>
          <p:nvPr/>
        </p:nvSpPr>
        <p:spPr bwMode="auto">
          <a:xfrm>
            <a:off x="0" y="3136896"/>
            <a:ext cx="9144000" cy="0"/>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graphicFrame>
        <p:nvGraphicFramePr>
          <p:cNvPr id="709635" name="Object 3"/>
          <p:cNvGraphicFramePr>
            <a:graphicFrameLocks noChangeAspect="1"/>
          </p:cNvGraphicFramePr>
          <p:nvPr/>
        </p:nvGraphicFramePr>
        <p:xfrm>
          <a:off x="638167" y="5603875"/>
          <a:ext cx="3386138" cy="511175"/>
        </p:xfrm>
        <a:graphic>
          <a:graphicData uri="http://schemas.openxmlformats.org/presentationml/2006/ole">
            <mc:AlternateContent xmlns:mc="http://schemas.openxmlformats.org/markup-compatibility/2006">
              <mc:Choice xmlns:v="urn:schemas-microsoft-com:vml" Requires="v">
                <p:oleObj name="Equation" r:id="rId5" imgW="1511280" imgH="228600" progId="Equation.DSMT4">
                  <p:embed/>
                </p:oleObj>
              </mc:Choice>
              <mc:Fallback>
                <p:oleObj name="Equation" r:id="rId5" imgW="1511280" imgH="228600" progId="Equation.DSMT4">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8167" y="5603875"/>
                        <a:ext cx="3386138" cy="511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9636" name="Object 4"/>
          <p:cNvGraphicFramePr>
            <a:graphicFrameLocks noChangeAspect="1"/>
          </p:cNvGraphicFramePr>
          <p:nvPr/>
        </p:nvGraphicFramePr>
        <p:xfrm>
          <a:off x="8563034" y="5756312"/>
          <a:ext cx="317500" cy="374650"/>
        </p:xfrm>
        <a:graphic>
          <a:graphicData uri="http://schemas.openxmlformats.org/presentationml/2006/ole">
            <mc:AlternateContent xmlns:mc="http://schemas.openxmlformats.org/markup-compatibility/2006">
              <mc:Choice xmlns:v="urn:schemas-microsoft-com:vml" Requires="v">
                <p:oleObj name="Equation" r:id="rId7" imgW="139680" imgH="164880" progId="Equation.DSMT4">
                  <p:embed/>
                </p:oleObj>
              </mc:Choice>
              <mc:Fallback>
                <p:oleObj name="Equation" r:id="rId7" imgW="139680" imgH="164880" progId="Equation.DSMT4">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63034" y="5756312"/>
                        <a:ext cx="317500" cy="374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 name="Text Box 3"/>
          <p:cNvSpPr txBox="1">
            <a:spLocks noChangeArrowheads="1"/>
          </p:cNvSpPr>
          <p:nvPr/>
        </p:nvSpPr>
        <p:spPr bwMode="auto">
          <a:xfrm>
            <a:off x="0" y="3136896"/>
            <a:ext cx="1752600" cy="519112"/>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黑体" pitchFamily="49" charset="-122"/>
              </a:rPr>
              <a:t>解：</a:t>
            </a:r>
            <a:endParaRPr lang="en-US" altLang="zh-CN" sz="2800" b="1" dirty="0">
              <a:solidFill>
                <a:srgbClr val="000000"/>
              </a:solidFill>
              <a:latin typeface="微软雅黑" pitchFamily="34" charset="-122"/>
              <a:ea typeface="黑体" pitchFamily="49" charset="-122"/>
            </a:endParaRPr>
          </a:p>
        </p:txBody>
      </p:sp>
      <p:sp>
        <p:nvSpPr>
          <p:cNvPr id="8" name="Text Box 18"/>
          <p:cNvSpPr txBox="1">
            <a:spLocks noChangeArrowheads="1"/>
          </p:cNvSpPr>
          <p:nvPr/>
        </p:nvSpPr>
        <p:spPr bwMode="auto">
          <a:xfrm>
            <a:off x="5411799" y="182565"/>
            <a:ext cx="3513123" cy="1384995"/>
          </a:xfrm>
          <a:prstGeom prst="rect">
            <a:avLst/>
          </a:prstGeom>
          <a:solidFill>
            <a:srgbClr val="009900"/>
          </a:solidFill>
          <a:ln>
            <a:headEnd/>
            <a:tailEnd/>
          </a:ln>
          <a:effectLst>
            <a:glow rad="228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eaLnBrk="1" hangingPunct="1"/>
            <a:r>
              <a:rPr lang="zh-CN" altLang="en-US" sz="2800" b="1" dirty="0">
                <a:solidFill>
                  <a:srgbClr val="FFFF00"/>
                </a:solidFill>
                <a:latin typeface="微软雅黑" pitchFamily="34" charset="-122"/>
                <a:ea typeface="微软雅黑" pitchFamily="34" charset="-122"/>
              </a:rPr>
              <a:t>还原：</a:t>
            </a:r>
            <a:endParaRPr lang="en-US" altLang="zh-CN" sz="2800" b="1" dirty="0">
              <a:solidFill>
                <a:srgbClr val="FFFF00"/>
              </a:solidFill>
              <a:latin typeface="微软雅黑" pitchFamily="34" charset="-122"/>
              <a:ea typeface="微软雅黑" pitchFamily="34" charset="-122"/>
            </a:endParaRPr>
          </a:p>
          <a:p>
            <a:pPr eaLnBrk="1" hangingPunct="1"/>
            <a:r>
              <a:rPr lang="zh-CN" altLang="en-US" sz="2800" b="1" dirty="0">
                <a:solidFill>
                  <a:srgbClr val="FFFF00"/>
                </a:solidFill>
                <a:latin typeface="微软雅黑" pitchFamily="34" charset="-122"/>
                <a:ea typeface="微软雅黑" pitchFamily="34" charset="-122"/>
              </a:rPr>
              <a:t>能将余子式形式还原为行列式</a:t>
            </a:r>
          </a:p>
        </p:txBody>
      </p:sp>
      <p:graphicFrame>
        <p:nvGraphicFramePr>
          <p:cNvPr id="11" name="Object 3"/>
          <p:cNvGraphicFramePr>
            <a:graphicFrameLocks noChangeAspect="1"/>
          </p:cNvGraphicFramePr>
          <p:nvPr/>
        </p:nvGraphicFramePr>
        <p:xfrm>
          <a:off x="654039" y="3136896"/>
          <a:ext cx="3078162" cy="1971675"/>
        </p:xfrm>
        <a:graphic>
          <a:graphicData uri="http://schemas.openxmlformats.org/presentationml/2006/ole">
            <mc:AlternateContent xmlns:mc="http://schemas.openxmlformats.org/markup-compatibility/2006">
              <mc:Choice xmlns:v="urn:schemas-microsoft-com:vml" Requires="v">
                <p:oleObj name="Equation" r:id="rId9" imgW="1447560" imgH="927000" progId="Equation.DSMT4">
                  <p:embed/>
                </p:oleObj>
              </mc:Choice>
              <mc:Fallback>
                <p:oleObj name="Equation" r:id="rId9" imgW="1447560" imgH="927000" progId="Equation.DSMT4">
                  <p:embed/>
                  <p:pic>
                    <p:nvPicPr>
                      <p:cNvPr id="0" name="Object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4039" y="3136896"/>
                        <a:ext cx="3078162" cy="19716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3"/>
          <p:cNvGraphicFramePr>
            <a:graphicFrameLocks noChangeAspect="1"/>
          </p:cNvGraphicFramePr>
          <p:nvPr/>
        </p:nvGraphicFramePr>
        <p:xfrm>
          <a:off x="3935443" y="4821285"/>
          <a:ext cx="2900363" cy="2076450"/>
        </p:xfrm>
        <a:graphic>
          <a:graphicData uri="http://schemas.openxmlformats.org/presentationml/2006/ole">
            <mc:AlternateContent xmlns:mc="http://schemas.openxmlformats.org/markup-compatibility/2006">
              <mc:Choice xmlns:v="urn:schemas-microsoft-com:vml" Requires="v">
                <p:oleObj name="Equation" r:id="rId11" imgW="1295280" imgH="927000" progId="Equation.DSMT4">
                  <p:embed/>
                </p:oleObj>
              </mc:Choice>
              <mc:Fallback>
                <p:oleObj name="Equation" r:id="rId11" imgW="1295280" imgH="927000" progId="Equation.DSMT4">
                  <p:embed/>
                  <p:pic>
                    <p:nvPicPr>
                      <p:cNvPr id="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35443" y="4821285"/>
                        <a:ext cx="2900363" cy="2076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4"/>
          <p:cNvGraphicFramePr>
            <a:graphicFrameLocks noChangeAspect="1"/>
          </p:cNvGraphicFramePr>
          <p:nvPr/>
        </p:nvGraphicFramePr>
        <p:xfrm>
          <a:off x="6616728" y="5619780"/>
          <a:ext cx="1928812" cy="547687"/>
        </p:xfrm>
        <a:graphic>
          <a:graphicData uri="http://schemas.openxmlformats.org/presentationml/2006/ole">
            <mc:AlternateContent xmlns:mc="http://schemas.openxmlformats.org/markup-compatibility/2006">
              <mc:Choice xmlns:v="urn:schemas-microsoft-com:vml" Requires="v">
                <p:oleObj name="Equation" r:id="rId13" imgW="850680" imgH="241200" progId="Equation.DSMT4">
                  <p:embed/>
                </p:oleObj>
              </mc:Choice>
              <mc:Fallback>
                <p:oleObj name="Equation" r:id="rId13" imgW="850680" imgH="241200" progId="Equation.DSMT4">
                  <p:embed/>
                  <p:pic>
                    <p:nvPicPr>
                      <p:cNvPr id="0" name="Object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16728" y="5619780"/>
                        <a:ext cx="1928812" cy="547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3"/>
          <p:cNvGraphicFramePr>
            <a:graphicFrameLocks noChangeAspect="1"/>
          </p:cNvGraphicFramePr>
          <p:nvPr/>
        </p:nvGraphicFramePr>
        <p:xfrm>
          <a:off x="3979863" y="3879850"/>
          <a:ext cx="3995737" cy="485775"/>
        </p:xfrm>
        <a:graphic>
          <a:graphicData uri="http://schemas.openxmlformats.org/presentationml/2006/ole">
            <mc:AlternateContent xmlns:mc="http://schemas.openxmlformats.org/markup-compatibility/2006">
              <mc:Choice xmlns:v="urn:schemas-microsoft-com:vml" Requires="v">
                <p:oleObj name="Equation" r:id="rId15" imgW="1879560" imgH="228600" progId="Equation.DSMT4">
                  <p:embed/>
                </p:oleObj>
              </mc:Choice>
              <mc:Fallback>
                <p:oleObj name="Equation" r:id="rId15" imgW="1879560" imgH="228600" progId="Equation.DSMT4">
                  <p:embed/>
                  <p:pic>
                    <p:nvPicPr>
                      <p:cNvPr id="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79863" y="3879850"/>
                        <a:ext cx="3995737" cy="485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par>
                                <p:cTn id="13" presetID="22" presetClass="entr" presetSubtype="8"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left)">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709635"/>
                                        </p:tgtEl>
                                        <p:attrNameLst>
                                          <p:attrName>style.visibility</p:attrName>
                                        </p:attrNameLst>
                                      </p:cBhvr>
                                      <p:to>
                                        <p:strVal val="visible"/>
                                      </p:to>
                                    </p:set>
                                    <p:animEffect transition="in" filter="wipe(left)">
                                      <p:cBhvr>
                                        <p:cTn id="30" dur="500"/>
                                        <p:tgtEl>
                                          <p:spTgt spid="70963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500"/>
                                        <p:tgtEl>
                                          <p:spTgt spid="12"/>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wipe(left)">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left)">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09636"/>
                                        </p:tgtEl>
                                        <p:attrNameLst>
                                          <p:attrName>style.visibility</p:attrName>
                                        </p:attrNameLst>
                                      </p:cBhvr>
                                      <p:to>
                                        <p:strVal val="visible"/>
                                      </p:to>
                                    </p:set>
                                    <p:animEffect transition="in" filter="wipe(left)">
                                      <p:cBhvr>
                                        <p:cTn id="48" dur="500"/>
                                        <p:tgtEl>
                                          <p:spTgt spid="7096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7" grpId="0"/>
      <p:bldP spid="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Text Box 3"/>
          <p:cNvSpPr txBox="1">
            <a:spLocks noChangeArrowheads="1"/>
          </p:cNvSpPr>
          <p:nvPr/>
        </p:nvSpPr>
        <p:spPr bwMode="auto">
          <a:xfrm>
            <a:off x="0" y="0"/>
            <a:ext cx="1752600" cy="519112"/>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黑体" pitchFamily="49" charset="-122"/>
              </a:rPr>
              <a:t>例</a:t>
            </a:r>
            <a:endParaRPr lang="en-US" altLang="zh-CN" sz="2800" b="1" dirty="0">
              <a:solidFill>
                <a:srgbClr val="000000"/>
              </a:solidFill>
              <a:latin typeface="微软雅黑" pitchFamily="34" charset="-122"/>
              <a:ea typeface="黑体" pitchFamily="49" charset="-122"/>
            </a:endParaRPr>
          </a:p>
        </p:txBody>
      </p:sp>
      <p:graphicFrame>
        <p:nvGraphicFramePr>
          <p:cNvPr id="109572" name="Object 4"/>
          <p:cNvGraphicFramePr>
            <a:graphicFrameLocks noChangeAspect="1"/>
          </p:cNvGraphicFramePr>
          <p:nvPr/>
        </p:nvGraphicFramePr>
        <p:xfrm>
          <a:off x="738135" y="0"/>
          <a:ext cx="7489825" cy="3148012"/>
        </p:xfrm>
        <a:graphic>
          <a:graphicData uri="http://schemas.openxmlformats.org/presentationml/2006/ole">
            <mc:AlternateContent xmlns:mc="http://schemas.openxmlformats.org/markup-compatibility/2006">
              <mc:Choice xmlns:v="urn:schemas-microsoft-com:vml" Requires="v">
                <p:oleObj name="Equation" r:id="rId3" imgW="3987720" imgH="1676160" progId="Equation.DSMT4">
                  <p:embed/>
                </p:oleObj>
              </mc:Choice>
              <mc:Fallback>
                <p:oleObj name="Equation" r:id="rId3" imgW="3987720" imgH="1676160" progId="Equation.DSMT4">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8135" y="0"/>
                        <a:ext cx="7489825" cy="3148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 name="Line 9"/>
          <p:cNvSpPr>
            <a:spLocks noChangeShapeType="1"/>
          </p:cNvSpPr>
          <p:nvPr/>
        </p:nvSpPr>
        <p:spPr bwMode="auto">
          <a:xfrm>
            <a:off x="0" y="3136896"/>
            <a:ext cx="9144000" cy="0"/>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
        <p:nvSpPr>
          <p:cNvPr id="8" name="Text Box 18"/>
          <p:cNvSpPr txBox="1">
            <a:spLocks noChangeArrowheads="1"/>
          </p:cNvSpPr>
          <p:nvPr/>
        </p:nvSpPr>
        <p:spPr bwMode="auto">
          <a:xfrm>
            <a:off x="5411799" y="182565"/>
            <a:ext cx="3513123" cy="1384995"/>
          </a:xfrm>
          <a:prstGeom prst="rect">
            <a:avLst/>
          </a:prstGeom>
          <a:solidFill>
            <a:srgbClr val="009900"/>
          </a:solidFill>
          <a:ln>
            <a:headEnd/>
            <a:tailEnd/>
          </a:ln>
          <a:effectLst>
            <a:glow rad="228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eaLnBrk="1" hangingPunct="1"/>
            <a:r>
              <a:rPr lang="zh-CN" altLang="en-US" sz="2800" b="1" dirty="0">
                <a:solidFill>
                  <a:srgbClr val="FFFF00"/>
                </a:solidFill>
                <a:latin typeface="微软雅黑" pitchFamily="34" charset="-122"/>
                <a:ea typeface="微软雅黑" pitchFamily="34" charset="-122"/>
              </a:rPr>
              <a:t>还原：</a:t>
            </a:r>
            <a:endParaRPr lang="en-US" altLang="zh-CN" sz="2800" b="1" dirty="0">
              <a:solidFill>
                <a:srgbClr val="FFFF00"/>
              </a:solidFill>
              <a:latin typeface="微软雅黑" pitchFamily="34" charset="-122"/>
              <a:ea typeface="微软雅黑" pitchFamily="34" charset="-122"/>
            </a:endParaRPr>
          </a:p>
          <a:p>
            <a:pPr eaLnBrk="1" hangingPunct="1"/>
            <a:r>
              <a:rPr lang="zh-CN" altLang="en-US" sz="2800" b="1" dirty="0">
                <a:solidFill>
                  <a:srgbClr val="FFFF00"/>
                </a:solidFill>
                <a:latin typeface="微软雅黑" pitchFamily="34" charset="-122"/>
                <a:ea typeface="微软雅黑" pitchFamily="34" charset="-122"/>
              </a:rPr>
              <a:t>能将余子式形式还原为行列式</a:t>
            </a:r>
          </a:p>
        </p:txBody>
      </p:sp>
      <p:sp>
        <p:nvSpPr>
          <p:cNvPr id="17" name="Text Box 3"/>
          <p:cNvSpPr txBox="1">
            <a:spLocks noChangeArrowheads="1"/>
          </p:cNvSpPr>
          <p:nvPr/>
        </p:nvSpPr>
        <p:spPr bwMode="auto">
          <a:xfrm>
            <a:off x="0" y="3063870"/>
            <a:ext cx="1752600" cy="519112"/>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黑体" pitchFamily="49" charset="-122"/>
              </a:rPr>
              <a:t>解：</a:t>
            </a:r>
            <a:endParaRPr lang="en-US" altLang="zh-CN" sz="2800" b="1" dirty="0">
              <a:solidFill>
                <a:srgbClr val="000000"/>
              </a:solidFill>
              <a:latin typeface="微软雅黑" pitchFamily="34" charset="-122"/>
              <a:ea typeface="黑体" pitchFamily="49" charset="-122"/>
            </a:endParaRPr>
          </a:p>
        </p:txBody>
      </p:sp>
      <p:graphicFrame>
        <p:nvGraphicFramePr>
          <p:cNvPr id="18" name="Object 5"/>
          <p:cNvGraphicFramePr>
            <a:graphicFrameLocks noChangeAspect="1"/>
          </p:cNvGraphicFramePr>
          <p:nvPr/>
        </p:nvGraphicFramePr>
        <p:xfrm>
          <a:off x="336492" y="3538539"/>
          <a:ext cx="2701962" cy="693747"/>
        </p:xfrm>
        <a:graphic>
          <a:graphicData uri="http://schemas.openxmlformats.org/presentationml/2006/ole">
            <mc:AlternateContent xmlns:mc="http://schemas.openxmlformats.org/markup-compatibility/2006">
              <mc:Choice xmlns:v="urn:schemas-microsoft-com:vml" Requires="v">
                <p:oleObj name="Equation" r:id="rId5" imgW="1244520" imgH="330120" progId="Equation.DSMT4">
                  <p:embed/>
                </p:oleObj>
              </mc:Choice>
              <mc:Fallback>
                <p:oleObj name="Equation" r:id="rId5" imgW="1244520" imgH="330120" progId="Equation.DSMT4">
                  <p:embed/>
                  <p:pic>
                    <p:nvPicPr>
                      <p:cNvPr id="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492" y="3538539"/>
                        <a:ext cx="2701962" cy="69374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6"/>
          <p:cNvGraphicFramePr>
            <a:graphicFrameLocks noChangeAspect="1"/>
          </p:cNvGraphicFramePr>
          <p:nvPr/>
        </p:nvGraphicFramePr>
        <p:xfrm>
          <a:off x="5411799" y="3757617"/>
          <a:ext cx="962005" cy="362723"/>
        </p:xfrm>
        <a:graphic>
          <a:graphicData uri="http://schemas.openxmlformats.org/presentationml/2006/ole">
            <mc:AlternateContent xmlns:mc="http://schemas.openxmlformats.org/markup-compatibility/2006">
              <mc:Choice xmlns:v="urn:schemas-microsoft-com:vml" Requires="v">
                <p:oleObj name="Equation" r:id="rId7" imgW="609480" imgH="228600" progId="Equation.DSMT4">
                  <p:embed/>
                </p:oleObj>
              </mc:Choice>
              <mc:Fallback>
                <p:oleObj name="Equation" r:id="rId7" imgW="609480" imgH="228600" progId="Equation.DSMT4">
                  <p:embed/>
                  <p:pic>
                    <p:nvPicPr>
                      <p:cNvPr id="0"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11799" y="3757617"/>
                        <a:ext cx="962005" cy="36272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5"/>
          <p:cNvGraphicFramePr>
            <a:graphicFrameLocks noChangeAspect="1"/>
          </p:cNvGraphicFramePr>
          <p:nvPr/>
        </p:nvGraphicFramePr>
        <p:xfrm>
          <a:off x="3001941" y="2990844"/>
          <a:ext cx="2555910" cy="1862164"/>
        </p:xfrm>
        <a:graphic>
          <a:graphicData uri="http://schemas.openxmlformats.org/presentationml/2006/ole">
            <mc:AlternateContent xmlns:mc="http://schemas.openxmlformats.org/markup-compatibility/2006">
              <mc:Choice xmlns:v="urn:schemas-microsoft-com:vml" Requires="v">
                <p:oleObj name="Equation" r:id="rId9" imgW="1269720" imgH="1041120" progId="Equation.DSMT4">
                  <p:embed/>
                </p:oleObj>
              </mc:Choice>
              <mc:Fallback>
                <p:oleObj name="Equation" r:id="rId9" imgW="1269720" imgH="104112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01941" y="2990844"/>
                        <a:ext cx="2555910" cy="18621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5"/>
          <p:cNvGraphicFramePr>
            <a:graphicFrameLocks noChangeAspect="1"/>
          </p:cNvGraphicFramePr>
          <p:nvPr/>
        </p:nvGraphicFramePr>
        <p:xfrm>
          <a:off x="373005" y="5218138"/>
          <a:ext cx="3359196" cy="474668"/>
        </p:xfrm>
        <a:graphic>
          <a:graphicData uri="http://schemas.openxmlformats.org/presentationml/2006/ole">
            <mc:AlternateContent xmlns:mc="http://schemas.openxmlformats.org/markup-compatibility/2006">
              <mc:Choice xmlns:v="urn:schemas-microsoft-com:vml" Requires="v">
                <p:oleObj name="Equation" r:id="rId11" imgW="1841400" imgH="228600" progId="Equation.DSMT4">
                  <p:embed/>
                </p:oleObj>
              </mc:Choice>
              <mc:Fallback>
                <p:oleObj name="Equation" r:id="rId11" imgW="1841400" imgH="228600" progId="Equation.DSMT4">
                  <p:embed/>
                  <p:pic>
                    <p:nvPicPr>
                      <p:cNvPr id="0" name="Picture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3005" y="5218138"/>
                        <a:ext cx="3359196" cy="47466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6"/>
          <p:cNvGraphicFramePr>
            <a:graphicFrameLocks noChangeAspect="1"/>
          </p:cNvGraphicFramePr>
          <p:nvPr/>
        </p:nvGraphicFramePr>
        <p:xfrm>
          <a:off x="31744" y="5802345"/>
          <a:ext cx="4102100" cy="431800"/>
        </p:xfrm>
        <a:graphic>
          <a:graphicData uri="http://schemas.openxmlformats.org/presentationml/2006/ole">
            <mc:AlternateContent xmlns:mc="http://schemas.openxmlformats.org/markup-compatibility/2006">
              <mc:Choice xmlns:v="urn:schemas-microsoft-com:vml" Requires="v">
                <p:oleObj name="Equation" r:id="rId13" imgW="4101840" imgH="431640" progId="Equation.3">
                  <p:embed/>
                </p:oleObj>
              </mc:Choice>
              <mc:Fallback>
                <p:oleObj name="Equation" r:id="rId13" imgW="4101840" imgH="431640" progId="Equation.3">
                  <p:embed/>
                  <p:pic>
                    <p:nvPicPr>
                      <p:cNvPr id="0" name="Picture 1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744" y="5802345"/>
                        <a:ext cx="41021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7"/>
          <p:cNvGraphicFramePr>
            <a:graphicFrameLocks noChangeAspect="1"/>
          </p:cNvGraphicFramePr>
          <p:nvPr/>
        </p:nvGraphicFramePr>
        <p:xfrm>
          <a:off x="3943609" y="5108598"/>
          <a:ext cx="2600093" cy="1749403"/>
        </p:xfrm>
        <a:graphic>
          <a:graphicData uri="http://schemas.openxmlformats.org/presentationml/2006/ole">
            <mc:AlternateContent xmlns:mc="http://schemas.openxmlformats.org/markup-compatibility/2006">
              <mc:Choice xmlns:v="urn:schemas-microsoft-com:vml" Requires="v">
                <p:oleObj name="Equation" r:id="rId15" imgW="1396800" imgH="939600" progId="Equation.DSMT4">
                  <p:embed/>
                </p:oleObj>
              </mc:Choice>
              <mc:Fallback>
                <p:oleObj name="Equation" r:id="rId15" imgW="1396800" imgH="939600" progId="Equation.DSMT4">
                  <p:embed/>
                  <p:pic>
                    <p:nvPicPr>
                      <p:cNvPr id="0" name="Picture 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43609" y="5108598"/>
                        <a:ext cx="2600093" cy="174940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流程图: 过程 14"/>
          <p:cNvSpPr/>
          <p:nvPr/>
        </p:nvSpPr>
        <p:spPr bwMode="auto">
          <a:xfrm>
            <a:off x="3367071" y="3173409"/>
            <a:ext cx="418022" cy="1690641"/>
          </a:xfrm>
          <a:prstGeom prst="flowChartProcess">
            <a:avLst/>
          </a:prstGeom>
          <a:solidFill>
            <a:srgbClr val="FFFF00"/>
          </a:solidFill>
          <a:ln w="38100" cap="flat" cmpd="sng" algn="ctr">
            <a:solidFill>
              <a:srgbClr val="0099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1" hangingPunct="1"/>
            <a:r>
              <a:rPr lang="en-US" altLang="zh-CN" dirty="0">
                <a:solidFill>
                  <a:srgbClr val="000000"/>
                </a:solidFill>
                <a:ea typeface="宋体" charset="-122"/>
              </a:rPr>
              <a:t>1</a:t>
            </a:r>
          </a:p>
          <a:p>
            <a:pPr eaLnBrk="1" hangingPunct="1"/>
            <a:r>
              <a:rPr lang="en-US" altLang="zh-CN" dirty="0">
                <a:solidFill>
                  <a:srgbClr val="000000"/>
                </a:solidFill>
                <a:ea typeface="宋体" charset="-122"/>
              </a:rPr>
              <a:t>0</a:t>
            </a:r>
          </a:p>
          <a:p>
            <a:pPr eaLnBrk="1" hangingPunct="1"/>
            <a:r>
              <a:rPr lang="en-US" altLang="zh-CN" dirty="0">
                <a:solidFill>
                  <a:srgbClr val="000000"/>
                </a:solidFill>
                <a:ea typeface="宋体" charset="-122"/>
              </a:rPr>
              <a:t>1</a:t>
            </a:r>
          </a:p>
          <a:p>
            <a:pPr eaLnBrk="1" hangingPunct="1"/>
            <a:r>
              <a:rPr lang="en-US" altLang="zh-CN" dirty="0">
                <a:solidFill>
                  <a:srgbClr val="000000"/>
                </a:solidFill>
                <a:ea typeface="宋体" charset="-122"/>
              </a:rPr>
              <a:t>1</a:t>
            </a:r>
            <a:endParaRPr lang="zh-CN" altLang="en-US" dirty="0">
              <a:solidFill>
                <a:srgbClr val="000000"/>
              </a:solidFill>
              <a:ea typeface="宋体" charset="-122"/>
            </a:endParaRPr>
          </a:p>
        </p:txBody>
      </p:sp>
      <p:sp>
        <p:nvSpPr>
          <p:cNvPr id="21" name="流程图: 过程 20"/>
          <p:cNvSpPr/>
          <p:nvPr/>
        </p:nvSpPr>
        <p:spPr bwMode="auto">
          <a:xfrm>
            <a:off x="4243383" y="5510241"/>
            <a:ext cx="2117754" cy="438156"/>
          </a:xfrm>
          <a:prstGeom prst="flowChartProcess">
            <a:avLst/>
          </a:prstGeom>
          <a:solidFill>
            <a:srgbClr val="FFFF00"/>
          </a:solidFill>
          <a:ln w="38100" cap="flat" cmpd="sng" algn="ctr">
            <a:solidFill>
              <a:srgbClr val="0099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1" hangingPunct="1"/>
            <a:r>
              <a:rPr lang="en-US" altLang="zh-CN" dirty="0">
                <a:solidFill>
                  <a:srgbClr val="000000"/>
                </a:solidFill>
                <a:ea typeface="宋体" charset="-122"/>
              </a:rPr>
              <a:t>-1</a:t>
            </a:r>
            <a:r>
              <a:rPr lang="zh-CN" altLang="en-US" dirty="0">
                <a:solidFill>
                  <a:srgbClr val="000000"/>
                </a:solidFill>
                <a:ea typeface="宋体" charset="-122"/>
              </a:rPr>
              <a:t>     </a:t>
            </a:r>
            <a:r>
              <a:rPr lang="en-US" altLang="zh-CN" dirty="0">
                <a:solidFill>
                  <a:srgbClr val="000000"/>
                </a:solidFill>
                <a:ea typeface="宋体" charset="-122"/>
              </a:rPr>
              <a:t>1     -1    1</a:t>
            </a:r>
            <a:endParaRPr lang="zh-CN" altLang="en-US" dirty="0">
              <a:solidFill>
                <a:srgbClr val="000000"/>
              </a:solidFill>
              <a:ea typeface="宋体" charset="-122"/>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1"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up)">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left)">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500"/>
                                        <p:tgtEl>
                                          <p:spTgt spid="2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wipe(left)">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wipe(left)">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1" animBg="1"/>
      <p:bldP spid="2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5" name="Text Box 5"/>
          <p:cNvSpPr txBox="1">
            <a:spLocks noChangeArrowheads="1"/>
          </p:cNvSpPr>
          <p:nvPr/>
        </p:nvSpPr>
        <p:spPr bwMode="auto">
          <a:xfrm>
            <a:off x="14287" y="3176588"/>
            <a:ext cx="1381082" cy="523220"/>
          </a:xfrm>
          <a:prstGeom prst="rect">
            <a:avLst/>
          </a:prstGeom>
          <a:noFill/>
          <a:ln w="9525">
            <a:noFill/>
            <a:miter lim="800000"/>
            <a:headEnd/>
            <a:tailEnd/>
          </a:ln>
          <a:effectLst/>
        </p:spPr>
        <p:txBody>
          <a:bodyPr wrap="square">
            <a:spAutoFit/>
          </a:bodyPr>
          <a:lstStyle/>
          <a:p>
            <a:pPr eaLnBrk="1" hangingPunct="1">
              <a:spcBef>
                <a:spcPct val="50000"/>
              </a:spcBef>
            </a:pPr>
            <a:r>
              <a:rPr lang="en-US" altLang="zh-CN" sz="2800" b="1" dirty="0">
                <a:solidFill>
                  <a:srgbClr val="000000"/>
                </a:solidFill>
                <a:latin typeface="黑体" pitchFamily="49" charset="-122"/>
                <a:ea typeface="黑体" pitchFamily="49" charset="-122"/>
              </a:rPr>
              <a:t> </a:t>
            </a:r>
            <a:r>
              <a:rPr lang="zh-CN" altLang="en-US" sz="2800" b="1" dirty="0">
                <a:solidFill>
                  <a:srgbClr val="000000"/>
                </a:solidFill>
                <a:latin typeface="黑体" pitchFamily="49" charset="-122"/>
                <a:ea typeface="黑体" pitchFamily="49" charset="-122"/>
              </a:rPr>
              <a:t>举例：</a:t>
            </a:r>
          </a:p>
        </p:txBody>
      </p:sp>
      <p:sp>
        <p:nvSpPr>
          <p:cNvPr id="87042" name="Text Box 2"/>
          <p:cNvSpPr txBox="1">
            <a:spLocks noChangeArrowheads="1"/>
          </p:cNvSpPr>
          <p:nvPr/>
        </p:nvSpPr>
        <p:spPr bwMode="auto">
          <a:xfrm>
            <a:off x="0" y="0"/>
            <a:ext cx="2514600" cy="519113"/>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黑体" pitchFamily="49" charset="-122"/>
              </a:rPr>
              <a:t>例</a:t>
            </a:r>
            <a:endParaRPr lang="en-US" altLang="zh-CN" sz="2800" b="1" dirty="0">
              <a:solidFill>
                <a:srgbClr val="000000"/>
              </a:solidFill>
              <a:latin typeface="微软雅黑" pitchFamily="34" charset="-122"/>
              <a:ea typeface="黑体" pitchFamily="49" charset="-122"/>
            </a:endParaRPr>
          </a:p>
        </p:txBody>
      </p:sp>
      <p:sp>
        <p:nvSpPr>
          <p:cNvPr id="87043" name="Text Box 3"/>
          <p:cNvSpPr txBox="1">
            <a:spLocks noChangeArrowheads="1"/>
          </p:cNvSpPr>
          <p:nvPr/>
        </p:nvSpPr>
        <p:spPr bwMode="auto">
          <a:xfrm>
            <a:off x="990600" y="0"/>
            <a:ext cx="6172200" cy="519113"/>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latin typeface="微软雅黑" pitchFamily="34" charset="-122"/>
                <a:ea typeface="微软雅黑" pitchFamily="34" charset="-122"/>
              </a:rPr>
              <a:t>证明范德蒙德</a:t>
            </a:r>
            <a:r>
              <a:rPr lang="en-US" altLang="zh-CN" sz="2800" b="1" dirty="0">
                <a:solidFill>
                  <a:srgbClr val="000000"/>
                </a:solidFill>
                <a:latin typeface="微软雅黑" pitchFamily="34" charset="-122"/>
                <a:ea typeface="微软雅黑" pitchFamily="34" charset="-122"/>
              </a:rPr>
              <a:t>(</a:t>
            </a:r>
            <a:r>
              <a:rPr lang="en-US" altLang="zh-CN" sz="2800" b="1" dirty="0" err="1">
                <a:solidFill>
                  <a:srgbClr val="000000"/>
                </a:solidFill>
                <a:latin typeface="微软雅黑" pitchFamily="34" charset="-122"/>
                <a:ea typeface="微软雅黑" pitchFamily="34" charset="-122"/>
              </a:rPr>
              <a:t>Vandermonde</a:t>
            </a:r>
            <a:r>
              <a:rPr lang="en-US" altLang="zh-CN" sz="2800" b="1" dirty="0">
                <a:solidFill>
                  <a:srgbClr val="000000"/>
                </a:solidFill>
                <a:latin typeface="微软雅黑" pitchFamily="34" charset="-122"/>
                <a:ea typeface="微软雅黑" pitchFamily="34" charset="-122"/>
              </a:rPr>
              <a:t>)</a:t>
            </a:r>
            <a:r>
              <a:rPr lang="zh-CN" altLang="en-US" sz="2800" b="1" dirty="0">
                <a:solidFill>
                  <a:srgbClr val="000000"/>
                </a:solidFill>
                <a:latin typeface="微软雅黑" pitchFamily="34" charset="-122"/>
                <a:ea typeface="微软雅黑" pitchFamily="34" charset="-122"/>
              </a:rPr>
              <a:t>行列式</a:t>
            </a:r>
          </a:p>
        </p:txBody>
      </p:sp>
      <p:graphicFrame>
        <p:nvGraphicFramePr>
          <p:cNvPr id="87044" name="Object 4"/>
          <p:cNvGraphicFramePr>
            <a:graphicFrameLocks noChangeAspect="1"/>
          </p:cNvGraphicFramePr>
          <p:nvPr/>
        </p:nvGraphicFramePr>
        <p:xfrm>
          <a:off x="592083" y="654012"/>
          <a:ext cx="6159500" cy="2411413"/>
        </p:xfrm>
        <a:graphic>
          <a:graphicData uri="http://schemas.openxmlformats.org/presentationml/2006/ole">
            <mc:AlternateContent xmlns:mc="http://schemas.openxmlformats.org/markup-compatibility/2006">
              <mc:Choice xmlns:v="urn:schemas-microsoft-com:vml" Requires="v">
                <p:oleObj name="Equation" r:id="rId3" imgW="6616440" imgH="2590560" progId="Equation.3">
                  <p:embed/>
                </p:oleObj>
              </mc:Choice>
              <mc:Fallback>
                <p:oleObj name="Equation" r:id="rId3" imgW="6616440" imgH="2590560" progId="Equation.3">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083" y="654012"/>
                        <a:ext cx="6159500" cy="24114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13736" name="Object 8"/>
          <p:cNvGraphicFramePr>
            <a:graphicFrameLocks noChangeAspect="1"/>
          </p:cNvGraphicFramePr>
          <p:nvPr/>
        </p:nvGraphicFramePr>
        <p:xfrm>
          <a:off x="1322343" y="3465513"/>
          <a:ext cx="2081241" cy="2119783"/>
        </p:xfrm>
        <a:graphic>
          <a:graphicData uri="http://schemas.openxmlformats.org/presentationml/2006/ole">
            <mc:AlternateContent xmlns:mc="http://schemas.openxmlformats.org/markup-compatibility/2006">
              <mc:Choice xmlns:v="urn:schemas-microsoft-com:vml" Requires="v">
                <p:oleObj name="Equation" r:id="rId5" imgW="685800" imgH="698400" progId="Equation.DSMT4">
                  <p:embed/>
                </p:oleObj>
              </mc:Choice>
              <mc:Fallback>
                <p:oleObj name="Equation" r:id="rId5" imgW="685800" imgH="698400" progId="Equation.DSMT4">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22343" y="3465513"/>
                        <a:ext cx="2081241" cy="2119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 name="Object 8"/>
          <p:cNvGraphicFramePr>
            <a:graphicFrameLocks noChangeAspect="1"/>
          </p:cNvGraphicFramePr>
          <p:nvPr/>
        </p:nvGraphicFramePr>
        <p:xfrm>
          <a:off x="3622662" y="4638700"/>
          <a:ext cx="3159125" cy="615950"/>
        </p:xfrm>
        <a:graphic>
          <a:graphicData uri="http://schemas.openxmlformats.org/presentationml/2006/ole">
            <mc:AlternateContent xmlns:mc="http://schemas.openxmlformats.org/markup-compatibility/2006">
              <mc:Choice xmlns:v="urn:schemas-microsoft-com:vml" Requires="v">
                <p:oleObj name="Equation" r:id="rId7" imgW="1041120" imgH="203040" progId="Equation.DSMT4">
                  <p:embed/>
                </p:oleObj>
              </mc:Choice>
              <mc:Fallback>
                <p:oleObj name="Equation" r:id="rId7" imgW="1041120" imgH="203040" progId="Equation.DSMT4">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22662" y="4638700"/>
                        <a:ext cx="3159125" cy="61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 name="Object 8"/>
          <p:cNvGraphicFramePr>
            <a:graphicFrameLocks noChangeAspect="1"/>
          </p:cNvGraphicFramePr>
          <p:nvPr/>
        </p:nvGraphicFramePr>
        <p:xfrm>
          <a:off x="3622662" y="5802345"/>
          <a:ext cx="847725" cy="538163"/>
        </p:xfrm>
        <a:graphic>
          <a:graphicData uri="http://schemas.openxmlformats.org/presentationml/2006/ole">
            <mc:AlternateContent xmlns:mc="http://schemas.openxmlformats.org/markup-compatibility/2006">
              <mc:Choice xmlns:v="urn:schemas-microsoft-com:vml" Requires="v">
                <p:oleObj name="Equation" r:id="rId9" imgW="279360" imgH="177480" progId="Equation.DSMT4">
                  <p:embed/>
                </p:oleObj>
              </mc:Choice>
              <mc:Fallback>
                <p:oleObj name="Equation" r:id="rId9" imgW="279360" imgH="177480" progId="Equation.DSMT4">
                  <p:embed/>
                  <p:pic>
                    <p:nvPicPr>
                      <p:cNvPr id="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22662" y="5802345"/>
                        <a:ext cx="847725" cy="538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 name="Text Box 18"/>
          <p:cNvSpPr txBox="1">
            <a:spLocks noChangeArrowheads="1"/>
          </p:cNvSpPr>
          <p:nvPr/>
        </p:nvSpPr>
        <p:spPr bwMode="auto">
          <a:xfrm>
            <a:off x="5630877" y="690525"/>
            <a:ext cx="3395709" cy="523220"/>
          </a:xfrm>
          <a:prstGeom prst="rect">
            <a:avLst/>
          </a:prstGeom>
          <a:solidFill>
            <a:srgbClr val="009900"/>
          </a:solidFill>
          <a:ln>
            <a:headEnd/>
            <a:tailEnd/>
          </a:ln>
          <a:effectLst>
            <a:glow rad="228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eaLnBrk="1" hangingPunct="1"/>
            <a:r>
              <a:rPr lang="zh-CN" altLang="en-US" sz="2800" b="1" dirty="0">
                <a:solidFill>
                  <a:srgbClr val="FFFF00"/>
                </a:solidFill>
                <a:latin typeface="微软雅黑" pitchFamily="34" charset="-122"/>
                <a:ea typeface="微软雅黑" pitchFamily="34" charset="-122"/>
              </a:rPr>
              <a:t>类型行列式计算公式</a:t>
            </a:r>
          </a:p>
        </p:txBody>
      </p:sp>
      <p:sp>
        <p:nvSpPr>
          <p:cNvPr id="10" name="Line 9"/>
          <p:cNvSpPr>
            <a:spLocks noChangeShapeType="1"/>
          </p:cNvSpPr>
          <p:nvPr/>
        </p:nvSpPr>
        <p:spPr bwMode="auto">
          <a:xfrm>
            <a:off x="0" y="3027357"/>
            <a:ext cx="9144000" cy="0"/>
          </a:xfrm>
          <a:prstGeom prst="line">
            <a:avLst/>
          </a:prstGeom>
          <a:noFill/>
          <a:ln w="28575">
            <a:solidFill>
              <a:srgbClr val="132DC9"/>
            </a:solidFill>
            <a:round/>
            <a:headEnd/>
            <a:tailEnd/>
          </a:ln>
          <a:effectLst/>
        </p:spPr>
        <p:txBody>
          <a:bodyPr/>
          <a:lstStyle/>
          <a:p>
            <a:endParaRPr lang="zh-CN" altLang="en-US" dirty="0">
              <a:solidFill>
                <a:srgbClr val="000000"/>
              </a:solidFill>
              <a:latin typeface="微软雅黑" pitchFamily="34" charset="-122"/>
              <a:ea typeface="微软雅黑" pitchFamily="34" charset="-122"/>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7045"/>
                                        </p:tgtEl>
                                        <p:attrNameLst>
                                          <p:attrName>style.visibility</p:attrName>
                                        </p:attrNameLst>
                                      </p:cBhvr>
                                      <p:to>
                                        <p:strVal val="visible"/>
                                      </p:to>
                                    </p:set>
                                    <p:animEffect transition="in" filter="wipe(left)">
                                      <p:cBhvr>
                                        <p:cTn id="7" dur="500"/>
                                        <p:tgtEl>
                                          <p:spTgt spid="87045"/>
                                        </p:tgtEl>
                                      </p:cBhvr>
                                    </p:animEffect>
                                  </p:childTnLst>
                                </p:cTn>
                              </p:par>
                              <p:par>
                                <p:cTn id="8" presetID="22" presetClass="entr" presetSubtype="8" fill="hold" nodeType="withEffect">
                                  <p:stCondLst>
                                    <p:cond delay="0"/>
                                  </p:stCondLst>
                                  <p:childTnLst>
                                    <p:set>
                                      <p:cBhvr>
                                        <p:cTn id="9" dur="1" fill="hold">
                                          <p:stCondLst>
                                            <p:cond delay="0"/>
                                          </p:stCondLst>
                                        </p:cTn>
                                        <p:tgtEl>
                                          <p:spTgt spid="713736"/>
                                        </p:tgtEl>
                                        <p:attrNameLst>
                                          <p:attrName>style.visibility</p:attrName>
                                        </p:attrNameLst>
                                      </p:cBhvr>
                                      <p:to>
                                        <p:strVal val="visible"/>
                                      </p:to>
                                    </p:set>
                                    <p:animEffect transition="in" filter="wipe(left)">
                                      <p:cBhvr>
                                        <p:cTn id="10" dur="500"/>
                                        <p:tgtEl>
                                          <p:spTgt spid="71373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wipe(left)">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5" grpId="0" autoUpdateAnimBg="0"/>
      <p:bldP spid="1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ext Box 2"/>
          <p:cNvSpPr txBox="1">
            <a:spLocks noChangeArrowheads="1"/>
          </p:cNvSpPr>
          <p:nvPr/>
        </p:nvSpPr>
        <p:spPr bwMode="auto">
          <a:xfrm>
            <a:off x="0" y="0"/>
            <a:ext cx="5199063" cy="519113"/>
          </a:xfrm>
          <a:prstGeom prst="rect">
            <a:avLst/>
          </a:prstGeom>
          <a:noFill/>
          <a:ln w="9525">
            <a:noFill/>
            <a:miter lim="800000"/>
            <a:headEnd/>
            <a:tailEnd/>
          </a:ln>
          <a:effectLst/>
        </p:spPr>
        <p:txBody>
          <a:bodyPr wrap="none">
            <a:spAutoFit/>
          </a:bodyPr>
          <a:lstStyle/>
          <a:p>
            <a:pPr eaLnBrk="1" hangingPunct="1"/>
            <a:r>
              <a:rPr lang="zh-CN" altLang="en-US" sz="2800" b="1">
                <a:solidFill>
                  <a:srgbClr val="000000"/>
                </a:solidFill>
                <a:ea typeface="黑体" pitchFamily="2" charset="-122"/>
              </a:rPr>
              <a:t>例</a:t>
            </a:r>
            <a:r>
              <a:rPr lang="en-US" altLang="zh-CN" sz="2800" b="1">
                <a:solidFill>
                  <a:srgbClr val="000000"/>
                </a:solidFill>
                <a:ea typeface="黑体" pitchFamily="2" charset="-122"/>
              </a:rPr>
              <a:t>3</a:t>
            </a:r>
            <a:r>
              <a:rPr lang="en-US" altLang="zh-CN" sz="2800" b="1">
                <a:solidFill>
                  <a:srgbClr val="000000"/>
                </a:solidFill>
                <a:ea typeface="宋体" charset="-122"/>
              </a:rPr>
              <a:t>  </a:t>
            </a:r>
            <a:r>
              <a:rPr lang="zh-CN" altLang="en-US" sz="2800" b="1">
                <a:solidFill>
                  <a:srgbClr val="000000"/>
                </a:solidFill>
                <a:ea typeface="宋体" charset="-122"/>
              </a:rPr>
              <a:t>问 </a:t>
            </a:r>
            <a:r>
              <a:rPr lang="zh-CN" altLang="en-US" sz="2800" b="1">
                <a:solidFill>
                  <a:srgbClr val="000000"/>
                </a:solidFill>
                <a:ea typeface="黑体" pitchFamily="2" charset="-122"/>
                <a:sym typeface="Symbol" pitchFamily="18" charset="2"/>
              </a:rPr>
              <a:t></a:t>
            </a:r>
            <a:r>
              <a:rPr lang="zh-CN" altLang="en-US" sz="2800" b="1">
                <a:solidFill>
                  <a:srgbClr val="000000"/>
                </a:solidFill>
                <a:ea typeface="宋体" charset="-122"/>
              </a:rPr>
              <a:t> 取何值时，齐次方程组</a:t>
            </a:r>
          </a:p>
        </p:txBody>
      </p:sp>
      <p:graphicFrame>
        <p:nvGraphicFramePr>
          <p:cNvPr id="125955" name="Object 3"/>
          <p:cNvGraphicFramePr>
            <a:graphicFrameLocks noChangeAspect="1"/>
          </p:cNvGraphicFramePr>
          <p:nvPr/>
        </p:nvGraphicFramePr>
        <p:xfrm>
          <a:off x="884187" y="580986"/>
          <a:ext cx="3860800" cy="1328738"/>
        </p:xfrm>
        <a:graphic>
          <a:graphicData uri="http://schemas.openxmlformats.org/presentationml/2006/ole">
            <mc:AlternateContent xmlns:mc="http://schemas.openxmlformats.org/markup-compatibility/2006">
              <mc:Choice xmlns:v="urn:schemas-microsoft-com:vml" Requires="v">
                <p:oleObj name="Equation" r:id="rId2" imgW="3860640" imgH="1536480" progId="Equation.3">
                  <p:embed/>
                </p:oleObj>
              </mc:Choice>
              <mc:Fallback>
                <p:oleObj name="Equation" r:id="rId2" imgW="3860640" imgH="1536480" progId="Equation.3">
                  <p:embed/>
                  <p:pic>
                    <p:nvPicPr>
                      <p:cNvPr id="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4187" y="580986"/>
                        <a:ext cx="3860800" cy="13287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5956" name="Text Box 4"/>
          <p:cNvSpPr txBox="1">
            <a:spLocks noChangeArrowheads="1"/>
          </p:cNvSpPr>
          <p:nvPr/>
        </p:nvSpPr>
        <p:spPr bwMode="auto">
          <a:xfrm>
            <a:off x="5119695" y="1055655"/>
            <a:ext cx="4419600" cy="519113"/>
          </a:xfrm>
          <a:prstGeom prst="rect">
            <a:avLst/>
          </a:prstGeom>
          <a:noFill/>
          <a:ln w="9525">
            <a:noFill/>
            <a:miter lim="800000"/>
            <a:headEnd/>
            <a:tailEnd/>
          </a:ln>
          <a:effectLst/>
        </p:spPr>
        <p:txBody>
          <a:bodyPr>
            <a:spAutoFit/>
          </a:bodyPr>
          <a:lstStyle/>
          <a:p>
            <a:pPr eaLnBrk="1" hangingPunct="1">
              <a:spcBef>
                <a:spcPct val="50000"/>
              </a:spcBef>
            </a:pPr>
            <a:r>
              <a:rPr lang="zh-CN" altLang="en-US" sz="2800" b="1" dirty="0">
                <a:solidFill>
                  <a:srgbClr val="000000"/>
                </a:solidFill>
                <a:ea typeface="宋体" charset="-122"/>
              </a:rPr>
              <a:t>有非零解？</a:t>
            </a:r>
          </a:p>
        </p:txBody>
      </p:sp>
      <p:sp>
        <p:nvSpPr>
          <p:cNvPr id="5" name="Text Box 2"/>
          <p:cNvSpPr txBox="1">
            <a:spLocks noChangeArrowheads="1"/>
          </p:cNvSpPr>
          <p:nvPr/>
        </p:nvSpPr>
        <p:spPr bwMode="auto">
          <a:xfrm>
            <a:off x="193614" y="2004993"/>
            <a:ext cx="542925" cy="519113"/>
          </a:xfrm>
          <a:prstGeom prst="rect">
            <a:avLst/>
          </a:prstGeom>
          <a:noFill/>
          <a:ln w="9525">
            <a:noFill/>
            <a:miter lim="800000"/>
            <a:headEnd/>
            <a:tailEnd/>
          </a:ln>
          <a:effectLst/>
        </p:spPr>
        <p:txBody>
          <a:bodyPr wrap="none">
            <a:spAutoFit/>
          </a:bodyPr>
          <a:lstStyle/>
          <a:p>
            <a:pPr eaLnBrk="1" hangingPunct="1"/>
            <a:r>
              <a:rPr lang="zh-CN" altLang="en-US" sz="2800" b="1">
                <a:solidFill>
                  <a:srgbClr val="000000"/>
                </a:solidFill>
                <a:ea typeface="黑体" pitchFamily="2" charset="-122"/>
              </a:rPr>
              <a:t>解</a:t>
            </a:r>
            <a:endParaRPr lang="zh-CN" altLang="en-US" b="1">
              <a:solidFill>
                <a:srgbClr val="000000"/>
              </a:solidFill>
              <a:ea typeface="黑体" pitchFamily="2" charset="-122"/>
            </a:endParaRPr>
          </a:p>
        </p:txBody>
      </p:sp>
      <p:graphicFrame>
        <p:nvGraphicFramePr>
          <p:cNvPr id="6" name="Object 3"/>
          <p:cNvGraphicFramePr>
            <a:graphicFrameLocks noChangeAspect="1"/>
          </p:cNvGraphicFramePr>
          <p:nvPr/>
        </p:nvGraphicFramePr>
        <p:xfrm>
          <a:off x="449309" y="2219236"/>
          <a:ext cx="3797300" cy="1447800"/>
        </p:xfrm>
        <a:graphic>
          <a:graphicData uri="http://schemas.openxmlformats.org/presentationml/2006/ole">
            <mc:AlternateContent xmlns:mc="http://schemas.openxmlformats.org/markup-compatibility/2006">
              <mc:Choice xmlns:v="urn:schemas-microsoft-com:vml" Requires="v">
                <p:oleObj name="公式" r:id="rId4" imgW="3797280" imgH="1625400" progId="Equation.3">
                  <p:embed/>
                </p:oleObj>
              </mc:Choice>
              <mc:Fallback>
                <p:oleObj name="公式" r:id="rId4" imgW="3797280" imgH="1625400" progId="Equation.3">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9309" y="2219236"/>
                        <a:ext cx="3797300" cy="1447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4"/>
          <p:cNvGraphicFramePr>
            <a:graphicFrameLocks noChangeAspect="1"/>
          </p:cNvGraphicFramePr>
          <p:nvPr/>
        </p:nvGraphicFramePr>
        <p:xfrm>
          <a:off x="4259309" y="2219236"/>
          <a:ext cx="3708400" cy="1524000"/>
        </p:xfrm>
        <a:graphic>
          <a:graphicData uri="http://schemas.openxmlformats.org/presentationml/2006/ole">
            <mc:AlternateContent xmlns:mc="http://schemas.openxmlformats.org/markup-compatibility/2006">
              <mc:Choice xmlns:v="urn:schemas-microsoft-com:vml" Requires="v">
                <p:oleObj name="公式" r:id="rId6" imgW="3708360" imgH="1625400" progId="Equation.3">
                  <p:embed/>
                </p:oleObj>
              </mc:Choice>
              <mc:Fallback>
                <p:oleObj name="公式" r:id="rId6" imgW="3708360" imgH="1625400" progId="Equation.3">
                  <p:embed/>
                  <p:pic>
                    <p:nvPicPr>
                      <p:cNvPr id="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59309" y="2219236"/>
                        <a:ext cx="3708400" cy="152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5"/>
          <p:cNvGraphicFramePr>
            <a:graphicFrameLocks noChangeAspect="1"/>
          </p:cNvGraphicFramePr>
          <p:nvPr/>
        </p:nvGraphicFramePr>
        <p:xfrm>
          <a:off x="422214" y="4246543"/>
          <a:ext cx="7329488" cy="457200"/>
        </p:xfrm>
        <a:graphic>
          <a:graphicData uri="http://schemas.openxmlformats.org/presentationml/2006/ole">
            <mc:AlternateContent xmlns:mc="http://schemas.openxmlformats.org/markup-compatibility/2006">
              <mc:Choice xmlns:v="urn:schemas-microsoft-com:vml" Requires="v">
                <p:oleObj name="公式" r:id="rId8" imgW="7327800" imgH="495000" progId="Equation.3">
                  <p:embed/>
                </p:oleObj>
              </mc:Choice>
              <mc:Fallback>
                <p:oleObj name="公式" r:id="rId8" imgW="7327800" imgH="495000" progId="Equation.3">
                  <p:embed/>
                  <p:pic>
                    <p:nvPicPr>
                      <p:cNvPr id="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2214" y="4246543"/>
                        <a:ext cx="7329488"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6"/>
          <p:cNvGraphicFramePr>
            <a:graphicFrameLocks noChangeAspect="1"/>
          </p:cNvGraphicFramePr>
          <p:nvPr/>
        </p:nvGraphicFramePr>
        <p:xfrm>
          <a:off x="498414" y="4856143"/>
          <a:ext cx="4356100" cy="457200"/>
        </p:xfrm>
        <a:graphic>
          <a:graphicData uri="http://schemas.openxmlformats.org/presentationml/2006/ole">
            <mc:AlternateContent xmlns:mc="http://schemas.openxmlformats.org/markup-compatibility/2006">
              <mc:Choice xmlns:v="urn:schemas-microsoft-com:vml" Requires="v">
                <p:oleObj name="公式" r:id="rId10" imgW="4356000" imgH="495000" progId="Equation.3">
                  <p:embed/>
                </p:oleObj>
              </mc:Choice>
              <mc:Fallback>
                <p:oleObj name="公式" r:id="rId10" imgW="4356000" imgH="495000" progId="Equation.3">
                  <p:embed/>
                  <p:pic>
                    <p:nvPicPr>
                      <p:cNvPr id="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8414" y="4856143"/>
                        <a:ext cx="43561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7"/>
          <p:cNvGrpSpPr>
            <a:grpSpLocks/>
          </p:cNvGrpSpPr>
          <p:nvPr/>
        </p:nvGrpSpPr>
        <p:grpSpPr bwMode="auto">
          <a:xfrm>
            <a:off x="276234" y="5656293"/>
            <a:ext cx="4953000" cy="519112"/>
            <a:chOff x="432" y="3312"/>
            <a:chExt cx="3120" cy="327"/>
          </a:xfrm>
        </p:grpSpPr>
        <p:sp>
          <p:nvSpPr>
            <p:cNvPr id="11" name="Rectangle 8"/>
            <p:cNvSpPr>
              <a:spLocks noChangeArrowheads="1"/>
            </p:cNvSpPr>
            <p:nvPr/>
          </p:nvSpPr>
          <p:spPr bwMode="auto">
            <a:xfrm>
              <a:off x="432" y="3312"/>
              <a:ext cx="2592" cy="327"/>
            </a:xfrm>
            <a:prstGeom prst="rect">
              <a:avLst/>
            </a:prstGeom>
            <a:noFill/>
            <a:ln w="9525">
              <a:noFill/>
              <a:miter lim="800000"/>
              <a:headEnd/>
              <a:tailEnd/>
            </a:ln>
            <a:effectLst/>
          </p:spPr>
          <p:txBody>
            <a:bodyPr wrap="none">
              <a:spAutoFit/>
            </a:bodyPr>
            <a:lstStyle/>
            <a:p>
              <a:pPr eaLnBrk="1" hangingPunct="1"/>
              <a:r>
                <a:rPr lang="zh-CN" altLang="en-US" sz="2800" b="1" dirty="0">
                  <a:solidFill>
                    <a:srgbClr val="000000"/>
                  </a:solidFill>
                  <a:ea typeface="宋体" charset="-122"/>
                </a:rPr>
                <a:t>齐次方程组有非零解，则</a:t>
              </a:r>
            </a:p>
          </p:txBody>
        </p:sp>
        <p:graphicFrame>
          <p:nvGraphicFramePr>
            <p:cNvPr id="12" name="Object 9"/>
            <p:cNvGraphicFramePr>
              <a:graphicFrameLocks noChangeAspect="1"/>
            </p:cNvGraphicFramePr>
            <p:nvPr/>
          </p:nvGraphicFramePr>
          <p:xfrm>
            <a:off x="2976" y="3360"/>
            <a:ext cx="576" cy="208"/>
          </p:xfrm>
          <a:graphic>
            <a:graphicData uri="http://schemas.openxmlformats.org/presentationml/2006/ole">
              <mc:AlternateContent xmlns:mc="http://schemas.openxmlformats.org/markup-compatibility/2006">
                <mc:Choice xmlns:v="urn:schemas-microsoft-com:vml" Requires="v">
                  <p:oleObj name="公式" r:id="rId12" imgW="914400" imgH="330120" progId="Equation.3">
                    <p:embed/>
                  </p:oleObj>
                </mc:Choice>
                <mc:Fallback>
                  <p:oleObj name="公式" r:id="rId12" imgW="914400" imgH="330120" progId="Equation.3">
                    <p:embed/>
                    <p:pic>
                      <p:nvPicPr>
                        <p:cNvPr id="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76" y="3360"/>
                          <a:ext cx="576" cy="2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3" name="Group 10"/>
          <p:cNvGrpSpPr>
            <a:grpSpLocks/>
          </p:cNvGrpSpPr>
          <p:nvPr/>
        </p:nvGrpSpPr>
        <p:grpSpPr bwMode="auto">
          <a:xfrm>
            <a:off x="299979" y="6130962"/>
            <a:ext cx="7927975" cy="519112"/>
            <a:chOff x="432" y="3662"/>
            <a:chExt cx="4994" cy="327"/>
          </a:xfrm>
        </p:grpSpPr>
        <p:sp>
          <p:nvSpPr>
            <p:cNvPr id="14" name="Rectangle 11"/>
            <p:cNvSpPr>
              <a:spLocks noChangeArrowheads="1"/>
            </p:cNvSpPr>
            <p:nvPr/>
          </p:nvSpPr>
          <p:spPr bwMode="auto">
            <a:xfrm>
              <a:off x="432" y="3662"/>
              <a:ext cx="4994" cy="327"/>
            </a:xfrm>
            <a:prstGeom prst="rect">
              <a:avLst/>
            </a:prstGeom>
            <a:noFill/>
            <a:ln w="9525">
              <a:noFill/>
              <a:miter lim="800000"/>
              <a:headEnd/>
              <a:tailEnd/>
            </a:ln>
            <a:effectLst/>
          </p:spPr>
          <p:txBody>
            <a:bodyPr wrap="none">
              <a:spAutoFit/>
            </a:bodyPr>
            <a:lstStyle/>
            <a:p>
              <a:pPr eaLnBrk="1" hangingPunct="1"/>
              <a:r>
                <a:rPr lang="zh-CN" altLang="en-US" sz="2800" b="1">
                  <a:solidFill>
                    <a:srgbClr val="000000"/>
                  </a:solidFill>
                  <a:ea typeface="宋体" charset="-122"/>
                </a:rPr>
                <a:t>所以                       或           时齐次方程组有非零解</a:t>
              </a:r>
              <a:r>
                <a:rPr lang="en-US" altLang="zh-CN" sz="2800" b="1">
                  <a:solidFill>
                    <a:srgbClr val="000000"/>
                  </a:solidFill>
                  <a:ea typeface="宋体" charset="-122"/>
                </a:rPr>
                <a:t>.</a:t>
              </a:r>
            </a:p>
          </p:txBody>
        </p:sp>
        <p:graphicFrame>
          <p:nvGraphicFramePr>
            <p:cNvPr id="15" name="Object 12"/>
            <p:cNvGraphicFramePr>
              <a:graphicFrameLocks noChangeAspect="1"/>
            </p:cNvGraphicFramePr>
            <p:nvPr/>
          </p:nvGraphicFramePr>
          <p:xfrm>
            <a:off x="1056" y="3696"/>
            <a:ext cx="1144" cy="247"/>
          </p:xfrm>
          <a:graphic>
            <a:graphicData uri="http://schemas.openxmlformats.org/presentationml/2006/ole">
              <mc:AlternateContent xmlns:mc="http://schemas.openxmlformats.org/markup-compatibility/2006">
                <mc:Choice xmlns:v="urn:schemas-microsoft-com:vml" Requires="v">
                  <p:oleObj name="公式" r:id="rId14" imgW="1815840" imgH="393480" progId="Equation.3">
                    <p:embed/>
                  </p:oleObj>
                </mc:Choice>
                <mc:Fallback>
                  <p:oleObj name="公式" r:id="rId14" imgW="1815840" imgH="393480" progId="Equation.3">
                    <p:embed/>
                    <p:pic>
                      <p:nvPicPr>
                        <p:cNvPr id="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56" y="3696"/>
                          <a:ext cx="1144" cy="24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13"/>
            <p:cNvGraphicFramePr>
              <a:graphicFrameLocks noChangeAspect="1"/>
            </p:cNvGraphicFramePr>
            <p:nvPr/>
          </p:nvGraphicFramePr>
          <p:xfrm>
            <a:off x="2544" y="3696"/>
            <a:ext cx="536" cy="215"/>
          </p:xfrm>
          <a:graphic>
            <a:graphicData uri="http://schemas.openxmlformats.org/presentationml/2006/ole">
              <mc:AlternateContent xmlns:mc="http://schemas.openxmlformats.org/markup-compatibility/2006">
                <mc:Choice xmlns:v="urn:schemas-microsoft-com:vml" Requires="v">
                  <p:oleObj name="公式" r:id="rId16" imgW="850680" imgH="342720" progId="Equation.3">
                    <p:embed/>
                  </p:oleObj>
                </mc:Choice>
                <mc:Fallback>
                  <p:oleObj name="公式" r:id="rId16" imgW="850680" imgH="342720" progId="Equation.3">
                    <p:embed/>
                    <p:pic>
                      <p:nvPicPr>
                        <p:cNvPr id="0"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44" y="3696"/>
                          <a:ext cx="536" cy="21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17" name="Object 14"/>
          <p:cNvGraphicFramePr>
            <a:graphicFrameLocks noChangeAspect="1"/>
          </p:cNvGraphicFramePr>
          <p:nvPr/>
        </p:nvGraphicFramePr>
        <p:xfrm>
          <a:off x="5046669" y="4921198"/>
          <a:ext cx="2324100" cy="393700"/>
        </p:xfrm>
        <a:graphic>
          <a:graphicData uri="http://schemas.openxmlformats.org/presentationml/2006/ole">
            <mc:AlternateContent xmlns:mc="http://schemas.openxmlformats.org/markup-compatibility/2006">
              <mc:Choice xmlns:v="urn:schemas-microsoft-com:vml" Requires="v">
                <p:oleObj name="Equation" r:id="rId18" imgW="2323800" imgH="393480" progId="Equation.3">
                  <p:embed/>
                </p:oleObj>
              </mc:Choice>
              <mc:Fallback>
                <p:oleObj name="Equation" r:id="rId18" imgW="2323800" imgH="393480" progId="Equation.3">
                  <p:embed/>
                  <p:pic>
                    <p:nvPicPr>
                      <p:cNvPr id="0" name="Picture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046669" y="4921198"/>
                        <a:ext cx="2324100"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left)">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left)">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wipe(left)">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7" name="WordArt 9"/>
          <p:cNvSpPr>
            <a:spLocks noChangeArrowheads="1" noChangeShapeType="1" noTextEdit="1"/>
          </p:cNvSpPr>
          <p:nvPr/>
        </p:nvSpPr>
        <p:spPr bwMode="auto">
          <a:xfrm>
            <a:off x="1571604" y="1857364"/>
            <a:ext cx="6335712" cy="2087563"/>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3366CC"/>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第二章</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3366CC"/>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矩阵及其运算</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0" fill="hold" grpId="0" nodeType="afterEffect">
                                  <p:stCondLst>
                                    <p:cond delay="0"/>
                                  </p:stCondLst>
                                  <p:childTnLst>
                                    <p:set>
                                      <p:cBhvr>
                                        <p:cTn id="6" dur="1" fill="hold">
                                          <p:stCondLst>
                                            <p:cond delay="0"/>
                                          </p:stCondLst>
                                        </p:cTn>
                                        <p:tgtEl>
                                          <p:spTgt spid="201737"/>
                                        </p:tgtEl>
                                        <p:attrNameLst>
                                          <p:attrName>style.visibility</p:attrName>
                                        </p:attrNameLst>
                                      </p:cBhvr>
                                      <p:to>
                                        <p:strVal val="visible"/>
                                      </p:to>
                                    </p:set>
                                  </p:childTnLst>
                                </p:cTn>
                              </p:par>
                            </p:childTnLst>
                          </p:cTn>
                        </p:par>
                        <p:par>
                          <p:cTn id="7" fill="hold">
                            <p:stCondLst>
                              <p:cond delay="0"/>
                            </p:stCondLst>
                            <p:childTnLst>
                              <p:par>
                                <p:cTn id="8" presetID="9" presetClass="exit" presetSubtype="0" fill="hold" grpId="1" nodeType="afterEffect">
                                  <p:stCondLst>
                                    <p:cond delay="1000"/>
                                  </p:stCondLst>
                                  <p:childTnLst>
                                    <p:animEffect transition="out" filter="dissolve">
                                      <p:cBhvr>
                                        <p:cTn id="9" dur="500"/>
                                        <p:tgtEl>
                                          <p:spTgt spid="201737"/>
                                        </p:tgtEl>
                                      </p:cBhvr>
                                    </p:animEffect>
                                    <p:set>
                                      <p:cBhvr>
                                        <p:cTn id="10" dur="1" fill="hold">
                                          <p:stCondLst>
                                            <p:cond delay="499"/>
                                          </p:stCondLst>
                                        </p:cTn>
                                        <p:tgtEl>
                                          <p:spTgt spid="201737"/>
                                        </p:tgtEl>
                                        <p:attrNameLst>
                                          <p:attrName>style.visibility</p:attrName>
                                        </p:attrNameLst>
                                      </p:cBhvr>
                                      <p:to>
                                        <p:strVal val="hidden"/>
                                      </p:to>
                                    </p:set>
                                  </p:childTnLst>
                                </p:cTn>
                              </p:par>
                            </p:childTnLst>
                          </p:cTn>
                        </p:par>
                        <p:par>
                          <p:cTn id="11" fill="hold">
                            <p:stCondLst>
                              <p:cond delay="1500"/>
                            </p:stCondLst>
                            <p:childTnLst>
                              <p:par>
                                <p:cTn id="12" presetID="20" presetClass="entr" presetSubtype="0" fill="hold" grpId="2" nodeType="afterEffect">
                                  <p:stCondLst>
                                    <p:cond delay="0"/>
                                  </p:stCondLst>
                                  <p:childTnLst>
                                    <p:set>
                                      <p:cBhvr>
                                        <p:cTn id="13" dur="1" fill="hold">
                                          <p:stCondLst>
                                            <p:cond delay="0"/>
                                          </p:stCondLst>
                                        </p:cTn>
                                        <p:tgtEl>
                                          <p:spTgt spid="201737"/>
                                        </p:tgtEl>
                                        <p:attrNameLst>
                                          <p:attrName>style.visibility</p:attrName>
                                        </p:attrNameLst>
                                      </p:cBhvr>
                                      <p:to>
                                        <p:strVal val="visible"/>
                                      </p:to>
                                    </p:set>
                                    <p:animEffect transition="in" filter="wedge">
                                      <p:cBhvr>
                                        <p:cTn id="14" dur="2000"/>
                                        <p:tgtEl>
                                          <p:spTgt spid="2017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7" grpId="0"/>
      <p:bldP spid="201737" grpId="1"/>
      <p:bldP spid="201737" grpId="2"/>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882" name="Group 2"/>
          <p:cNvGraphicFramePr>
            <a:graphicFrameLocks noGrp="1"/>
          </p:cNvGraphicFramePr>
          <p:nvPr>
            <p:ph idx="4294967295"/>
            <p:extLst>
              <p:ext uri="{D42A27DB-BD31-4B8C-83A1-F6EECF244321}">
                <p14:modId xmlns:p14="http://schemas.microsoft.com/office/powerpoint/2010/main" val="709232932"/>
              </p:ext>
            </p:extLst>
          </p:nvPr>
        </p:nvGraphicFramePr>
        <p:xfrm>
          <a:off x="0" y="-26988"/>
          <a:ext cx="9144000" cy="6851526"/>
        </p:xfrm>
        <a:graphic>
          <a:graphicData uri="http://schemas.openxmlformats.org/drawingml/2006/table">
            <a:tbl>
              <a:tblPr/>
              <a:tblGrid>
                <a:gridCol w="615950">
                  <a:extLst>
                    <a:ext uri="{9D8B030D-6E8A-4147-A177-3AD203B41FA5}">
                      <a16:colId xmlns:a16="http://schemas.microsoft.com/office/drawing/2014/main" val="20000"/>
                    </a:ext>
                  </a:extLst>
                </a:gridCol>
                <a:gridCol w="2039938">
                  <a:extLst>
                    <a:ext uri="{9D8B030D-6E8A-4147-A177-3AD203B41FA5}">
                      <a16:colId xmlns:a16="http://schemas.microsoft.com/office/drawing/2014/main" val="20001"/>
                    </a:ext>
                  </a:extLst>
                </a:gridCol>
                <a:gridCol w="2232025">
                  <a:extLst>
                    <a:ext uri="{9D8B030D-6E8A-4147-A177-3AD203B41FA5}">
                      <a16:colId xmlns:a16="http://schemas.microsoft.com/office/drawing/2014/main" val="20002"/>
                    </a:ext>
                  </a:extLst>
                </a:gridCol>
                <a:gridCol w="2074862">
                  <a:extLst>
                    <a:ext uri="{9D8B030D-6E8A-4147-A177-3AD203B41FA5}">
                      <a16:colId xmlns:a16="http://schemas.microsoft.com/office/drawing/2014/main" val="20003"/>
                    </a:ext>
                  </a:extLst>
                </a:gridCol>
                <a:gridCol w="2181225">
                  <a:extLst>
                    <a:ext uri="{9D8B030D-6E8A-4147-A177-3AD203B41FA5}">
                      <a16:colId xmlns:a16="http://schemas.microsoft.com/office/drawing/2014/main" val="20004"/>
                    </a:ext>
                  </a:extLst>
                </a:gridCol>
              </a:tblGrid>
              <a:tr h="65563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转置</a:t>
                      </a: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2000" b="1" i="0" u="none" strike="noStrike" cap="none" normalizeH="0" baseline="30000">
                          <a:ln>
                            <a:noFill/>
                          </a:ln>
                          <a:solidFill>
                            <a:srgbClr val="006600"/>
                          </a:solidFill>
                          <a:effectLst>
                            <a:outerShdw blurRad="38100" dist="38100" dir="2700000" algn="tl">
                              <a:srgbClr val="000000"/>
                            </a:outerShdw>
                          </a:effectLst>
                          <a:latin typeface="微软雅黑" pitchFamily="34" charset="-122"/>
                          <a:ea typeface="微软雅黑" pitchFamily="34" charset="-122"/>
                        </a:rPr>
                        <a:t>T</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伴随阵</a:t>
                      </a: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行列式│</a:t>
                      </a: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逆矩阵</a:t>
                      </a: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2000" b="1" i="0" u="none" strike="noStrike" cap="none" normalizeH="0" baseline="30000">
                          <a:ln>
                            <a:noFill/>
                          </a:ln>
                          <a:solidFill>
                            <a:srgbClr val="006600"/>
                          </a:solidFill>
                          <a:effectLst>
                            <a:outerShdw blurRad="38100" dist="38100" dir="2700000" algn="tl">
                              <a:srgbClr val="000000"/>
                            </a:outerShdw>
                          </a:effectLst>
                          <a:latin typeface="微软雅黑" pitchFamily="34" charset="-122"/>
                          <a:ea typeface="微软雅黑" pitchFamily="34" charset="-122"/>
                        </a:rPr>
                        <a:t>-1</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812800">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定义</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a:noFill/>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a:noFill/>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a:noFill/>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a:noFill/>
                    </a:lnB>
                    <a:lnTlToBr>
                      <a:noFill/>
                    </a:lnTlToBr>
                    <a:lnBlToTr>
                      <a:noFill/>
                    </a:lnBlToTr>
                    <a:solidFill>
                      <a:srgbClr val="006600"/>
                    </a:solidFill>
                  </a:tcPr>
                </a:tc>
                <a:extLst>
                  <a:ext uri="{0D108BD9-81ED-4DB2-BD59-A6C34878D82A}">
                    <a16:rowId xmlns:a16="http://schemas.microsoft.com/office/drawing/2014/main" val="10001"/>
                  </a:ext>
                </a:extLst>
              </a:tr>
              <a:tr h="668338">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en-US" altLang="zh-CN" sz="1800" b="1" i="0" u="none" strike="noStrike" cap="none" normalizeH="0" baseline="30000" dirty="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2"/>
                  </a:ext>
                </a:extLst>
              </a:tr>
              <a:tr h="50482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反身性</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3"/>
                  </a:ext>
                </a:extLst>
              </a:tr>
              <a:tr h="89852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数乘</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4"/>
                  </a:ext>
                </a:extLst>
              </a:tr>
              <a:tr h="93662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乘积</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5"/>
                  </a:ext>
                </a:extLst>
              </a:tr>
              <a:tr h="86360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2000" b="1" i="0" u="none" strike="noStrike" cap="none" normalizeH="0" baseline="30000">
                          <a:ln>
                            <a:noFill/>
                          </a:ln>
                          <a:solidFill>
                            <a:srgbClr val="006600"/>
                          </a:solidFill>
                          <a:effectLst>
                            <a:outerShdw blurRad="38100" dist="38100" dir="2700000" algn="tl">
                              <a:srgbClr val="000000"/>
                            </a:outerShdw>
                          </a:effectLst>
                          <a:latin typeface="微软雅黑" pitchFamily="34" charset="-122"/>
                          <a:ea typeface="微软雅黑" pitchFamily="34" charset="-122"/>
                        </a:rPr>
                        <a:t>k</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6"/>
                  </a:ext>
                </a:extLst>
              </a:tr>
              <a:tr h="98583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outerShdw blurRad="38100" dist="38100" dir="2700000" algn="tl">
                              <a:srgbClr val="000000"/>
                            </a:outerShdw>
                          </a:effectLst>
                          <a:latin typeface="微软雅黑" pitchFamily="34" charset="-122"/>
                          <a:ea typeface="微软雅黑" pitchFamily="34" charset="-122"/>
                        </a:rPr>
                        <a:t>行列式</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3000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1800" b="1" i="0" u="none" strike="noStrike" cap="none" normalizeH="0" baseline="0" dirty="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7"/>
                  </a:ext>
                </a:extLst>
              </a:tr>
            </a:tbl>
          </a:graphicData>
        </a:graphic>
      </p:graphicFrame>
      <p:sp>
        <p:nvSpPr>
          <p:cNvPr id="634952" name="Rectangle 72"/>
          <p:cNvSpPr>
            <a:spLocks noChangeArrowheads="1"/>
          </p:cNvSpPr>
          <p:nvPr/>
        </p:nvSpPr>
        <p:spPr bwMode="auto">
          <a:xfrm>
            <a:off x="6962775" y="628650"/>
            <a:ext cx="2181225" cy="8128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相当于矩阵的倒数</a:t>
            </a:r>
          </a:p>
        </p:txBody>
      </p:sp>
      <p:sp>
        <p:nvSpPr>
          <p:cNvPr id="634953" name="Rectangle 73"/>
          <p:cNvSpPr>
            <a:spLocks noChangeArrowheads="1"/>
          </p:cNvSpPr>
          <p:nvPr/>
        </p:nvSpPr>
        <p:spPr bwMode="auto">
          <a:xfrm>
            <a:off x="4887913" y="628650"/>
            <a:ext cx="2074862" cy="8128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n</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阶方阵元素构成</a:t>
            </a:r>
          </a:p>
        </p:txBody>
      </p:sp>
      <p:sp>
        <p:nvSpPr>
          <p:cNvPr id="634954" name="Rectangle 74"/>
          <p:cNvSpPr>
            <a:spLocks noChangeArrowheads="1"/>
          </p:cNvSpPr>
          <p:nvPr/>
        </p:nvSpPr>
        <p:spPr bwMode="auto">
          <a:xfrm>
            <a:off x="2655888" y="628650"/>
            <a:ext cx="2232025" cy="8128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由</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中各元素的代数余子式</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25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ij</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转置构成</a:t>
            </a:r>
          </a:p>
        </p:txBody>
      </p:sp>
      <p:sp>
        <p:nvSpPr>
          <p:cNvPr id="634955" name="Rectangle 75"/>
          <p:cNvSpPr>
            <a:spLocks noChangeArrowheads="1"/>
          </p:cNvSpPr>
          <p:nvPr/>
        </p:nvSpPr>
        <p:spPr bwMode="auto">
          <a:xfrm>
            <a:off x="615950" y="628650"/>
            <a:ext cx="2039938" cy="8128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eaLnBrk="1" hangingPunct="1">
              <a:spcBef>
                <a:spcPct val="20000"/>
              </a:spcBef>
              <a:buClr>
                <a:srgbClr val="FFCC00"/>
              </a:buClr>
              <a:buSzPct val="120000"/>
              <a:defRPr/>
            </a:pPr>
            <a:r>
              <a:rPr kumimoji="0" lang="zh-CN" altLang="en-US" sz="1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行换为同序的列</a:t>
            </a:r>
            <a:endParaRPr kumimoji="0" lang="en-US" altLang="zh-CN" sz="1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a:p>
            <a:pPr algn="ctr" eaLnBrk="1" hangingPunct="1">
              <a:spcBef>
                <a:spcPct val="20000"/>
              </a:spcBef>
              <a:buClr>
                <a:srgbClr val="FFCC00"/>
              </a:buClr>
              <a:buSzPct val="120000"/>
              <a:defRPr/>
            </a:pPr>
            <a:r>
              <a:rPr kumimoji="0" lang="en-US" altLang="zh-CN" sz="1800" b="1" dirty="0">
                <a:solidFill>
                  <a:srgbClr val="FFFF00"/>
                </a:solidFill>
                <a:effectLst>
                  <a:outerShdw blurRad="38100" dist="38100" dir="2700000" algn="tl">
                    <a:srgbClr val="000000"/>
                  </a:outerShdw>
                </a:effectLst>
                <a:latin typeface="微软雅黑" pitchFamily="34" charset="-122"/>
                <a:ea typeface="微软雅黑" pitchFamily="34" charset="-122"/>
              </a:rPr>
              <a:t>A</a:t>
            </a:r>
            <a:r>
              <a:rPr kumimoji="0" lang="en-US" altLang="zh-CN" sz="1800" b="1" baseline="30000" dirty="0">
                <a:solidFill>
                  <a:srgbClr val="FFFF00"/>
                </a:solidFill>
                <a:effectLst>
                  <a:outerShdw blurRad="38100" dist="38100" dir="2700000" algn="tl">
                    <a:srgbClr val="000000"/>
                  </a:outerShdw>
                </a:effectLst>
                <a:latin typeface="微软雅黑" pitchFamily="34" charset="-122"/>
                <a:ea typeface="微软雅黑" pitchFamily="34" charset="-122"/>
              </a:rPr>
              <a:t>T</a:t>
            </a:r>
            <a:endParaRPr kumimoji="0" lang="zh-CN" altLang="en-US" sz="1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56" name="Rectangle 76"/>
          <p:cNvSpPr>
            <a:spLocks noChangeArrowheads="1"/>
          </p:cNvSpPr>
          <p:nvPr/>
        </p:nvSpPr>
        <p:spPr bwMode="auto">
          <a:xfrm>
            <a:off x="6962775" y="5815013"/>
            <a:ext cx="2181225"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a:t>
            </a:r>
          </a:p>
        </p:txBody>
      </p:sp>
      <p:sp>
        <p:nvSpPr>
          <p:cNvPr id="634957" name="Rectangle 77"/>
          <p:cNvSpPr>
            <a:spLocks noChangeArrowheads="1"/>
          </p:cNvSpPr>
          <p:nvPr/>
        </p:nvSpPr>
        <p:spPr bwMode="auto">
          <a:xfrm>
            <a:off x="4887913" y="5815013"/>
            <a:ext cx="2074862" cy="1006475"/>
          </a:xfrm>
          <a:prstGeom prst="rect">
            <a:avLst/>
          </a:prstGeom>
          <a:solidFill>
            <a:srgbClr val="0000FF"/>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58" name="Rectangle 78"/>
          <p:cNvSpPr>
            <a:spLocks noChangeArrowheads="1"/>
          </p:cNvSpPr>
          <p:nvPr/>
        </p:nvSpPr>
        <p:spPr bwMode="auto">
          <a:xfrm>
            <a:off x="2655888" y="5815013"/>
            <a:ext cx="2232025"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n-1</a:t>
            </a:r>
          </a:p>
        </p:txBody>
      </p:sp>
      <p:sp>
        <p:nvSpPr>
          <p:cNvPr id="634959" name="Rectangle 79"/>
          <p:cNvSpPr>
            <a:spLocks noChangeArrowheads="1"/>
          </p:cNvSpPr>
          <p:nvPr/>
        </p:nvSpPr>
        <p:spPr bwMode="auto">
          <a:xfrm>
            <a:off x="615950" y="5815013"/>
            <a:ext cx="2039938"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a:t>
            </a:r>
          </a:p>
        </p:txBody>
      </p:sp>
      <p:sp>
        <p:nvSpPr>
          <p:cNvPr id="634960" name="Rectangle 80"/>
          <p:cNvSpPr>
            <a:spLocks noChangeArrowheads="1"/>
          </p:cNvSpPr>
          <p:nvPr/>
        </p:nvSpPr>
        <p:spPr bwMode="auto">
          <a:xfrm>
            <a:off x="0" y="5815013"/>
            <a:ext cx="615950" cy="1006475"/>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行列式</a:t>
            </a:r>
          </a:p>
        </p:txBody>
      </p:sp>
      <p:sp>
        <p:nvSpPr>
          <p:cNvPr id="634961" name="Rectangle 81"/>
          <p:cNvSpPr>
            <a:spLocks noChangeArrowheads="1"/>
          </p:cNvSpPr>
          <p:nvPr/>
        </p:nvSpPr>
        <p:spPr bwMode="auto">
          <a:xfrm>
            <a:off x="6962775" y="4951413"/>
            <a:ext cx="2181225" cy="8636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endPar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62" name="Rectangle 82"/>
          <p:cNvSpPr>
            <a:spLocks noChangeArrowheads="1"/>
          </p:cNvSpPr>
          <p:nvPr/>
        </p:nvSpPr>
        <p:spPr bwMode="auto">
          <a:xfrm>
            <a:off x="4887913" y="4951413"/>
            <a:ext cx="2074862" cy="8636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endPar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63" name="Rectangle 83"/>
          <p:cNvSpPr>
            <a:spLocks noChangeArrowheads="1"/>
          </p:cNvSpPr>
          <p:nvPr/>
        </p:nvSpPr>
        <p:spPr bwMode="auto">
          <a:xfrm>
            <a:off x="2655888" y="4951413"/>
            <a:ext cx="2232025" cy="8636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endPar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64" name="Rectangle 84"/>
          <p:cNvSpPr>
            <a:spLocks noChangeArrowheads="1"/>
          </p:cNvSpPr>
          <p:nvPr/>
        </p:nvSpPr>
        <p:spPr bwMode="auto">
          <a:xfrm>
            <a:off x="615950" y="4951413"/>
            <a:ext cx="2039938" cy="863600"/>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k</a:t>
            </a:r>
          </a:p>
        </p:txBody>
      </p:sp>
      <p:sp>
        <p:nvSpPr>
          <p:cNvPr id="634965" name="Rectangle 85"/>
          <p:cNvSpPr>
            <a:spLocks noChangeArrowheads="1"/>
          </p:cNvSpPr>
          <p:nvPr/>
        </p:nvSpPr>
        <p:spPr bwMode="auto">
          <a:xfrm>
            <a:off x="0" y="4951413"/>
            <a:ext cx="615950" cy="863600"/>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k</a:t>
            </a:r>
          </a:p>
        </p:txBody>
      </p:sp>
      <p:sp>
        <p:nvSpPr>
          <p:cNvPr id="634966" name="Rectangle 86"/>
          <p:cNvSpPr>
            <a:spLocks noChangeArrowheads="1"/>
          </p:cNvSpPr>
          <p:nvPr/>
        </p:nvSpPr>
        <p:spPr bwMode="auto">
          <a:xfrm>
            <a:off x="6962775" y="4014788"/>
            <a:ext cx="2181225" cy="9366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AB</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=B</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p>
        </p:txBody>
      </p:sp>
      <p:sp>
        <p:nvSpPr>
          <p:cNvPr id="634967" name="Rectangle 87"/>
          <p:cNvSpPr>
            <a:spLocks noChangeArrowheads="1"/>
          </p:cNvSpPr>
          <p:nvPr/>
        </p:nvSpPr>
        <p:spPr bwMode="auto">
          <a:xfrm>
            <a:off x="4887913" y="4014788"/>
            <a:ext cx="2074862" cy="9366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│AB│=│B│ │A│</a:t>
            </a:r>
          </a:p>
        </p:txBody>
      </p:sp>
      <p:sp>
        <p:nvSpPr>
          <p:cNvPr id="634968" name="Rectangle 88"/>
          <p:cNvSpPr>
            <a:spLocks noChangeArrowheads="1"/>
          </p:cNvSpPr>
          <p:nvPr/>
        </p:nvSpPr>
        <p:spPr bwMode="auto">
          <a:xfrm>
            <a:off x="2655888" y="4014788"/>
            <a:ext cx="2232025" cy="9366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AB</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=B*A*</a:t>
            </a:r>
          </a:p>
        </p:txBody>
      </p:sp>
      <p:sp>
        <p:nvSpPr>
          <p:cNvPr id="634969" name="Rectangle 89"/>
          <p:cNvSpPr>
            <a:spLocks noChangeArrowheads="1"/>
          </p:cNvSpPr>
          <p:nvPr/>
        </p:nvSpPr>
        <p:spPr bwMode="auto">
          <a:xfrm>
            <a:off x="615950" y="4014788"/>
            <a:ext cx="2039938" cy="9366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AB</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B</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p>
        </p:txBody>
      </p:sp>
      <p:sp>
        <p:nvSpPr>
          <p:cNvPr id="634970" name="Rectangle 90"/>
          <p:cNvSpPr>
            <a:spLocks noChangeArrowheads="1"/>
          </p:cNvSpPr>
          <p:nvPr/>
        </p:nvSpPr>
        <p:spPr bwMode="auto">
          <a:xfrm>
            <a:off x="0" y="4014788"/>
            <a:ext cx="615950" cy="936625"/>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乘积</a:t>
            </a:r>
          </a:p>
        </p:txBody>
      </p:sp>
      <p:sp>
        <p:nvSpPr>
          <p:cNvPr id="634971" name="Rectangle 91"/>
          <p:cNvSpPr>
            <a:spLocks noChangeArrowheads="1"/>
          </p:cNvSpPr>
          <p:nvPr/>
        </p:nvSpPr>
        <p:spPr bwMode="auto">
          <a:xfrm>
            <a:off x="6962775" y="3116263"/>
            <a:ext cx="2181225" cy="8985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λA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λ </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 </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p>
        </p:txBody>
      </p:sp>
      <p:sp>
        <p:nvSpPr>
          <p:cNvPr id="634972" name="Rectangle 92"/>
          <p:cNvSpPr>
            <a:spLocks noChangeArrowheads="1"/>
          </p:cNvSpPr>
          <p:nvPr/>
        </p:nvSpPr>
        <p:spPr bwMode="auto">
          <a:xfrm>
            <a:off x="4887913" y="3116263"/>
            <a:ext cx="2074862" cy="8985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│λA│= λ</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n</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a:t>
            </a:r>
          </a:p>
        </p:txBody>
      </p:sp>
      <p:sp>
        <p:nvSpPr>
          <p:cNvPr id="634973" name="Rectangle 93"/>
          <p:cNvSpPr>
            <a:spLocks noChangeArrowheads="1"/>
          </p:cNvSpPr>
          <p:nvPr/>
        </p:nvSpPr>
        <p:spPr bwMode="auto">
          <a:xfrm>
            <a:off x="2655888" y="3116263"/>
            <a:ext cx="2232025" cy="8985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λ 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λ</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n-1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74" name="Rectangle 94"/>
          <p:cNvSpPr>
            <a:spLocks noChangeArrowheads="1"/>
          </p:cNvSpPr>
          <p:nvPr/>
        </p:nvSpPr>
        <p:spPr bwMode="auto">
          <a:xfrm>
            <a:off x="615950" y="3116263"/>
            <a:ext cx="2039938" cy="89852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λA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=λA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p>
        </p:txBody>
      </p:sp>
      <p:sp>
        <p:nvSpPr>
          <p:cNvPr id="634975" name="Rectangle 95"/>
          <p:cNvSpPr>
            <a:spLocks noChangeArrowheads="1"/>
          </p:cNvSpPr>
          <p:nvPr/>
        </p:nvSpPr>
        <p:spPr bwMode="auto">
          <a:xfrm>
            <a:off x="0" y="3116263"/>
            <a:ext cx="615950" cy="898525"/>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数乘</a:t>
            </a:r>
          </a:p>
        </p:txBody>
      </p:sp>
      <p:sp>
        <p:nvSpPr>
          <p:cNvPr id="634976" name="Rectangle 96"/>
          <p:cNvSpPr>
            <a:spLocks noChangeArrowheads="1"/>
          </p:cNvSpPr>
          <p:nvPr/>
        </p:nvSpPr>
        <p:spPr bwMode="auto">
          <a:xfrm>
            <a:off x="6962775" y="2109788"/>
            <a:ext cx="2181225"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77" name="Rectangle 97"/>
          <p:cNvSpPr>
            <a:spLocks noChangeArrowheads="1"/>
          </p:cNvSpPr>
          <p:nvPr/>
        </p:nvSpPr>
        <p:spPr bwMode="auto">
          <a:xfrm>
            <a:off x="4887913" y="2109788"/>
            <a:ext cx="2074862" cy="1006475"/>
          </a:xfrm>
          <a:prstGeom prst="rect">
            <a:avLst/>
          </a:prstGeom>
          <a:solidFill>
            <a:srgbClr val="0000FF"/>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34978" name="Rectangle 98"/>
          <p:cNvSpPr>
            <a:spLocks noChangeArrowheads="1"/>
          </p:cNvSpPr>
          <p:nvPr/>
        </p:nvSpPr>
        <p:spPr bwMode="auto">
          <a:xfrm>
            <a:off x="2655888" y="2109788"/>
            <a:ext cx="2232025"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n-2</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79" name="Rectangle 99"/>
          <p:cNvSpPr>
            <a:spLocks noChangeArrowheads="1"/>
          </p:cNvSpPr>
          <p:nvPr/>
        </p:nvSpPr>
        <p:spPr bwMode="auto">
          <a:xfrm>
            <a:off x="615950" y="2109788"/>
            <a:ext cx="2039938" cy="1006475"/>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zh-CN" altLang="en-US"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T</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80" name="Rectangle 100"/>
          <p:cNvSpPr>
            <a:spLocks noChangeArrowheads="1"/>
          </p:cNvSpPr>
          <p:nvPr/>
        </p:nvSpPr>
        <p:spPr bwMode="auto">
          <a:xfrm>
            <a:off x="0" y="2109788"/>
            <a:ext cx="615950" cy="1006475"/>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反身性</a:t>
            </a:r>
          </a:p>
        </p:txBody>
      </p:sp>
      <p:sp>
        <p:nvSpPr>
          <p:cNvPr id="634981" name="Rectangle 101"/>
          <p:cNvSpPr>
            <a:spLocks noChangeArrowheads="1"/>
          </p:cNvSpPr>
          <p:nvPr/>
        </p:nvSpPr>
        <p:spPr bwMode="auto">
          <a:xfrm>
            <a:off x="6962775" y="1441450"/>
            <a:ext cx="2181225" cy="668338"/>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AB=E</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 │A│</a:t>
            </a:r>
          </a:p>
        </p:txBody>
      </p:sp>
      <p:sp>
        <p:nvSpPr>
          <p:cNvPr id="634982" name="Rectangle 102"/>
          <p:cNvSpPr>
            <a:spLocks noChangeArrowheads="1"/>
          </p:cNvSpPr>
          <p:nvPr/>
        </p:nvSpPr>
        <p:spPr bwMode="auto">
          <a:xfrm>
            <a:off x="4887913" y="1441450"/>
            <a:ext cx="2074862" cy="668338"/>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│A│=detA</a:t>
            </a:r>
          </a:p>
        </p:txBody>
      </p:sp>
      <p:sp>
        <p:nvSpPr>
          <p:cNvPr id="634983" name="Rectangle 103"/>
          <p:cNvSpPr>
            <a:spLocks noChangeArrowheads="1"/>
          </p:cNvSpPr>
          <p:nvPr/>
        </p:nvSpPr>
        <p:spPr bwMode="auto">
          <a:xfrm>
            <a:off x="2655888" y="1441450"/>
            <a:ext cx="2232025" cy="668338"/>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AA*=A*A=│A│E</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A*=│A│A</a:t>
            </a:r>
            <a:r>
              <a:rPr kumimoji="0" lang="en-US" altLang="zh-CN" sz="1800" b="1" i="0" u="none" strike="noStrike" kern="1200" cap="none" spc="0" normalizeH="0" baseline="3000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p>
        </p:txBody>
      </p:sp>
      <p:sp>
        <p:nvSpPr>
          <p:cNvPr id="634985" name="Rectangle 105"/>
          <p:cNvSpPr>
            <a:spLocks noChangeArrowheads="1"/>
          </p:cNvSpPr>
          <p:nvPr/>
        </p:nvSpPr>
        <p:spPr bwMode="auto">
          <a:xfrm>
            <a:off x="0" y="628650"/>
            <a:ext cx="615950" cy="14811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dirty="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定义</a:t>
            </a:r>
          </a:p>
        </p:txBody>
      </p:sp>
      <p:sp>
        <p:nvSpPr>
          <p:cNvPr id="634986" name="Rectangle 106"/>
          <p:cNvSpPr>
            <a:spLocks noChangeArrowheads="1"/>
          </p:cNvSpPr>
          <p:nvPr/>
        </p:nvSpPr>
        <p:spPr bwMode="auto">
          <a:xfrm>
            <a:off x="6962775" y="-26988"/>
            <a:ext cx="2181225" cy="6556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逆矩阵</a:t>
            </a:r>
            <a:r>
              <a:rPr kumimoji="0" lang="en-US" altLang="zh-CN"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-1</a:t>
            </a:r>
          </a:p>
        </p:txBody>
      </p:sp>
      <p:sp>
        <p:nvSpPr>
          <p:cNvPr id="634987" name="Rectangle 107"/>
          <p:cNvSpPr>
            <a:spLocks noChangeArrowheads="1"/>
          </p:cNvSpPr>
          <p:nvPr/>
        </p:nvSpPr>
        <p:spPr bwMode="auto">
          <a:xfrm>
            <a:off x="4887913" y="-26988"/>
            <a:ext cx="2074862" cy="6556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行列式│</a:t>
            </a:r>
            <a:r>
              <a:rPr kumimoji="0" lang="en-US" altLang="zh-CN"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88" name="Rectangle 108"/>
          <p:cNvSpPr>
            <a:spLocks noChangeArrowheads="1"/>
          </p:cNvSpPr>
          <p:nvPr/>
        </p:nvSpPr>
        <p:spPr bwMode="auto">
          <a:xfrm>
            <a:off x="2655888" y="-26988"/>
            <a:ext cx="2232025" cy="6556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伴随阵</a:t>
            </a:r>
            <a:r>
              <a:rPr kumimoji="0" lang="en-US" altLang="zh-CN"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sp>
        <p:nvSpPr>
          <p:cNvPr id="634989" name="Rectangle 109"/>
          <p:cNvSpPr>
            <a:spLocks noChangeArrowheads="1"/>
          </p:cNvSpPr>
          <p:nvPr/>
        </p:nvSpPr>
        <p:spPr bwMode="auto">
          <a:xfrm>
            <a:off x="615950" y="-26988"/>
            <a:ext cx="2039938" cy="6556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转置</a:t>
            </a:r>
            <a:r>
              <a:rPr kumimoji="0" lang="en-US" altLang="zh-CN" sz="20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T</a:t>
            </a:r>
          </a:p>
        </p:txBody>
      </p:sp>
      <p:sp>
        <p:nvSpPr>
          <p:cNvPr id="634990" name="Rectangle 110"/>
          <p:cNvSpPr>
            <a:spLocks noChangeArrowheads="1"/>
          </p:cNvSpPr>
          <p:nvPr/>
        </p:nvSpPr>
        <p:spPr bwMode="auto">
          <a:xfrm>
            <a:off x="0" y="-26988"/>
            <a:ext cx="615950" cy="655638"/>
          </a:xfrm>
          <a:prstGeom prst="rect">
            <a:avLst/>
          </a:prstGeom>
          <a:solidFill>
            <a:srgbClr val="FFFF00"/>
          </a:solidFill>
          <a:ln w="12700">
            <a:solidFill>
              <a:schemeClr val="accent6">
                <a:lumMod val="75000"/>
              </a:schemeClr>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en-US" altLang="zh-CN" sz="2000" b="1" i="0" u="none" strike="noStrike" kern="1200" cap="none" spc="0" normalizeH="0" baseline="0" noProof="0" dirty="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51305" name="Line 111"/>
          <p:cNvSpPr>
            <a:spLocks noChangeShapeType="1"/>
          </p:cNvSpPr>
          <p:nvPr/>
        </p:nvSpPr>
        <p:spPr bwMode="auto">
          <a:xfrm>
            <a:off x="0" y="-26988"/>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06" name="Line 112"/>
          <p:cNvSpPr>
            <a:spLocks noChangeShapeType="1"/>
          </p:cNvSpPr>
          <p:nvPr/>
        </p:nvSpPr>
        <p:spPr bwMode="auto">
          <a:xfrm>
            <a:off x="0" y="2109788"/>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07" name="Line 113"/>
          <p:cNvSpPr>
            <a:spLocks noChangeShapeType="1"/>
          </p:cNvSpPr>
          <p:nvPr/>
        </p:nvSpPr>
        <p:spPr bwMode="auto">
          <a:xfrm>
            <a:off x="0" y="3116263"/>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08" name="Line 114"/>
          <p:cNvSpPr>
            <a:spLocks noChangeShapeType="1"/>
          </p:cNvSpPr>
          <p:nvPr/>
        </p:nvSpPr>
        <p:spPr bwMode="auto">
          <a:xfrm>
            <a:off x="0" y="4014788"/>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09" name="Line 115"/>
          <p:cNvSpPr>
            <a:spLocks noChangeShapeType="1"/>
          </p:cNvSpPr>
          <p:nvPr/>
        </p:nvSpPr>
        <p:spPr bwMode="auto">
          <a:xfrm>
            <a:off x="0" y="4951413"/>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0" name="Line 116"/>
          <p:cNvSpPr>
            <a:spLocks noChangeShapeType="1"/>
          </p:cNvSpPr>
          <p:nvPr/>
        </p:nvSpPr>
        <p:spPr bwMode="auto">
          <a:xfrm>
            <a:off x="0" y="5815013"/>
            <a:ext cx="6159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1" name="Line 117"/>
          <p:cNvSpPr>
            <a:spLocks noChangeShapeType="1"/>
          </p:cNvSpPr>
          <p:nvPr/>
        </p:nvSpPr>
        <p:spPr bwMode="auto">
          <a:xfrm>
            <a:off x="0" y="-26988"/>
            <a:ext cx="0" cy="655638"/>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2" name="Line 118"/>
          <p:cNvSpPr>
            <a:spLocks noChangeShapeType="1"/>
          </p:cNvSpPr>
          <p:nvPr/>
        </p:nvSpPr>
        <p:spPr bwMode="auto">
          <a:xfrm>
            <a:off x="2655888" y="-26988"/>
            <a:ext cx="0" cy="655638"/>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3" name="Line 119"/>
          <p:cNvSpPr>
            <a:spLocks noChangeShapeType="1"/>
          </p:cNvSpPr>
          <p:nvPr/>
        </p:nvSpPr>
        <p:spPr bwMode="auto">
          <a:xfrm>
            <a:off x="4887913" y="-26988"/>
            <a:ext cx="0" cy="655638"/>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4" name="Line 120"/>
          <p:cNvSpPr>
            <a:spLocks noChangeShapeType="1"/>
          </p:cNvSpPr>
          <p:nvPr/>
        </p:nvSpPr>
        <p:spPr bwMode="auto">
          <a:xfrm>
            <a:off x="6962775" y="-26988"/>
            <a:ext cx="0" cy="655638"/>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5" name="Line 121"/>
          <p:cNvSpPr>
            <a:spLocks noChangeShapeType="1"/>
          </p:cNvSpPr>
          <p:nvPr/>
        </p:nvSpPr>
        <p:spPr bwMode="auto">
          <a:xfrm>
            <a:off x="2655888" y="628650"/>
            <a:ext cx="0" cy="6192838"/>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6" name="Line 122"/>
          <p:cNvSpPr>
            <a:spLocks noChangeShapeType="1"/>
          </p:cNvSpPr>
          <p:nvPr/>
        </p:nvSpPr>
        <p:spPr bwMode="auto">
          <a:xfrm>
            <a:off x="4887913" y="628650"/>
            <a:ext cx="0" cy="6192838"/>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7" name="Line 123"/>
          <p:cNvSpPr>
            <a:spLocks noChangeShapeType="1"/>
          </p:cNvSpPr>
          <p:nvPr/>
        </p:nvSpPr>
        <p:spPr bwMode="auto">
          <a:xfrm>
            <a:off x="6962775" y="628650"/>
            <a:ext cx="0" cy="6192838"/>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8" name="Line 124"/>
          <p:cNvSpPr>
            <a:spLocks noChangeShapeType="1"/>
          </p:cNvSpPr>
          <p:nvPr/>
        </p:nvSpPr>
        <p:spPr bwMode="auto">
          <a:xfrm>
            <a:off x="9144000" y="628650"/>
            <a:ext cx="0" cy="812800"/>
          </a:xfrm>
          <a:prstGeom prst="line">
            <a:avLst/>
          </a:prstGeom>
          <a:noFill/>
          <a:ln w="28575">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19" name="Line 125"/>
          <p:cNvSpPr>
            <a:spLocks noChangeShapeType="1"/>
          </p:cNvSpPr>
          <p:nvPr/>
        </p:nvSpPr>
        <p:spPr bwMode="auto">
          <a:xfrm>
            <a:off x="615950" y="2109788"/>
            <a:ext cx="8528050" cy="0"/>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0" name="Line 126"/>
          <p:cNvSpPr>
            <a:spLocks noChangeShapeType="1"/>
          </p:cNvSpPr>
          <p:nvPr/>
        </p:nvSpPr>
        <p:spPr bwMode="auto">
          <a:xfrm>
            <a:off x="615950" y="3116263"/>
            <a:ext cx="8528050" cy="0"/>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1" name="Line 127"/>
          <p:cNvSpPr>
            <a:spLocks noChangeShapeType="1"/>
          </p:cNvSpPr>
          <p:nvPr/>
        </p:nvSpPr>
        <p:spPr bwMode="auto">
          <a:xfrm>
            <a:off x="615950" y="4014788"/>
            <a:ext cx="8528050" cy="0"/>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2" name="Line 128"/>
          <p:cNvSpPr>
            <a:spLocks noChangeShapeType="1"/>
          </p:cNvSpPr>
          <p:nvPr/>
        </p:nvSpPr>
        <p:spPr bwMode="auto">
          <a:xfrm>
            <a:off x="615950" y="4951413"/>
            <a:ext cx="8528050" cy="0"/>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3" name="Line 129"/>
          <p:cNvSpPr>
            <a:spLocks noChangeShapeType="1"/>
          </p:cNvSpPr>
          <p:nvPr/>
        </p:nvSpPr>
        <p:spPr bwMode="auto">
          <a:xfrm>
            <a:off x="615950" y="5815013"/>
            <a:ext cx="8528050" cy="0"/>
          </a:xfrm>
          <a:prstGeom prst="line">
            <a:avLst/>
          </a:prstGeom>
          <a:noFill/>
          <a:ln w="127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4" name="Line 130"/>
          <p:cNvSpPr>
            <a:spLocks noChangeShapeType="1"/>
          </p:cNvSpPr>
          <p:nvPr/>
        </p:nvSpPr>
        <p:spPr bwMode="auto">
          <a:xfrm>
            <a:off x="615950" y="6821488"/>
            <a:ext cx="8528050" cy="0"/>
          </a:xfrm>
          <a:prstGeom prst="line">
            <a:avLst/>
          </a:prstGeom>
          <a:noFill/>
          <a:ln w="28575"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5" name="Line 131"/>
          <p:cNvSpPr>
            <a:spLocks noChangeShapeType="1"/>
          </p:cNvSpPr>
          <p:nvPr/>
        </p:nvSpPr>
        <p:spPr bwMode="auto">
          <a:xfrm>
            <a:off x="0" y="628650"/>
            <a:ext cx="0" cy="6192838"/>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6" name="Line 132"/>
          <p:cNvSpPr>
            <a:spLocks noChangeShapeType="1"/>
          </p:cNvSpPr>
          <p:nvPr/>
        </p:nvSpPr>
        <p:spPr bwMode="auto">
          <a:xfrm>
            <a:off x="0" y="6821488"/>
            <a:ext cx="615950" cy="0"/>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7" name="Line 133"/>
          <p:cNvSpPr>
            <a:spLocks noChangeShapeType="1"/>
          </p:cNvSpPr>
          <p:nvPr/>
        </p:nvSpPr>
        <p:spPr bwMode="auto">
          <a:xfrm>
            <a:off x="615950" y="-26988"/>
            <a:ext cx="8528050" cy="0"/>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8" name="Line 134"/>
          <p:cNvSpPr>
            <a:spLocks noChangeShapeType="1"/>
          </p:cNvSpPr>
          <p:nvPr/>
        </p:nvSpPr>
        <p:spPr bwMode="auto">
          <a:xfrm>
            <a:off x="615950" y="628650"/>
            <a:ext cx="8528050" cy="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29" name="Line 135"/>
          <p:cNvSpPr>
            <a:spLocks noChangeShapeType="1"/>
          </p:cNvSpPr>
          <p:nvPr/>
        </p:nvSpPr>
        <p:spPr bwMode="auto">
          <a:xfrm>
            <a:off x="0" y="628650"/>
            <a:ext cx="615950" cy="0"/>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30" name="Line 136"/>
          <p:cNvSpPr>
            <a:spLocks noChangeShapeType="1"/>
          </p:cNvSpPr>
          <p:nvPr/>
        </p:nvSpPr>
        <p:spPr bwMode="auto">
          <a:xfrm>
            <a:off x="615950" y="628650"/>
            <a:ext cx="0" cy="812800"/>
          </a:xfrm>
          <a:prstGeom prst="line">
            <a:avLst/>
          </a:prstGeom>
          <a:noFill/>
          <a:ln w="38100">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31" name="Line 137"/>
          <p:cNvSpPr>
            <a:spLocks noChangeShapeType="1"/>
          </p:cNvSpPr>
          <p:nvPr/>
        </p:nvSpPr>
        <p:spPr bwMode="auto">
          <a:xfrm>
            <a:off x="615950" y="-26988"/>
            <a:ext cx="0" cy="655638"/>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32" name="Line 138"/>
          <p:cNvSpPr>
            <a:spLocks noChangeShapeType="1"/>
          </p:cNvSpPr>
          <p:nvPr/>
        </p:nvSpPr>
        <p:spPr bwMode="auto">
          <a:xfrm>
            <a:off x="615950" y="1441450"/>
            <a:ext cx="0" cy="5380038"/>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33" name="Line 139"/>
          <p:cNvSpPr>
            <a:spLocks noChangeShapeType="1"/>
          </p:cNvSpPr>
          <p:nvPr/>
        </p:nvSpPr>
        <p:spPr bwMode="auto">
          <a:xfrm>
            <a:off x="9144000" y="-26988"/>
            <a:ext cx="0" cy="655638"/>
          </a:xfrm>
          <a:prstGeom prst="line">
            <a:avLst/>
          </a:prstGeom>
          <a:noFill/>
          <a:ln w="38100"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51334" name="Line 140"/>
          <p:cNvSpPr>
            <a:spLocks noChangeShapeType="1"/>
          </p:cNvSpPr>
          <p:nvPr/>
        </p:nvSpPr>
        <p:spPr bwMode="auto">
          <a:xfrm>
            <a:off x="9144000" y="1441450"/>
            <a:ext cx="0" cy="5380038"/>
          </a:xfrm>
          <a:prstGeom prst="line">
            <a:avLst/>
          </a:prstGeom>
          <a:noFill/>
          <a:ln w="28575" cap="sq">
            <a:solidFill>
              <a:schemeClr val="accent6">
                <a:lumMod val="75000"/>
              </a:schemeClr>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72" name="动作按钮: 帮助 71">
            <a:hlinkClick r:id="rId3" action="ppaction://hlinksldjump" highlightClick="1"/>
          </p:cNvPr>
          <p:cNvSpPr/>
          <p:nvPr/>
        </p:nvSpPr>
        <p:spPr bwMode="auto">
          <a:xfrm>
            <a:off x="-32" y="-24"/>
            <a:ext cx="642942" cy="642942"/>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graphicFrame>
        <p:nvGraphicFramePr>
          <p:cNvPr id="2" name="Object 6">
            <a:extLst>
              <a:ext uri="{FF2B5EF4-FFF2-40B4-BE49-F238E27FC236}">
                <a16:creationId xmlns:a16="http://schemas.microsoft.com/office/drawing/2014/main" id="{8ED10A83-5662-40D1-D7FA-686455577FC6}"/>
              </a:ext>
            </a:extLst>
          </p:cNvPr>
          <p:cNvGraphicFramePr>
            <a:graphicFrameLocks noChangeAspect="1"/>
          </p:cNvGraphicFramePr>
          <p:nvPr>
            <p:extLst>
              <p:ext uri="{D42A27DB-BD31-4B8C-83A1-F6EECF244321}">
                <p14:modId xmlns:p14="http://schemas.microsoft.com/office/powerpoint/2010/main" val="2570646615"/>
              </p:ext>
            </p:extLst>
          </p:nvPr>
        </p:nvGraphicFramePr>
        <p:xfrm>
          <a:off x="774700" y="1573213"/>
          <a:ext cx="1747838" cy="350837"/>
        </p:xfrm>
        <a:graphic>
          <a:graphicData uri="http://schemas.openxmlformats.org/presentationml/2006/ole">
            <mc:AlternateContent xmlns:mc="http://schemas.openxmlformats.org/markup-compatibility/2006">
              <mc:Choice xmlns:v="urn:schemas-microsoft-com:vml" Requires="v">
                <p:oleObj name="Equation" r:id="rId4" imgW="1282680" imgH="228600" progId="Equation.DSMT4">
                  <p:embed/>
                </p:oleObj>
              </mc:Choice>
              <mc:Fallback>
                <p:oleObj name="Equation" r:id="rId4" imgW="1282680" imgH="228600" progId="Equation.DSMT4">
                  <p:embed/>
                  <p:pic>
                    <p:nvPicPr>
                      <p:cNvPr id="15" name="Object 6"/>
                      <p:cNvPicPr>
                        <a:picLocks noChangeAspect="1" noChangeArrowheads="1"/>
                      </p:cNvPicPr>
                      <p:nvPr/>
                    </p:nvPicPr>
                    <p:blipFill>
                      <a:blip r:embed="rId5">
                        <a:lum bright="-100000"/>
                      </a:blip>
                      <a:srcRect/>
                      <a:stretch>
                        <a:fillRect/>
                      </a:stretch>
                    </p:blipFill>
                    <p:spPr bwMode="auto">
                      <a:xfrm>
                        <a:off x="774700" y="1573213"/>
                        <a:ext cx="1747838" cy="350837"/>
                      </a:xfrm>
                      <a:prstGeom prst="rect">
                        <a:avLst/>
                      </a:prstGeom>
                      <a:solidFill>
                        <a:srgbClr val="FFFF00"/>
                      </a:solidFill>
                    </p:spPr>
                  </p:pic>
                </p:oleObj>
              </mc:Fallback>
            </mc:AlternateContent>
          </a:graphicData>
        </a:graphic>
      </p:graphicFrame>
      <p:sp>
        <p:nvSpPr>
          <p:cNvPr id="634984" name="Rectangle 104"/>
          <p:cNvSpPr>
            <a:spLocks noChangeArrowheads="1"/>
          </p:cNvSpPr>
          <p:nvPr/>
        </p:nvSpPr>
        <p:spPr bwMode="auto">
          <a:xfrm>
            <a:off x="615950" y="1448584"/>
            <a:ext cx="2039937" cy="668338"/>
          </a:xfrm>
          <a:prstGeom prst="rect">
            <a:avLst/>
          </a:prstGeom>
          <a:solidFill>
            <a:srgbClr val="006600"/>
          </a:solidFill>
          <a:ln w="12700">
            <a:solidFill>
              <a:schemeClr val="accent6">
                <a:lumMod val="75000"/>
              </a:schemeClr>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18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34955"/>
                                        </p:tgtEl>
                                        <p:attrNameLst>
                                          <p:attrName>style.visibility</p:attrName>
                                        </p:attrNameLst>
                                      </p:cBhvr>
                                      <p:to>
                                        <p:strVal val="visible"/>
                                      </p:to>
                                    </p:set>
                                    <p:animEffect transition="in" filter="wipe(left)">
                                      <p:cBhvr>
                                        <p:cTn id="7" dur="500"/>
                                        <p:tgtEl>
                                          <p:spTgt spid="6349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634984"/>
                                        </p:tgtEl>
                                      </p:cBhvr>
                                    </p:animEffect>
                                    <p:set>
                                      <p:cBhvr>
                                        <p:cTn id="12" dur="1" fill="hold">
                                          <p:stCondLst>
                                            <p:cond delay="499"/>
                                          </p:stCondLst>
                                        </p:cTn>
                                        <p:tgtEl>
                                          <p:spTgt spid="63498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34954"/>
                                        </p:tgtEl>
                                        <p:attrNameLst>
                                          <p:attrName>style.visibility</p:attrName>
                                        </p:attrNameLst>
                                      </p:cBhvr>
                                      <p:to>
                                        <p:strVal val="visible"/>
                                      </p:to>
                                    </p:set>
                                    <p:animEffect transition="in" filter="wipe(left)">
                                      <p:cBhvr>
                                        <p:cTn id="17" dur="500"/>
                                        <p:tgtEl>
                                          <p:spTgt spid="63495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34983">
                                            <p:txEl>
                                              <p:pRg st="0" end="0"/>
                                            </p:txEl>
                                          </p:spTgt>
                                        </p:tgtEl>
                                        <p:attrNameLst>
                                          <p:attrName>style.visibility</p:attrName>
                                        </p:attrNameLst>
                                      </p:cBhvr>
                                      <p:to>
                                        <p:strVal val="visible"/>
                                      </p:to>
                                    </p:set>
                                    <p:animEffect transition="in" filter="wipe(left)">
                                      <p:cBhvr>
                                        <p:cTn id="22" dur="500"/>
                                        <p:tgtEl>
                                          <p:spTgt spid="634983">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34953"/>
                                        </p:tgtEl>
                                        <p:attrNameLst>
                                          <p:attrName>style.visibility</p:attrName>
                                        </p:attrNameLst>
                                      </p:cBhvr>
                                      <p:to>
                                        <p:strVal val="visible"/>
                                      </p:to>
                                    </p:set>
                                    <p:animEffect transition="in" filter="wipe(left)">
                                      <p:cBhvr>
                                        <p:cTn id="27" dur="500"/>
                                        <p:tgtEl>
                                          <p:spTgt spid="63495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634982"/>
                                        </p:tgtEl>
                                        <p:attrNameLst>
                                          <p:attrName>style.visibility</p:attrName>
                                        </p:attrNameLst>
                                      </p:cBhvr>
                                      <p:to>
                                        <p:strVal val="visible"/>
                                      </p:to>
                                    </p:set>
                                    <p:animEffect transition="in" filter="wipe(left)">
                                      <p:cBhvr>
                                        <p:cTn id="32" dur="500"/>
                                        <p:tgtEl>
                                          <p:spTgt spid="63498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634952"/>
                                        </p:tgtEl>
                                        <p:attrNameLst>
                                          <p:attrName>style.visibility</p:attrName>
                                        </p:attrNameLst>
                                      </p:cBhvr>
                                      <p:to>
                                        <p:strVal val="visible"/>
                                      </p:to>
                                    </p:set>
                                    <p:animEffect transition="in" filter="wipe(left)">
                                      <p:cBhvr>
                                        <p:cTn id="37" dur="500"/>
                                        <p:tgtEl>
                                          <p:spTgt spid="63495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634981"/>
                                        </p:tgtEl>
                                        <p:attrNameLst>
                                          <p:attrName>style.visibility</p:attrName>
                                        </p:attrNameLst>
                                      </p:cBhvr>
                                      <p:to>
                                        <p:strVal val="visible"/>
                                      </p:to>
                                    </p:set>
                                    <p:animEffect transition="in" filter="wipe(left)">
                                      <p:cBhvr>
                                        <p:cTn id="42" dur="500"/>
                                        <p:tgtEl>
                                          <p:spTgt spid="634981"/>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634983">
                                            <p:txEl>
                                              <p:pRg st="1" end="1"/>
                                            </p:txEl>
                                          </p:spTgt>
                                        </p:tgtEl>
                                        <p:attrNameLst>
                                          <p:attrName>style.visibility</p:attrName>
                                        </p:attrNameLst>
                                      </p:cBhvr>
                                      <p:to>
                                        <p:strVal val="visible"/>
                                      </p:to>
                                    </p:set>
                                    <p:animEffect transition="in" filter="wipe(left)">
                                      <p:cBhvr>
                                        <p:cTn id="47" dur="500"/>
                                        <p:tgtEl>
                                          <p:spTgt spid="634983">
                                            <p:txEl>
                                              <p:pRg st="1" end="1"/>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634979"/>
                                        </p:tgtEl>
                                        <p:attrNameLst>
                                          <p:attrName>style.visibility</p:attrName>
                                        </p:attrNameLst>
                                      </p:cBhvr>
                                      <p:to>
                                        <p:strVal val="visible"/>
                                      </p:to>
                                    </p:set>
                                    <p:animEffect transition="in" filter="wipe(left)">
                                      <p:cBhvr>
                                        <p:cTn id="52" dur="500"/>
                                        <p:tgtEl>
                                          <p:spTgt spid="634979"/>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634974"/>
                                        </p:tgtEl>
                                        <p:attrNameLst>
                                          <p:attrName>style.visibility</p:attrName>
                                        </p:attrNameLst>
                                      </p:cBhvr>
                                      <p:to>
                                        <p:strVal val="visible"/>
                                      </p:to>
                                    </p:set>
                                    <p:animEffect transition="in" filter="wipe(left)">
                                      <p:cBhvr>
                                        <p:cTn id="57" dur="500"/>
                                        <p:tgtEl>
                                          <p:spTgt spid="634974"/>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634969"/>
                                        </p:tgtEl>
                                        <p:attrNameLst>
                                          <p:attrName>style.visibility</p:attrName>
                                        </p:attrNameLst>
                                      </p:cBhvr>
                                      <p:to>
                                        <p:strVal val="visible"/>
                                      </p:to>
                                    </p:set>
                                    <p:animEffect transition="in" filter="wipe(left)">
                                      <p:cBhvr>
                                        <p:cTn id="62" dur="500"/>
                                        <p:tgtEl>
                                          <p:spTgt spid="634969"/>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634964"/>
                                        </p:tgtEl>
                                        <p:attrNameLst>
                                          <p:attrName>style.visibility</p:attrName>
                                        </p:attrNameLst>
                                      </p:cBhvr>
                                      <p:to>
                                        <p:strVal val="visible"/>
                                      </p:to>
                                    </p:set>
                                    <p:animEffect transition="in" filter="wipe(left)">
                                      <p:cBhvr>
                                        <p:cTn id="67" dur="500"/>
                                        <p:tgtEl>
                                          <p:spTgt spid="63496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634959"/>
                                        </p:tgtEl>
                                        <p:attrNameLst>
                                          <p:attrName>style.visibility</p:attrName>
                                        </p:attrNameLst>
                                      </p:cBhvr>
                                      <p:to>
                                        <p:strVal val="visible"/>
                                      </p:to>
                                    </p:set>
                                    <p:animEffect transition="in" filter="wipe(left)">
                                      <p:cBhvr>
                                        <p:cTn id="72" dur="500"/>
                                        <p:tgtEl>
                                          <p:spTgt spid="634959"/>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634976"/>
                                        </p:tgtEl>
                                        <p:attrNameLst>
                                          <p:attrName>style.visibility</p:attrName>
                                        </p:attrNameLst>
                                      </p:cBhvr>
                                      <p:to>
                                        <p:strVal val="visible"/>
                                      </p:to>
                                    </p:set>
                                    <p:animEffect transition="in" filter="wipe(left)">
                                      <p:cBhvr>
                                        <p:cTn id="77" dur="500"/>
                                        <p:tgtEl>
                                          <p:spTgt spid="63497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634971"/>
                                        </p:tgtEl>
                                        <p:attrNameLst>
                                          <p:attrName>style.visibility</p:attrName>
                                        </p:attrNameLst>
                                      </p:cBhvr>
                                      <p:to>
                                        <p:strVal val="visible"/>
                                      </p:to>
                                    </p:set>
                                    <p:animEffect transition="in" filter="wipe(left)">
                                      <p:cBhvr>
                                        <p:cTn id="82" dur="500"/>
                                        <p:tgtEl>
                                          <p:spTgt spid="634971"/>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634972"/>
                                        </p:tgtEl>
                                        <p:attrNameLst>
                                          <p:attrName>style.visibility</p:attrName>
                                        </p:attrNameLst>
                                      </p:cBhvr>
                                      <p:to>
                                        <p:strVal val="visible"/>
                                      </p:to>
                                    </p:set>
                                    <p:animEffect transition="in" filter="wipe(left)">
                                      <p:cBhvr>
                                        <p:cTn id="87" dur="500"/>
                                        <p:tgtEl>
                                          <p:spTgt spid="634972"/>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grpId="0" nodeType="clickEffect">
                                  <p:stCondLst>
                                    <p:cond delay="0"/>
                                  </p:stCondLst>
                                  <p:childTnLst>
                                    <p:set>
                                      <p:cBhvr>
                                        <p:cTn id="91" dur="1" fill="hold">
                                          <p:stCondLst>
                                            <p:cond delay="0"/>
                                          </p:stCondLst>
                                        </p:cTn>
                                        <p:tgtEl>
                                          <p:spTgt spid="634973"/>
                                        </p:tgtEl>
                                        <p:attrNameLst>
                                          <p:attrName>style.visibility</p:attrName>
                                        </p:attrNameLst>
                                      </p:cBhvr>
                                      <p:to>
                                        <p:strVal val="visible"/>
                                      </p:to>
                                    </p:set>
                                    <p:animEffect transition="in" filter="wipe(left)">
                                      <p:cBhvr>
                                        <p:cTn id="92" dur="500"/>
                                        <p:tgtEl>
                                          <p:spTgt spid="634973"/>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634966"/>
                                        </p:tgtEl>
                                        <p:attrNameLst>
                                          <p:attrName>style.visibility</p:attrName>
                                        </p:attrNameLst>
                                      </p:cBhvr>
                                      <p:to>
                                        <p:strVal val="visible"/>
                                      </p:to>
                                    </p:set>
                                    <p:animEffect transition="in" filter="wipe(left)">
                                      <p:cBhvr>
                                        <p:cTn id="97" dur="500"/>
                                        <p:tgtEl>
                                          <p:spTgt spid="634966"/>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634967"/>
                                        </p:tgtEl>
                                        <p:attrNameLst>
                                          <p:attrName>style.visibility</p:attrName>
                                        </p:attrNameLst>
                                      </p:cBhvr>
                                      <p:to>
                                        <p:strVal val="visible"/>
                                      </p:to>
                                    </p:set>
                                    <p:animEffect transition="in" filter="wipe(left)">
                                      <p:cBhvr>
                                        <p:cTn id="102" dur="500"/>
                                        <p:tgtEl>
                                          <p:spTgt spid="634967"/>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grpId="0" nodeType="clickEffect">
                                  <p:stCondLst>
                                    <p:cond delay="0"/>
                                  </p:stCondLst>
                                  <p:childTnLst>
                                    <p:set>
                                      <p:cBhvr>
                                        <p:cTn id="106" dur="1" fill="hold">
                                          <p:stCondLst>
                                            <p:cond delay="0"/>
                                          </p:stCondLst>
                                        </p:cTn>
                                        <p:tgtEl>
                                          <p:spTgt spid="634968"/>
                                        </p:tgtEl>
                                        <p:attrNameLst>
                                          <p:attrName>style.visibility</p:attrName>
                                        </p:attrNameLst>
                                      </p:cBhvr>
                                      <p:to>
                                        <p:strVal val="visible"/>
                                      </p:to>
                                    </p:set>
                                    <p:animEffect transition="in" filter="wipe(left)">
                                      <p:cBhvr>
                                        <p:cTn id="107" dur="500"/>
                                        <p:tgtEl>
                                          <p:spTgt spid="634968"/>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634961"/>
                                        </p:tgtEl>
                                        <p:attrNameLst>
                                          <p:attrName>style.visibility</p:attrName>
                                        </p:attrNameLst>
                                      </p:cBhvr>
                                      <p:to>
                                        <p:strVal val="visible"/>
                                      </p:to>
                                    </p:set>
                                    <p:animEffect transition="in" filter="wipe(left)">
                                      <p:cBhvr>
                                        <p:cTn id="112" dur="500"/>
                                        <p:tgtEl>
                                          <p:spTgt spid="634961"/>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grpId="0" nodeType="clickEffect">
                                  <p:stCondLst>
                                    <p:cond delay="0"/>
                                  </p:stCondLst>
                                  <p:childTnLst>
                                    <p:set>
                                      <p:cBhvr>
                                        <p:cTn id="116" dur="1" fill="hold">
                                          <p:stCondLst>
                                            <p:cond delay="0"/>
                                          </p:stCondLst>
                                        </p:cTn>
                                        <p:tgtEl>
                                          <p:spTgt spid="634962"/>
                                        </p:tgtEl>
                                        <p:attrNameLst>
                                          <p:attrName>style.visibility</p:attrName>
                                        </p:attrNameLst>
                                      </p:cBhvr>
                                      <p:to>
                                        <p:strVal val="visible"/>
                                      </p:to>
                                    </p:set>
                                    <p:animEffect transition="in" filter="wipe(left)">
                                      <p:cBhvr>
                                        <p:cTn id="117" dur="500"/>
                                        <p:tgtEl>
                                          <p:spTgt spid="634962"/>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grpId="0" nodeType="clickEffect">
                                  <p:stCondLst>
                                    <p:cond delay="0"/>
                                  </p:stCondLst>
                                  <p:childTnLst>
                                    <p:set>
                                      <p:cBhvr>
                                        <p:cTn id="121" dur="1" fill="hold">
                                          <p:stCondLst>
                                            <p:cond delay="0"/>
                                          </p:stCondLst>
                                        </p:cTn>
                                        <p:tgtEl>
                                          <p:spTgt spid="634963"/>
                                        </p:tgtEl>
                                        <p:attrNameLst>
                                          <p:attrName>style.visibility</p:attrName>
                                        </p:attrNameLst>
                                      </p:cBhvr>
                                      <p:to>
                                        <p:strVal val="visible"/>
                                      </p:to>
                                    </p:set>
                                    <p:animEffect transition="in" filter="wipe(left)">
                                      <p:cBhvr>
                                        <p:cTn id="122" dur="500"/>
                                        <p:tgtEl>
                                          <p:spTgt spid="634963"/>
                                        </p:tgtEl>
                                      </p:cBhvr>
                                    </p:animEffect>
                                  </p:childTnLst>
                                </p:cTn>
                              </p:par>
                            </p:childTnLst>
                          </p:cTn>
                        </p:par>
                      </p:childTnLst>
                    </p:cTn>
                  </p:par>
                  <p:par>
                    <p:cTn id="123" fill="hold">
                      <p:stCondLst>
                        <p:cond delay="indefinite"/>
                      </p:stCondLst>
                      <p:childTnLst>
                        <p:par>
                          <p:cTn id="124" fill="hold">
                            <p:stCondLst>
                              <p:cond delay="0"/>
                            </p:stCondLst>
                            <p:childTnLst>
                              <p:par>
                                <p:cTn id="125" presetID="22" presetClass="entr" presetSubtype="8" fill="hold" grpId="0" nodeType="clickEffect">
                                  <p:stCondLst>
                                    <p:cond delay="0"/>
                                  </p:stCondLst>
                                  <p:childTnLst>
                                    <p:set>
                                      <p:cBhvr>
                                        <p:cTn id="126" dur="1" fill="hold">
                                          <p:stCondLst>
                                            <p:cond delay="0"/>
                                          </p:stCondLst>
                                        </p:cTn>
                                        <p:tgtEl>
                                          <p:spTgt spid="634956"/>
                                        </p:tgtEl>
                                        <p:attrNameLst>
                                          <p:attrName>style.visibility</p:attrName>
                                        </p:attrNameLst>
                                      </p:cBhvr>
                                      <p:to>
                                        <p:strVal val="visible"/>
                                      </p:to>
                                    </p:set>
                                    <p:animEffect transition="in" filter="wipe(left)">
                                      <p:cBhvr>
                                        <p:cTn id="127" dur="500"/>
                                        <p:tgtEl>
                                          <p:spTgt spid="634956"/>
                                        </p:tgtEl>
                                      </p:cBhvr>
                                    </p:animEffect>
                                  </p:childTnLst>
                                </p:cTn>
                              </p:par>
                            </p:childTnLst>
                          </p:cTn>
                        </p:par>
                      </p:childTnLst>
                    </p:cTn>
                  </p:par>
                  <p:par>
                    <p:cTn id="128" fill="hold">
                      <p:stCondLst>
                        <p:cond delay="indefinite"/>
                      </p:stCondLst>
                      <p:childTnLst>
                        <p:par>
                          <p:cTn id="129" fill="hold">
                            <p:stCondLst>
                              <p:cond delay="0"/>
                            </p:stCondLst>
                            <p:childTnLst>
                              <p:par>
                                <p:cTn id="130" presetID="22" presetClass="entr" presetSubtype="8" fill="hold" grpId="0" nodeType="clickEffect">
                                  <p:stCondLst>
                                    <p:cond delay="0"/>
                                  </p:stCondLst>
                                  <p:childTnLst>
                                    <p:set>
                                      <p:cBhvr>
                                        <p:cTn id="131" dur="1" fill="hold">
                                          <p:stCondLst>
                                            <p:cond delay="0"/>
                                          </p:stCondLst>
                                        </p:cTn>
                                        <p:tgtEl>
                                          <p:spTgt spid="634958"/>
                                        </p:tgtEl>
                                        <p:attrNameLst>
                                          <p:attrName>style.visibility</p:attrName>
                                        </p:attrNameLst>
                                      </p:cBhvr>
                                      <p:to>
                                        <p:strVal val="visible"/>
                                      </p:to>
                                    </p:set>
                                    <p:animEffect transition="in" filter="wipe(left)">
                                      <p:cBhvr>
                                        <p:cTn id="132" dur="500"/>
                                        <p:tgtEl>
                                          <p:spTgt spid="634958"/>
                                        </p:tgtEl>
                                      </p:cBhvr>
                                    </p:animEffect>
                                  </p:childTnLst>
                                </p:cTn>
                              </p:par>
                            </p:childTnLst>
                          </p:cTn>
                        </p:par>
                      </p:childTnLst>
                    </p:cTn>
                  </p:par>
                  <p:par>
                    <p:cTn id="133" fill="hold">
                      <p:stCondLst>
                        <p:cond delay="indefinite"/>
                      </p:stCondLst>
                      <p:childTnLst>
                        <p:par>
                          <p:cTn id="134" fill="hold">
                            <p:stCondLst>
                              <p:cond delay="0"/>
                            </p:stCondLst>
                            <p:childTnLst>
                              <p:par>
                                <p:cTn id="135" presetID="22" presetClass="entr" presetSubtype="8" fill="hold" grpId="0" nodeType="clickEffect">
                                  <p:stCondLst>
                                    <p:cond delay="0"/>
                                  </p:stCondLst>
                                  <p:childTnLst>
                                    <p:set>
                                      <p:cBhvr>
                                        <p:cTn id="136" dur="1" fill="hold">
                                          <p:stCondLst>
                                            <p:cond delay="0"/>
                                          </p:stCondLst>
                                        </p:cTn>
                                        <p:tgtEl>
                                          <p:spTgt spid="634978"/>
                                        </p:tgtEl>
                                        <p:attrNameLst>
                                          <p:attrName>style.visibility</p:attrName>
                                        </p:attrNameLst>
                                      </p:cBhvr>
                                      <p:to>
                                        <p:strVal val="visible"/>
                                      </p:to>
                                    </p:set>
                                    <p:animEffect transition="in" filter="wipe(left)">
                                      <p:cBhvr>
                                        <p:cTn id="137" dur="500"/>
                                        <p:tgtEl>
                                          <p:spTgt spid="6349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52" grpId="0" animBg="1"/>
      <p:bldP spid="634953" grpId="0" animBg="1"/>
      <p:bldP spid="634954" grpId="0" animBg="1"/>
      <p:bldP spid="634955" grpId="0" animBg="1"/>
      <p:bldP spid="634956" grpId="0" animBg="1"/>
      <p:bldP spid="634958" grpId="0" animBg="1"/>
      <p:bldP spid="634959" grpId="0" animBg="1"/>
      <p:bldP spid="634961" grpId="0" animBg="1"/>
      <p:bldP spid="634962" grpId="0" animBg="1"/>
      <p:bldP spid="634963" grpId="0" animBg="1"/>
      <p:bldP spid="634964" grpId="0" animBg="1"/>
      <p:bldP spid="634966" grpId="0" animBg="1"/>
      <p:bldP spid="634967" grpId="0" animBg="1"/>
      <p:bldP spid="634968" grpId="0" animBg="1"/>
      <p:bldP spid="634969" grpId="0" animBg="1"/>
      <p:bldP spid="634971" grpId="0" animBg="1"/>
      <p:bldP spid="634972" grpId="0" animBg="1"/>
      <p:bldP spid="634973" grpId="0" animBg="1"/>
      <p:bldP spid="634974" grpId="0" animBg="1"/>
      <p:bldP spid="634976" grpId="0" animBg="1"/>
      <p:bldP spid="634978" grpId="0" animBg="1"/>
      <p:bldP spid="634979" grpId="0" animBg="1"/>
      <p:bldP spid="634981" grpId="0" animBg="1"/>
      <p:bldP spid="634982" grpId="0" animBg="1"/>
      <p:bldP spid="63498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Text Box 2"/>
          <p:cNvSpPr txBox="1">
            <a:spLocks noChangeArrowheads="1"/>
          </p:cNvSpPr>
          <p:nvPr/>
        </p:nvSpPr>
        <p:spPr bwMode="auto">
          <a:xfrm>
            <a:off x="215900" y="1873250"/>
            <a:ext cx="792163" cy="519113"/>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解</a:t>
            </a:r>
            <a:r>
              <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a:t>
            </a:r>
          </a:p>
        </p:txBody>
      </p:sp>
      <p:sp>
        <p:nvSpPr>
          <p:cNvPr id="641027" name="Text Box 3"/>
          <p:cNvSpPr txBox="1">
            <a:spLocks noChangeArrowheads="1"/>
          </p:cNvSpPr>
          <p:nvPr/>
        </p:nvSpPr>
        <p:spPr bwMode="auto">
          <a:xfrm>
            <a:off x="0" y="0"/>
            <a:ext cx="862013" cy="517129"/>
          </a:xfrm>
          <a:prstGeom prst="rect">
            <a:avLst/>
          </a:prstGeom>
          <a:noFill/>
          <a:ln w="28575">
            <a:noFill/>
            <a:miter lim="800000"/>
            <a:headEnd/>
            <a:tailEnd/>
          </a:ln>
        </p:spPr>
        <p:txBody>
          <a:bodyPr>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例</a:t>
            </a:r>
            <a:endPar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endParaRPr>
          </a:p>
        </p:txBody>
      </p:sp>
      <p:graphicFrame>
        <p:nvGraphicFramePr>
          <p:cNvPr id="641028" name="Object 4"/>
          <p:cNvGraphicFramePr>
            <a:graphicFrameLocks noChangeAspect="1"/>
          </p:cNvGraphicFramePr>
          <p:nvPr/>
        </p:nvGraphicFramePr>
        <p:xfrm>
          <a:off x="863600" y="73025"/>
          <a:ext cx="6696075" cy="412750"/>
        </p:xfrm>
        <a:graphic>
          <a:graphicData uri="http://schemas.openxmlformats.org/presentationml/2006/ole">
            <mc:AlternateContent xmlns:mc="http://schemas.openxmlformats.org/markup-compatibility/2006">
              <mc:Choice xmlns:v="urn:schemas-microsoft-com:vml" Requires="v">
                <p:oleObj name="公式" r:id="rId2" imgW="6464160" imgH="419040" progId="Equation.3">
                  <p:embed/>
                </p:oleObj>
              </mc:Choice>
              <mc:Fallback>
                <p:oleObj name="公式" r:id="rId2" imgW="6464160" imgH="419040" progId="Equation.3">
                  <p:embed/>
                  <p:pic>
                    <p:nvPicPr>
                      <p:cNvPr id="641028"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3600" y="73025"/>
                        <a:ext cx="6696075" cy="412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29" name="Object 5"/>
          <p:cNvGraphicFramePr>
            <a:graphicFrameLocks noChangeAspect="1"/>
          </p:cNvGraphicFramePr>
          <p:nvPr/>
        </p:nvGraphicFramePr>
        <p:xfrm>
          <a:off x="647700" y="663575"/>
          <a:ext cx="4176713" cy="798513"/>
        </p:xfrm>
        <a:graphic>
          <a:graphicData uri="http://schemas.openxmlformats.org/presentationml/2006/ole">
            <mc:AlternateContent xmlns:mc="http://schemas.openxmlformats.org/markup-compatibility/2006">
              <mc:Choice xmlns:v="urn:schemas-microsoft-com:vml" Requires="v">
                <p:oleObj name="公式" r:id="rId4" imgW="3695400" imgH="825480" progId="Equation.3">
                  <p:embed/>
                </p:oleObj>
              </mc:Choice>
              <mc:Fallback>
                <p:oleObj name="公式" r:id="rId4" imgW="3695400" imgH="825480" progId="Equation.3">
                  <p:embed/>
                  <p:pic>
                    <p:nvPicPr>
                      <p:cNvPr id="641029"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7700" y="663575"/>
                        <a:ext cx="4176713" cy="7985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0" name="Object 6"/>
          <p:cNvGraphicFramePr>
            <a:graphicFrameLocks noChangeAspect="1"/>
          </p:cNvGraphicFramePr>
          <p:nvPr/>
        </p:nvGraphicFramePr>
        <p:xfrm>
          <a:off x="935038" y="1714500"/>
          <a:ext cx="2459037" cy="787400"/>
        </p:xfrm>
        <a:graphic>
          <a:graphicData uri="http://schemas.openxmlformats.org/presentationml/2006/ole">
            <mc:AlternateContent xmlns:mc="http://schemas.openxmlformats.org/markup-compatibility/2006">
              <mc:Choice xmlns:v="urn:schemas-microsoft-com:vml" Requires="v">
                <p:oleObj name="公式" r:id="rId6" imgW="1955520" imgH="825480" progId="Equation.3">
                  <p:embed/>
                </p:oleObj>
              </mc:Choice>
              <mc:Fallback>
                <p:oleObj name="公式" r:id="rId6" imgW="1955520" imgH="825480" progId="Equation.3">
                  <p:embed/>
                  <p:pic>
                    <p:nvPicPr>
                      <p:cNvPr id="641030"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5038" y="1714500"/>
                        <a:ext cx="2459037" cy="787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1" name="Object 7"/>
          <p:cNvGraphicFramePr>
            <a:graphicFrameLocks noChangeAspect="1"/>
          </p:cNvGraphicFramePr>
          <p:nvPr/>
        </p:nvGraphicFramePr>
        <p:xfrm>
          <a:off x="3598863" y="1693863"/>
          <a:ext cx="1944687" cy="896937"/>
        </p:xfrm>
        <a:graphic>
          <a:graphicData uri="http://schemas.openxmlformats.org/presentationml/2006/ole">
            <mc:AlternateContent xmlns:mc="http://schemas.openxmlformats.org/markup-compatibility/2006">
              <mc:Choice xmlns:v="urn:schemas-microsoft-com:vml" Requires="v">
                <p:oleObj name="公式" r:id="rId8" imgW="1650960" imgH="927000" progId="Equation.3">
                  <p:embed/>
                </p:oleObj>
              </mc:Choice>
              <mc:Fallback>
                <p:oleObj name="公式" r:id="rId8" imgW="1650960" imgH="927000" progId="Equation.3">
                  <p:embed/>
                  <p:pic>
                    <p:nvPicPr>
                      <p:cNvPr id="641031"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98863" y="1693863"/>
                        <a:ext cx="1944687" cy="8969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2" name="Object 8"/>
          <p:cNvGraphicFramePr>
            <a:graphicFrameLocks noChangeAspect="1"/>
          </p:cNvGraphicFramePr>
          <p:nvPr/>
        </p:nvGraphicFramePr>
        <p:xfrm>
          <a:off x="927122" y="2808288"/>
          <a:ext cx="3457575" cy="808037"/>
        </p:xfrm>
        <a:graphic>
          <a:graphicData uri="http://schemas.openxmlformats.org/presentationml/2006/ole">
            <mc:AlternateContent xmlns:mc="http://schemas.openxmlformats.org/markup-compatibility/2006">
              <mc:Choice xmlns:v="urn:schemas-microsoft-com:vml" Requires="v">
                <p:oleObj name="公式" r:id="rId10" imgW="3060360" imgH="825480" progId="Equation.3">
                  <p:embed/>
                </p:oleObj>
              </mc:Choice>
              <mc:Fallback>
                <p:oleObj name="公式" r:id="rId10" imgW="3060360" imgH="825480" progId="Equation.3">
                  <p:embed/>
                  <p:pic>
                    <p:nvPicPr>
                      <p:cNvPr id="641032"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7122" y="2808288"/>
                        <a:ext cx="3457575" cy="8080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3" name="Object 9"/>
          <p:cNvGraphicFramePr>
            <a:graphicFrameLocks noChangeAspect="1"/>
          </p:cNvGraphicFramePr>
          <p:nvPr/>
        </p:nvGraphicFramePr>
        <p:xfrm>
          <a:off x="927122" y="3889375"/>
          <a:ext cx="4968875" cy="873125"/>
        </p:xfrm>
        <a:graphic>
          <a:graphicData uri="http://schemas.openxmlformats.org/presentationml/2006/ole">
            <mc:AlternateContent xmlns:mc="http://schemas.openxmlformats.org/markup-compatibility/2006">
              <mc:Choice xmlns:v="urn:schemas-microsoft-com:vml" Requires="v">
                <p:oleObj name="公式" r:id="rId12" imgW="4533840" imgH="901440" progId="Equation.3">
                  <p:embed/>
                </p:oleObj>
              </mc:Choice>
              <mc:Fallback>
                <p:oleObj name="公式" r:id="rId12" imgW="4533840" imgH="901440" progId="Equation.3">
                  <p:embed/>
                  <p:pic>
                    <p:nvPicPr>
                      <p:cNvPr id="641033"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27122" y="3889375"/>
                        <a:ext cx="4968875" cy="87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4" name="Object 10"/>
          <p:cNvGraphicFramePr>
            <a:graphicFrameLocks noChangeAspect="1"/>
          </p:cNvGraphicFramePr>
          <p:nvPr/>
        </p:nvGraphicFramePr>
        <p:xfrm>
          <a:off x="6040460" y="3889375"/>
          <a:ext cx="1674812" cy="873125"/>
        </p:xfrm>
        <a:graphic>
          <a:graphicData uri="http://schemas.openxmlformats.org/presentationml/2006/ole">
            <mc:AlternateContent xmlns:mc="http://schemas.openxmlformats.org/markup-compatibility/2006">
              <mc:Choice xmlns:v="urn:schemas-microsoft-com:vml" Requires="v">
                <p:oleObj name="公式" r:id="rId14" imgW="1485720" imgH="901440" progId="Equation.3">
                  <p:embed/>
                </p:oleObj>
              </mc:Choice>
              <mc:Fallback>
                <p:oleObj name="公式" r:id="rId14" imgW="1485720" imgH="901440" progId="Equation.3">
                  <p:embed/>
                  <p:pic>
                    <p:nvPicPr>
                      <p:cNvPr id="641034" name="Object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40460" y="3889375"/>
                        <a:ext cx="1674812" cy="87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5" name="Object 11"/>
          <p:cNvGraphicFramePr>
            <a:graphicFrameLocks noChangeAspect="1"/>
          </p:cNvGraphicFramePr>
          <p:nvPr/>
        </p:nvGraphicFramePr>
        <p:xfrm>
          <a:off x="928662" y="5000636"/>
          <a:ext cx="4800600" cy="811213"/>
        </p:xfrm>
        <a:graphic>
          <a:graphicData uri="http://schemas.openxmlformats.org/presentationml/2006/ole">
            <mc:AlternateContent xmlns:mc="http://schemas.openxmlformats.org/markup-compatibility/2006">
              <mc:Choice xmlns:v="urn:schemas-microsoft-com:vml" Requires="v">
                <p:oleObj name="公式" r:id="rId16" imgW="4381200" imgH="838080" progId="Equation.3">
                  <p:embed/>
                </p:oleObj>
              </mc:Choice>
              <mc:Fallback>
                <p:oleObj name="公式" r:id="rId16" imgW="4381200" imgH="838080" progId="Equation.3">
                  <p:embed/>
                  <p:pic>
                    <p:nvPicPr>
                      <p:cNvPr id="641035" name="Object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28662" y="5000636"/>
                        <a:ext cx="4800600" cy="811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1036" name="Object 12"/>
          <p:cNvGraphicFramePr>
            <a:graphicFrameLocks noChangeAspect="1"/>
          </p:cNvGraphicFramePr>
          <p:nvPr/>
        </p:nvGraphicFramePr>
        <p:xfrm>
          <a:off x="5826100" y="5000636"/>
          <a:ext cx="1044575" cy="800100"/>
        </p:xfrm>
        <a:graphic>
          <a:graphicData uri="http://schemas.openxmlformats.org/presentationml/2006/ole">
            <mc:AlternateContent xmlns:mc="http://schemas.openxmlformats.org/markup-compatibility/2006">
              <mc:Choice xmlns:v="urn:schemas-microsoft-com:vml" Requires="v">
                <p:oleObj name="公式" r:id="rId18" imgW="952200" imgH="825480" progId="Equation.3">
                  <p:embed/>
                </p:oleObj>
              </mc:Choice>
              <mc:Fallback>
                <p:oleObj name="公式" r:id="rId18" imgW="952200" imgH="825480" progId="Equation.3">
                  <p:embed/>
                  <p:pic>
                    <p:nvPicPr>
                      <p:cNvPr id="641036" name="Object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26100" y="5000636"/>
                        <a:ext cx="1044575" cy="800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Text Box 28"/>
          <p:cNvSpPr txBox="1">
            <a:spLocks noChangeArrowheads="1"/>
          </p:cNvSpPr>
          <p:nvPr/>
        </p:nvSpPr>
        <p:spPr bwMode="auto">
          <a:xfrm>
            <a:off x="5786446" y="1857364"/>
            <a:ext cx="3214678" cy="40011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应用性质求抽象矩阵的逆</a:t>
            </a:r>
          </a:p>
        </p:txBody>
      </p:sp>
      <p:sp>
        <p:nvSpPr>
          <p:cNvPr id="14" name="Line 25"/>
          <p:cNvSpPr>
            <a:spLocks noChangeShapeType="1"/>
          </p:cNvSpPr>
          <p:nvPr/>
        </p:nvSpPr>
        <p:spPr bwMode="auto">
          <a:xfrm>
            <a:off x="0" y="157161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5" name="动作按钮: 帮助 14">
            <a:hlinkClick r:id="rId20"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41026"/>
                                        </p:tgtEl>
                                        <p:attrNameLst>
                                          <p:attrName>style.visibility</p:attrName>
                                        </p:attrNameLst>
                                      </p:cBhvr>
                                      <p:to>
                                        <p:strVal val="visible"/>
                                      </p:to>
                                    </p:set>
                                    <p:animEffect transition="in" filter="wipe(left)">
                                      <p:cBhvr>
                                        <p:cTn id="12" dur="500"/>
                                        <p:tgtEl>
                                          <p:spTgt spid="641026"/>
                                        </p:tgtEl>
                                      </p:cBhvr>
                                    </p:animEffect>
                                  </p:childTnLst>
                                </p:cTn>
                              </p:par>
                              <p:par>
                                <p:cTn id="13" presetID="22" presetClass="entr" presetSubtype="8" fill="hold" nodeType="withEffect">
                                  <p:stCondLst>
                                    <p:cond delay="0"/>
                                  </p:stCondLst>
                                  <p:childTnLst>
                                    <p:set>
                                      <p:cBhvr>
                                        <p:cTn id="14" dur="1" fill="hold">
                                          <p:stCondLst>
                                            <p:cond delay="0"/>
                                          </p:stCondLst>
                                        </p:cTn>
                                        <p:tgtEl>
                                          <p:spTgt spid="641030"/>
                                        </p:tgtEl>
                                        <p:attrNameLst>
                                          <p:attrName>style.visibility</p:attrName>
                                        </p:attrNameLst>
                                      </p:cBhvr>
                                      <p:to>
                                        <p:strVal val="visible"/>
                                      </p:to>
                                    </p:set>
                                    <p:animEffect transition="in" filter="wipe(left)">
                                      <p:cBhvr>
                                        <p:cTn id="15" dur="500"/>
                                        <p:tgtEl>
                                          <p:spTgt spid="64103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641031"/>
                                        </p:tgtEl>
                                        <p:attrNameLst>
                                          <p:attrName>style.visibility</p:attrName>
                                        </p:attrNameLst>
                                      </p:cBhvr>
                                      <p:to>
                                        <p:strVal val="visible"/>
                                      </p:to>
                                    </p:set>
                                    <p:animEffect transition="in" filter="wipe(left)">
                                      <p:cBhvr>
                                        <p:cTn id="20" dur="500"/>
                                        <p:tgtEl>
                                          <p:spTgt spid="64103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641032"/>
                                        </p:tgtEl>
                                        <p:attrNameLst>
                                          <p:attrName>style.visibility</p:attrName>
                                        </p:attrNameLst>
                                      </p:cBhvr>
                                      <p:to>
                                        <p:strVal val="visible"/>
                                      </p:to>
                                    </p:set>
                                    <p:animEffect transition="in" filter="wipe(left)">
                                      <p:cBhvr>
                                        <p:cTn id="25" dur="500"/>
                                        <p:tgtEl>
                                          <p:spTgt spid="641032"/>
                                        </p:tgtEl>
                                      </p:cBhvr>
                                    </p:animEffect>
                                  </p:childTnLst>
                                </p:cTn>
                              </p:par>
                            </p:childTnLst>
                          </p:cTn>
                        </p:par>
                      </p:childTnLst>
                    </p:cTn>
                  </p:par>
                  <p:par>
                    <p:cTn id="26" fill="hold">
                      <p:stCondLst>
                        <p:cond delay="indefinite"/>
                      </p:stCondLst>
                      <p:childTnLst>
                        <p:par>
                          <p:cTn id="27" fill="hold">
                            <p:stCondLst>
                              <p:cond delay="0"/>
                            </p:stCondLst>
                            <p:childTnLst>
                              <p:par>
                                <p:cTn id="28" presetID="18" presetClass="entr" presetSubtype="6" fill="hold" nodeType="clickEffect">
                                  <p:stCondLst>
                                    <p:cond delay="0"/>
                                  </p:stCondLst>
                                  <p:childTnLst>
                                    <p:set>
                                      <p:cBhvr>
                                        <p:cTn id="29" dur="1" fill="hold">
                                          <p:stCondLst>
                                            <p:cond delay="0"/>
                                          </p:stCondLst>
                                        </p:cTn>
                                        <p:tgtEl>
                                          <p:spTgt spid="641033"/>
                                        </p:tgtEl>
                                        <p:attrNameLst>
                                          <p:attrName>style.visibility</p:attrName>
                                        </p:attrNameLst>
                                      </p:cBhvr>
                                      <p:to>
                                        <p:strVal val="visible"/>
                                      </p:to>
                                    </p:set>
                                    <p:animEffect transition="in" filter="strips(downRight)">
                                      <p:cBhvr>
                                        <p:cTn id="30" dur="500"/>
                                        <p:tgtEl>
                                          <p:spTgt spid="641033"/>
                                        </p:tgtEl>
                                      </p:cBhvr>
                                    </p:animEffect>
                                  </p:childTnLst>
                                </p:cTn>
                              </p:par>
                            </p:childTnLst>
                          </p:cTn>
                        </p:par>
                      </p:childTnLst>
                    </p:cTn>
                  </p:par>
                  <p:par>
                    <p:cTn id="31" fill="hold">
                      <p:stCondLst>
                        <p:cond delay="indefinite"/>
                      </p:stCondLst>
                      <p:childTnLst>
                        <p:par>
                          <p:cTn id="32" fill="hold">
                            <p:stCondLst>
                              <p:cond delay="0"/>
                            </p:stCondLst>
                            <p:childTnLst>
                              <p:par>
                                <p:cTn id="33" presetID="17" presetClass="entr" presetSubtype="10" fill="hold" nodeType="clickEffect">
                                  <p:stCondLst>
                                    <p:cond delay="0"/>
                                  </p:stCondLst>
                                  <p:childTnLst>
                                    <p:set>
                                      <p:cBhvr>
                                        <p:cTn id="34" dur="1" fill="hold">
                                          <p:stCondLst>
                                            <p:cond delay="0"/>
                                          </p:stCondLst>
                                        </p:cTn>
                                        <p:tgtEl>
                                          <p:spTgt spid="641034"/>
                                        </p:tgtEl>
                                        <p:attrNameLst>
                                          <p:attrName>style.visibility</p:attrName>
                                        </p:attrNameLst>
                                      </p:cBhvr>
                                      <p:to>
                                        <p:strVal val="visible"/>
                                      </p:to>
                                    </p:set>
                                    <p:anim calcmode="lin" valueType="num">
                                      <p:cBhvr>
                                        <p:cTn id="35" dur="500" fill="hold"/>
                                        <p:tgtEl>
                                          <p:spTgt spid="641034"/>
                                        </p:tgtEl>
                                        <p:attrNameLst>
                                          <p:attrName>ppt_w</p:attrName>
                                        </p:attrNameLst>
                                      </p:cBhvr>
                                      <p:tavLst>
                                        <p:tav tm="0">
                                          <p:val>
                                            <p:fltVal val="0"/>
                                          </p:val>
                                        </p:tav>
                                        <p:tav tm="100000">
                                          <p:val>
                                            <p:strVal val="#ppt_w"/>
                                          </p:val>
                                        </p:tav>
                                      </p:tavLst>
                                    </p:anim>
                                    <p:anim calcmode="lin" valueType="num">
                                      <p:cBhvr>
                                        <p:cTn id="36" dur="500" fill="hold"/>
                                        <p:tgtEl>
                                          <p:spTgt spid="641034"/>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8" presetClass="entr" presetSubtype="6" fill="hold" nodeType="clickEffect">
                                  <p:stCondLst>
                                    <p:cond delay="0"/>
                                  </p:stCondLst>
                                  <p:childTnLst>
                                    <p:set>
                                      <p:cBhvr>
                                        <p:cTn id="40" dur="1" fill="hold">
                                          <p:stCondLst>
                                            <p:cond delay="0"/>
                                          </p:stCondLst>
                                        </p:cTn>
                                        <p:tgtEl>
                                          <p:spTgt spid="641035"/>
                                        </p:tgtEl>
                                        <p:attrNameLst>
                                          <p:attrName>style.visibility</p:attrName>
                                        </p:attrNameLst>
                                      </p:cBhvr>
                                      <p:to>
                                        <p:strVal val="visible"/>
                                      </p:to>
                                    </p:set>
                                    <p:animEffect transition="in" filter="strips(downRight)">
                                      <p:cBhvr>
                                        <p:cTn id="41" dur="1000"/>
                                        <p:tgtEl>
                                          <p:spTgt spid="641035"/>
                                        </p:tgtEl>
                                      </p:cBhvr>
                                    </p:animEffect>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nodeType="clickEffect">
                                  <p:stCondLst>
                                    <p:cond delay="0"/>
                                  </p:stCondLst>
                                  <p:childTnLst>
                                    <p:set>
                                      <p:cBhvr>
                                        <p:cTn id="45" dur="1" fill="hold">
                                          <p:stCondLst>
                                            <p:cond delay="0"/>
                                          </p:stCondLst>
                                        </p:cTn>
                                        <p:tgtEl>
                                          <p:spTgt spid="641036"/>
                                        </p:tgtEl>
                                        <p:attrNameLst>
                                          <p:attrName>style.visibility</p:attrName>
                                        </p:attrNameLst>
                                      </p:cBhvr>
                                      <p:to>
                                        <p:strVal val="visible"/>
                                      </p:to>
                                    </p:set>
                                    <p:anim calcmode="lin" valueType="num">
                                      <p:cBhvr additive="base">
                                        <p:cTn id="46" dur="1000" fill="hold"/>
                                        <p:tgtEl>
                                          <p:spTgt spid="641036"/>
                                        </p:tgtEl>
                                        <p:attrNameLst>
                                          <p:attrName>ppt_x</p:attrName>
                                        </p:attrNameLst>
                                      </p:cBhvr>
                                      <p:tavLst>
                                        <p:tav tm="0">
                                          <p:val>
                                            <p:strVal val="1+#ppt_w/2"/>
                                          </p:val>
                                        </p:tav>
                                        <p:tav tm="100000">
                                          <p:val>
                                            <p:strVal val="#ppt_x"/>
                                          </p:val>
                                        </p:tav>
                                      </p:tavLst>
                                    </p:anim>
                                    <p:anim calcmode="lin" valueType="num">
                                      <p:cBhvr additive="base">
                                        <p:cTn id="47" dur="1000" fill="hold"/>
                                        <p:tgtEl>
                                          <p:spTgt spid="641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1026" grpId="0" autoUpdateAnimBg="0"/>
      <p:bldP spid="13" grpId="0" animBg="1"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587" name="Rectangle 187"/>
          <p:cNvSpPr>
            <a:spLocks noChangeArrowheads="1"/>
          </p:cNvSpPr>
          <p:nvPr/>
        </p:nvSpPr>
        <p:spPr bwMode="auto">
          <a:xfrm>
            <a:off x="34925" y="-26988"/>
            <a:ext cx="632683" cy="427903"/>
          </a:xfrm>
          <a:prstGeom prst="rect">
            <a:avLst/>
          </a:prstGeom>
          <a:solidFill>
            <a:srgbClr val="FFFF00"/>
          </a:solidFill>
          <a:ln w="12700">
            <a:solidFill>
              <a:srgbClr val="FFFFCC"/>
            </a:solid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000000"/>
              </a:buClr>
              <a:buSzPct val="120000"/>
              <a:buFontTx/>
              <a:buNone/>
              <a:tabLst/>
              <a:defRPr/>
            </a:pPr>
            <a:r>
              <a:rPr kumimoji="0" lang="en-US" altLang="zh-CN" sz="2400" b="1" i="0" u="none" strike="noStrike" kern="1200" cap="none" spc="0" normalizeH="0" baseline="0" noProof="0">
                <a:ln>
                  <a:noFill/>
                </a:ln>
                <a:solidFill>
                  <a:srgbClr val="006600"/>
                </a:solidFill>
                <a:effectLst>
                  <a:outerShdw blurRad="38100" dist="38100" dir="2700000" algn="tl">
                    <a:srgbClr val="000000"/>
                  </a:outerShdw>
                </a:effectLst>
                <a:uLnTx/>
                <a:uFillTx/>
                <a:latin typeface="微软雅黑" pitchFamily="34" charset="-122"/>
                <a:ea typeface="微软雅黑" pitchFamily="34" charset="-122"/>
                <a:cs typeface="+mn-cs"/>
              </a:rPr>
              <a:t>A</a:t>
            </a:r>
          </a:p>
        </p:txBody>
      </p:sp>
      <p:graphicFrame>
        <p:nvGraphicFramePr>
          <p:cNvPr id="486805" name="Group 405"/>
          <p:cNvGraphicFramePr>
            <a:graphicFrameLocks noGrp="1"/>
          </p:cNvGraphicFramePr>
          <p:nvPr>
            <p:ph sz="half" idx="4294967295"/>
          </p:nvPr>
        </p:nvGraphicFramePr>
        <p:xfrm>
          <a:off x="23843" y="-26988"/>
          <a:ext cx="9120156" cy="5099061"/>
        </p:xfrm>
        <a:graphic>
          <a:graphicData uri="http://schemas.openxmlformats.org/drawingml/2006/table">
            <a:tbl>
              <a:tblPr/>
              <a:tblGrid>
                <a:gridCol w="648965">
                  <a:extLst>
                    <a:ext uri="{9D8B030D-6E8A-4147-A177-3AD203B41FA5}">
                      <a16:colId xmlns:a16="http://schemas.microsoft.com/office/drawing/2014/main" val="20000"/>
                    </a:ext>
                  </a:extLst>
                </a:gridCol>
                <a:gridCol w="2857334">
                  <a:extLst>
                    <a:ext uri="{9D8B030D-6E8A-4147-A177-3AD203B41FA5}">
                      <a16:colId xmlns:a16="http://schemas.microsoft.com/office/drawing/2014/main" val="20001"/>
                    </a:ext>
                  </a:extLst>
                </a:gridCol>
                <a:gridCol w="2753373">
                  <a:extLst>
                    <a:ext uri="{9D8B030D-6E8A-4147-A177-3AD203B41FA5}">
                      <a16:colId xmlns:a16="http://schemas.microsoft.com/office/drawing/2014/main" val="20002"/>
                    </a:ext>
                  </a:extLst>
                </a:gridCol>
                <a:gridCol w="2860484">
                  <a:extLst>
                    <a:ext uri="{9D8B030D-6E8A-4147-A177-3AD203B41FA5}">
                      <a16:colId xmlns:a16="http://schemas.microsoft.com/office/drawing/2014/main" val="20003"/>
                    </a:ext>
                  </a:extLst>
                </a:gridCol>
              </a:tblGrid>
              <a:tr h="51754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转置</a:t>
                      </a:r>
                      <a:r>
                        <a:rPr kumimoji="0" lang="en-US" altLang="zh-CN"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2400" b="1" i="0" u="none" strike="noStrike" cap="none" normalizeH="0" baseline="3000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T</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伴随阵</a:t>
                      </a:r>
                      <a:r>
                        <a:rPr kumimoji="0" lang="en-US" altLang="zh-CN"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逆矩阵</a:t>
                      </a:r>
                      <a:r>
                        <a:rPr kumimoji="0" lang="en-US" altLang="zh-CN" sz="24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2400" b="1" i="0" u="none" strike="noStrike" cap="none" normalizeH="0" baseline="3000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-1</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152717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转</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置</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阵</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1800" b="1" i="0" u="none" strike="noStrike" cap="none" normalizeH="0" baseline="3000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T</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rgbClr val="0066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1"/>
                  </a:ext>
                </a:extLst>
              </a:tr>
              <a:tr h="152717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伴</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随</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阵</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2"/>
                  </a:ext>
                </a:extLst>
              </a:tr>
              <a:tr h="152717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逆</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矩</a:t>
                      </a:r>
                      <a:endPar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阵</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A</a:t>
                      </a:r>
                      <a:r>
                        <a:rPr kumimoji="0" lang="en-US" altLang="zh-CN" sz="1800" b="1" i="0" u="none" strike="noStrike" cap="none" normalizeH="0" baseline="30000" dirty="0">
                          <a:ln>
                            <a:noFill/>
                          </a:ln>
                          <a:solidFill>
                            <a:srgbClr val="006600"/>
                          </a:solidFill>
                          <a:effectLst>
                            <a:outerShdw blurRad="38100" dist="38100" dir="2700000" algn="tl">
                              <a:srgbClr val="000000"/>
                            </a:outerShdw>
                          </a:effectLst>
                          <a:latin typeface="微软雅黑" pitchFamily="34" charset="-122"/>
                          <a:ea typeface="微软雅黑" pitchFamily="34" charset="-122"/>
                        </a:rPr>
                        <a:t>-1</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30000" dirty="0">
                        <a:ln>
                          <a:noFill/>
                        </a:ln>
                        <a:solidFill>
                          <a:srgbClr val="FFFF00"/>
                        </a:solidFill>
                        <a:effectLst>
                          <a:outerShdw blurRad="38100" dist="38100" dir="2700000" algn="tl">
                            <a:srgbClr val="000000"/>
                          </a:outerShdw>
                        </a:effectLst>
                        <a:latin typeface="微软雅黑" pitchFamily="34" charset="-122"/>
                        <a:ea typeface="微软雅黑" pitchFamily="34"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3"/>
                  </a:ext>
                </a:extLst>
              </a:tr>
            </a:tbl>
          </a:graphicData>
        </a:graphic>
      </p:graphicFrame>
      <p:sp>
        <p:nvSpPr>
          <p:cNvPr id="486572" name="Rectangle 172"/>
          <p:cNvSpPr>
            <a:spLocks noChangeArrowheads="1"/>
          </p:cNvSpPr>
          <p:nvPr/>
        </p:nvSpPr>
        <p:spPr bwMode="auto">
          <a:xfrm>
            <a:off x="6361113" y="642918"/>
            <a:ext cx="2782887"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 </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-1</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 =</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-1</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 </a:t>
            </a:r>
            <a:endPar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endParaRPr>
          </a:p>
        </p:txBody>
      </p:sp>
      <p:sp>
        <p:nvSpPr>
          <p:cNvPr id="486573" name="Rectangle 173"/>
          <p:cNvSpPr>
            <a:spLocks noChangeArrowheads="1"/>
          </p:cNvSpPr>
          <p:nvPr/>
        </p:nvSpPr>
        <p:spPr bwMode="auto">
          <a:xfrm>
            <a:off x="3578225" y="642918"/>
            <a:ext cx="2678969"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 </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endPar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endParaRPr>
          </a:p>
        </p:txBody>
      </p:sp>
      <p:sp>
        <p:nvSpPr>
          <p:cNvPr id="486574" name="Rectangle 174"/>
          <p:cNvSpPr>
            <a:spLocks noChangeArrowheads="1"/>
          </p:cNvSpPr>
          <p:nvPr/>
        </p:nvSpPr>
        <p:spPr bwMode="auto">
          <a:xfrm>
            <a:off x="692150" y="642918"/>
            <a:ext cx="2778303"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T</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p>
        </p:txBody>
      </p:sp>
      <p:sp>
        <p:nvSpPr>
          <p:cNvPr id="486575" name="Rectangle 175"/>
          <p:cNvSpPr>
            <a:spLocks noChangeArrowheads="1"/>
          </p:cNvSpPr>
          <p:nvPr/>
        </p:nvSpPr>
        <p:spPr bwMode="auto">
          <a:xfrm>
            <a:off x="6361113" y="3682030"/>
            <a:ext cx="2782887"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endPar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endParaRPr>
          </a:p>
        </p:txBody>
      </p:sp>
      <p:sp>
        <p:nvSpPr>
          <p:cNvPr id="486576" name="Rectangle 176"/>
          <p:cNvSpPr>
            <a:spLocks noChangeArrowheads="1"/>
          </p:cNvSpPr>
          <p:nvPr/>
        </p:nvSpPr>
        <p:spPr bwMode="auto">
          <a:xfrm>
            <a:off x="3578225" y="3682030"/>
            <a:ext cx="2678969"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p>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en-US" altLang="zh-CN" sz="2000" b="1" i="0" u="none" strike="noStrike" kern="1200" cap="none" spc="0" normalizeH="0" baseline="0" noProof="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t>
            </a:r>
            <a:r>
              <a:rPr kumimoji="0" lang="en-US" altLang="zh-CN" sz="20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 / |A|</a:t>
            </a:r>
            <a:endPar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86577" name="Rectangle 177"/>
          <p:cNvSpPr>
            <a:spLocks noChangeArrowheads="1"/>
          </p:cNvSpPr>
          <p:nvPr/>
        </p:nvSpPr>
        <p:spPr bwMode="auto">
          <a:xfrm>
            <a:off x="692150" y="3682030"/>
            <a:ext cx="2778303" cy="1247168"/>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-1</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 </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 </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-1</a:t>
            </a:r>
            <a:endPar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endParaRPr>
          </a:p>
        </p:txBody>
      </p:sp>
      <p:sp>
        <p:nvSpPr>
          <p:cNvPr id="486579" name="Rectangle 179"/>
          <p:cNvSpPr>
            <a:spLocks noChangeArrowheads="1"/>
          </p:cNvSpPr>
          <p:nvPr/>
        </p:nvSpPr>
        <p:spPr bwMode="auto">
          <a:xfrm>
            <a:off x="6361113" y="2180871"/>
            <a:ext cx="2782887" cy="1248129"/>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endPar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en-US" altLang="zh-CN" sz="20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             =A / |A|</a:t>
            </a:r>
            <a:endPar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86580" name="Rectangle 180"/>
          <p:cNvSpPr>
            <a:spLocks noChangeArrowheads="1"/>
          </p:cNvSpPr>
          <p:nvPr/>
        </p:nvSpPr>
        <p:spPr bwMode="auto">
          <a:xfrm>
            <a:off x="3578225" y="2180871"/>
            <a:ext cx="2678969" cy="1248129"/>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a:t>
            </a:r>
            <a:r>
              <a:rPr kumimoji="0"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n-2</a:t>
            </a:r>
            <a:r>
              <a:rPr kumimoji="0"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p>
        </p:txBody>
      </p:sp>
      <p:sp>
        <p:nvSpPr>
          <p:cNvPr id="486581" name="Rectangle 181"/>
          <p:cNvSpPr>
            <a:spLocks noChangeArrowheads="1"/>
          </p:cNvSpPr>
          <p:nvPr/>
        </p:nvSpPr>
        <p:spPr bwMode="auto">
          <a:xfrm>
            <a:off x="692150" y="2180871"/>
            <a:ext cx="2778303" cy="1248129"/>
          </a:xfrm>
          <a:prstGeom prst="rect">
            <a:avLst/>
          </a:prstGeom>
          <a:solidFill>
            <a:srgbClr val="006600"/>
          </a:solidFill>
          <a:ln w="28575">
            <a:solidFill>
              <a:srgbClr val="FFFF00"/>
            </a:solidFill>
            <a:miter lim="800000"/>
            <a:headEnd/>
            <a:tailEnd/>
          </a:ln>
          <a:effectLst/>
        </p:spPr>
        <p:txBody>
          <a:bodyPr lIns="90000" tIns="46800" rIns="90000" bIns="46800" anchor="ctr" anchorCtr="1"/>
          <a:lstStyle/>
          <a:p>
            <a:pPr marL="0" marR="0" lvl="0" indent="0" algn="l" defTabSz="914400" rtl="0" eaLnBrk="1" fontAlgn="base" latinLnBrk="0" hangingPunct="1">
              <a:lnSpc>
                <a:spcPct val="100000"/>
              </a:lnSpc>
              <a:spcBef>
                <a:spcPct val="20000"/>
              </a:spcBef>
              <a:spcAft>
                <a:spcPct val="0"/>
              </a:spcAft>
              <a:buClr>
                <a:srgbClr val="000000"/>
              </a:buClr>
              <a:buSzPct val="120000"/>
              <a:buFontTx/>
              <a:buNone/>
              <a:tabLst/>
              <a:defRPr/>
            </a:pP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 </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30000" noProof="0">
                <a:ln>
                  <a:noFill/>
                </a:ln>
                <a:solidFill>
                  <a:srgbClr val="FFFF00"/>
                </a:solidFill>
                <a:effectLst/>
                <a:uLnTx/>
                <a:uFillTx/>
                <a:latin typeface="微软雅黑" pitchFamily="34" charset="-122"/>
                <a:ea typeface="微软雅黑" pitchFamily="34" charset="-122"/>
                <a:cs typeface="+mn-cs"/>
              </a:rPr>
              <a:t>T</a:t>
            </a:r>
            <a:r>
              <a:rPr kumimoji="0" lang="zh-CN" altLang="en-US" sz="20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a:t>
            </a:r>
          </a:p>
        </p:txBody>
      </p:sp>
      <p:sp>
        <p:nvSpPr>
          <p:cNvPr id="61488" name="Line 191"/>
          <p:cNvSpPr>
            <a:spLocks noChangeShapeType="1"/>
          </p:cNvSpPr>
          <p:nvPr/>
        </p:nvSpPr>
        <p:spPr bwMode="auto">
          <a:xfrm>
            <a:off x="34925" y="-26988"/>
            <a:ext cx="0" cy="427903"/>
          </a:xfrm>
          <a:prstGeom prst="line">
            <a:avLst/>
          </a:prstGeom>
          <a:noFill/>
          <a:ln w="38100">
            <a:solidFill>
              <a:srgbClr val="FFFFCC"/>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1496" name="Line 199"/>
          <p:cNvSpPr>
            <a:spLocks noChangeShapeType="1"/>
          </p:cNvSpPr>
          <p:nvPr/>
        </p:nvSpPr>
        <p:spPr bwMode="auto">
          <a:xfrm>
            <a:off x="692150" y="6858000"/>
            <a:ext cx="8240158" cy="0"/>
          </a:xfrm>
          <a:prstGeom prst="line">
            <a:avLst/>
          </a:prstGeom>
          <a:noFill/>
          <a:ln w="12700" cap="rnd">
            <a:solidFill>
              <a:srgbClr val="FFFFCC"/>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1503" name="Line 207"/>
          <p:cNvSpPr>
            <a:spLocks noChangeShapeType="1"/>
          </p:cNvSpPr>
          <p:nvPr/>
        </p:nvSpPr>
        <p:spPr bwMode="auto">
          <a:xfrm>
            <a:off x="34925" y="6858000"/>
            <a:ext cx="632683" cy="0"/>
          </a:xfrm>
          <a:prstGeom prst="line">
            <a:avLst/>
          </a:prstGeom>
          <a:noFill/>
          <a:ln w="38100" cap="sq">
            <a:solidFill>
              <a:srgbClr val="FFFFCC"/>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8" name="动作按钮: 帮助 37">
            <a:hlinkClick r:id="rId3" action="ppaction://hlinksldjump" highlightClick="1"/>
          </p:cNvPr>
          <p:cNvSpPr/>
          <p:nvPr/>
        </p:nvSpPr>
        <p:spPr bwMode="auto">
          <a:xfrm>
            <a:off x="23977" y="-25"/>
            <a:ext cx="618933" cy="431539"/>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pic>
        <p:nvPicPr>
          <p:cNvPr id="404482" name="Picture 2"/>
          <p:cNvPicPr>
            <a:picLocks noChangeAspect="1" noChangeArrowheads="1"/>
          </p:cNvPicPr>
          <p:nvPr/>
        </p:nvPicPr>
        <p:blipFill>
          <a:blip r:embed="rId4" cstate="print"/>
          <a:srcRect/>
          <a:stretch>
            <a:fillRect/>
          </a:stretch>
        </p:blipFill>
        <p:spPr bwMode="auto">
          <a:xfrm>
            <a:off x="-92836" y="5000636"/>
            <a:ext cx="9363076" cy="1997671"/>
          </a:xfrm>
          <a:prstGeom prst="rect">
            <a:avLst/>
          </a:prstGeom>
          <a:noFill/>
          <a:ln w="9525">
            <a:noFill/>
            <a:miter lim="800000"/>
            <a:headEnd/>
            <a:tailEnd/>
          </a:ln>
          <a:effectLst/>
        </p:spPr>
      </p:pic>
      <p:sp>
        <p:nvSpPr>
          <p:cNvPr id="58" name="Line 199"/>
          <p:cNvSpPr>
            <a:spLocks noChangeShapeType="1"/>
          </p:cNvSpPr>
          <p:nvPr/>
        </p:nvSpPr>
        <p:spPr bwMode="auto">
          <a:xfrm>
            <a:off x="692150" y="6858000"/>
            <a:ext cx="8240158" cy="0"/>
          </a:xfrm>
          <a:prstGeom prst="line">
            <a:avLst/>
          </a:prstGeom>
          <a:noFill/>
          <a:ln w="12700" cap="rnd">
            <a:solidFill>
              <a:srgbClr val="FFFFCC"/>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9" name="Line 207"/>
          <p:cNvSpPr>
            <a:spLocks noChangeShapeType="1"/>
          </p:cNvSpPr>
          <p:nvPr/>
        </p:nvSpPr>
        <p:spPr bwMode="auto">
          <a:xfrm>
            <a:off x="34925" y="6858000"/>
            <a:ext cx="632683" cy="0"/>
          </a:xfrm>
          <a:prstGeom prst="line">
            <a:avLst/>
          </a:prstGeom>
          <a:noFill/>
          <a:ln w="38100" cap="sq">
            <a:solidFill>
              <a:srgbClr val="FFFFCC"/>
            </a:solidFill>
            <a:round/>
            <a:headEnd/>
            <a:tailEnd/>
          </a:ln>
        </p:spPr>
        <p:txBody>
          <a:bodyPr lIns="90000" tIns="46800" rIns="90000" bIns="46800" anchor="ctr" anchorCtr="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1" name="Rectangle 7"/>
          <p:cNvSpPr>
            <a:spLocks noChangeArrowheads="1"/>
          </p:cNvSpPr>
          <p:nvPr/>
        </p:nvSpPr>
        <p:spPr bwMode="auto">
          <a:xfrm>
            <a:off x="2015135" y="5066434"/>
            <a:ext cx="7143750" cy="61645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2" name="Rectangle 8"/>
          <p:cNvSpPr>
            <a:spLocks noChangeArrowheads="1"/>
          </p:cNvSpPr>
          <p:nvPr/>
        </p:nvSpPr>
        <p:spPr bwMode="auto">
          <a:xfrm>
            <a:off x="14885" y="5682885"/>
            <a:ext cx="2000250" cy="61645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3" name="Rectangle 9"/>
          <p:cNvSpPr>
            <a:spLocks noChangeArrowheads="1"/>
          </p:cNvSpPr>
          <p:nvPr/>
        </p:nvSpPr>
        <p:spPr bwMode="auto">
          <a:xfrm>
            <a:off x="2015135" y="5682885"/>
            <a:ext cx="2428875" cy="6164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4" name="Rectangle 10"/>
          <p:cNvSpPr>
            <a:spLocks noChangeArrowheads="1"/>
          </p:cNvSpPr>
          <p:nvPr/>
        </p:nvSpPr>
        <p:spPr bwMode="auto">
          <a:xfrm>
            <a:off x="4444010" y="5682885"/>
            <a:ext cx="1857375" cy="6164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5" name="Rectangle 11"/>
          <p:cNvSpPr>
            <a:spLocks noChangeArrowheads="1"/>
          </p:cNvSpPr>
          <p:nvPr/>
        </p:nvSpPr>
        <p:spPr bwMode="auto">
          <a:xfrm>
            <a:off x="6301385" y="5682885"/>
            <a:ext cx="2857500" cy="6164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6" name="Rectangle 12"/>
          <p:cNvSpPr>
            <a:spLocks noChangeArrowheads="1"/>
          </p:cNvSpPr>
          <p:nvPr/>
        </p:nvSpPr>
        <p:spPr bwMode="auto">
          <a:xfrm>
            <a:off x="14885" y="6299335"/>
            <a:ext cx="2000250" cy="606344"/>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7" name="Rectangle 13"/>
          <p:cNvSpPr>
            <a:spLocks noChangeArrowheads="1"/>
          </p:cNvSpPr>
          <p:nvPr/>
        </p:nvSpPr>
        <p:spPr bwMode="auto">
          <a:xfrm>
            <a:off x="2015135" y="6299335"/>
            <a:ext cx="2428875" cy="606344"/>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8" name="Rectangle 14"/>
          <p:cNvSpPr>
            <a:spLocks noChangeArrowheads="1"/>
          </p:cNvSpPr>
          <p:nvPr/>
        </p:nvSpPr>
        <p:spPr bwMode="auto">
          <a:xfrm>
            <a:off x="4444010" y="6299335"/>
            <a:ext cx="1857375" cy="606344"/>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9" name="Rectangle 15"/>
          <p:cNvSpPr>
            <a:spLocks noChangeArrowheads="1"/>
          </p:cNvSpPr>
          <p:nvPr/>
        </p:nvSpPr>
        <p:spPr bwMode="auto">
          <a:xfrm>
            <a:off x="6301385" y="6299335"/>
            <a:ext cx="2857500" cy="606344"/>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0" name="Rectangle 16"/>
          <p:cNvSpPr>
            <a:spLocks noChangeArrowheads="1"/>
          </p:cNvSpPr>
          <p:nvPr/>
        </p:nvSpPr>
        <p:spPr bwMode="auto">
          <a:xfrm>
            <a:off x="2005610" y="5056329"/>
            <a:ext cx="19050" cy="1859456"/>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1" name="Rectangle 17"/>
          <p:cNvSpPr>
            <a:spLocks noChangeArrowheads="1"/>
          </p:cNvSpPr>
          <p:nvPr/>
        </p:nvSpPr>
        <p:spPr bwMode="auto">
          <a:xfrm>
            <a:off x="4434485" y="5672779"/>
            <a:ext cx="19050" cy="1243006"/>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2" name="Rectangle 18"/>
          <p:cNvSpPr>
            <a:spLocks noChangeArrowheads="1"/>
          </p:cNvSpPr>
          <p:nvPr/>
        </p:nvSpPr>
        <p:spPr bwMode="auto">
          <a:xfrm>
            <a:off x="6291860" y="5672779"/>
            <a:ext cx="19050" cy="1243006"/>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3" name="Rectangle 19"/>
          <p:cNvSpPr>
            <a:spLocks noChangeArrowheads="1"/>
          </p:cNvSpPr>
          <p:nvPr/>
        </p:nvSpPr>
        <p:spPr bwMode="auto">
          <a:xfrm>
            <a:off x="5360" y="5672779"/>
            <a:ext cx="9163050" cy="20211"/>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4" name="Rectangle 20"/>
          <p:cNvSpPr>
            <a:spLocks noChangeArrowheads="1"/>
          </p:cNvSpPr>
          <p:nvPr/>
        </p:nvSpPr>
        <p:spPr bwMode="auto">
          <a:xfrm>
            <a:off x="5360" y="6289229"/>
            <a:ext cx="2019300" cy="20211"/>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5" name="Rectangle 21"/>
          <p:cNvSpPr>
            <a:spLocks noChangeArrowheads="1"/>
          </p:cNvSpPr>
          <p:nvPr/>
        </p:nvSpPr>
        <p:spPr bwMode="auto">
          <a:xfrm>
            <a:off x="2000232" y="6299335"/>
            <a:ext cx="7143750" cy="10106"/>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6" name="Rectangle 23"/>
          <p:cNvSpPr>
            <a:spLocks noChangeArrowheads="1"/>
          </p:cNvSpPr>
          <p:nvPr/>
        </p:nvSpPr>
        <p:spPr bwMode="auto">
          <a:xfrm>
            <a:off x="9149360" y="5056329"/>
            <a:ext cx="19050" cy="636662"/>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7" name="Rectangle 25"/>
          <p:cNvSpPr>
            <a:spLocks noChangeArrowheads="1"/>
          </p:cNvSpPr>
          <p:nvPr/>
        </p:nvSpPr>
        <p:spPr bwMode="auto">
          <a:xfrm>
            <a:off x="5360" y="5056329"/>
            <a:ext cx="9163050" cy="20211"/>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6574"/>
                                        </p:tgtEl>
                                        <p:attrNameLst>
                                          <p:attrName>style.visibility</p:attrName>
                                        </p:attrNameLst>
                                      </p:cBhvr>
                                      <p:to>
                                        <p:strVal val="visible"/>
                                      </p:to>
                                    </p:set>
                                    <p:animEffect transition="in" filter="wipe(left)">
                                      <p:cBhvr>
                                        <p:cTn id="7" dur="500"/>
                                        <p:tgtEl>
                                          <p:spTgt spid="48657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6580"/>
                                        </p:tgtEl>
                                        <p:attrNameLst>
                                          <p:attrName>style.visibility</p:attrName>
                                        </p:attrNameLst>
                                      </p:cBhvr>
                                      <p:to>
                                        <p:strVal val="visible"/>
                                      </p:to>
                                    </p:set>
                                    <p:animEffect transition="in" filter="wipe(left)">
                                      <p:cBhvr>
                                        <p:cTn id="12" dur="500"/>
                                        <p:tgtEl>
                                          <p:spTgt spid="48658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6575"/>
                                        </p:tgtEl>
                                        <p:attrNameLst>
                                          <p:attrName>style.visibility</p:attrName>
                                        </p:attrNameLst>
                                      </p:cBhvr>
                                      <p:to>
                                        <p:strVal val="visible"/>
                                      </p:to>
                                    </p:set>
                                    <p:animEffect transition="in" filter="wipe(left)">
                                      <p:cBhvr>
                                        <p:cTn id="17" dur="500"/>
                                        <p:tgtEl>
                                          <p:spTgt spid="48657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86581"/>
                                        </p:tgtEl>
                                        <p:attrNameLst>
                                          <p:attrName>style.visibility</p:attrName>
                                        </p:attrNameLst>
                                      </p:cBhvr>
                                      <p:to>
                                        <p:strVal val="visible"/>
                                      </p:to>
                                    </p:set>
                                    <p:animEffect transition="in" filter="wipe(left)">
                                      <p:cBhvr>
                                        <p:cTn id="22" dur="500"/>
                                        <p:tgtEl>
                                          <p:spTgt spid="48658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86577"/>
                                        </p:tgtEl>
                                        <p:attrNameLst>
                                          <p:attrName>style.visibility</p:attrName>
                                        </p:attrNameLst>
                                      </p:cBhvr>
                                      <p:to>
                                        <p:strVal val="visible"/>
                                      </p:to>
                                    </p:set>
                                    <p:animEffect transition="in" filter="wipe(left)">
                                      <p:cBhvr>
                                        <p:cTn id="27" dur="500"/>
                                        <p:tgtEl>
                                          <p:spTgt spid="48657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86576"/>
                                        </p:tgtEl>
                                        <p:attrNameLst>
                                          <p:attrName>style.visibility</p:attrName>
                                        </p:attrNameLst>
                                      </p:cBhvr>
                                      <p:to>
                                        <p:strVal val="visible"/>
                                      </p:to>
                                    </p:set>
                                    <p:animEffect transition="in" filter="wipe(left)">
                                      <p:cBhvr>
                                        <p:cTn id="32" dur="500"/>
                                        <p:tgtEl>
                                          <p:spTgt spid="48657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86573"/>
                                        </p:tgtEl>
                                        <p:attrNameLst>
                                          <p:attrName>style.visibility</p:attrName>
                                        </p:attrNameLst>
                                      </p:cBhvr>
                                      <p:to>
                                        <p:strVal val="visible"/>
                                      </p:to>
                                    </p:set>
                                    <p:animEffect transition="in" filter="wipe(left)">
                                      <p:cBhvr>
                                        <p:cTn id="37" dur="500"/>
                                        <p:tgtEl>
                                          <p:spTgt spid="486573"/>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486572"/>
                                        </p:tgtEl>
                                        <p:attrNameLst>
                                          <p:attrName>style.visibility</p:attrName>
                                        </p:attrNameLst>
                                      </p:cBhvr>
                                      <p:to>
                                        <p:strVal val="visible"/>
                                      </p:to>
                                    </p:set>
                                    <p:animEffect transition="in" filter="wipe(left)">
                                      <p:cBhvr>
                                        <p:cTn id="40" dur="500"/>
                                        <p:tgtEl>
                                          <p:spTgt spid="486572"/>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486579"/>
                                        </p:tgtEl>
                                        <p:attrNameLst>
                                          <p:attrName>style.visibility</p:attrName>
                                        </p:attrNameLst>
                                      </p:cBhvr>
                                      <p:to>
                                        <p:strVal val="visible"/>
                                      </p:to>
                                    </p:set>
                                    <p:animEffect transition="in" filter="wipe(left)">
                                      <p:cBhvr>
                                        <p:cTn id="43" dur="500"/>
                                        <p:tgtEl>
                                          <p:spTgt spid="486579"/>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xit" presetSubtype="8" fill="hold" grpId="0" nodeType="clickEffect">
                                  <p:stCondLst>
                                    <p:cond delay="0"/>
                                  </p:stCondLst>
                                  <p:childTnLst>
                                    <p:animEffect transition="out" filter="wipe(left)">
                                      <p:cBhvr>
                                        <p:cTn id="47" dur="500"/>
                                        <p:tgtEl>
                                          <p:spTgt spid="61"/>
                                        </p:tgtEl>
                                      </p:cBhvr>
                                    </p:animEffect>
                                    <p:set>
                                      <p:cBhvr>
                                        <p:cTn id="48" dur="1" fill="hold">
                                          <p:stCondLst>
                                            <p:cond delay="499"/>
                                          </p:stCondLst>
                                        </p:cTn>
                                        <p:tgtEl>
                                          <p:spTgt spid="61"/>
                                        </p:tgtEl>
                                        <p:attrNameLst>
                                          <p:attrName>style.visibility</p:attrName>
                                        </p:attrNameLst>
                                      </p:cBhvr>
                                      <p:to>
                                        <p:strVal val="hidden"/>
                                      </p:to>
                                    </p:set>
                                  </p:childTnLst>
                                </p:cTn>
                              </p:par>
                              <p:par>
                                <p:cTn id="49" presetID="22" presetClass="exit" presetSubtype="8" fill="hold" grpId="0" nodeType="withEffect">
                                  <p:stCondLst>
                                    <p:cond delay="0"/>
                                  </p:stCondLst>
                                  <p:childTnLst>
                                    <p:animEffect transition="out" filter="wipe(left)">
                                      <p:cBhvr>
                                        <p:cTn id="50" dur="500"/>
                                        <p:tgtEl>
                                          <p:spTgt spid="62"/>
                                        </p:tgtEl>
                                      </p:cBhvr>
                                    </p:animEffect>
                                    <p:set>
                                      <p:cBhvr>
                                        <p:cTn id="51" dur="1" fill="hold">
                                          <p:stCondLst>
                                            <p:cond delay="499"/>
                                          </p:stCondLst>
                                        </p:cTn>
                                        <p:tgtEl>
                                          <p:spTgt spid="62"/>
                                        </p:tgtEl>
                                        <p:attrNameLst>
                                          <p:attrName>style.visibility</p:attrName>
                                        </p:attrNameLst>
                                      </p:cBhvr>
                                      <p:to>
                                        <p:strVal val="hidden"/>
                                      </p:to>
                                    </p:set>
                                  </p:childTnLst>
                                </p:cTn>
                              </p:par>
                              <p:par>
                                <p:cTn id="52" presetID="22" presetClass="exit" presetSubtype="8" fill="hold" grpId="0" nodeType="withEffect">
                                  <p:stCondLst>
                                    <p:cond delay="0"/>
                                  </p:stCondLst>
                                  <p:childTnLst>
                                    <p:animEffect transition="out" filter="wipe(left)">
                                      <p:cBhvr>
                                        <p:cTn id="53" dur="500"/>
                                        <p:tgtEl>
                                          <p:spTgt spid="66"/>
                                        </p:tgtEl>
                                      </p:cBhvr>
                                    </p:animEffect>
                                    <p:set>
                                      <p:cBhvr>
                                        <p:cTn id="54" dur="1" fill="hold">
                                          <p:stCondLst>
                                            <p:cond delay="499"/>
                                          </p:stCondLst>
                                        </p:cTn>
                                        <p:tgtEl>
                                          <p:spTgt spid="66"/>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2" presetClass="exit" presetSubtype="8" fill="hold" grpId="0" nodeType="clickEffect">
                                  <p:stCondLst>
                                    <p:cond delay="0"/>
                                  </p:stCondLst>
                                  <p:childTnLst>
                                    <p:animEffect transition="out" filter="wipe(left)">
                                      <p:cBhvr>
                                        <p:cTn id="58" dur="500"/>
                                        <p:tgtEl>
                                          <p:spTgt spid="63"/>
                                        </p:tgtEl>
                                      </p:cBhvr>
                                    </p:animEffect>
                                    <p:set>
                                      <p:cBhvr>
                                        <p:cTn id="59" dur="1" fill="hold">
                                          <p:stCondLst>
                                            <p:cond delay="499"/>
                                          </p:stCondLst>
                                        </p:cTn>
                                        <p:tgtEl>
                                          <p:spTgt spid="63"/>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22" presetClass="exit" presetSubtype="8" fill="hold" grpId="0" nodeType="clickEffect">
                                  <p:stCondLst>
                                    <p:cond delay="0"/>
                                  </p:stCondLst>
                                  <p:childTnLst>
                                    <p:animEffect transition="out" filter="wipe(left)">
                                      <p:cBhvr>
                                        <p:cTn id="63" dur="500"/>
                                        <p:tgtEl>
                                          <p:spTgt spid="64"/>
                                        </p:tgtEl>
                                      </p:cBhvr>
                                    </p:animEffect>
                                    <p:set>
                                      <p:cBhvr>
                                        <p:cTn id="64" dur="1" fill="hold">
                                          <p:stCondLst>
                                            <p:cond delay="499"/>
                                          </p:stCondLst>
                                        </p:cTn>
                                        <p:tgtEl>
                                          <p:spTgt spid="64"/>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2" presetClass="exit" presetSubtype="8" fill="hold" grpId="0" nodeType="clickEffect">
                                  <p:stCondLst>
                                    <p:cond delay="0"/>
                                  </p:stCondLst>
                                  <p:childTnLst>
                                    <p:animEffect transition="out" filter="wipe(left)">
                                      <p:cBhvr>
                                        <p:cTn id="68" dur="500"/>
                                        <p:tgtEl>
                                          <p:spTgt spid="65"/>
                                        </p:tgtEl>
                                      </p:cBhvr>
                                    </p:animEffect>
                                    <p:set>
                                      <p:cBhvr>
                                        <p:cTn id="69" dur="1" fill="hold">
                                          <p:stCondLst>
                                            <p:cond delay="499"/>
                                          </p:stCondLst>
                                        </p:cTn>
                                        <p:tgtEl>
                                          <p:spTgt spid="6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22" presetClass="exit" presetSubtype="8" fill="hold" grpId="0" nodeType="clickEffect">
                                  <p:stCondLst>
                                    <p:cond delay="0"/>
                                  </p:stCondLst>
                                  <p:childTnLst>
                                    <p:animEffect transition="out" filter="wipe(left)">
                                      <p:cBhvr>
                                        <p:cTn id="73" dur="500"/>
                                        <p:tgtEl>
                                          <p:spTgt spid="67"/>
                                        </p:tgtEl>
                                      </p:cBhvr>
                                    </p:animEffect>
                                    <p:set>
                                      <p:cBhvr>
                                        <p:cTn id="74" dur="1" fill="hold">
                                          <p:stCondLst>
                                            <p:cond delay="499"/>
                                          </p:stCondLst>
                                        </p:cTn>
                                        <p:tgtEl>
                                          <p:spTgt spid="67"/>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2" presetClass="exit" presetSubtype="8" fill="hold" grpId="0" nodeType="clickEffect">
                                  <p:stCondLst>
                                    <p:cond delay="0"/>
                                  </p:stCondLst>
                                  <p:childTnLst>
                                    <p:animEffect transition="out" filter="wipe(left)">
                                      <p:cBhvr>
                                        <p:cTn id="78" dur="500"/>
                                        <p:tgtEl>
                                          <p:spTgt spid="69"/>
                                        </p:tgtEl>
                                      </p:cBhvr>
                                    </p:animEffect>
                                    <p:set>
                                      <p:cBhvr>
                                        <p:cTn id="79" dur="1" fill="hold">
                                          <p:stCondLst>
                                            <p:cond delay="499"/>
                                          </p:stCondLst>
                                        </p:cTn>
                                        <p:tgtEl>
                                          <p:spTgt spid="6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572" grpId="0" animBg="1"/>
      <p:bldP spid="486573" grpId="0" animBg="1"/>
      <p:bldP spid="486574" grpId="0" animBg="1"/>
      <p:bldP spid="486575" grpId="0" animBg="1"/>
      <p:bldP spid="486576" grpId="0" animBg="1"/>
      <p:bldP spid="486577" grpId="0" animBg="1"/>
      <p:bldP spid="486579" grpId="0" animBg="1"/>
      <p:bldP spid="486580" grpId="0" animBg="1"/>
      <p:bldP spid="486581" grpId="0" animBg="1"/>
      <p:bldP spid="61" grpId="0" animBg="1"/>
      <p:bldP spid="62" grpId="0" animBg="1"/>
      <p:bldP spid="63" grpId="0" animBg="1"/>
      <p:bldP spid="64" grpId="0" animBg="1"/>
      <p:bldP spid="65" grpId="0" animBg="1"/>
      <p:bldP spid="66" grpId="0" animBg="1"/>
      <p:bldP spid="67" grpId="0" animBg="1"/>
      <p:bldP spid="6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32" y="0"/>
          <a:ext cx="9144000" cy="5612409"/>
        </p:xfrm>
        <a:graphic>
          <a:graphicData uri="http://schemas.openxmlformats.org/drawingml/2006/table">
            <a:tbl>
              <a:tblPr firstRow="1" bandRow="1">
                <a:tableStyleId>{5C22544A-7EE6-4342-B048-85BDC9FD1C3A}</a:tableStyleId>
              </a:tblPr>
              <a:tblGrid>
                <a:gridCol w="427704">
                  <a:extLst>
                    <a:ext uri="{9D8B030D-6E8A-4147-A177-3AD203B41FA5}">
                      <a16:colId xmlns:a16="http://schemas.microsoft.com/office/drawing/2014/main" val="20000"/>
                    </a:ext>
                  </a:extLst>
                </a:gridCol>
                <a:gridCol w="1143900">
                  <a:extLst>
                    <a:ext uri="{9D8B030D-6E8A-4147-A177-3AD203B41FA5}">
                      <a16:colId xmlns:a16="http://schemas.microsoft.com/office/drawing/2014/main" val="20001"/>
                    </a:ext>
                  </a:extLst>
                </a:gridCol>
                <a:gridCol w="1643042">
                  <a:extLst>
                    <a:ext uri="{9D8B030D-6E8A-4147-A177-3AD203B41FA5}">
                      <a16:colId xmlns:a16="http://schemas.microsoft.com/office/drawing/2014/main" val="20002"/>
                    </a:ext>
                  </a:extLst>
                </a:gridCol>
                <a:gridCol w="2928958">
                  <a:extLst>
                    <a:ext uri="{9D8B030D-6E8A-4147-A177-3AD203B41FA5}">
                      <a16:colId xmlns:a16="http://schemas.microsoft.com/office/drawing/2014/main" val="20003"/>
                    </a:ext>
                  </a:extLst>
                </a:gridCol>
                <a:gridCol w="3000396">
                  <a:extLst>
                    <a:ext uri="{9D8B030D-6E8A-4147-A177-3AD203B41FA5}">
                      <a16:colId xmlns:a16="http://schemas.microsoft.com/office/drawing/2014/main" val="20004"/>
                    </a:ext>
                  </a:extLst>
                </a:gridCol>
              </a:tblGrid>
              <a:tr h="500042">
                <a:tc gridSpan="2">
                  <a:txBody>
                    <a:bodyPr/>
                    <a:lstStyle/>
                    <a:p>
                      <a:pPr algn="ctr"/>
                      <a:r>
                        <a:rPr lang="zh-CN" altLang="en-US" sz="1600" b="1" dirty="0">
                          <a:solidFill>
                            <a:srgbClr val="FFFF00"/>
                          </a:solidFill>
                          <a:latin typeface="微软雅黑" pitchFamily="34" charset="-122"/>
                          <a:ea typeface="微软雅黑" pitchFamily="34" charset="-122"/>
                        </a:rPr>
                        <a:t>     理论应用</a:t>
                      </a:r>
                      <a:endParaRPr lang="en-US" altLang="zh-CN" sz="1600" b="1" dirty="0">
                        <a:solidFill>
                          <a:srgbClr val="FFFF00"/>
                        </a:solidFill>
                        <a:latin typeface="微软雅黑" pitchFamily="34" charset="-122"/>
                        <a:ea typeface="微软雅黑" pitchFamily="34" charset="-122"/>
                      </a:endParaRPr>
                    </a:p>
                    <a:p>
                      <a:pPr algn="r"/>
                      <a:r>
                        <a:rPr lang="zh-CN" altLang="en-US" sz="1600" b="1" dirty="0">
                          <a:solidFill>
                            <a:srgbClr val="FFFF00"/>
                          </a:solidFill>
                          <a:latin typeface="微软雅黑" pitchFamily="34" charset="-122"/>
                          <a:ea typeface="微软雅黑" pitchFamily="34" charset="-122"/>
                        </a:rPr>
                        <a:t>及特殊矩阵</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006600"/>
                    </a:solidFill>
                  </a:tcPr>
                </a:tc>
                <a:tc hMerge="1">
                  <a:txBody>
                    <a:bodyPr/>
                    <a:lstStyle/>
                    <a:p>
                      <a:endParaRPr lang="zh-CN" altLang="en-US" dirty="0"/>
                    </a:p>
                  </a:txBody>
                  <a:tcPr/>
                </a:tc>
                <a:tc>
                  <a:txBody>
                    <a:bodyPr/>
                    <a:lstStyle/>
                    <a:p>
                      <a:pPr algn="ctr"/>
                      <a:r>
                        <a:rPr lang="zh-CN" altLang="en-US" sz="1600" b="1">
                          <a:solidFill>
                            <a:srgbClr val="006600"/>
                          </a:solidFill>
                          <a:latin typeface="微软雅黑" pitchFamily="34" charset="-122"/>
                          <a:ea typeface="微软雅黑" pitchFamily="34" charset="-122"/>
                        </a:rPr>
                        <a:t>形式</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ctr"/>
                      <a:r>
                        <a:rPr lang="zh-CN" altLang="en-US" sz="1600" b="1">
                          <a:solidFill>
                            <a:srgbClr val="006600"/>
                          </a:solidFill>
                          <a:latin typeface="微软雅黑" pitchFamily="34" charset="-122"/>
                          <a:ea typeface="微软雅黑" pitchFamily="34" charset="-122"/>
                        </a:rPr>
                        <a:t>作用</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ctr"/>
                      <a:r>
                        <a:rPr lang="zh-CN" altLang="en-US" sz="1600" b="1">
                          <a:solidFill>
                            <a:srgbClr val="006600"/>
                          </a:solidFill>
                          <a:latin typeface="微软雅黑" pitchFamily="34" charset="-122"/>
                          <a:ea typeface="微软雅黑" pitchFamily="34" charset="-122"/>
                        </a:rPr>
                        <a:t>特殊运算</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r h="349550">
                <a:tc rowSpan="7">
                  <a:txBody>
                    <a:bodyPr/>
                    <a:lstStyle/>
                    <a:p>
                      <a:pPr algn="ctr"/>
                      <a:r>
                        <a:rPr lang="zh-CN" altLang="en-US" sz="1600" b="1" dirty="0">
                          <a:solidFill>
                            <a:srgbClr val="006600"/>
                          </a:solidFill>
                          <a:latin typeface="微软雅黑" pitchFamily="34" charset="-122"/>
                          <a:ea typeface="微软雅黑" pitchFamily="34" charset="-122"/>
                        </a:rPr>
                        <a:t>线性变换</a:t>
                      </a: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ctr"/>
                      <a:r>
                        <a:rPr lang="zh-CN" altLang="en-US" sz="1600" b="1">
                          <a:solidFill>
                            <a:srgbClr val="006600"/>
                          </a:solidFill>
                          <a:latin typeface="微软雅黑" pitchFamily="34" charset="-122"/>
                          <a:ea typeface="微软雅黑" pitchFamily="34" charset="-122"/>
                        </a:rPr>
                        <a:t>基本形式</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dist"/>
                      <a:r>
                        <a:rPr lang="en-US" altLang="zh-CN" sz="1600" b="1" dirty="0">
                          <a:solidFill>
                            <a:srgbClr val="FFFF00"/>
                          </a:solidFill>
                          <a:latin typeface="微软雅黑" pitchFamily="34" charset="-122"/>
                          <a:ea typeface="微软雅黑" pitchFamily="34" charset="-122"/>
                        </a:rPr>
                        <a:t>Y</a:t>
                      </a:r>
                      <a:r>
                        <a:rPr lang="en-US" altLang="zh-CN" sz="1600" b="1" baseline="-25000" dirty="0">
                          <a:solidFill>
                            <a:srgbClr val="FFFF00"/>
                          </a:solidFill>
                          <a:latin typeface="微软雅黑" pitchFamily="34" charset="-122"/>
                          <a:ea typeface="微软雅黑" pitchFamily="34" charset="-122"/>
                        </a:rPr>
                        <a:t>m1</a:t>
                      </a:r>
                      <a:r>
                        <a:rPr lang="en-US" altLang="zh-CN" sz="1600" b="1" dirty="0">
                          <a:solidFill>
                            <a:srgbClr val="FFFF00"/>
                          </a:solidFill>
                          <a:latin typeface="微软雅黑" pitchFamily="34" charset="-122"/>
                          <a:ea typeface="微软雅黑" pitchFamily="34" charset="-122"/>
                        </a:rPr>
                        <a:t>=A</a:t>
                      </a:r>
                      <a:r>
                        <a:rPr lang="en-US" altLang="zh-CN" sz="1600" b="1" baseline="-25000" dirty="0">
                          <a:solidFill>
                            <a:srgbClr val="FFFF00"/>
                          </a:solidFill>
                          <a:latin typeface="微软雅黑" pitchFamily="34" charset="-122"/>
                          <a:ea typeface="微软雅黑" pitchFamily="34" charset="-122"/>
                        </a:rPr>
                        <a:t>mn</a:t>
                      </a:r>
                      <a:r>
                        <a:rPr lang="en-US" altLang="zh-CN" sz="1600" b="1" baseline="0" dirty="0">
                          <a:solidFill>
                            <a:srgbClr val="FFFF00"/>
                          </a:solidFill>
                          <a:latin typeface="微软雅黑" pitchFamily="34" charset="-122"/>
                          <a:ea typeface="微软雅黑" pitchFamily="34" charset="-122"/>
                        </a:rPr>
                        <a:t>X</a:t>
                      </a:r>
                      <a:r>
                        <a:rPr lang="en-US" altLang="zh-CN" sz="1600" b="1" baseline="-25000" dirty="0">
                          <a:solidFill>
                            <a:srgbClr val="FFFF00"/>
                          </a:solidFill>
                          <a:latin typeface="微软雅黑" pitchFamily="34" charset="-122"/>
                          <a:ea typeface="微软雅黑" pitchFamily="34" charset="-122"/>
                        </a:rPr>
                        <a:t>n1</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T w="19050" cap="flat" cmpd="sng" algn="ctr">
                      <a:solidFill>
                        <a:srgbClr val="006600"/>
                      </a:solidFill>
                      <a:prstDash val="solid"/>
                      <a:round/>
                      <a:headEnd type="none" w="med" len="med"/>
                      <a:tailEnd type="none" w="med" len="med"/>
                    </a:lnT>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a:solidFill>
                            <a:srgbClr val="FFFF00"/>
                          </a:solidFill>
                          <a:latin typeface="微软雅黑" pitchFamily="34" charset="-122"/>
                          <a:ea typeface="微软雅黑" pitchFamily="34" charset="-122"/>
                        </a:rPr>
                        <a:t>输入</a:t>
                      </a:r>
                      <a:r>
                        <a:rPr lang="en-US" altLang="zh-CN" sz="1600" b="1">
                          <a:solidFill>
                            <a:srgbClr val="FFFF00"/>
                          </a:solidFill>
                          <a:latin typeface="微软雅黑" pitchFamily="34" charset="-122"/>
                          <a:ea typeface="微软雅黑" pitchFamily="34" charset="-122"/>
                        </a:rPr>
                        <a:t>n</a:t>
                      </a:r>
                      <a:r>
                        <a:rPr lang="zh-CN" altLang="en-US" sz="1600" b="1">
                          <a:solidFill>
                            <a:srgbClr val="FFFF00"/>
                          </a:solidFill>
                          <a:latin typeface="微软雅黑" pitchFamily="34" charset="-122"/>
                          <a:ea typeface="微软雅黑" pitchFamily="34" charset="-122"/>
                        </a:rPr>
                        <a:t>维向量，输出</a:t>
                      </a:r>
                      <a:r>
                        <a:rPr lang="en-US" altLang="zh-CN" sz="1600" b="1">
                          <a:solidFill>
                            <a:srgbClr val="FFFF00"/>
                          </a:solidFill>
                          <a:latin typeface="微软雅黑" pitchFamily="34" charset="-122"/>
                          <a:ea typeface="微软雅黑" pitchFamily="34" charset="-122"/>
                        </a:rPr>
                        <a:t>m</a:t>
                      </a:r>
                      <a:r>
                        <a:rPr lang="zh-CN" altLang="en-US" sz="1600" b="1">
                          <a:solidFill>
                            <a:srgbClr val="FFFF00"/>
                          </a:solidFill>
                          <a:latin typeface="微软雅黑" pitchFamily="34" charset="-122"/>
                          <a:ea typeface="微软雅黑" pitchFamily="34" charset="-122"/>
                        </a:rPr>
                        <a:t>维向量</a:t>
                      </a:r>
                      <a:endParaRPr lang="zh-CN" altLang="en-US" sz="1600" b="1" dirty="0">
                        <a:solidFill>
                          <a:srgbClr val="FFFF00"/>
                        </a:solidFill>
                        <a:latin typeface="微软雅黑" pitchFamily="34" charset="-122"/>
                        <a:ea typeface="微软雅黑" pitchFamily="34" charset="-122"/>
                      </a:endParaRPr>
                    </a:p>
                  </a:txBody>
                  <a:tcPr anchor="ctr">
                    <a:lnT w="19050" cap="flat" cmpd="sng" algn="ctr">
                      <a:solidFill>
                        <a:srgbClr val="006600"/>
                      </a:solidFill>
                      <a:prstDash val="solid"/>
                      <a:round/>
                      <a:headEnd type="none" w="med" len="med"/>
                      <a:tailEnd type="none" w="med" len="med"/>
                    </a:lnT>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a:solidFill>
                            <a:srgbClr val="FFFF00"/>
                          </a:solidFill>
                          <a:latin typeface="微软雅黑" pitchFamily="34" charset="-122"/>
                          <a:ea typeface="微软雅黑" pitchFamily="34" charset="-122"/>
                        </a:rPr>
                        <a:t>与矩阵一一对应</a:t>
                      </a:r>
                      <a:endParaRPr lang="zh-CN" altLang="en-US" sz="1600" b="1" dirty="0">
                        <a:solidFill>
                          <a:srgbClr val="FFFF00"/>
                        </a:solidFill>
                        <a:latin typeface="微软雅黑" pitchFamily="34" charset="-122"/>
                        <a:ea typeface="微软雅黑" pitchFamily="34" charset="-122"/>
                      </a:endParaRPr>
                    </a:p>
                  </a:txBody>
                  <a:tcPr anchor="ctr">
                    <a:lnT w="19050" cap="flat" cmpd="sng" algn="ctr">
                      <a:solidFill>
                        <a:srgbClr val="006600"/>
                      </a:solidFill>
                      <a:prstDash val="solid"/>
                      <a:round/>
                      <a:headEnd type="none" w="med" len="med"/>
                      <a:tailEnd type="none" w="med" len="med"/>
                    </a:lnT>
                    <a:solidFill>
                      <a:srgbClr val="006600"/>
                    </a:solidFill>
                  </a:tcPr>
                </a:tc>
                <a:extLst>
                  <a:ext uri="{0D108BD9-81ED-4DB2-BD59-A6C34878D82A}">
                    <a16:rowId xmlns:a16="http://schemas.microsoft.com/office/drawing/2014/main" val="10001"/>
                  </a:ext>
                </a:extLst>
              </a:tr>
              <a:tr h="357190">
                <a:tc vMerge="1">
                  <a:txBody>
                    <a:bodyPr/>
                    <a:lstStyle/>
                    <a:p>
                      <a:endParaRPr lang="zh-CN" altLang="en-US" dirty="0"/>
                    </a:p>
                  </a:txBody>
                  <a:tcPr/>
                </a:tc>
                <a:tc>
                  <a:txBody>
                    <a:bodyPr/>
                    <a:lstStyle/>
                    <a:p>
                      <a:pPr algn="ctr"/>
                      <a:r>
                        <a:rPr lang="zh-CN" altLang="en-US" sz="1600" b="1">
                          <a:solidFill>
                            <a:srgbClr val="006600"/>
                          </a:solidFill>
                          <a:latin typeface="微软雅黑" pitchFamily="34" charset="-122"/>
                          <a:ea typeface="微软雅黑" pitchFamily="34" charset="-122"/>
                        </a:rPr>
                        <a:t>零矩阵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l"/>
                      <a:r>
                        <a:rPr lang="en-US" altLang="zh-CN" sz="1600" b="1">
                          <a:solidFill>
                            <a:srgbClr val="FFFF00"/>
                          </a:solidFill>
                          <a:latin typeface="微软雅黑" pitchFamily="34" charset="-122"/>
                          <a:ea typeface="微软雅黑" pitchFamily="34" charset="-122"/>
                        </a:rPr>
                        <a:t>O</a:t>
                      </a:r>
                      <a:r>
                        <a:rPr lang="en-US" altLang="zh-CN" sz="1600" b="1" baseline="-25000">
                          <a:solidFill>
                            <a:srgbClr val="FFFF00"/>
                          </a:solidFill>
                          <a:latin typeface="微软雅黑" pitchFamily="34" charset="-122"/>
                          <a:ea typeface="微软雅黑" pitchFamily="34" charset="-122"/>
                        </a:rPr>
                        <a:t>m×n</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algn="l"/>
                      <a:r>
                        <a:rPr lang="zh-CN" altLang="en-US" sz="1600" b="1" kern="0">
                          <a:solidFill>
                            <a:srgbClr val="FFFF00"/>
                          </a:solidFill>
                          <a:latin typeface="微软雅黑" pitchFamily="34" charset="-122"/>
                          <a:ea typeface="微软雅黑" pitchFamily="34" charset="-122"/>
                        </a:rPr>
                        <a:t>对应零变换</a:t>
                      </a:r>
                      <a:r>
                        <a:rPr lang="en-US" altLang="zh-CN" sz="1600" b="1" kern="0">
                          <a:solidFill>
                            <a:srgbClr val="FFFF00"/>
                          </a:solidFill>
                          <a:latin typeface="微软雅黑" pitchFamily="34" charset="-122"/>
                          <a:ea typeface="微软雅黑" pitchFamily="34" charset="-122"/>
                        </a:rPr>
                        <a:t>,</a:t>
                      </a:r>
                      <a:r>
                        <a:rPr lang="zh-CN" altLang="en-US" sz="1600" b="1" kern="0">
                          <a:solidFill>
                            <a:srgbClr val="FFFF00"/>
                          </a:solidFill>
                          <a:latin typeface="微软雅黑" pitchFamily="34" charset="-122"/>
                          <a:ea typeface="微软雅黑" pitchFamily="34" charset="-122"/>
                        </a:rPr>
                        <a:t>相当于矩阵 </a:t>
                      </a:r>
                      <a:r>
                        <a:rPr lang="en-US" altLang="zh-CN" sz="1600" b="1" kern="0">
                          <a:solidFill>
                            <a:srgbClr val="FFFF00"/>
                          </a:solidFill>
                          <a:latin typeface="微软雅黑" pitchFamily="34" charset="-122"/>
                          <a:ea typeface="微软雅黑" pitchFamily="34" charset="-122"/>
                        </a:rPr>
                        <a:t>“0”</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algn="l">
                        <a:spcBef>
                          <a:spcPct val="50000"/>
                        </a:spcBef>
                        <a:defRPr/>
                      </a:pPr>
                      <a:r>
                        <a:rPr lang="zh-CN" altLang="en-US" sz="1600" b="1">
                          <a:solidFill>
                            <a:srgbClr val="FFFF00"/>
                          </a:solidFill>
                          <a:latin typeface="微软雅黑" pitchFamily="34" charset="-122"/>
                          <a:ea typeface="微软雅黑" pitchFamily="34" charset="-122"/>
                        </a:rPr>
                        <a:t>不同型的零矩阵不相等</a:t>
                      </a:r>
                      <a:endParaRPr lang="en-US" altLang="zh-CN"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2"/>
                  </a:ext>
                </a:extLst>
              </a:tr>
              <a:tr h="642942">
                <a:tc vMerge="1">
                  <a:txBody>
                    <a:bodyPr/>
                    <a:lstStyle/>
                    <a:p>
                      <a:endParaRPr lang="zh-CN" altLang="en-US"/>
                    </a:p>
                  </a:txBody>
                  <a:tcPr/>
                </a:tc>
                <a:tc>
                  <a:txBody>
                    <a:bodyPr/>
                    <a:lstStyle/>
                    <a:p>
                      <a:pPr algn="ctr"/>
                      <a:r>
                        <a:rPr lang="zh-CN" altLang="en-US" sz="1600" b="1" dirty="0">
                          <a:solidFill>
                            <a:srgbClr val="006600"/>
                          </a:solidFill>
                          <a:latin typeface="微软雅黑" pitchFamily="34" charset="-122"/>
                          <a:ea typeface="微软雅黑" pitchFamily="34" charset="-122"/>
                        </a:rPr>
                        <a:t>单位阵</a:t>
                      </a: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l"/>
                      <a:r>
                        <a:rPr lang="en-US" altLang="zh-CN" sz="1600" b="1">
                          <a:solidFill>
                            <a:srgbClr val="FFFF00"/>
                          </a:solidFill>
                          <a:latin typeface="微软雅黑" pitchFamily="34" charset="-122"/>
                          <a:ea typeface="微软雅黑" pitchFamily="34" charset="-122"/>
                        </a:rPr>
                        <a:t>E</a:t>
                      </a:r>
                      <a:r>
                        <a:rPr lang="en-US" altLang="zh-CN" sz="1600" b="1" baseline="-25000">
                          <a:solidFill>
                            <a:srgbClr val="FFFF00"/>
                          </a:solidFill>
                          <a:latin typeface="微软雅黑" pitchFamily="34" charset="-122"/>
                          <a:ea typeface="微软雅黑" pitchFamily="34" charset="-122"/>
                        </a:rPr>
                        <a:t>n</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algn="l"/>
                      <a:r>
                        <a:rPr lang="zh-CN" altLang="en-US" sz="1600" b="1">
                          <a:solidFill>
                            <a:srgbClr val="FFFF00"/>
                          </a:solidFill>
                          <a:latin typeface="微软雅黑" pitchFamily="34" charset="-122"/>
                          <a:ea typeface="微软雅黑" pitchFamily="34" charset="-122"/>
                        </a:rPr>
                        <a:t>对应恒等变换</a:t>
                      </a:r>
                      <a:r>
                        <a:rPr lang="en-US" altLang="zh-CN" sz="1600" b="1">
                          <a:solidFill>
                            <a:srgbClr val="FFFF00"/>
                          </a:solidFill>
                          <a:latin typeface="微软雅黑" pitchFamily="34" charset="-122"/>
                          <a:ea typeface="微软雅黑" pitchFamily="34" charset="-122"/>
                        </a:rPr>
                        <a:t>,</a:t>
                      </a:r>
                      <a:r>
                        <a:rPr lang="zh-CN" altLang="en-US" sz="1600" b="1">
                          <a:solidFill>
                            <a:srgbClr val="FFFF00"/>
                          </a:solidFill>
                          <a:latin typeface="微软雅黑" pitchFamily="34" charset="-122"/>
                          <a:ea typeface="微软雅黑" pitchFamily="34" charset="-122"/>
                        </a:rPr>
                        <a:t>相当于矩阵 </a:t>
                      </a:r>
                      <a:r>
                        <a:rPr lang="en-US" altLang="zh-CN" sz="1600" b="1">
                          <a:solidFill>
                            <a:srgbClr val="FFFF00"/>
                          </a:solidFill>
                          <a:latin typeface="微软雅黑" pitchFamily="34" charset="-122"/>
                          <a:ea typeface="微软雅黑" pitchFamily="34" charset="-122"/>
                        </a:rPr>
                        <a:t>“1”</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algn="l"/>
                      <a:r>
                        <a:rPr lang="en-US" altLang="zh-CN" sz="1600" b="1">
                          <a:solidFill>
                            <a:srgbClr val="FFFF00"/>
                          </a:solidFill>
                          <a:latin typeface="微软雅黑" pitchFamily="34" charset="-122"/>
                          <a:ea typeface="微软雅黑" pitchFamily="34" charset="-122"/>
                        </a:rPr>
                        <a:t>E</a:t>
                      </a:r>
                      <a:r>
                        <a:rPr lang="en-US" altLang="zh-CN" sz="1600" b="1" baseline="30000">
                          <a:solidFill>
                            <a:srgbClr val="FFFF00"/>
                          </a:solidFill>
                          <a:latin typeface="微软雅黑" pitchFamily="34" charset="-122"/>
                          <a:ea typeface="微软雅黑" pitchFamily="34" charset="-122"/>
                        </a:rPr>
                        <a:t>T</a:t>
                      </a:r>
                      <a:r>
                        <a:rPr lang="en-US" altLang="zh-CN" sz="1600" b="1">
                          <a:solidFill>
                            <a:srgbClr val="FFFF00"/>
                          </a:solidFill>
                          <a:latin typeface="微软雅黑" pitchFamily="34" charset="-122"/>
                          <a:ea typeface="微软雅黑" pitchFamily="34" charset="-122"/>
                        </a:rPr>
                        <a:t>=E</a:t>
                      </a:r>
                      <a:r>
                        <a:rPr lang="en-US" altLang="zh-CN" sz="1600" b="1" baseline="30000">
                          <a:solidFill>
                            <a:srgbClr val="FFFF00"/>
                          </a:solidFill>
                          <a:latin typeface="微软雅黑" pitchFamily="34" charset="-122"/>
                          <a:ea typeface="微软雅黑" pitchFamily="34" charset="-122"/>
                        </a:rPr>
                        <a:t>k</a:t>
                      </a:r>
                      <a:r>
                        <a:rPr lang="en-US" altLang="zh-CN" sz="1600" b="1">
                          <a:solidFill>
                            <a:srgbClr val="FFFF00"/>
                          </a:solidFill>
                          <a:latin typeface="微软雅黑" pitchFamily="34" charset="-122"/>
                          <a:ea typeface="微软雅黑" pitchFamily="34" charset="-122"/>
                        </a:rPr>
                        <a:t>=E</a:t>
                      </a:r>
                      <a:r>
                        <a:rPr lang="en-US" altLang="zh-CN" sz="1600" b="1" baseline="30000">
                          <a:solidFill>
                            <a:srgbClr val="FFFF00"/>
                          </a:solidFill>
                          <a:latin typeface="微软雅黑" pitchFamily="34" charset="-122"/>
                          <a:ea typeface="微软雅黑" pitchFamily="34" charset="-122"/>
                        </a:rPr>
                        <a:t>*</a:t>
                      </a:r>
                      <a:r>
                        <a:rPr lang="en-US" altLang="zh-CN" sz="1600" b="1">
                          <a:solidFill>
                            <a:srgbClr val="FFFF00"/>
                          </a:solidFill>
                          <a:latin typeface="微软雅黑" pitchFamily="34" charset="-122"/>
                          <a:ea typeface="微软雅黑" pitchFamily="34" charset="-122"/>
                        </a:rPr>
                        <a:t>=E</a:t>
                      </a:r>
                      <a:r>
                        <a:rPr lang="en-US" altLang="zh-CN" sz="1600" b="1" baseline="30000">
                          <a:solidFill>
                            <a:srgbClr val="FFFF00"/>
                          </a:solidFill>
                          <a:latin typeface="微软雅黑" pitchFamily="34" charset="-122"/>
                          <a:ea typeface="微软雅黑" pitchFamily="34" charset="-122"/>
                        </a:rPr>
                        <a:t>-1</a:t>
                      </a:r>
                      <a:r>
                        <a:rPr lang="en-US" altLang="zh-CN" sz="1600" b="1">
                          <a:solidFill>
                            <a:srgbClr val="FFFF00"/>
                          </a:solidFill>
                          <a:latin typeface="微软雅黑" pitchFamily="34" charset="-122"/>
                          <a:ea typeface="微软雅黑" pitchFamily="34" charset="-122"/>
                        </a:rPr>
                        <a:t>=E</a:t>
                      </a:r>
                    </a:p>
                    <a:p>
                      <a:pPr algn="l"/>
                      <a:r>
                        <a:rPr lang="en-US" altLang="zh-CN" sz="1600" b="1">
                          <a:solidFill>
                            <a:srgbClr val="FFFF00"/>
                          </a:solidFill>
                          <a:latin typeface="微软雅黑" pitchFamily="34" charset="-122"/>
                          <a:ea typeface="微软雅黑" pitchFamily="34" charset="-122"/>
                        </a:rPr>
                        <a:t>E</a:t>
                      </a:r>
                      <a:r>
                        <a:rPr lang="en-US" altLang="zh-CN" sz="1600" b="1" baseline="-25000">
                          <a:solidFill>
                            <a:srgbClr val="FFFF00"/>
                          </a:solidFill>
                          <a:latin typeface="微软雅黑" pitchFamily="34" charset="-122"/>
                          <a:ea typeface="微软雅黑" pitchFamily="34" charset="-122"/>
                        </a:rPr>
                        <a:t>m</a:t>
                      </a:r>
                      <a:r>
                        <a:rPr lang="en-US" altLang="zh-CN" sz="1600" b="1">
                          <a:solidFill>
                            <a:srgbClr val="FFFF00"/>
                          </a:solidFill>
                          <a:latin typeface="微软雅黑" pitchFamily="34" charset="-122"/>
                          <a:ea typeface="微软雅黑" pitchFamily="34" charset="-122"/>
                        </a:rPr>
                        <a:t>A</a:t>
                      </a:r>
                      <a:r>
                        <a:rPr lang="en-US" altLang="zh-CN" sz="1600" b="1" baseline="-25000">
                          <a:solidFill>
                            <a:srgbClr val="FFFF00"/>
                          </a:solidFill>
                          <a:latin typeface="微软雅黑" pitchFamily="34" charset="-122"/>
                          <a:ea typeface="微软雅黑" pitchFamily="34" charset="-122"/>
                        </a:rPr>
                        <a:t>m×n</a:t>
                      </a:r>
                      <a:r>
                        <a:rPr lang="en-US" altLang="zh-CN" sz="1600" b="1">
                          <a:solidFill>
                            <a:srgbClr val="FFFF00"/>
                          </a:solidFill>
                          <a:latin typeface="微软雅黑" pitchFamily="34" charset="-122"/>
                          <a:ea typeface="微软雅黑" pitchFamily="34" charset="-122"/>
                        </a:rPr>
                        <a:t>=A</a:t>
                      </a:r>
                      <a:r>
                        <a:rPr lang="en-US" altLang="zh-CN" sz="1600" b="1" baseline="-25000">
                          <a:solidFill>
                            <a:srgbClr val="FFFF00"/>
                          </a:solidFill>
                          <a:latin typeface="微软雅黑" pitchFamily="34" charset="-122"/>
                          <a:ea typeface="微软雅黑" pitchFamily="34" charset="-122"/>
                        </a:rPr>
                        <a:t>m×n</a:t>
                      </a:r>
                      <a:r>
                        <a:rPr lang="en-US" altLang="zh-CN" sz="1600" b="1">
                          <a:solidFill>
                            <a:srgbClr val="FFFF00"/>
                          </a:solidFill>
                          <a:latin typeface="微软雅黑" pitchFamily="34" charset="-122"/>
                          <a:ea typeface="微软雅黑" pitchFamily="34" charset="-122"/>
                        </a:rPr>
                        <a:t>E</a:t>
                      </a:r>
                      <a:r>
                        <a:rPr lang="en-US" altLang="zh-CN" sz="1600" b="1" baseline="-25000">
                          <a:solidFill>
                            <a:srgbClr val="FFFF00"/>
                          </a:solidFill>
                          <a:latin typeface="微软雅黑" pitchFamily="34" charset="-122"/>
                          <a:ea typeface="微软雅黑" pitchFamily="34" charset="-122"/>
                        </a:rPr>
                        <a:t>n</a:t>
                      </a:r>
                      <a:r>
                        <a:rPr lang="en-US" altLang="zh-CN" sz="1600" b="1">
                          <a:solidFill>
                            <a:srgbClr val="FFFF00"/>
                          </a:solidFill>
                          <a:latin typeface="微软雅黑" pitchFamily="34" charset="-122"/>
                          <a:ea typeface="微软雅黑" pitchFamily="34" charset="-122"/>
                        </a:rPr>
                        <a:t>=A</a:t>
                      </a:r>
                      <a:r>
                        <a:rPr lang="en-US" altLang="zh-CN" sz="1600" b="1" baseline="-25000">
                          <a:solidFill>
                            <a:srgbClr val="FFFF00"/>
                          </a:solidFill>
                          <a:latin typeface="微软雅黑" pitchFamily="34" charset="-122"/>
                          <a:ea typeface="微软雅黑" pitchFamily="34" charset="-122"/>
                        </a:rPr>
                        <a:t>m×n</a:t>
                      </a:r>
                      <a:endParaRPr lang="zh-CN" altLang="en-US" sz="1600" b="1" baseline="-25000"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3"/>
                  </a:ext>
                </a:extLst>
              </a:tr>
              <a:tr h="897525">
                <a:tc vMerge="1">
                  <a:txBody>
                    <a:bodyPr/>
                    <a:lstStyle/>
                    <a:p>
                      <a:endParaRPr lang="zh-CN" altLang="en-US"/>
                    </a:p>
                  </a:txBody>
                  <a:tcPr/>
                </a:tc>
                <a:tc>
                  <a:txBody>
                    <a:bodyPr/>
                    <a:lstStyle/>
                    <a:p>
                      <a:pPr algn="ctr"/>
                      <a:r>
                        <a:rPr lang="zh-CN" altLang="en-US" sz="1600" b="1" kern="0">
                          <a:solidFill>
                            <a:srgbClr val="006600"/>
                          </a:solidFill>
                          <a:latin typeface="微软雅黑" pitchFamily="34" charset="-122"/>
                          <a:ea typeface="微软雅黑" pitchFamily="34" charset="-122"/>
                        </a:rPr>
                        <a:t>对角阵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l"/>
                      <a:r>
                        <a:rPr lang="en-US" altLang="zh-CN" sz="1600" b="1">
                          <a:solidFill>
                            <a:srgbClr val="FFFF00"/>
                          </a:solidFill>
                          <a:latin typeface="微软雅黑" pitchFamily="34" charset="-122"/>
                          <a:ea typeface="微软雅黑" pitchFamily="34" charset="-122"/>
                        </a:rPr>
                        <a:t>Λ=diag(λ</a:t>
                      </a:r>
                      <a:r>
                        <a:rPr lang="en-US" altLang="zh-CN" sz="1600" b="1" baseline="-25000">
                          <a:solidFill>
                            <a:srgbClr val="FFFF00"/>
                          </a:solidFill>
                          <a:latin typeface="微软雅黑" pitchFamily="34" charset="-122"/>
                          <a:ea typeface="微软雅黑" pitchFamily="34" charset="-122"/>
                        </a:rPr>
                        <a:t>i</a:t>
                      </a:r>
                      <a:r>
                        <a:rPr lang="en-US" altLang="zh-CN" sz="1600" b="1">
                          <a:solidFill>
                            <a:srgbClr val="FFFF00"/>
                          </a:solidFill>
                          <a:latin typeface="微软雅黑" pitchFamily="34" charset="-122"/>
                          <a:ea typeface="微软雅黑" pitchFamily="34" charset="-122"/>
                        </a:rPr>
                        <a:t>)</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algn="l"/>
                      <a:r>
                        <a:rPr lang="zh-CN" altLang="en-US" sz="1600" b="1" kern="0">
                          <a:solidFill>
                            <a:srgbClr val="FFFF00"/>
                          </a:solidFill>
                          <a:latin typeface="微软雅黑" pitchFamily="34" charset="-122"/>
                          <a:ea typeface="微软雅黑" pitchFamily="34" charset="-122"/>
                        </a:rPr>
                        <a:t>对应数乘变换</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a:solidFill>
                            <a:srgbClr val="FFFF00"/>
                          </a:solidFill>
                          <a:latin typeface="微软雅黑" pitchFamily="34" charset="-122"/>
                          <a:ea typeface="微软雅黑" pitchFamily="34" charset="-122"/>
                        </a:rPr>
                        <a:t>乘法</a:t>
                      </a:r>
                      <a:r>
                        <a:rPr lang="en-US" altLang="zh-CN" sz="1600" b="1">
                          <a:solidFill>
                            <a:srgbClr val="FFFF00"/>
                          </a:solidFill>
                          <a:latin typeface="微软雅黑" pitchFamily="34" charset="-122"/>
                          <a:ea typeface="微软雅黑" pitchFamily="34" charset="-122"/>
                        </a:rPr>
                        <a:t>:　　Λ</a:t>
                      </a:r>
                      <a:r>
                        <a:rPr lang="en-US" altLang="zh-CN" sz="1600" b="1" baseline="-25000">
                          <a:solidFill>
                            <a:srgbClr val="FFFF00"/>
                          </a:solidFill>
                          <a:latin typeface="微软雅黑" pitchFamily="34" charset="-122"/>
                          <a:ea typeface="微软雅黑" pitchFamily="34" charset="-122"/>
                        </a:rPr>
                        <a:t>1</a:t>
                      </a:r>
                      <a:r>
                        <a:rPr lang="en-US" altLang="zh-CN" sz="1600" b="1">
                          <a:solidFill>
                            <a:srgbClr val="FFFF00"/>
                          </a:solidFill>
                          <a:latin typeface="微软雅黑" pitchFamily="34" charset="-122"/>
                          <a:ea typeface="微软雅黑" pitchFamily="34" charset="-122"/>
                        </a:rPr>
                        <a:t>Λ</a:t>
                      </a:r>
                      <a:r>
                        <a:rPr lang="en-US" altLang="zh-CN" sz="1600" b="1" baseline="-25000">
                          <a:solidFill>
                            <a:srgbClr val="FFFF00"/>
                          </a:solidFill>
                          <a:latin typeface="微软雅黑" pitchFamily="34" charset="-122"/>
                          <a:ea typeface="微软雅黑" pitchFamily="34" charset="-122"/>
                        </a:rPr>
                        <a:t>2</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r>
                        <a:rPr lang="en-US" altLang="zh-CN" sz="1600" b="1">
                          <a:solidFill>
                            <a:srgbClr val="FFFF00"/>
                          </a:solidFill>
                          <a:latin typeface="微软雅黑" pitchFamily="34" charset="-122"/>
                          <a:ea typeface="微软雅黑" pitchFamily="34" charset="-122"/>
                        </a:rPr>
                        <a:t>diag</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r>
                        <a:rPr lang="en-US" altLang="zh-CN" sz="1600" b="1">
                          <a:solidFill>
                            <a:srgbClr val="FFFF00"/>
                          </a:solidFill>
                          <a:latin typeface="微软雅黑" pitchFamily="34" charset="-122"/>
                          <a:ea typeface="微软雅黑" pitchFamily="34" charset="-122"/>
                        </a:rPr>
                        <a:t>λ</a:t>
                      </a:r>
                      <a:r>
                        <a:rPr kumimoji="0" lang="en-US" altLang="zh-CN" sz="1600" b="1" u="none" strike="noStrike" kern="1200" cap="none" normalizeH="0" baseline="-25000">
                          <a:ln>
                            <a:noFill/>
                          </a:ln>
                          <a:solidFill>
                            <a:srgbClr val="FFFF00"/>
                          </a:solidFill>
                          <a:effectLst/>
                          <a:latin typeface="微软雅黑" pitchFamily="34" charset="-122"/>
                          <a:ea typeface="微软雅黑" pitchFamily="34" charset="-122"/>
                        </a:rPr>
                        <a:t>i</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μ</a:t>
                      </a:r>
                      <a:r>
                        <a:rPr kumimoji="0" lang="en-US" altLang="zh-CN" sz="1600" b="1" u="none" strike="noStrike" kern="1200" cap="none" normalizeH="0" baseline="-25000">
                          <a:ln>
                            <a:noFill/>
                          </a:ln>
                          <a:solidFill>
                            <a:srgbClr val="FFFF00"/>
                          </a:solidFill>
                          <a:effectLst/>
                          <a:latin typeface="微软雅黑" pitchFamily="34" charset="-122"/>
                          <a:ea typeface="微软雅黑" pitchFamily="34" charset="-122"/>
                        </a:rPr>
                        <a:t>i</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a:solidFill>
                            <a:srgbClr val="FFFF00"/>
                          </a:solidFill>
                          <a:latin typeface="微软雅黑" pitchFamily="34" charset="-122"/>
                          <a:ea typeface="微软雅黑" pitchFamily="34" charset="-122"/>
                        </a:rPr>
                        <a:t>多项式</a:t>
                      </a:r>
                      <a:r>
                        <a:rPr lang="en-US" altLang="zh-CN" sz="1600" b="1">
                          <a:solidFill>
                            <a:srgbClr val="FFFF00"/>
                          </a:solidFill>
                          <a:latin typeface="微软雅黑" pitchFamily="34" charset="-122"/>
                          <a:ea typeface="微软雅黑" pitchFamily="34" charset="-122"/>
                        </a:rPr>
                        <a:t>:   φ(Λ)=diag(φ(λ</a:t>
                      </a:r>
                      <a:r>
                        <a:rPr lang="en-US" altLang="zh-CN" sz="1600" b="1" baseline="-25000">
                          <a:solidFill>
                            <a:srgbClr val="FFFF00"/>
                          </a:solidFill>
                          <a:latin typeface="微软雅黑" pitchFamily="34" charset="-122"/>
                          <a:ea typeface="微软雅黑" pitchFamily="34" charset="-122"/>
                        </a:rPr>
                        <a:t>i</a:t>
                      </a:r>
                      <a:r>
                        <a:rPr lang="en-US" altLang="zh-CN" sz="1600" b="1">
                          <a:solidFill>
                            <a:srgbClr val="FFFF00"/>
                          </a:solidFill>
                          <a:latin typeface="微软雅黑" pitchFamily="34" charset="-122"/>
                          <a:ea typeface="微软雅黑" pitchFamily="34" charset="-122"/>
                        </a:rPr>
                        <a:t>))</a:t>
                      </a:r>
                    </a:p>
                    <a:p>
                      <a:pPr algn="l"/>
                      <a:r>
                        <a:rPr lang="zh-CN" altLang="en-US" sz="1600" b="1">
                          <a:solidFill>
                            <a:srgbClr val="FFFF00"/>
                          </a:solidFill>
                          <a:latin typeface="微软雅黑" pitchFamily="34" charset="-122"/>
                          <a:ea typeface="微软雅黑" pitchFamily="34" charset="-122"/>
                        </a:rPr>
                        <a:t>逆阵</a:t>
                      </a:r>
                      <a:r>
                        <a:rPr lang="en-US" altLang="zh-CN" sz="1600" b="1">
                          <a:solidFill>
                            <a:srgbClr val="FFFF00"/>
                          </a:solidFill>
                          <a:latin typeface="微软雅黑" pitchFamily="34" charset="-122"/>
                          <a:ea typeface="微软雅黑" pitchFamily="34" charset="-122"/>
                        </a:rPr>
                        <a:t>:       Λ</a:t>
                      </a:r>
                      <a:r>
                        <a:rPr kumimoji="0" lang="en-US" altLang="zh-CN" sz="1600" b="1" u="none" strike="noStrike" kern="1200" cap="none" normalizeH="0" baseline="30000">
                          <a:ln>
                            <a:noFill/>
                          </a:ln>
                          <a:solidFill>
                            <a:srgbClr val="FFFF00"/>
                          </a:solidFill>
                          <a:effectLst/>
                          <a:latin typeface="微软雅黑" pitchFamily="34" charset="-122"/>
                          <a:ea typeface="微软雅黑" pitchFamily="34" charset="-122"/>
                        </a:rPr>
                        <a:t>-1</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r>
                        <a:rPr lang="en-US" altLang="zh-CN" sz="1600" b="1">
                          <a:solidFill>
                            <a:srgbClr val="FFFF00"/>
                          </a:solidFill>
                          <a:latin typeface="微软雅黑" pitchFamily="34" charset="-122"/>
                          <a:ea typeface="微软雅黑" pitchFamily="34" charset="-122"/>
                        </a:rPr>
                        <a:t>diag</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r>
                        <a:rPr lang="en-US" altLang="zh-CN" sz="1600" b="1">
                          <a:solidFill>
                            <a:srgbClr val="FFFF00"/>
                          </a:solidFill>
                          <a:latin typeface="微软雅黑" pitchFamily="34" charset="-122"/>
                          <a:ea typeface="微软雅黑" pitchFamily="34" charset="-122"/>
                        </a:rPr>
                        <a:t>λ</a:t>
                      </a:r>
                      <a:r>
                        <a:rPr kumimoji="0" lang="en-US" altLang="zh-CN" sz="1600" b="1" u="none" strike="noStrike" kern="1200" cap="none" normalizeH="0" baseline="-25000">
                          <a:ln>
                            <a:noFill/>
                          </a:ln>
                          <a:solidFill>
                            <a:srgbClr val="FFFF00"/>
                          </a:solidFill>
                          <a:effectLst/>
                          <a:latin typeface="微软雅黑" pitchFamily="34" charset="-122"/>
                          <a:ea typeface="微软雅黑" pitchFamily="34" charset="-122"/>
                        </a:rPr>
                        <a:t>i</a:t>
                      </a:r>
                      <a:r>
                        <a:rPr kumimoji="0" lang="en-US" altLang="zh-CN" sz="1600" b="1" u="none" strike="noStrike" kern="1200" cap="none" normalizeH="0" baseline="30000">
                          <a:ln>
                            <a:noFill/>
                          </a:ln>
                          <a:solidFill>
                            <a:srgbClr val="FFFF00"/>
                          </a:solidFill>
                          <a:effectLst/>
                          <a:latin typeface="微软雅黑" pitchFamily="34" charset="-122"/>
                          <a:ea typeface="微软雅黑" pitchFamily="34" charset="-122"/>
                        </a:rPr>
                        <a:t>-1</a:t>
                      </a:r>
                      <a:r>
                        <a:rPr kumimoji="0" lang="en-US" altLang="zh-CN" sz="1600" b="1" u="none" strike="noStrike" kern="1200" cap="none" normalizeH="0" baseline="0">
                          <a:ln>
                            <a:noFill/>
                          </a:ln>
                          <a:solidFill>
                            <a:srgbClr val="FFFF00"/>
                          </a:solidFill>
                          <a:effectLst/>
                          <a:latin typeface="微软雅黑" pitchFamily="34" charset="-122"/>
                          <a:ea typeface="微软雅黑" pitchFamily="34" charset="-122"/>
                        </a:rPr>
                        <a:t>）</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4"/>
                  </a:ext>
                </a:extLst>
              </a:tr>
              <a:tr h="798102">
                <a:tc vMerge="1">
                  <a:txBody>
                    <a:bodyPr/>
                    <a:lstStyle/>
                    <a:p>
                      <a:endParaRPr lang="zh-CN" altLang="en-US" dirty="0"/>
                    </a:p>
                  </a:txBody>
                  <a:tcPr/>
                </a:tc>
                <a:tc>
                  <a:txBody>
                    <a:bodyPr/>
                    <a:lstStyle/>
                    <a:p>
                      <a:pPr algn="ctr"/>
                      <a:r>
                        <a:rPr lang="zh-CN" altLang="en-US" sz="1600" b="1">
                          <a:solidFill>
                            <a:srgbClr val="006600"/>
                          </a:solidFill>
                          <a:latin typeface="微软雅黑" pitchFamily="34" charset="-122"/>
                          <a:ea typeface="微软雅黑" pitchFamily="34" charset="-122"/>
                        </a:rPr>
                        <a:t>投影矩阵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l"/>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600" b="1">
                          <a:solidFill>
                            <a:srgbClr val="FFFF00"/>
                          </a:solidFill>
                          <a:latin typeface="微软雅黑" pitchFamily="34" charset="-122"/>
                          <a:ea typeface="微软雅黑" pitchFamily="34" charset="-122"/>
                        </a:rPr>
                        <a:t>将二维向量投影到</a:t>
                      </a:r>
                      <a:r>
                        <a:rPr kumimoji="0" lang="en-US" altLang="zh-CN" sz="1600" b="1">
                          <a:solidFill>
                            <a:srgbClr val="FFFF00"/>
                          </a:solidFill>
                          <a:latin typeface="微软雅黑" pitchFamily="34" charset="-122"/>
                          <a:ea typeface="微软雅黑" pitchFamily="34" charset="-122"/>
                        </a:rPr>
                        <a:t>X</a:t>
                      </a:r>
                      <a:r>
                        <a:rPr kumimoji="0" lang="zh-CN" altLang="en-US" sz="1600" b="1">
                          <a:solidFill>
                            <a:srgbClr val="FFFF00"/>
                          </a:solidFill>
                          <a:latin typeface="微软雅黑" pitchFamily="34" charset="-122"/>
                          <a:ea typeface="微软雅黑" pitchFamily="34" charset="-122"/>
                        </a:rPr>
                        <a:t>轴</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algn="l"/>
                      <a:r>
                        <a:rPr lang="zh-CN" altLang="en-US" sz="1600" b="1">
                          <a:solidFill>
                            <a:srgbClr val="FFFF00"/>
                          </a:solidFill>
                          <a:latin typeface="微软雅黑" pitchFamily="34" charset="-122"/>
                          <a:ea typeface="微软雅黑" pitchFamily="34" charset="-122"/>
                        </a:rPr>
                        <a:t>三阶形式下，</a:t>
                      </a:r>
                      <a:endParaRPr lang="en-US" altLang="zh-CN" sz="1600" b="1">
                        <a:solidFill>
                          <a:srgbClr val="FFFF00"/>
                        </a:solidFill>
                        <a:latin typeface="微软雅黑" pitchFamily="34" charset="-122"/>
                        <a:ea typeface="微软雅黑" pitchFamily="34" charset="-122"/>
                      </a:endParaRPr>
                    </a:p>
                    <a:p>
                      <a:pPr algn="l"/>
                      <a:r>
                        <a:rPr lang="en-US" altLang="zh-CN" sz="1600" b="1">
                          <a:solidFill>
                            <a:srgbClr val="FFFF00"/>
                          </a:solidFill>
                          <a:latin typeface="微软雅黑" pitchFamily="34" charset="-122"/>
                          <a:ea typeface="微软雅黑" pitchFamily="34" charset="-122"/>
                        </a:rPr>
                        <a:t>      </a:t>
                      </a:r>
                      <a:r>
                        <a:rPr lang="zh-CN" altLang="en-US" sz="1600" b="1">
                          <a:solidFill>
                            <a:srgbClr val="FFFF00"/>
                          </a:solidFill>
                          <a:latin typeface="微软雅黑" pitchFamily="34" charset="-122"/>
                          <a:ea typeface="微软雅黑" pitchFamily="34" charset="-122"/>
                        </a:rPr>
                        <a:t>可以投影到各轴或各坐标面</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5"/>
                  </a:ext>
                </a:extLst>
              </a:tr>
              <a:tr h="798102">
                <a:tc vMerge="1">
                  <a:txBody>
                    <a:bodyPr/>
                    <a:lstStyle/>
                    <a:p>
                      <a:endParaRPr lang="zh-CN" altLang="en-US"/>
                    </a:p>
                  </a:txBody>
                  <a:tcPr/>
                </a:tc>
                <a:tc>
                  <a:txBody>
                    <a:bodyPr/>
                    <a:lstStyle/>
                    <a:p>
                      <a:pPr algn="ctr"/>
                      <a:r>
                        <a:rPr lang="zh-CN" altLang="en-US" sz="1600" b="1">
                          <a:solidFill>
                            <a:srgbClr val="006600"/>
                          </a:solidFill>
                          <a:latin typeface="微软雅黑" pitchFamily="34" charset="-122"/>
                          <a:ea typeface="微软雅黑" pitchFamily="34" charset="-122"/>
                        </a:rPr>
                        <a:t>旋转矩阵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algn="l"/>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algn="l"/>
                      <a:r>
                        <a:rPr kumimoji="0" lang="zh-CN" altLang="en-US" sz="1600" b="1">
                          <a:solidFill>
                            <a:srgbClr val="FFFF00"/>
                          </a:solidFill>
                          <a:latin typeface="微软雅黑" pitchFamily="34" charset="-122"/>
                          <a:ea typeface="微软雅黑" pitchFamily="34" charset="-122"/>
                        </a:rPr>
                        <a:t>将任意向量逆时针旋转</a:t>
                      </a:r>
                      <a:r>
                        <a:rPr kumimoji="0" lang="en-US" altLang="zh-CN" sz="1600" b="1">
                          <a:solidFill>
                            <a:srgbClr val="FFFF00"/>
                          </a:solidFill>
                          <a:latin typeface="微软雅黑" pitchFamily="34" charset="-122"/>
                          <a:ea typeface="微软雅黑" pitchFamily="34" charset="-122"/>
                        </a:rPr>
                        <a:t>φ</a:t>
                      </a:r>
                      <a:r>
                        <a:rPr kumimoji="0" lang="zh-CN" altLang="en-US" sz="1600" b="1">
                          <a:solidFill>
                            <a:srgbClr val="FFFF00"/>
                          </a:solidFill>
                          <a:latin typeface="微软雅黑" pitchFamily="34" charset="-122"/>
                          <a:ea typeface="微软雅黑" pitchFamily="34" charset="-122"/>
                        </a:rPr>
                        <a:t>角</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algn="l"/>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6"/>
                  </a:ext>
                </a:extLst>
              </a:tr>
              <a:tr h="610758">
                <a:tc vMerge="1">
                  <a:txBody>
                    <a:bodyPr/>
                    <a:lstStyle/>
                    <a:p>
                      <a:endParaRPr lang="zh-CN" altLang="en-US" dirty="0"/>
                    </a:p>
                  </a:txBody>
                  <a:tcPr/>
                </a:tc>
                <a:tc>
                  <a:txBody>
                    <a:bodyPr/>
                    <a:lstStyle/>
                    <a:p>
                      <a:pPr algn="ctr"/>
                      <a:r>
                        <a:rPr lang="zh-CN" altLang="en-US" sz="1600" b="1">
                          <a:solidFill>
                            <a:srgbClr val="006600"/>
                          </a:solidFill>
                          <a:latin typeface="微软雅黑" pitchFamily="34" charset="-122"/>
                          <a:ea typeface="微软雅黑" pitchFamily="34" charset="-122"/>
                        </a:rPr>
                        <a:t>逆矩阵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400" b="1" baseline="0">
                          <a:solidFill>
                            <a:srgbClr val="FFFF00"/>
                          </a:solidFill>
                          <a:latin typeface="微软雅黑" pitchFamily="34" charset="-122"/>
                          <a:ea typeface="微软雅黑" pitchFamily="34" charset="-122"/>
                        </a:rPr>
                        <a:t>X</a:t>
                      </a:r>
                      <a:r>
                        <a:rPr lang="en-US" altLang="zh-CN" sz="1400" b="1" baseline="-25000">
                          <a:solidFill>
                            <a:srgbClr val="FFFF00"/>
                          </a:solidFill>
                          <a:latin typeface="微软雅黑" pitchFamily="34" charset="-122"/>
                          <a:ea typeface="微软雅黑" pitchFamily="34" charset="-122"/>
                        </a:rPr>
                        <a:t>n×1</a:t>
                      </a:r>
                      <a:r>
                        <a:rPr lang="en-US" altLang="zh-CN" sz="1400" b="1">
                          <a:solidFill>
                            <a:srgbClr val="FFFF00"/>
                          </a:solidFill>
                          <a:latin typeface="微软雅黑" pitchFamily="34" charset="-122"/>
                          <a:ea typeface="微软雅黑" pitchFamily="34" charset="-122"/>
                        </a:rPr>
                        <a:t>=A</a:t>
                      </a:r>
                      <a:r>
                        <a:rPr kumimoji="0" lang="en-US" altLang="zh-CN" sz="1400" b="1" u="none" strike="noStrike" kern="1200" cap="none" normalizeH="0" baseline="30000">
                          <a:ln>
                            <a:noFill/>
                          </a:ln>
                          <a:solidFill>
                            <a:srgbClr val="FFFF00"/>
                          </a:solidFill>
                          <a:effectLst/>
                          <a:latin typeface="微软雅黑" pitchFamily="34" charset="-122"/>
                          <a:ea typeface="微软雅黑" pitchFamily="34" charset="-122"/>
                        </a:rPr>
                        <a:t>-1</a:t>
                      </a:r>
                      <a:r>
                        <a:rPr lang="en-US" altLang="zh-CN" sz="1400" b="1" baseline="-25000">
                          <a:solidFill>
                            <a:srgbClr val="FFFF00"/>
                          </a:solidFill>
                          <a:latin typeface="微软雅黑" pitchFamily="34" charset="-122"/>
                          <a:ea typeface="微软雅黑" pitchFamily="34" charset="-122"/>
                        </a:rPr>
                        <a:t>m×n</a:t>
                      </a:r>
                      <a:r>
                        <a:rPr lang="en-US" altLang="zh-CN" sz="1400" b="1">
                          <a:solidFill>
                            <a:srgbClr val="FFFF00"/>
                          </a:solidFill>
                          <a:latin typeface="微软雅黑" pitchFamily="34" charset="-122"/>
                          <a:ea typeface="微软雅黑" pitchFamily="34" charset="-122"/>
                        </a:rPr>
                        <a:t>Y</a:t>
                      </a:r>
                      <a:r>
                        <a:rPr lang="en-US" altLang="zh-CN" sz="1400" b="1" baseline="-25000">
                          <a:solidFill>
                            <a:srgbClr val="FFFF00"/>
                          </a:solidFill>
                          <a:latin typeface="微软雅黑" pitchFamily="34" charset="-122"/>
                          <a:ea typeface="微软雅黑" pitchFamily="34" charset="-122"/>
                        </a:rPr>
                        <a:t>m×1</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a:solidFill>
                            <a:srgbClr val="FFFF00"/>
                          </a:solidFill>
                          <a:latin typeface="微软雅黑" pitchFamily="34" charset="-122"/>
                          <a:ea typeface="微软雅黑" pitchFamily="34" charset="-122"/>
                        </a:rPr>
                        <a:t>当</a:t>
                      </a:r>
                      <a:r>
                        <a:rPr lang="en-US" altLang="zh-CN" sz="1600" b="1">
                          <a:solidFill>
                            <a:srgbClr val="FFFF00"/>
                          </a:solidFill>
                          <a:latin typeface="微软雅黑" pitchFamily="34" charset="-122"/>
                          <a:ea typeface="微软雅黑" pitchFamily="34" charset="-122"/>
                        </a:rPr>
                        <a:t>A</a:t>
                      </a:r>
                      <a:r>
                        <a:rPr lang="zh-CN" altLang="en-US" sz="1600" b="1">
                          <a:solidFill>
                            <a:srgbClr val="FFFF00"/>
                          </a:solidFill>
                          <a:latin typeface="微软雅黑" pitchFamily="34" charset="-122"/>
                          <a:ea typeface="微软雅黑" pitchFamily="34" charset="-122"/>
                        </a:rPr>
                        <a:t>为从</a:t>
                      </a:r>
                      <a:r>
                        <a:rPr lang="en-US" altLang="zh-CN" sz="1600" b="1">
                          <a:solidFill>
                            <a:srgbClr val="FFFF00"/>
                          </a:solidFill>
                          <a:latin typeface="微软雅黑" pitchFamily="34" charset="-122"/>
                          <a:ea typeface="微软雅黑" pitchFamily="34" charset="-122"/>
                        </a:rPr>
                        <a:t>X</a:t>
                      </a:r>
                      <a:r>
                        <a:rPr lang="zh-CN" altLang="en-US" sz="1600" b="1">
                          <a:solidFill>
                            <a:srgbClr val="FFFF00"/>
                          </a:solidFill>
                          <a:latin typeface="微软雅黑" pitchFamily="34" charset="-122"/>
                          <a:ea typeface="微软雅黑" pitchFamily="34" charset="-122"/>
                        </a:rPr>
                        <a:t>到</a:t>
                      </a:r>
                      <a:r>
                        <a:rPr lang="en-US" altLang="zh-CN" sz="1600" b="1">
                          <a:solidFill>
                            <a:srgbClr val="FFFF00"/>
                          </a:solidFill>
                          <a:latin typeface="微软雅黑" pitchFamily="34" charset="-122"/>
                          <a:ea typeface="微软雅黑" pitchFamily="34" charset="-122"/>
                        </a:rPr>
                        <a:t>Y</a:t>
                      </a:r>
                      <a:r>
                        <a:rPr lang="zh-CN" altLang="en-US" sz="1600" b="1">
                          <a:solidFill>
                            <a:srgbClr val="FFFF00"/>
                          </a:solidFill>
                          <a:latin typeface="微软雅黑" pitchFamily="34" charset="-122"/>
                          <a:ea typeface="微软雅黑" pitchFamily="34" charset="-122"/>
                        </a:rPr>
                        <a:t>的线性变换时</a:t>
                      </a:r>
                      <a:r>
                        <a:rPr lang="en-US" altLang="zh-CN" sz="1600" b="1">
                          <a:solidFill>
                            <a:srgbClr val="FFFF00"/>
                          </a:solidFill>
                          <a:latin typeface="微软雅黑" pitchFamily="34" charset="-122"/>
                          <a:ea typeface="微软雅黑" pitchFamily="34" charset="-122"/>
                        </a:rPr>
                        <a:t>, </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600" b="1" baseline="0">
                          <a:solidFill>
                            <a:srgbClr val="FFFF00"/>
                          </a:solidFill>
                          <a:latin typeface="微软雅黑" pitchFamily="34" charset="-122"/>
                          <a:ea typeface="微软雅黑" pitchFamily="34" charset="-122"/>
                        </a:rPr>
                        <a:t>            </a:t>
                      </a:r>
                      <a:r>
                        <a:rPr lang="en-US" altLang="zh-CN" sz="1600" b="1">
                          <a:solidFill>
                            <a:srgbClr val="FFFF00"/>
                          </a:solidFill>
                          <a:latin typeface="微软雅黑" pitchFamily="34" charset="-122"/>
                          <a:ea typeface="微软雅黑" pitchFamily="34" charset="-122"/>
                        </a:rPr>
                        <a:t>A</a:t>
                      </a:r>
                      <a:r>
                        <a:rPr lang="en-US" altLang="zh-CN" sz="1600" b="1" baseline="30000">
                          <a:solidFill>
                            <a:srgbClr val="FFFF00"/>
                          </a:solidFill>
                          <a:latin typeface="微软雅黑" pitchFamily="34" charset="-122"/>
                          <a:ea typeface="微软雅黑" pitchFamily="34" charset="-122"/>
                        </a:rPr>
                        <a:t>-1</a:t>
                      </a:r>
                      <a:r>
                        <a:rPr lang="zh-CN" altLang="en-US" sz="1600" b="1">
                          <a:solidFill>
                            <a:srgbClr val="FFFF00"/>
                          </a:solidFill>
                          <a:latin typeface="微软雅黑" pitchFamily="34" charset="-122"/>
                          <a:ea typeface="微软雅黑" pitchFamily="34" charset="-122"/>
                        </a:rPr>
                        <a:t>则为</a:t>
                      </a:r>
                      <a:r>
                        <a:rPr lang="en-US" altLang="zh-CN" sz="1600" b="1">
                          <a:solidFill>
                            <a:srgbClr val="FFFF00"/>
                          </a:solidFill>
                          <a:latin typeface="微软雅黑" pitchFamily="34" charset="-122"/>
                          <a:ea typeface="微软雅黑" pitchFamily="34" charset="-122"/>
                        </a:rPr>
                        <a:t>Y</a:t>
                      </a:r>
                      <a:r>
                        <a:rPr lang="zh-CN" altLang="en-US" sz="1600" b="1">
                          <a:solidFill>
                            <a:srgbClr val="FFFF00"/>
                          </a:solidFill>
                          <a:latin typeface="微软雅黑" pitchFamily="34" charset="-122"/>
                          <a:ea typeface="微软雅黑" pitchFamily="34" charset="-122"/>
                        </a:rPr>
                        <a:t>到</a:t>
                      </a:r>
                      <a:r>
                        <a:rPr lang="en-US" altLang="zh-CN" sz="1600" b="1">
                          <a:solidFill>
                            <a:srgbClr val="FFFF00"/>
                          </a:solidFill>
                          <a:latin typeface="微软雅黑" pitchFamily="34" charset="-122"/>
                          <a:ea typeface="微软雅黑" pitchFamily="34" charset="-122"/>
                        </a:rPr>
                        <a:t>X</a:t>
                      </a:r>
                      <a:r>
                        <a:rPr lang="zh-CN" altLang="en-US" sz="1600" b="1">
                          <a:solidFill>
                            <a:srgbClr val="FFFF00"/>
                          </a:solidFill>
                          <a:latin typeface="微软雅黑" pitchFamily="34" charset="-122"/>
                          <a:ea typeface="微软雅黑" pitchFamily="34" charset="-122"/>
                        </a:rPr>
                        <a:t>的逆变换</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algn="l"/>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7"/>
                  </a:ext>
                </a:extLst>
              </a:tr>
              <a:tr h="571504">
                <a:tc gridSpan="2">
                  <a:txBody>
                    <a:bodyPr/>
                    <a:lstStyle/>
                    <a:p>
                      <a:pPr algn="ctr"/>
                      <a:r>
                        <a:rPr lang="zh-CN" altLang="en-US" sz="1600" b="1">
                          <a:solidFill>
                            <a:srgbClr val="006600"/>
                          </a:solidFill>
                          <a:latin typeface="微软雅黑" pitchFamily="34" charset="-122"/>
                          <a:ea typeface="微软雅黑" pitchFamily="34" charset="-122"/>
                        </a:rPr>
                        <a:t>线性方程组及</a:t>
                      </a:r>
                    </a:p>
                    <a:p>
                      <a:pPr algn="ctr"/>
                      <a:r>
                        <a:rPr lang="zh-CN" altLang="en-US" sz="1600" b="1">
                          <a:solidFill>
                            <a:srgbClr val="006600"/>
                          </a:solidFill>
                          <a:latin typeface="微软雅黑" pitchFamily="34" charset="-122"/>
                          <a:ea typeface="微软雅黑" pitchFamily="34" charset="-122"/>
                        </a:rPr>
                        <a:t>增广阵</a:t>
                      </a:r>
                      <a:endParaRPr lang="zh-CN" altLang="en-US" sz="1600" b="1" dirty="0">
                        <a:solidFill>
                          <a:srgbClr val="0066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hMerge="1">
                  <a:txBody>
                    <a:bodyPr/>
                    <a:lstStyle/>
                    <a:p>
                      <a:endParaRPr lang="zh-CN" altLang="en-US"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600" b="1">
                          <a:solidFill>
                            <a:srgbClr val="FFFF00"/>
                          </a:solidFill>
                          <a:latin typeface="微软雅黑" pitchFamily="34" charset="-122"/>
                          <a:ea typeface="微软雅黑" pitchFamily="34" charset="-122"/>
                        </a:rPr>
                        <a:t>B=[A│b]</a:t>
                      </a:r>
                      <a:endParaRPr lang="zh-CN" altLang="en-US" sz="1600" b="1" dirty="0">
                        <a:solidFill>
                          <a:srgbClr val="FFFF00"/>
                        </a:solidFill>
                        <a:latin typeface="微软雅黑" pitchFamily="34" charset="-122"/>
                        <a:ea typeface="微软雅黑" pitchFamily="34" charset="-122"/>
                      </a:endParaRPr>
                    </a:p>
                  </a:txBody>
                  <a:tcPr anchor="ctr">
                    <a:lnL w="19050" cap="flat" cmpd="sng" algn="ctr">
                      <a:solidFill>
                        <a:srgbClr val="006600"/>
                      </a:solidFill>
                      <a:prstDash val="solid"/>
                      <a:round/>
                      <a:headEnd type="none" w="med" len="med"/>
                      <a:tailEnd type="none" w="med" len="med"/>
                    </a:lnL>
                    <a:solidFill>
                      <a:srgbClr val="006600"/>
                    </a:solidFill>
                  </a:tcPr>
                </a:tc>
                <a:tc>
                  <a:txBody>
                    <a:bodyPr/>
                    <a:lstStyle/>
                    <a:p>
                      <a:pPr algn="l"/>
                      <a:r>
                        <a:rPr lang="zh-CN" altLang="en-US" sz="1600" b="1">
                          <a:solidFill>
                            <a:srgbClr val="FFFF00"/>
                          </a:solidFill>
                          <a:latin typeface="微软雅黑" pitchFamily="34" charset="-122"/>
                          <a:ea typeface="微软雅黑" pitchFamily="34" charset="-122"/>
                        </a:rPr>
                        <a:t>包含线性方程组的所有信息</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600" b="1" dirty="0">
                          <a:solidFill>
                            <a:srgbClr val="FFFF00"/>
                          </a:solidFill>
                          <a:latin typeface="微软雅黑" pitchFamily="34" charset="-122"/>
                          <a:ea typeface="微软雅黑" pitchFamily="34" charset="-122"/>
                        </a:rPr>
                        <a:t>A</a:t>
                      </a:r>
                      <a:r>
                        <a:rPr lang="en-US" altLang="zh-CN" sz="1600" b="1" baseline="-25000" dirty="0">
                          <a:solidFill>
                            <a:srgbClr val="FFFF00"/>
                          </a:solidFill>
                          <a:latin typeface="微软雅黑" pitchFamily="34" charset="-122"/>
                          <a:ea typeface="微软雅黑" pitchFamily="34" charset="-122"/>
                        </a:rPr>
                        <a:t>m×n</a:t>
                      </a:r>
                      <a:r>
                        <a:rPr lang="en-US" altLang="zh-CN" sz="1600" b="1" baseline="0" dirty="0">
                          <a:solidFill>
                            <a:srgbClr val="FFFF00"/>
                          </a:solidFill>
                          <a:latin typeface="微软雅黑" pitchFamily="34" charset="-122"/>
                          <a:ea typeface="微软雅黑" pitchFamily="34" charset="-122"/>
                        </a:rPr>
                        <a:t>X</a:t>
                      </a:r>
                      <a:r>
                        <a:rPr lang="en-US" altLang="zh-CN" sz="1600" b="1" baseline="-25000" dirty="0">
                          <a:solidFill>
                            <a:srgbClr val="FFFF00"/>
                          </a:solidFill>
                          <a:latin typeface="微软雅黑" pitchFamily="34" charset="-122"/>
                          <a:ea typeface="微软雅黑" pitchFamily="34" charset="-122"/>
                        </a:rPr>
                        <a:t>n×1</a:t>
                      </a:r>
                      <a:r>
                        <a:rPr lang="en-US" altLang="zh-CN" sz="1600" b="1" baseline="0" dirty="0">
                          <a:solidFill>
                            <a:srgbClr val="FFFF00"/>
                          </a:solidFill>
                          <a:latin typeface="微软雅黑" pitchFamily="34" charset="-122"/>
                          <a:ea typeface="微软雅黑" pitchFamily="34" charset="-122"/>
                        </a:rPr>
                        <a:t>=b</a:t>
                      </a:r>
                      <a:r>
                        <a:rPr lang="en-US" altLang="zh-CN" sz="1600" b="1" baseline="-25000" dirty="0">
                          <a:solidFill>
                            <a:srgbClr val="FFFF00"/>
                          </a:solidFill>
                          <a:latin typeface="微软雅黑" pitchFamily="34" charset="-122"/>
                          <a:ea typeface="微软雅黑" pitchFamily="34" charset="-122"/>
                        </a:rPr>
                        <a:t>m×1</a:t>
                      </a:r>
                      <a:endParaRPr lang="zh-CN" altLang="en-US" sz="1600" b="1" dirty="0">
                        <a:solidFill>
                          <a:srgbClr val="FFFF00"/>
                        </a:solidFill>
                        <a:latin typeface="微软雅黑" pitchFamily="34" charset="-122"/>
                        <a:ea typeface="微软雅黑" pitchFamily="34" charset="-122"/>
                      </a:endParaRPr>
                    </a:p>
                  </a:txBody>
                  <a:tcPr anchor="ctr">
                    <a:solidFill>
                      <a:srgbClr val="006600"/>
                    </a:solidFill>
                  </a:tcPr>
                </a:tc>
                <a:extLst>
                  <a:ext uri="{0D108BD9-81ED-4DB2-BD59-A6C34878D82A}">
                    <a16:rowId xmlns:a16="http://schemas.microsoft.com/office/drawing/2014/main" val="10008"/>
                  </a:ext>
                </a:extLst>
              </a:tr>
            </a:tbl>
          </a:graphicData>
        </a:graphic>
      </p:graphicFrame>
      <p:graphicFrame>
        <p:nvGraphicFramePr>
          <p:cNvPr id="4" name="表格 3"/>
          <p:cNvGraphicFramePr>
            <a:graphicFrameLocks noGrp="1"/>
          </p:cNvGraphicFramePr>
          <p:nvPr/>
        </p:nvGraphicFramePr>
        <p:xfrm>
          <a:off x="10819" y="5578867"/>
          <a:ext cx="9144000" cy="1343982"/>
        </p:xfrm>
        <a:graphic>
          <a:graphicData uri="http://schemas.openxmlformats.org/drawingml/2006/table">
            <a:tbl>
              <a:tblPr firstRow="1" bandRow="1">
                <a:tableStyleId>{5C22544A-7EE6-4342-B048-85BDC9FD1C3A}</a:tableStyleId>
              </a:tblPr>
              <a:tblGrid>
                <a:gridCol w="1000132">
                  <a:extLst>
                    <a:ext uri="{9D8B030D-6E8A-4147-A177-3AD203B41FA5}">
                      <a16:colId xmlns:a16="http://schemas.microsoft.com/office/drawing/2014/main" val="20000"/>
                    </a:ext>
                  </a:extLst>
                </a:gridCol>
                <a:gridCol w="928694">
                  <a:extLst>
                    <a:ext uri="{9D8B030D-6E8A-4147-A177-3AD203B41FA5}">
                      <a16:colId xmlns:a16="http://schemas.microsoft.com/office/drawing/2014/main" val="20001"/>
                    </a:ext>
                  </a:extLst>
                </a:gridCol>
                <a:gridCol w="3571868">
                  <a:extLst>
                    <a:ext uri="{9D8B030D-6E8A-4147-A177-3AD203B41FA5}">
                      <a16:colId xmlns:a16="http://schemas.microsoft.com/office/drawing/2014/main" val="20002"/>
                    </a:ext>
                  </a:extLst>
                </a:gridCol>
                <a:gridCol w="3643306">
                  <a:extLst>
                    <a:ext uri="{9D8B030D-6E8A-4147-A177-3AD203B41FA5}">
                      <a16:colId xmlns:a16="http://schemas.microsoft.com/office/drawing/2014/main" val="20003"/>
                    </a:ext>
                  </a:extLst>
                </a:gridCol>
              </a:tblGrid>
              <a:tr h="285752">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u="none" strike="noStrike" kern="1200" cap="none" normalizeH="0" baseline="0" dirty="0">
                          <a:ln>
                            <a:noFill/>
                          </a:ln>
                          <a:solidFill>
                            <a:srgbClr val="FFFF00"/>
                          </a:solidFill>
                          <a:effectLst/>
                          <a:latin typeface="微软雅黑" pitchFamily="34" charset="-122"/>
                          <a:ea typeface="微软雅黑" pitchFamily="34" charset="-122"/>
                          <a:cs typeface="+mn-cs"/>
                        </a:rPr>
                        <a:t>方阵名称</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00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i="0" u="none" strike="noStrike" kern="1200" cap="none" normalizeH="0" baseline="0" dirty="0">
                          <a:ln>
                            <a:noFill/>
                          </a:ln>
                          <a:solidFill>
                            <a:srgbClr val="006600"/>
                          </a:solidFill>
                          <a:effectLst/>
                          <a:latin typeface="微软雅黑" pitchFamily="34" charset="-122"/>
                          <a:ea typeface="微软雅黑" pitchFamily="34" charset="-122"/>
                          <a:cs typeface="+mn-cs"/>
                        </a:rPr>
                        <a:t>形式</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i="0" u="none" strike="noStrike" kern="1200" cap="none" normalizeH="0" baseline="0" dirty="0">
                          <a:ln>
                            <a:noFill/>
                          </a:ln>
                          <a:solidFill>
                            <a:srgbClr val="006600"/>
                          </a:solidFill>
                          <a:effectLst/>
                          <a:latin typeface="微软雅黑" pitchFamily="34" charset="-122"/>
                          <a:ea typeface="微软雅黑" pitchFamily="34" charset="-122"/>
                          <a:cs typeface="+mn-cs"/>
                        </a:rPr>
                        <a:t>特征</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i="0" u="none" strike="noStrike" kern="1200" cap="none" normalizeH="0" baseline="0" dirty="0">
                          <a:ln>
                            <a:noFill/>
                          </a:ln>
                          <a:solidFill>
                            <a:srgbClr val="006600"/>
                          </a:solidFill>
                          <a:effectLst/>
                          <a:latin typeface="微软雅黑" pitchFamily="34" charset="-122"/>
                          <a:ea typeface="微软雅黑" pitchFamily="34" charset="-122"/>
                          <a:cs typeface="+mn-cs"/>
                        </a:rPr>
                        <a:t>运算性质</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r h="338142">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u="none" strike="noStrike" kern="1200" cap="none" normalizeH="0" baseline="0" dirty="0">
                          <a:ln>
                            <a:noFill/>
                          </a:ln>
                          <a:solidFill>
                            <a:srgbClr val="006600"/>
                          </a:solidFill>
                          <a:effectLst/>
                          <a:latin typeface="微软雅黑" pitchFamily="34" charset="-122"/>
                          <a:ea typeface="微软雅黑" pitchFamily="34" charset="-122"/>
                          <a:cs typeface="+mn-cs"/>
                        </a:rPr>
                        <a:t>对称阵</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a</a:t>
                      </a:r>
                      <a:r>
                        <a:rPr kumimoji="0" lang="en-US" altLang="zh-CN" sz="1600" b="1" i="0" u="none" strike="noStrike" kern="1200" cap="none" normalizeH="0" baseline="-25000" dirty="0" err="1">
                          <a:ln>
                            <a:noFill/>
                          </a:ln>
                          <a:solidFill>
                            <a:srgbClr val="FFFF00"/>
                          </a:solidFill>
                          <a:effectLst/>
                          <a:latin typeface="微软雅黑" pitchFamily="34" charset="-122"/>
                          <a:ea typeface="微软雅黑" pitchFamily="34" charset="-122"/>
                          <a:cs typeface="+mn-cs"/>
                        </a:rPr>
                        <a:t>ij</a:t>
                      </a:r>
                      <a:r>
                        <a:rPr kumimoji="0" lang="en-US" altLang="zh-CN" sz="1600" b="1" i="0" u="none" strike="noStrike" kern="1200" cap="none" normalizeH="0" baseline="0" dirty="0">
                          <a:ln>
                            <a:noFill/>
                          </a:ln>
                          <a:solidFill>
                            <a:srgbClr val="FFFF00"/>
                          </a:solidFill>
                          <a:effectLst/>
                          <a:latin typeface="微软雅黑" pitchFamily="34" charset="-122"/>
                          <a:ea typeface="微软雅黑" pitchFamily="34" charset="-122"/>
                          <a:cs typeface="+mn-cs"/>
                        </a:rPr>
                        <a:t>=</a:t>
                      </a: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a</a:t>
                      </a:r>
                      <a:r>
                        <a:rPr kumimoji="0" lang="en-US" altLang="zh-CN" sz="1600" b="1" i="0" u="none" strike="noStrike" kern="1200" cap="none" normalizeH="0" baseline="-25000" dirty="0" err="1">
                          <a:ln>
                            <a:noFill/>
                          </a:ln>
                          <a:solidFill>
                            <a:srgbClr val="FFFF00"/>
                          </a:solidFill>
                          <a:effectLst/>
                          <a:latin typeface="微软雅黑" pitchFamily="34" charset="-122"/>
                          <a:ea typeface="微软雅黑" pitchFamily="34" charset="-122"/>
                          <a:cs typeface="+mn-cs"/>
                        </a:rPr>
                        <a:t>ji</a:t>
                      </a: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lnL w="19050" cap="flat" cmpd="sng" algn="ctr">
                      <a:solidFill>
                        <a:srgbClr val="006600"/>
                      </a:solidFill>
                      <a:prstDash val="solid"/>
                      <a:round/>
                      <a:headEnd type="none" w="med" len="med"/>
                      <a:tailEnd type="none" w="med" len="med"/>
                    </a:lnL>
                    <a:lnT w="19050" cap="flat" cmpd="sng" algn="ctr">
                      <a:solidFill>
                        <a:srgbClr val="006600"/>
                      </a:solidFill>
                      <a:prstDash val="solid"/>
                      <a:round/>
                      <a:headEnd type="none" w="med" len="med"/>
                      <a:tailEnd type="none" w="med" len="med"/>
                    </a:lnT>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lang="en-US" altLang="zh-CN" sz="1600" b="1" dirty="0">
                          <a:solidFill>
                            <a:srgbClr val="FFFF00"/>
                          </a:solidFill>
                          <a:latin typeface="微软雅黑" pitchFamily="34" charset="-122"/>
                          <a:ea typeface="微软雅黑" pitchFamily="34" charset="-122"/>
                        </a:rPr>
                        <a:t>A</a:t>
                      </a:r>
                      <a:r>
                        <a:rPr lang="en-US" altLang="zh-CN" sz="1600" b="1" baseline="30000" dirty="0">
                          <a:solidFill>
                            <a:srgbClr val="FFFF00"/>
                          </a:solidFill>
                          <a:latin typeface="微软雅黑" pitchFamily="34" charset="-122"/>
                          <a:ea typeface="微软雅黑" pitchFamily="34" charset="-122"/>
                        </a:rPr>
                        <a:t>T</a:t>
                      </a:r>
                      <a:r>
                        <a:rPr lang="en-US" altLang="zh-CN" sz="1600" b="1" dirty="0">
                          <a:solidFill>
                            <a:srgbClr val="FFFF00"/>
                          </a:solidFill>
                          <a:latin typeface="微软雅黑" pitchFamily="34" charset="-122"/>
                          <a:ea typeface="微软雅黑" pitchFamily="34" charset="-122"/>
                        </a:rPr>
                        <a:t>=A    </a:t>
                      </a:r>
                      <a:r>
                        <a:rPr kumimoji="0" lang="zh-CN" altLang="en-US" sz="1400" b="1" i="0" u="none" strike="noStrike" kern="1200" cap="none" normalizeH="0" baseline="0" dirty="0">
                          <a:ln>
                            <a:noFill/>
                          </a:ln>
                          <a:solidFill>
                            <a:srgbClr val="FFFF00"/>
                          </a:solidFill>
                          <a:effectLst/>
                          <a:latin typeface="微软雅黑" pitchFamily="34" charset="-122"/>
                          <a:ea typeface="微软雅黑" pitchFamily="34" charset="-122"/>
                          <a:cs typeface="+mn-cs"/>
                        </a:rPr>
                        <a:t>沿对角线对称</a:t>
                      </a:r>
                    </a:p>
                  </a:txBody>
                  <a:tcPr>
                    <a:lnT w="19050" cap="flat" cmpd="sng" algn="ctr">
                      <a:solidFill>
                        <a:srgbClr val="006600"/>
                      </a:solidFill>
                      <a:prstDash val="solid"/>
                      <a:round/>
                      <a:headEnd type="none" w="med" len="med"/>
                      <a:tailEnd type="none" w="med" len="med"/>
                    </a:lnT>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C</a:t>
                      </a:r>
                      <a:r>
                        <a:rPr lang="en-US" altLang="zh-CN" sz="1600" b="1" baseline="-25000" dirty="0" err="1">
                          <a:solidFill>
                            <a:srgbClr val="FFFF00"/>
                          </a:solidFill>
                          <a:latin typeface="微软雅黑" pitchFamily="34" charset="-122"/>
                          <a:ea typeface="微软雅黑" pitchFamily="34" charset="-122"/>
                        </a:rPr>
                        <a:t>m×n</a:t>
                      </a:r>
                      <a:r>
                        <a:rPr lang="en-US" altLang="zh-CN" sz="1600" b="1" baseline="0" dirty="0">
                          <a:solidFill>
                            <a:srgbClr val="FFFF00"/>
                          </a:solidFill>
                          <a:latin typeface="微软雅黑" pitchFamily="34" charset="-122"/>
                          <a:ea typeface="微软雅黑" pitchFamily="34" charset="-122"/>
                        </a:rPr>
                        <a:t>:</a:t>
                      </a:r>
                      <a:r>
                        <a:rPr lang="zh-CN" altLang="en-US" sz="1600" b="1" baseline="0" dirty="0">
                          <a:solidFill>
                            <a:srgbClr val="FFFF00"/>
                          </a:solidFill>
                          <a:latin typeface="微软雅黑" pitchFamily="34" charset="-122"/>
                          <a:ea typeface="微软雅黑" pitchFamily="34" charset="-122"/>
                        </a:rPr>
                        <a:t>  </a:t>
                      </a:r>
                      <a:r>
                        <a:rPr lang="en-US" altLang="zh-CN" sz="1600" b="1" baseline="0" dirty="0">
                          <a:solidFill>
                            <a:srgbClr val="FFFF00"/>
                          </a:solidFill>
                          <a:latin typeface="微软雅黑" pitchFamily="34" charset="-122"/>
                          <a:ea typeface="微软雅黑" pitchFamily="34" charset="-122"/>
                        </a:rPr>
                        <a:t>CC</a:t>
                      </a:r>
                      <a:r>
                        <a:rPr lang="en-US" altLang="zh-CN" sz="1600" b="1" baseline="30000" dirty="0">
                          <a:solidFill>
                            <a:srgbClr val="FFFF00"/>
                          </a:solidFill>
                          <a:latin typeface="微软雅黑" pitchFamily="34" charset="-122"/>
                          <a:ea typeface="微软雅黑" pitchFamily="34" charset="-122"/>
                        </a:rPr>
                        <a:t>T</a:t>
                      </a:r>
                      <a:r>
                        <a:rPr lang="zh-CN" altLang="en-US" sz="1600" b="1" baseline="0" dirty="0">
                          <a:solidFill>
                            <a:srgbClr val="FFFF00"/>
                          </a:solidFill>
                          <a:latin typeface="微软雅黑" pitchFamily="34" charset="-122"/>
                          <a:ea typeface="微软雅黑" pitchFamily="34" charset="-122"/>
                        </a:rPr>
                        <a:t>、</a:t>
                      </a:r>
                      <a:r>
                        <a:rPr lang="en-US" altLang="zh-CN" sz="1600" b="1" baseline="0" dirty="0">
                          <a:solidFill>
                            <a:srgbClr val="FFFF00"/>
                          </a:solidFill>
                          <a:latin typeface="微软雅黑" pitchFamily="34" charset="-122"/>
                          <a:ea typeface="微软雅黑" pitchFamily="34" charset="-122"/>
                        </a:rPr>
                        <a:t>C</a:t>
                      </a:r>
                      <a:r>
                        <a:rPr lang="en-US" altLang="zh-CN" sz="1600" b="1" baseline="30000" dirty="0">
                          <a:solidFill>
                            <a:srgbClr val="FFFF00"/>
                          </a:solidFill>
                          <a:latin typeface="微软雅黑" pitchFamily="34" charset="-122"/>
                          <a:ea typeface="微软雅黑" pitchFamily="34" charset="-122"/>
                        </a:rPr>
                        <a:t>T</a:t>
                      </a:r>
                      <a:r>
                        <a:rPr lang="en-US" altLang="zh-CN" sz="1600" b="1" baseline="0" dirty="0">
                          <a:solidFill>
                            <a:srgbClr val="FFFF00"/>
                          </a:solidFill>
                          <a:latin typeface="微软雅黑" pitchFamily="34" charset="-122"/>
                          <a:ea typeface="微软雅黑" pitchFamily="34" charset="-122"/>
                        </a:rPr>
                        <a:t>C</a:t>
                      </a:r>
                      <a:r>
                        <a:rPr lang="zh-CN" altLang="en-US" sz="1600" b="1" baseline="0" dirty="0">
                          <a:solidFill>
                            <a:srgbClr val="FFFF00"/>
                          </a:solidFill>
                          <a:latin typeface="微软雅黑" pitchFamily="34" charset="-122"/>
                          <a:ea typeface="微软雅黑" pitchFamily="34" charset="-122"/>
                        </a:rPr>
                        <a:t>及</a:t>
                      </a:r>
                      <a:r>
                        <a:rPr lang="en-US" altLang="zh-CN" sz="1600" b="1" baseline="0" dirty="0">
                          <a:solidFill>
                            <a:srgbClr val="FFFF00"/>
                          </a:solidFill>
                          <a:latin typeface="微软雅黑" pitchFamily="34" charset="-122"/>
                          <a:ea typeface="微软雅黑" pitchFamily="34" charset="-122"/>
                        </a:rPr>
                        <a:t>C</a:t>
                      </a:r>
                      <a:r>
                        <a:rPr lang="en-US" altLang="zh-CN" sz="1600" b="1" baseline="30000" dirty="0">
                          <a:solidFill>
                            <a:srgbClr val="FFFF00"/>
                          </a:solidFill>
                          <a:latin typeface="微软雅黑" pitchFamily="34" charset="-122"/>
                          <a:ea typeface="微软雅黑" pitchFamily="34" charset="-122"/>
                        </a:rPr>
                        <a:t>T</a:t>
                      </a:r>
                      <a:r>
                        <a:rPr lang="en-US" altLang="zh-CN" sz="1600" b="1" baseline="0" dirty="0">
                          <a:solidFill>
                            <a:srgbClr val="FFFF00"/>
                          </a:solidFill>
                          <a:latin typeface="微软雅黑" pitchFamily="34" charset="-122"/>
                          <a:ea typeface="微软雅黑" pitchFamily="34" charset="-122"/>
                        </a:rPr>
                        <a:t>AC</a:t>
                      </a:r>
                      <a:r>
                        <a:rPr lang="zh-CN" altLang="en-US" sz="1600" b="1" baseline="0" dirty="0">
                          <a:solidFill>
                            <a:srgbClr val="FFFF00"/>
                          </a:solidFill>
                          <a:latin typeface="微软雅黑" pitchFamily="34" charset="-122"/>
                          <a:ea typeface="微软雅黑" pitchFamily="34" charset="-122"/>
                        </a:rPr>
                        <a:t>都对称</a:t>
                      </a: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lnT w="19050" cap="flat" cmpd="sng" algn="ctr">
                      <a:solidFill>
                        <a:srgbClr val="006600"/>
                      </a:solidFill>
                      <a:prstDash val="solid"/>
                      <a:round/>
                      <a:headEnd type="none" w="med" len="med"/>
                      <a:tailEnd type="none" w="med" len="med"/>
                    </a:lnT>
                    <a:solidFill>
                      <a:srgbClr val="006600"/>
                    </a:solidFill>
                  </a:tcPr>
                </a:tc>
                <a:extLst>
                  <a:ext uri="{0D108BD9-81ED-4DB2-BD59-A6C34878D82A}">
                    <a16:rowId xmlns:a16="http://schemas.microsoft.com/office/drawing/2014/main" val="10001"/>
                  </a:ext>
                </a:extLst>
              </a:tr>
              <a:tr h="285752">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u="none" strike="noStrike" kern="1200" cap="none" normalizeH="0" baseline="0" dirty="0">
                          <a:ln>
                            <a:noFill/>
                          </a:ln>
                          <a:solidFill>
                            <a:srgbClr val="006600"/>
                          </a:solidFill>
                          <a:effectLst/>
                          <a:latin typeface="微软雅黑" pitchFamily="34" charset="-122"/>
                          <a:ea typeface="微软雅黑" pitchFamily="34" charset="-122"/>
                          <a:cs typeface="+mn-cs"/>
                        </a:rPr>
                        <a:t>反对称阵</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a</a:t>
                      </a:r>
                      <a:r>
                        <a:rPr kumimoji="0" lang="en-US" altLang="zh-CN" sz="1600" b="1" i="0" u="none" strike="noStrike" kern="1200" cap="none" normalizeH="0" baseline="-25000" dirty="0" err="1">
                          <a:ln>
                            <a:noFill/>
                          </a:ln>
                          <a:solidFill>
                            <a:srgbClr val="FFFF00"/>
                          </a:solidFill>
                          <a:effectLst/>
                          <a:latin typeface="微软雅黑" pitchFamily="34" charset="-122"/>
                          <a:ea typeface="微软雅黑" pitchFamily="34" charset="-122"/>
                          <a:cs typeface="+mn-cs"/>
                        </a:rPr>
                        <a:t>ij</a:t>
                      </a:r>
                      <a:r>
                        <a:rPr kumimoji="0" lang="en-US" altLang="zh-CN" sz="1600" b="1" i="0" u="none" strike="noStrike" kern="1200" cap="none" normalizeH="0" baseline="0" dirty="0">
                          <a:ln>
                            <a:noFill/>
                          </a:ln>
                          <a:solidFill>
                            <a:srgbClr val="FFFF00"/>
                          </a:solidFill>
                          <a:effectLst/>
                          <a:latin typeface="微软雅黑" pitchFamily="34" charset="-122"/>
                          <a:ea typeface="微软雅黑" pitchFamily="34" charset="-122"/>
                          <a:cs typeface="+mn-cs"/>
                        </a:rPr>
                        <a:t>=-</a:t>
                      </a: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a</a:t>
                      </a:r>
                      <a:r>
                        <a:rPr kumimoji="0" lang="en-US" altLang="zh-CN" sz="1600" b="1" i="0" u="none" strike="noStrike" kern="1200" cap="none" normalizeH="0" baseline="-25000" dirty="0" err="1">
                          <a:ln>
                            <a:noFill/>
                          </a:ln>
                          <a:solidFill>
                            <a:srgbClr val="FFFF00"/>
                          </a:solidFill>
                          <a:effectLst/>
                          <a:latin typeface="微软雅黑" pitchFamily="34" charset="-122"/>
                          <a:ea typeface="微软雅黑" pitchFamily="34" charset="-122"/>
                          <a:cs typeface="+mn-cs"/>
                        </a:rPr>
                        <a:t>ji</a:t>
                      </a: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lnL w="19050" cap="flat" cmpd="sng" algn="ctr">
                      <a:solidFill>
                        <a:srgbClr val="006600"/>
                      </a:solidFill>
                      <a:prstDash val="solid"/>
                      <a:round/>
                      <a:headEnd type="none" w="med" len="med"/>
                      <a:tailEnd type="none" w="med" len="med"/>
                    </a:lnL>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lang="en-US" altLang="zh-CN" sz="1600" b="1" dirty="0">
                          <a:solidFill>
                            <a:srgbClr val="FFFF00"/>
                          </a:solidFill>
                          <a:latin typeface="微软雅黑" pitchFamily="34" charset="-122"/>
                          <a:ea typeface="微软雅黑" pitchFamily="34" charset="-122"/>
                        </a:rPr>
                        <a:t>A</a:t>
                      </a:r>
                      <a:r>
                        <a:rPr lang="en-US" altLang="zh-CN" sz="1600" b="1" baseline="30000" dirty="0">
                          <a:solidFill>
                            <a:srgbClr val="FFFF00"/>
                          </a:solidFill>
                          <a:latin typeface="微软雅黑" pitchFamily="34" charset="-122"/>
                          <a:ea typeface="微软雅黑" pitchFamily="34" charset="-122"/>
                        </a:rPr>
                        <a:t>T</a:t>
                      </a:r>
                      <a:r>
                        <a:rPr lang="en-US" altLang="zh-CN" sz="1600" b="1" dirty="0">
                          <a:solidFill>
                            <a:srgbClr val="FFFF00"/>
                          </a:solidFill>
                          <a:latin typeface="微软雅黑" pitchFamily="34" charset="-122"/>
                          <a:ea typeface="微软雅黑" pitchFamily="34" charset="-122"/>
                        </a:rPr>
                        <a:t>=-A</a:t>
                      </a:r>
                      <a:r>
                        <a:rPr lang="zh-CN" altLang="en-US" sz="1600" b="1" baseline="0" dirty="0">
                          <a:solidFill>
                            <a:srgbClr val="FFFF00"/>
                          </a:solidFill>
                          <a:latin typeface="微软雅黑" pitchFamily="34" charset="-122"/>
                          <a:ea typeface="微软雅黑" pitchFamily="34" charset="-122"/>
                        </a:rPr>
                        <a:t>  </a:t>
                      </a:r>
                      <a:r>
                        <a:rPr kumimoji="0" lang="zh-CN" altLang="en-US" sz="1400" b="1" i="0" u="none" strike="noStrike" kern="1200" cap="none" normalizeH="0" baseline="0" dirty="0">
                          <a:ln>
                            <a:noFill/>
                          </a:ln>
                          <a:solidFill>
                            <a:srgbClr val="FFFF00"/>
                          </a:solidFill>
                          <a:effectLst/>
                          <a:latin typeface="微软雅黑" pitchFamily="34" charset="-122"/>
                          <a:ea typeface="微软雅黑" pitchFamily="34" charset="-122"/>
                          <a:cs typeface="+mn-cs"/>
                        </a:rPr>
                        <a:t>沿对角线互为相反数</a:t>
                      </a:r>
                      <a:r>
                        <a:rPr kumimoji="0" lang="en-US" altLang="zh-CN" sz="1400" b="1" i="0" u="none" strike="noStrike" kern="1200" cap="none" normalizeH="0" baseline="0" dirty="0">
                          <a:ln>
                            <a:noFill/>
                          </a:ln>
                          <a:solidFill>
                            <a:srgbClr val="FFFF00"/>
                          </a:solidFill>
                          <a:effectLst/>
                          <a:latin typeface="微软雅黑" pitchFamily="34" charset="-122"/>
                          <a:ea typeface="微软雅黑" pitchFamily="34" charset="-122"/>
                          <a:cs typeface="+mn-cs"/>
                        </a:rPr>
                        <a:t>,</a:t>
                      </a:r>
                      <a:r>
                        <a:rPr kumimoji="0" lang="zh-CN" altLang="en-US" sz="1400" b="1" i="0" u="none" strike="noStrike" kern="1200" cap="none" normalizeH="0" baseline="0" dirty="0">
                          <a:ln>
                            <a:noFill/>
                          </a:ln>
                          <a:solidFill>
                            <a:srgbClr val="FFFF00"/>
                          </a:solidFill>
                          <a:effectLst/>
                          <a:latin typeface="微软雅黑" pitchFamily="34" charset="-122"/>
                          <a:ea typeface="微软雅黑" pitchFamily="34" charset="-122"/>
                          <a:cs typeface="+mn-cs"/>
                        </a:rPr>
                        <a:t>对角元皆为</a:t>
                      </a:r>
                      <a:r>
                        <a:rPr kumimoji="0" lang="en-US" altLang="zh-CN" sz="1400" b="1" i="0" u="none" strike="noStrike" kern="1200" cap="none" normalizeH="0" baseline="0" dirty="0">
                          <a:ln>
                            <a:noFill/>
                          </a:ln>
                          <a:solidFill>
                            <a:srgbClr val="FFFF00"/>
                          </a:solidFill>
                          <a:effectLst/>
                          <a:latin typeface="微软雅黑" pitchFamily="34" charset="-122"/>
                          <a:ea typeface="微软雅黑" pitchFamily="34" charset="-122"/>
                          <a:cs typeface="+mn-cs"/>
                        </a:rPr>
                        <a:t>0</a:t>
                      </a:r>
                      <a:endParaRPr kumimoji="0" lang="zh-CN" altLang="en-US" sz="14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1600" b="1" i="0" u="none" strike="noStrike" kern="1200" cap="none" normalizeH="0" baseline="0" dirty="0" err="1">
                          <a:ln>
                            <a:noFill/>
                          </a:ln>
                          <a:solidFill>
                            <a:srgbClr val="FFFF00"/>
                          </a:solidFill>
                          <a:effectLst/>
                          <a:latin typeface="微软雅黑" pitchFamily="34" charset="-122"/>
                          <a:ea typeface="微软雅黑" pitchFamily="34" charset="-122"/>
                          <a:cs typeface="+mn-cs"/>
                        </a:rPr>
                        <a:t>C</a:t>
                      </a:r>
                      <a:r>
                        <a:rPr lang="en-US" altLang="zh-CN" sz="1600" b="1" baseline="-25000" dirty="0" err="1">
                          <a:solidFill>
                            <a:srgbClr val="FFFF00"/>
                          </a:solidFill>
                          <a:latin typeface="微软雅黑" pitchFamily="34" charset="-122"/>
                          <a:ea typeface="微软雅黑" pitchFamily="34" charset="-122"/>
                        </a:rPr>
                        <a:t>n</a:t>
                      </a:r>
                      <a:r>
                        <a:rPr lang="en-US" altLang="zh-CN" sz="1600" b="1" baseline="0" dirty="0">
                          <a:solidFill>
                            <a:srgbClr val="FFFF00"/>
                          </a:solidFill>
                          <a:latin typeface="微软雅黑" pitchFamily="34" charset="-122"/>
                          <a:ea typeface="微软雅黑" pitchFamily="34" charset="-122"/>
                        </a:rPr>
                        <a:t>:</a:t>
                      </a:r>
                      <a:r>
                        <a:rPr lang="zh-CN" altLang="en-US" sz="1600" b="1" baseline="0" dirty="0">
                          <a:solidFill>
                            <a:srgbClr val="FFFF00"/>
                          </a:solidFill>
                          <a:latin typeface="微软雅黑" pitchFamily="34" charset="-122"/>
                          <a:ea typeface="微软雅黑" pitchFamily="34" charset="-122"/>
                        </a:rPr>
                        <a:t>      </a:t>
                      </a:r>
                      <a:r>
                        <a:rPr lang="en-US" altLang="zh-CN" sz="1600" b="1" i="0" kern="1200" baseline="0" dirty="0">
                          <a:solidFill>
                            <a:srgbClr val="FFFF00"/>
                          </a:solidFill>
                          <a:latin typeface="微软雅黑"/>
                          <a:ea typeface="微软雅黑"/>
                          <a:cs typeface="+mn-cs"/>
                        </a:rPr>
                        <a:t>C</a:t>
                      </a:r>
                      <a:r>
                        <a:rPr lang="en-US" altLang="zh-CN" sz="1600" b="1" kern="1200" baseline="0" dirty="0">
                          <a:solidFill>
                            <a:srgbClr val="FFFF00"/>
                          </a:solidFill>
                          <a:latin typeface="微软雅黑"/>
                          <a:ea typeface="微软雅黑"/>
                          <a:cs typeface="+mn-cs"/>
                        </a:rPr>
                        <a:t>+</a:t>
                      </a:r>
                      <a:r>
                        <a:rPr lang="en-US" altLang="zh-CN" sz="1600" b="1" i="0" kern="1200" baseline="0" dirty="0">
                          <a:solidFill>
                            <a:srgbClr val="FFFF00"/>
                          </a:solidFill>
                          <a:latin typeface="微软雅黑"/>
                          <a:ea typeface="微软雅黑"/>
                          <a:cs typeface="+mn-cs"/>
                        </a:rPr>
                        <a:t>C</a:t>
                      </a:r>
                      <a:r>
                        <a:rPr lang="en-US" altLang="zh-CN" sz="1600" b="1" baseline="30000" dirty="0">
                          <a:solidFill>
                            <a:srgbClr val="FFFF00"/>
                          </a:solidFill>
                          <a:latin typeface="微软雅黑" pitchFamily="34" charset="-122"/>
                          <a:ea typeface="微软雅黑" pitchFamily="34" charset="-122"/>
                        </a:rPr>
                        <a:t>T</a:t>
                      </a:r>
                      <a:r>
                        <a:rPr lang="zh-CN" altLang="en-US" sz="1600" b="1" baseline="0" dirty="0">
                          <a:solidFill>
                            <a:srgbClr val="FFFF00"/>
                          </a:solidFill>
                          <a:latin typeface="微软雅黑" pitchFamily="34" charset="-122"/>
                          <a:ea typeface="微软雅黑" pitchFamily="34" charset="-122"/>
                        </a:rPr>
                        <a:t>对称，</a:t>
                      </a:r>
                      <a:r>
                        <a:rPr lang="en-US" altLang="zh-CN" sz="1600" b="1" i="0" kern="1200" baseline="0" dirty="0">
                          <a:solidFill>
                            <a:srgbClr val="FFFF00"/>
                          </a:solidFill>
                          <a:latin typeface="微软雅黑"/>
                          <a:ea typeface="微软雅黑"/>
                          <a:cs typeface="+mn-cs"/>
                        </a:rPr>
                        <a:t>C- C</a:t>
                      </a:r>
                      <a:r>
                        <a:rPr lang="en-US" altLang="zh-CN" sz="1600" b="1" baseline="30000" dirty="0">
                          <a:solidFill>
                            <a:srgbClr val="FFFF00"/>
                          </a:solidFill>
                          <a:latin typeface="微软雅黑" pitchFamily="34" charset="-122"/>
                          <a:ea typeface="微软雅黑" pitchFamily="34" charset="-122"/>
                        </a:rPr>
                        <a:t>T</a:t>
                      </a:r>
                      <a:r>
                        <a:rPr lang="zh-CN" altLang="en-US" sz="1600" b="1" baseline="0" dirty="0">
                          <a:solidFill>
                            <a:srgbClr val="FFFF00"/>
                          </a:solidFill>
                          <a:latin typeface="微软雅黑" pitchFamily="34" charset="-122"/>
                          <a:ea typeface="微软雅黑" pitchFamily="34" charset="-122"/>
                        </a:rPr>
                        <a:t>反对称</a:t>
                      </a: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solidFill>
                      <a:srgbClr val="006600"/>
                    </a:solidFill>
                  </a:tcPr>
                </a:tc>
                <a:extLst>
                  <a:ext uri="{0D108BD9-81ED-4DB2-BD59-A6C34878D82A}">
                    <a16:rowId xmlns:a16="http://schemas.microsoft.com/office/drawing/2014/main" val="10002"/>
                  </a:ext>
                </a:extLst>
              </a:tr>
              <a:tr h="266704">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600" b="1" u="none" strike="noStrike" kern="1200" cap="none" normalizeH="0" baseline="0" dirty="0">
                          <a:ln>
                            <a:noFill/>
                          </a:ln>
                          <a:solidFill>
                            <a:srgbClr val="006600"/>
                          </a:solidFill>
                          <a:effectLst/>
                          <a:latin typeface="微软雅黑" pitchFamily="34" charset="-122"/>
                          <a:ea typeface="微软雅黑" pitchFamily="34" charset="-122"/>
                          <a:cs typeface="+mn-cs"/>
                        </a:rPr>
                        <a:t>正交阵</a:t>
                      </a:r>
                    </a:p>
                  </a:txBody>
                  <a:tcPr>
                    <a:lnL w="19050" cap="flat" cmpd="sng" algn="ctr">
                      <a:solidFill>
                        <a:srgbClr val="006600"/>
                      </a:solidFill>
                      <a:prstDash val="solid"/>
                      <a:round/>
                      <a:headEnd type="none" w="med" len="med"/>
                      <a:tailEnd type="none" w="med" len="med"/>
                    </a:lnL>
                    <a:lnR w="19050" cap="flat" cmpd="sng" algn="ctr">
                      <a:solidFill>
                        <a:srgbClr val="006600"/>
                      </a:solidFill>
                      <a:prstDash val="solid"/>
                      <a:round/>
                      <a:headEnd type="none" w="med" len="med"/>
                      <a:tailEnd type="none" w="med" len="med"/>
                    </a:lnR>
                    <a:lnT w="19050" cap="flat" cmpd="sng" algn="ctr">
                      <a:solidFill>
                        <a:srgbClr val="006600"/>
                      </a:solidFill>
                      <a:prstDash val="solid"/>
                      <a:round/>
                      <a:headEnd type="none" w="med" len="med"/>
                      <a:tailEnd type="none" w="med" len="med"/>
                    </a:lnT>
                    <a:lnB w="19050" cap="flat" cmpd="sng" algn="ctr">
                      <a:solidFill>
                        <a:srgbClr val="006600"/>
                      </a:solidFill>
                      <a:prstDash val="solid"/>
                      <a:round/>
                      <a:headEnd type="none" w="med" len="med"/>
                      <a:tailEnd type="none" w="med" len="med"/>
                    </a:lnB>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lnL w="19050" cap="flat" cmpd="sng" algn="ctr">
                      <a:solidFill>
                        <a:srgbClr val="006600"/>
                      </a:solidFill>
                      <a:prstDash val="solid"/>
                      <a:round/>
                      <a:headEnd type="none" w="med" len="med"/>
                      <a:tailEnd type="none" w="med" len="med"/>
                    </a:lnL>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lang="en-US" altLang="zh-CN" sz="1600" b="1" dirty="0">
                          <a:solidFill>
                            <a:srgbClr val="FFFF00"/>
                          </a:solidFill>
                          <a:latin typeface="微软雅黑" pitchFamily="34" charset="-122"/>
                          <a:ea typeface="微软雅黑" pitchFamily="34" charset="-122"/>
                        </a:rPr>
                        <a:t>A</a:t>
                      </a:r>
                      <a:r>
                        <a:rPr lang="en-US" altLang="zh-CN" sz="1600" b="1" baseline="30000" dirty="0">
                          <a:solidFill>
                            <a:srgbClr val="FFFF00"/>
                          </a:solidFill>
                          <a:latin typeface="微软雅黑" pitchFamily="34" charset="-122"/>
                          <a:ea typeface="微软雅黑" pitchFamily="34" charset="-122"/>
                        </a:rPr>
                        <a:t>T</a:t>
                      </a:r>
                      <a:r>
                        <a:rPr lang="en-US" altLang="zh-CN" sz="1600" b="1" dirty="0">
                          <a:solidFill>
                            <a:srgbClr val="FFFF00"/>
                          </a:solidFill>
                          <a:latin typeface="微软雅黑" pitchFamily="34" charset="-122"/>
                          <a:ea typeface="微软雅黑" pitchFamily="34" charset="-122"/>
                        </a:rPr>
                        <a:t>=A</a:t>
                      </a:r>
                      <a:r>
                        <a:rPr kumimoji="0" lang="en-US" altLang="zh-CN" sz="1600" b="1" u="none" strike="noStrike" kern="1200" cap="none" normalizeH="0" baseline="30000" dirty="0">
                          <a:ln>
                            <a:noFill/>
                          </a:ln>
                          <a:solidFill>
                            <a:srgbClr val="FFFF00"/>
                          </a:solidFill>
                          <a:effectLst/>
                          <a:latin typeface="微软雅黑" pitchFamily="34" charset="-122"/>
                          <a:ea typeface="微软雅黑" pitchFamily="34" charset="-122"/>
                        </a:rPr>
                        <a:t>-1</a:t>
                      </a:r>
                      <a:r>
                        <a:rPr kumimoji="0" lang="en-US" altLang="zh-CN" sz="1600" b="1" u="none" strike="noStrike" kern="1200" cap="none" normalizeH="0" baseline="0" dirty="0">
                          <a:ln>
                            <a:noFill/>
                          </a:ln>
                          <a:solidFill>
                            <a:srgbClr val="FFFF00"/>
                          </a:solidFill>
                          <a:effectLst/>
                          <a:latin typeface="微软雅黑" pitchFamily="34" charset="-122"/>
                          <a:ea typeface="微软雅黑" pitchFamily="34" charset="-122"/>
                        </a:rPr>
                        <a:t>（</a:t>
                      </a:r>
                      <a:r>
                        <a:rPr kumimoji="0" lang="zh-CN" altLang="en-US" sz="1600" b="1" u="none" strike="noStrike" kern="1200" cap="none" normalizeH="0" baseline="0" dirty="0">
                          <a:ln>
                            <a:noFill/>
                          </a:ln>
                          <a:solidFill>
                            <a:srgbClr val="FFFF00"/>
                          </a:solidFill>
                          <a:effectLst/>
                          <a:latin typeface="微软雅黑" pitchFamily="34" charset="-122"/>
                          <a:ea typeface="微软雅黑" pitchFamily="34" charset="-122"/>
                        </a:rPr>
                        <a:t>定义</a:t>
                      </a:r>
                      <a:r>
                        <a:rPr kumimoji="0" lang="en-US" altLang="zh-CN" sz="1600" b="1" u="none" strike="noStrike" kern="1200" cap="none" normalizeH="0" baseline="0" dirty="0">
                          <a:ln>
                            <a:noFill/>
                          </a:ln>
                          <a:solidFill>
                            <a:srgbClr val="FFFF00"/>
                          </a:solidFill>
                          <a:effectLst/>
                          <a:latin typeface="微软雅黑" pitchFamily="34" charset="-122"/>
                          <a:ea typeface="微软雅黑" pitchFamily="34" charset="-122"/>
                        </a:rPr>
                        <a:t>A</a:t>
                      </a:r>
                      <a:r>
                        <a:rPr lang="en-US" altLang="zh-CN" sz="1600" b="1" dirty="0">
                          <a:solidFill>
                            <a:srgbClr val="FFFF00"/>
                          </a:solidFill>
                          <a:latin typeface="微软雅黑" pitchFamily="34" charset="-122"/>
                          <a:ea typeface="微软雅黑" pitchFamily="34" charset="-122"/>
                        </a:rPr>
                        <a:t>A</a:t>
                      </a:r>
                      <a:r>
                        <a:rPr lang="en-US" altLang="zh-CN" sz="1600" b="1" baseline="30000" dirty="0">
                          <a:solidFill>
                            <a:srgbClr val="FFFF00"/>
                          </a:solidFill>
                          <a:latin typeface="微软雅黑" pitchFamily="34" charset="-122"/>
                          <a:ea typeface="微软雅黑" pitchFamily="34" charset="-122"/>
                        </a:rPr>
                        <a:t>T</a:t>
                      </a:r>
                      <a:r>
                        <a:rPr lang="en-US" altLang="zh-CN" sz="1600" b="1" dirty="0">
                          <a:solidFill>
                            <a:srgbClr val="FFFF00"/>
                          </a:solidFill>
                          <a:latin typeface="微软雅黑" pitchFamily="34" charset="-122"/>
                          <a:ea typeface="微软雅黑" pitchFamily="34" charset="-122"/>
                        </a:rPr>
                        <a:t>=A</a:t>
                      </a:r>
                      <a:r>
                        <a:rPr lang="en-US" altLang="zh-CN" sz="1600" b="1" baseline="30000" dirty="0">
                          <a:solidFill>
                            <a:srgbClr val="FFFF00"/>
                          </a:solidFill>
                          <a:latin typeface="微软雅黑" pitchFamily="34" charset="-122"/>
                          <a:ea typeface="微软雅黑" pitchFamily="34" charset="-122"/>
                        </a:rPr>
                        <a:t>T</a:t>
                      </a:r>
                      <a:r>
                        <a:rPr lang="en-US" altLang="zh-CN" sz="1600" b="1" baseline="0" dirty="0">
                          <a:solidFill>
                            <a:srgbClr val="FFFF00"/>
                          </a:solidFill>
                          <a:latin typeface="微软雅黑" pitchFamily="34" charset="-122"/>
                          <a:ea typeface="微软雅黑" pitchFamily="34" charset="-122"/>
                        </a:rPr>
                        <a:t>A=E</a:t>
                      </a:r>
                      <a:r>
                        <a:rPr kumimoji="0" lang="en-US" altLang="zh-CN" sz="1600" b="1" u="none" strike="noStrike" kern="1200" cap="none" normalizeH="0" baseline="0" dirty="0">
                          <a:ln>
                            <a:noFill/>
                          </a:ln>
                          <a:solidFill>
                            <a:srgbClr val="FFFF00"/>
                          </a:solidFill>
                          <a:effectLst/>
                          <a:latin typeface="微软雅黑" pitchFamily="34" charset="-122"/>
                          <a:ea typeface="微软雅黑" pitchFamily="34" charset="-122"/>
                        </a:rPr>
                        <a:t>）</a:t>
                      </a:r>
                      <a:endParaRPr kumimoji="0" lang="zh-CN" altLang="en-US" sz="1600" b="1" i="0" u="none" strike="noStrike" kern="1200" cap="none" normalizeH="0" baseline="0" dirty="0">
                        <a:ln>
                          <a:noFill/>
                        </a:ln>
                        <a:solidFill>
                          <a:srgbClr val="FFFF00"/>
                        </a:solidFill>
                        <a:effectLst/>
                        <a:latin typeface="微软雅黑" pitchFamily="34" charset="-122"/>
                        <a:ea typeface="微软雅黑" pitchFamily="34" charset="-122"/>
                        <a:cs typeface="+mn-cs"/>
                      </a:endParaRPr>
                    </a:p>
                  </a:txBody>
                  <a:tcP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1600" b="1" u="none" strike="noStrike" kern="1200" cap="none" normalizeH="0" baseline="0" dirty="0">
                          <a:ln>
                            <a:noFill/>
                          </a:ln>
                          <a:solidFill>
                            <a:srgbClr val="FFFF00"/>
                          </a:solidFill>
                          <a:effectLst/>
                          <a:latin typeface="微软雅黑" pitchFamily="34" charset="-122"/>
                          <a:ea typeface="微软雅黑" pitchFamily="34" charset="-122"/>
                          <a:cs typeface="+mn-cs"/>
                        </a:rPr>
                        <a:t>│A│=±1；</a:t>
                      </a:r>
                      <a:r>
                        <a:rPr kumimoji="0" lang="zh-CN" altLang="en-US" sz="1600" b="1" u="none" strike="noStrike" kern="1200" cap="none" normalizeH="0" baseline="0" dirty="0">
                          <a:ln>
                            <a:noFill/>
                          </a:ln>
                          <a:solidFill>
                            <a:srgbClr val="FFFF00"/>
                          </a:solidFill>
                          <a:effectLst/>
                          <a:latin typeface="微软雅黑" pitchFamily="34" charset="-122"/>
                          <a:ea typeface="微软雅黑" pitchFamily="34" charset="-122"/>
                          <a:cs typeface="+mn-cs"/>
                        </a:rPr>
                        <a:t>正交阵之积仍正交</a:t>
                      </a:r>
                    </a:p>
                  </a:txBody>
                  <a:tcPr>
                    <a:solidFill>
                      <a:srgbClr val="006600"/>
                    </a:solidFill>
                  </a:tcPr>
                </a:tc>
                <a:extLst>
                  <a:ext uri="{0D108BD9-81ED-4DB2-BD59-A6C34878D82A}">
                    <a16:rowId xmlns:a16="http://schemas.microsoft.com/office/drawing/2014/main" val="10003"/>
                  </a:ext>
                </a:extLst>
              </a:tr>
            </a:tbl>
          </a:graphicData>
        </a:graphic>
      </p:graphicFrame>
      <p:sp>
        <p:nvSpPr>
          <p:cNvPr id="5" name="动作按钮: 帮助 4">
            <a:hlinkClick r:id="rId3" action="ppaction://hlinksldjump" highlightClick="1"/>
          </p:cNvPr>
          <p:cNvSpPr/>
          <p:nvPr/>
        </p:nvSpPr>
        <p:spPr bwMode="auto">
          <a:xfrm>
            <a:off x="-32" y="-24"/>
            <a:ext cx="419132" cy="571504"/>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
        <p:nvSpPr>
          <p:cNvPr id="131" name="Rectangle 63"/>
          <p:cNvSpPr>
            <a:spLocks noChangeArrowheads="1"/>
          </p:cNvSpPr>
          <p:nvPr/>
        </p:nvSpPr>
        <p:spPr bwMode="auto">
          <a:xfrm>
            <a:off x="-6350" y="-15875"/>
            <a:ext cx="19050" cy="5619751"/>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7" name="Rectangle 77"/>
          <p:cNvSpPr>
            <a:spLocks noChangeArrowheads="1"/>
          </p:cNvSpPr>
          <p:nvPr/>
        </p:nvSpPr>
        <p:spPr bwMode="auto">
          <a:xfrm>
            <a:off x="11113" y="550863"/>
            <a:ext cx="428625" cy="44577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8" name="Rectangle 78"/>
          <p:cNvSpPr>
            <a:spLocks noChangeArrowheads="1"/>
          </p:cNvSpPr>
          <p:nvPr/>
        </p:nvSpPr>
        <p:spPr bwMode="auto">
          <a:xfrm>
            <a:off x="439738" y="550863"/>
            <a:ext cx="1143000" cy="35242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9" name="Rectangle 79"/>
          <p:cNvSpPr>
            <a:spLocks noChangeArrowheads="1"/>
          </p:cNvSpPr>
          <p:nvPr/>
        </p:nvSpPr>
        <p:spPr bwMode="auto">
          <a:xfrm>
            <a:off x="1568549" y="601663"/>
            <a:ext cx="1638300"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0" name="Rectangle 80"/>
          <p:cNvSpPr>
            <a:spLocks noChangeArrowheads="1"/>
          </p:cNvSpPr>
          <p:nvPr/>
        </p:nvSpPr>
        <p:spPr bwMode="auto">
          <a:xfrm>
            <a:off x="3221038" y="550863"/>
            <a:ext cx="2933700"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1" name="Rectangle 81"/>
          <p:cNvSpPr>
            <a:spLocks noChangeArrowheads="1"/>
          </p:cNvSpPr>
          <p:nvPr/>
        </p:nvSpPr>
        <p:spPr bwMode="auto">
          <a:xfrm>
            <a:off x="6154738" y="550863"/>
            <a:ext cx="3000375"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2" name="Rectangle 82"/>
          <p:cNvSpPr>
            <a:spLocks noChangeArrowheads="1"/>
          </p:cNvSpPr>
          <p:nvPr/>
        </p:nvSpPr>
        <p:spPr bwMode="auto">
          <a:xfrm>
            <a:off x="439738" y="903288"/>
            <a:ext cx="1143000" cy="35242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3" name="Rectangle 83"/>
          <p:cNvSpPr>
            <a:spLocks noChangeArrowheads="1"/>
          </p:cNvSpPr>
          <p:nvPr/>
        </p:nvSpPr>
        <p:spPr bwMode="auto">
          <a:xfrm>
            <a:off x="1573213" y="893763"/>
            <a:ext cx="1638300"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4" name="Rectangle 84"/>
          <p:cNvSpPr>
            <a:spLocks noChangeArrowheads="1"/>
          </p:cNvSpPr>
          <p:nvPr/>
        </p:nvSpPr>
        <p:spPr bwMode="auto">
          <a:xfrm>
            <a:off x="3221038" y="903288"/>
            <a:ext cx="2933700"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5" name="Rectangle 85"/>
          <p:cNvSpPr>
            <a:spLocks noChangeArrowheads="1"/>
          </p:cNvSpPr>
          <p:nvPr/>
        </p:nvSpPr>
        <p:spPr bwMode="auto">
          <a:xfrm>
            <a:off x="6154738" y="903288"/>
            <a:ext cx="3000375" cy="35242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6" name="Rectangle 86"/>
          <p:cNvSpPr>
            <a:spLocks noChangeArrowheads="1"/>
          </p:cNvSpPr>
          <p:nvPr/>
        </p:nvSpPr>
        <p:spPr bwMode="auto">
          <a:xfrm>
            <a:off x="439738" y="1255713"/>
            <a:ext cx="1143000" cy="6477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7" name="Rectangle 87"/>
          <p:cNvSpPr>
            <a:spLocks noChangeArrowheads="1"/>
          </p:cNvSpPr>
          <p:nvPr/>
        </p:nvSpPr>
        <p:spPr bwMode="auto">
          <a:xfrm>
            <a:off x="1582738" y="1255713"/>
            <a:ext cx="1638300" cy="6477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8" name="Rectangle 88"/>
          <p:cNvSpPr>
            <a:spLocks noChangeArrowheads="1"/>
          </p:cNvSpPr>
          <p:nvPr/>
        </p:nvSpPr>
        <p:spPr bwMode="auto">
          <a:xfrm>
            <a:off x="3221038" y="1255713"/>
            <a:ext cx="2933700" cy="6477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9" name="Rectangle 89"/>
          <p:cNvSpPr>
            <a:spLocks noChangeArrowheads="1"/>
          </p:cNvSpPr>
          <p:nvPr/>
        </p:nvSpPr>
        <p:spPr bwMode="auto">
          <a:xfrm>
            <a:off x="6154738" y="1255713"/>
            <a:ext cx="3000375" cy="6477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0" name="Rectangle 90"/>
          <p:cNvSpPr>
            <a:spLocks noChangeArrowheads="1"/>
          </p:cNvSpPr>
          <p:nvPr/>
        </p:nvSpPr>
        <p:spPr bwMode="auto">
          <a:xfrm>
            <a:off x="439738" y="1903413"/>
            <a:ext cx="1143000" cy="89535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1" name="Rectangle 91"/>
          <p:cNvSpPr>
            <a:spLocks noChangeArrowheads="1"/>
          </p:cNvSpPr>
          <p:nvPr/>
        </p:nvSpPr>
        <p:spPr bwMode="auto">
          <a:xfrm>
            <a:off x="1582738" y="1903413"/>
            <a:ext cx="1638300" cy="8953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2" name="Rectangle 92"/>
          <p:cNvSpPr>
            <a:spLocks noChangeArrowheads="1"/>
          </p:cNvSpPr>
          <p:nvPr/>
        </p:nvSpPr>
        <p:spPr bwMode="auto">
          <a:xfrm>
            <a:off x="3221038" y="1903413"/>
            <a:ext cx="2933700" cy="8953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3" name="Rectangle 93"/>
          <p:cNvSpPr>
            <a:spLocks noChangeArrowheads="1"/>
          </p:cNvSpPr>
          <p:nvPr/>
        </p:nvSpPr>
        <p:spPr bwMode="auto">
          <a:xfrm>
            <a:off x="6154738" y="1903413"/>
            <a:ext cx="3000375" cy="89535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4" name="Rectangle 94"/>
          <p:cNvSpPr>
            <a:spLocks noChangeArrowheads="1"/>
          </p:cNvSpPr>
          <p:nvPr/>
        </p:nvSpPr>
        <p:spPr bwMode="auto">
          <a:xfrm>
            <a:off x="439738" y="2798763"/>
            <a:ext cx="1143000" cy="8001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6" name="Rectangle 96"/>
          <p:cNvSpPr>
            <a:spLocks noChangeArrowheads="1"/>
          </p:cNvSpPr>
          <p:nvPr/>
        </p:nvSpPr>
        <p:spPr bwMode="auto">
          <a:xfrm>
            <a:off x="3221038" y="2798763"/>
            <a:ext cx="2933700" cy="8001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7" name="Rectangle 97"/>
          <p:cNvSpPr>
            <a:spLocks noChangeArrowheads="1"/>
          </p:cNvSpPr>
          <p:nvPr/>
        </p:nvSpPr>
        <p:spPr bwMode="auto">
          <a:xfrm>
            <a:off x="6154738" y="2798763"/>
            <a:ext cx="3000375" cy="8001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8" name="Rectangle 98"/>
          <p:cNvSpPr>
            <a:spLocks noChangeArrowheads="1"/>
          </p:cNvSpPr>
          <p:nvPr/>
        </p:nvSpPr>
        <p:spPr bwMode="auto">
          <a:xfrm>
            <a:off x="439738" y="3598863"/>
            <a:ext cx="1143000" cy="8001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0" name="Rectangle 100"/>
          <p:cNvSpPr>
            <a:spLocks noChangeArrowheads="1"/>
          </p:cNvSpPr>
          <p:nvPr/>
        </p:nvSpPr>
        <p:spPr bwMode="auto">
          <a:xfrm>
            <a:off x="3221038" y="3598863"/>
            <a:ext cx="2933700" cy="8001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2" name="Rectangle 102"/>
          <p:cNvSpPr>
            <a:spLocks noChangeArrowheads="1"/>
          </p:cNvSpPr>
          <p:nvPr/>
        </p:nvSpPr>
        <p:spPr bwMode="auto">
          <a:xfrm>
            <a:off x="439738" y="4398963"/>
            <a:ext cx="1143000" cy="6096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3" name="Rectangle 103"/>
          <p:cNvSpPr>
            <a:spLocks noChangeArrowheads="1"/>
          </p:cNvSpPr>
          <p:nvPr/>
        </p:nvSpPr>
        <p:spPr bwMode="auto">
          <a:xfrm>
            <a:off x="1582738" y="4398963"/>
            <a:ext cx="1638300" cy="6096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4" name="Rectangle 104"/>
          <p:cNvSpPr>
            <a:spLocks noChangeArrowheads="1"/>
          </p:cNvSpPr>
          <p:nvPr/>
        </p:nvSpPr>
        <p:spPr bwMode="auto">
          <a:xfrm>
            <a:off x="3221038" y="4398963"/>
            <a:ext cx="2933700" cy="6096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6" name="Rectangle 106"/>
          <p:cNvSpPr>
            <a:spLocks noChangeArrowheads="1"/>
          </p:cNvSpPr>
          <p:nvPr/>
        </p:nvSpPr>
        <p:spPr bwMode="auto">
          <a:xfrm>
            <a:off x="11113" y="5008563"/>
            <a:ext cx="1571625" cy="5715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7" name="Rectangle 107"/>
          <p:cNvSpPr>
            <a:spLocks noChangeArrowheads="1"/>
          </p:cNvSpPr>
          <p:nvPr/>
        </p:nvSpPr>
        <p:spPr bwMode="auto">
          <a:xfrm>
            <a:off x="1582738" y="5008563"/>
            <a:ext cx="1638300" cy="5715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8" name="Rectangle 108"/>
          <p:cNvSpPr>
            <a:spLocks noChangeArrowheads="1"/>
          </p:cNvSpPr>
          <p:nvPr/>
        </p:nvSpPr>
        <p:spPr bwMode="auto">
          <a:xfrm>
            <a:off x="3221038" y="5008563"/>
            <a:ext cx="2933700" cy="5715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49" name="Rectangle 109"/>
          <p:cNvSpPr>
            <a:spLocks noChangeArrowheads="1"/>
          </p:cNvSpPr>
          <p:nvPr/>
        </p:nvSpPr>
        <p:spPr bwMode="auto">
          <a:xfrm>
            <a:off x="6154738" y="5008563"/>
            <a:ext cx="3000375" cy="5715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0" name="Rectangle 110"/>
          <p:cNvSpPr>
            <a:spLocks noChangeArrowheads="1"/>
          </p:cNvSpPr>
          <p:nvPr/>
        </p:nvSpPr>
        <p:spPr bwMode="auto">
          <a:xfrm>
            <a:off x="430213" y="541338"/>
            <a:ext cx="19050" cy="44767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1" name="Rectangle 111"/>
          <p:cNvSpPr>
            <a:spLocks noChangeArrowheads="1"/>
          </p:cNvSpPr>
          <p:nvPr/>
        </p:nvSpPr>
        <p:spPr bwMode="auto">
          <a:xfrm>
            <a:off x="1573213" y="7938"/>
            <a:ext cx="19050" cy="55816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2" name="Rectangle 112"/>
          <p:cNvSpPr>
            <a:spLocks noChangeArrowheads="1"/>
          </p:cNvSpPr>
          <p:nvPr/>
        </p:nvSpPr>
        <p:spPr bwMode="auto">
          <a:xfrm>
            <a:off x="3211513" y="7938"/>
            <a:ext cx="19050" cy="5524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3" name="Rectangle 113"/>
          <p:cNvSpPr>
            <a:spLocks noChangeArrowheads="1"/>
          </p:cNvSpPr>
          <p:nvPr/>
        </p:nvSpPr>
        <p:spPr bwMode="auto">
          <a:xfrm>
            <a:off x="3221038" y="565150"/>
            <a:ext cx="9525" cy="501967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4" name="Rectangle 114"/>
          <p:cNvSpPr>
            <a:spLocks noChangeArrowheads="1"/>
          </p:cNvSpPr>
          <p:nvPr/>
        </p:nvSpPr>
        <p:spPr bwMode="auto">
          <a:xfrm>
            <a:off x="6145213" y="7938"/>
            <a:ext cx="19050" cy="5524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5" name="Rectangle 115"/>
          <p:cNvSpPr>
            <a:spLocks noChangeArrowheads="1"/>
          </p:cNvSpPr>
          <p:nvPr/>
        </p:nvSpPr>
        <p:spPr bwMode="auto">
          <a:xfrm>
            <a:off x="6154738" y="565150"/>
            <a:ext cx="9525" cy="501967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6" name="Rectangle 116"/>
          <p:cNvSpPr>
            <a:spLocks noChangeArrowheads="1"/>
          </p:cNvSpPr>
          <p:nvPr/>
        </p:nvSpPr>
        <p:spPr bwMode="auto">
          <a:xfrm>
            <a:off x="1588" y="541338"/>
            <a:ext cx="9163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7" name="Rectangle 117"/>
          <p:cNvSpPr>
            <a:spLocks noChangeArrowheads="1"/>
          </p:cNvSpPr>
          <p:nvPr/>
        </p:nvSpPr>
        <p:spPr bwMode="auto">
          <a:xfrm>
            <a:off x="430213" y="893763"/>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8" name="Rectangle 118"/>
          <p:cNvSpPr>
            <a:spLocks noChangeArrowheads="1"/>
          </p:cNvSpPr>
          <p:nvPr/>
        </p:nvSpPr>
        <p:spPr bwMode="auto">
          <a:xfrm>
            <a:off x="1597025" y="903288"/>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9" name="Rectangle 119"/>
          <p:cNvSpPr>
            <a:spLocks noChangeArrowheads="1"/>
          </p:cNvSpPr>
          <p:nvPr/>
        </p:nvSpPr>
        <p:spPr bwMode="auto">
          <a:xfrm>
            <a:off x="430213" y="1246188"/>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0" name="Rectangle 120"/>
          <p:cNvSpPr>
            <a:spLocks noChangeArrowheads="1"/>
          </p:cNvSpPr>
          <p:nvPr/>
        </p:nvSpPr>
        <p:spPr bwMode="auto">
          <a:xfrm>
            <a:off x="1597025" y="1255713"/>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1" name="Rectangle 121"/>
          <p:cNvSpPr>
            <a:spLocks noChangeArrowheads="1"/>
          </p:cNvSpPr>
          <p:nvPr/>
        </p:nvSpPr>
        <p:spPr bwMode="auto">
          <a:xfrm>
            <a:off x="430213" y="1893888"/>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2" name="Rectangle 122"/>
          <p:cNvSpPr>
            <a:spLocks noChangeArrowheads="1"/>
          </p:cNvSpPr>
          <p:nvPr/>
        </p:nvSpPr>
        <p:spPr bwMode="auto">
          <a:xfrm>
            <a:off x="1597025" y="1903413"/>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3" name="Rectangle 123"/>
          <p:cNvSpPr>
            <a:spLocks noChangeArrowheads="1"/>
          </p:cNvSpPr>
          <p:nvPr/>
        </p:nvSpPr>
        <p:spPr bwMode="auto">
          <a:xfrm>
            <a:off x="430213" y="2789238"/>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4" name="Rectangle 124"/>
          <p:cNvSpPr>
            <a:spLocks noChangeArrowheads="1"/>
          </p:cNvSpPr>
          <p:nvPr/>
        </p:nvSpPr>
        <p:spPr bwMode="auto">
          <a:xfrm>
            <a:off x="1597025" y="2847971"/>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5" name="Rectangle 125"/>
          <p:cNvSpPr>
            <a:spLocks noChangeArrowheads="1"/>
          </p:cNvSpPr>
          <p:nvPr/>
        </p:nvSpPr>
        <p:spPr bwMode="auto">
          <a:xfrm>
            <a:off x="430213" y="3589338"/>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6" name="Rectangle 126"/>
          <p:cNvSpPr>
            <a:spLocks noChangeArrowheads="1"/>
          </p:cNvSpPr>
          <p:nvPr/>
        </p:nvSpPr>
        <p:spPr bwMode="auto">
          <a:xfrm>
            <a:off x="1597025" y="3598863"/>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7" name="Rectangle 127"/>
          <p:cNvSpPr>
            <a:spLocks noChangeArrowheads="1"/>
          </p:cNvSpPr>
          <p:nvPr/>
        </p:nvSpPr>
        <p:spPr bwMode="auto">
          <a:xfrm>
            <a:off x="430213" y="4389438"/>
            <a:ext cx="1162050"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8" name="Rectangle 128"/>
          <p:cNvSpPr>
            <a:spLocks noChangeArrowheads="1"/>
          </p:cNvSpPr>
          <p:nvPr/>
        </p:nvSpPr>
        <p:spPr bwMode="auto">
          <a:xfrm>
            <a:off x="1597025" y="4398963"/>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9" name="Rectangle 129"/>
          <p:cNvSpPr>
            <a:spLocks noChangeArrowheads="1"/>
          </p:cNvSpPr>
          <p:nvPr/>
        </p:nvSpPr>
        <p:spPr bwMode="auto">
          <a:xfrm>
            <a:off x="1588" y="4999038"/>
            <a:ext cx="1590675"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0" name="Rectangle 130"/>
          <p:cNvSpPr>
            <a:spLocks noChangeArrowheads="1"/>
          </p:cNvSpPr>
          <p:nvPr/>
        </p:nvSpPr>
        <p:spPr bwMode="auto">
          <a:xfrm>
            <a:off x="1597025" y="5008563"/>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1" name="Rectangle 131"/>
          <p:cNvSpPr>
            <a:spLocks noChangeArrowheads="1"/>
          </p:cNvSpPr>
          <p:nvPr/>
        </p:nvSpPr>
        <p:spPr bwMode="auto">
          <a:xfrm>
            <a:off x="1588" y="7938"/>
            <a:ext cx="19050" cy="55816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3" name="Rectangle 132"/>
          <p:cNvSpPr>
            <a:spLocks noChangeArrowheads="1"/>
          </p:cNvSpPr>
          <p:nvPr/>
        </p:nvSpPr>
        <p:spPr bwMode="auto">
          <a:xfrm>
            <a:off x="9145588" y="7938"/>
            <a:ext cx="19050" cy="5524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4" name="Rectangle 133"/>
          <p:cNvSpPr>
            <a:spLocks noChangeArrowheads="1"/>
          </p:cNvSpPr>
          <p:nvPr/>
        </p:nvSpPr>
        <p:spPr bwMode="auto">
          <a:xfrm>
            <a:off x="9155113" y="565150"/>
            <a:ext cx="9525" cy="501967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6" name="Rectangle 135"/>
          <p:cNvSpPr>
            <a:spLocks noChangeArrowheads="1"/>
          </p:cNvSpPr>
          <p:nvPr/>
        </p:nvSpPr>
        <p:spPr bwMode="auto">
          <a:xfrm>
            <a:off x="11128" y="5532422"/>
            <a:ext cx="1590675"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7" name="Rectangle 136"/>
          <p:cNvSpPr>
            <a:spLocks noChangeArrowheads="1"/>
          </p:cNvSpPr>
          <p:nvPr/>
        </p:nvSpPr>
        <p:spPr bwMode="auto">
          <a:xfrm>
            <a:off x="1606565" y="5541947"/>
            <a:ext cx="7572375"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1" name="AutoShape 139"/>
          <p:cNvSpPr>
            <a:spLocks noChangeAspect="1" noChangeArrowheads="1" noTextEdit="1"/>
          </p:cNvSpPr>
          <p:nvPr/>
        </p:nvSpPr>
        <p:spPr bwMode="auto">
          <a:xfrm>
            <a:off x="-106363" y="5510238"/>
            <a:ext cx="9363076" cy="15621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2" name="Rectangle 141"/>
          <p:cNvSpPr>
            <a:spLocks noChangeArrowheads="1"/>
          </p:cNvSpPr>
          <p:nvPr/>
        </p:nvSpPr>
        <p:spPr bwMode="auto">
          <a:xfrm>
            <a:off x="14302" y="5580072"/>
            <a:ext cx="1000125"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3" name="Rectangle 142"/>
          <p:cNvSpPr>
            <a:spLocks noChangeArrowheads="1"/>
          </p:cNvSpPr>
          <p:nvPr/>
        </p:nvSpPr>
        <p:spPr bwMode="auto">
          <a:xfrm>
            <a:off x="1014427" y="5580072"/>
            <a:ext cx="933450" cy="33337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4" name="Rectangle 143"/>
          <p:cNvSpPr>
            <a:spLocks noChangeArrowheads="1"/>
          </p:cNvSpPr>
          <p:nvPr/>
        </p:nvSpPr>
        <p:spPr bwMode="auto">
          <a:xfrm>
            <a:off x="1947877" y="5580072"/>
            <a:ext cx="3571875" cy="33337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5" name="Rectangle 144"/>
          <p:cNvSpPr>
            <a:spLocks noChangeArrowheads="1"/>
          </p:cNvSpPr>
          <p:nvPr/>
        </p:nvSpPr>
        <p:spPr bwMode="auto">
          <a:xfrm>
            <a:off x="5519753" y="5580072"/>
            <a:ext cx="3638550" cy="33337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6" name="Rectangle 145"/>
          <p:cNvSpPr>
            <a:spLocks noChangeArrowheads="1"/>
          </p:cNvSpPr>
          <p:nvPr/>
        </p:nvSpPr>
        <p:spPr bwMode="auto">
          <a:xfrm>
            <a:off x="14302" y="5913447"/>
            <a:ext cx="1000125" cy="342900"/>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7" name="Rectangle 146"/>
          <p:cNvSpPr>
            <a:spLocks noChangeArrowheads="1"/>
          </p:cNvSpPr>
          <p:nvPr/>
        </p:nvSpPr>
        <p:spPr bwMode="auto">
          <a:xfrm>
            <a:off x="1014427" y="5913447"/>
            <a:ext cx="933450" cy="3429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8" name="Rectangle 147"/>
          <p:cNvSpPr>
            <a:spLocks noChangeArrowheads="1"/>
          </p:cNvSpPr>
          <p:nvPr/>
        </p:nvSpPr>
        <p:spPr bwMode="auto">
          <a:xfrm>
            <a:off x="1947877" y="5913447"/>
            <a:ext cx="3571875" cy="3429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9" name="Rectangle 148"/>
          <p:cNvSpPr>
            <a:spLocks noChangeArrowheads="1"/>
          </p:cNvSpPr>
          <p:nvPr/>
        </p:nvSpPr>
        <p:spPr bwMode="auto">
          <a:xfrm>
            <a:off x="5519753" y="5913447"/>
            <a:ext cx="3638550" cy="342900"/>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0" name="Rectangle 149"/>
          <p:cNvSpPr>
            <a:spLocks noChangeArrowheads="1"/>
          </p:cNvSpPr>
          <p:nvPr/>
        </p:nvSpPr>
        <p:spPr bwMode="auto">
          <a:xfrm>
            <a:off x="14302" y="6256347"/>
            <a:ext cx="1000125" cy="33337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1" name="Rectangle 150"/>
          <p:cNvSpPr>
            <a:spLocks noChangeArrowheads="1"/>
          </p:cNvSpPr>
          <p:nvPr/>
        </p:nvSpPr>
        <p:spPr bwMode="auto">
          <a:xfrm>
            <a:off x="1014427" y="6256347"/>
            <a:ext cx="933450"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2" name="Rectangle 151"/>
          <p:cNvSpPr>
            <a:spLocks noChangeArrowheads="1"/>
          </p:cNvSpPr>
          <p:nvPr/>
        </p:nvSpPr>
        <p:spPr bwMode="auto">
          <a:xfrm>
            <a:off x="1947877" y="6256347"/>
            <a:ext cx="3571875"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3" name="Rectangle 152"/>
          <p:cNvSpPr>
            <a:spLocks noChangeArrowheads="1"/>
          </p:cNvSpPr>
          <p:nvPr/>
        </p:nvSpPr>
        <p:spPr bwMode="auto">
          <a:xfrm>
            <a:off x="5519753" y="6256347"/>
            <a:ext cx="3638550"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4" name="Rectangle 153"/>
          <p:cNvSpPr>
            <a:spLocks noChangeArrowheads="1"/>
          </p:cNvSpPr>
          <p:nvPr/>
        </p:nvSpPr>
        <p:spPr bwMode="auto">
          <a:xfrm>
            <a:off x="14302" y="6589722"/>
            <a:ext cx="1000125" cy="333375"/>
          </a:xfrm>
          <a:prstGeom prst="rect">
            <a:avLst/>
          </a:prstGeom>
          <a:solidFill>
            <a:srgbClr val="FFFF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6" name="Rectangle 155"/>
          <p:cNvSpPr>
            <a:spLocks noChangeArrowheads="1"/>
          </p:cNvSpPr>
          <p:nvPr/>
        </p:nvSpPr>
        <p:spPr bwMode="auto">
          <a:xfrm>
            <a:off x="1947877" y="6589722"/>
            <a:ext cx="3571875"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7" name="Rectangle 156"/>
          <p:cNvSpPr>
            <a:spLocks noChangeArrowheads="1"/>
          </p:cNvSpPr>
          <p:nvPr/>
        </p:nvSpPr>
        <p:spPr bwMode="auto">
          <a:xfrm>
            <a:off x="5519753" y="6589722"/>
            <a:ext cx="3638550" cy="333375"/>
          </a:xfrm>
          <a:prstGeom prst="rect">
            <a:avLst/>
          </a:prstGeom>
          <a:solidFill>
            <a:srgbClr val="0066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8" name="Rectangle 157"/>
          <p:cNvSpPr>
            <a:spLocks noChangeArrowheads="1"/>
          </p:cNvSpPr>
          <p:nvPr/>
        </p:nvSpPr>
        <p:spPr bwMode="auto">
          <a:xfrm>
            <a:off x="1004902" y="5570547"/>
            <a:ext cx="19050" cy="1362075"/>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9" name="Rectangle 158"/>
          <p:cNvSpPr>
            <a:spLocks noChangeArrowheads="1"/>
          </p:cNvSpPr>
          <p:nvPr/>
        </p:nvSpPr>
        <p:spPr bwMode="auto">
          <a:xfrm>
            <a:off x="1938352" y="5570547"/>
            <a:ext cx="19050" cy="352425"/>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0" name="Rectangle 159"/>
          <p:cNvSpPr>
            <a:spLocks noChangeArrowheads="1"/>
          </p:cNvSpPr>
          <p:nvPr/>
        </p:nvSpPr>
        <p:spPr bwMode="auto">
          <a:xfrm>
            <a:off x="1947877" y="5927735"/>
            <a:ext cx="9525" cy="1009650"/>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2" name="Rectangle 160"/>
          <p:cNvSpPr>
            <a:spLocks noChangeArrowheads="1"/>
          </p:cNvSpPr>
          <p:nvPr/>
        </p:nvSpPr>
        <p:spPr bwMode="auto">
          <a:xfrm>
            <a:off x="5510228" y="5570547"/>
            <a:ext cx="19050" cy="352425"/>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3" name="Rectangle 161"/>
          <p:cNvSpPr>
            <a:spLocks noChangeArrowheads="1"/>
          </p:cNvSpPr>
          <p:nvPr/>
        </p:nvSpPr>
        <p:spPr bwMode="auto">
          <a:xfrm>
            <a:off x="5519753" y="5927735"/>
            <a:ext cx="9525" cy="1009650"/>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5" name="Rectangle 162"/>
          <p:cNvSpPr>
            <a:spLocks noChangeArrowheads="1"/>
          </p:cNvSpPr>
          <p:nvPr/>
        </p:nvSpPr>
        <p:spPr bwMode="auto">
          <a:xfrm>
            <a:off x="4777" y="5903922"/>
            <a:ext cx="9163051"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6" name="Rectangle 163"/>
          <p:cNvSpPr>
            <a:spLocks noChangeArrowheads="1"/>
          </p:cNvSpPr>
          <p:nvPr/>
        </p:nvSpPr>
        <p:spPr bwMode="auto">
          <a:xfrm>
            <a:off x="4777" y="6246822"/>
            <a:ext cx="1019175"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7" name="Rectangle 164"/>
          <p:cNvSpPr>
            <a:spLocks noChangeArrowheads="1"/>
          </p:cNvSpPr>
          <p:nvPr/>
        </p:nvSpPr>
        <p:spPr bwMode="auto">
          <a:xfrm>
            <a:off x="1028715" y="6256347"/>
            <a:ext cx="8143876"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8" name="Rectangle 165"/>
          <p:cNvSpPr>
            <a:spLocks noChangeArrowheads="1"/>
          </p:cNvSpPr>
          <p:nvPr/>
        </p:nvSpPr>
        <p:spPr bwMode="auto">
          <a:xfrm>
            <a:off x="4777" y="6580197"/>
            <a:ext cx="1019175"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9" name="Rectangle 166"/>
          <p:cNvSpPr>
            <a:spLocks noChangeArrowheads="1"/>
          </p:cNvSpPr>
          <p:nvPr/>
        </p:nvSpPr>
        <p:spPr bwMode="auto">
          <a:xfrm>
            <a:off x="1028715" y="6589722"/>
            <a:ext cx="8143876"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0" name="Rectangle 167"/>
          <p:cNvSpPr>
            <a:spLocks noChangeArrowheads="1"/>
          </p:cNvSpPr>
          <p:nvPr/>
        </p:nvSpPr>
        <p:spPr bwMode="auto">
          <a:xfrm>
            <a:off x="4777" y="5570547"/>
            <a:ext cx="19050" cy="1362075"/>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1" name="Rectangle 168"/>
          <p:cNvSpPr>
            <a:spLocks noChangeArrowheads="1"/>
          </p:cNvSpPr>
          <p:nvPr/>
        </p:nvSpPr>
        <p:spPr bwMode="auto">
          <a:xfrm>
            <a:off x="9148778" y="5570547"/>
            <a:ext cx="19050" cy="352425"/>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2" name="Rectangle 169"/>
          <p:cNvSpPr>
            <a:spLocks noChangeArrowheads="1"/>
          </p:cNvSpPr>
          <p:nvPr/>
        </p:nvSpPr>
        <p:spPr bwMode="auto">
          <a:xfrm>
            <a:off x="9158303" y="5927735"/>
            <a:ext cx="9525" cy="1009650"/>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3" name="Rectangle 170"/>
          <p:cNvSpPr>
            <a:spLocks noChangeArrowheads="1"/>
          </p:cNvSpPr>
          <p:nvPr/>
        </p:nvSpPr>
        <p:spPr bwMode="auto">
          <a:xfrm>
            <a:off x="4777" y="5570547"/>
            <a:ext cx="9163051"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4" name="Rectangle 171"/>
          <p:cNvSpPr>
            <a:spLocks noChangeArrowheads="1"/>
          </p:cNvSpPr>
          <p:nvPr/>
        </p:nvSpPr>
        <p:spPr bwMode="auto">
          <a:xfrm>
            <a:off x="4777" y="6913572"/>
            <a:ext cx="1019175" cy="19050"/>
          </a:xfrm>
          <a:prstGeom prst="rect">
            <a:avLst/>
          </a:prstGeom>
          <a:solidFill>
            <a:srgbClr val="006600"/>
          </a:solidFill>
          <a:ln w="0" cap="flat">
            <a:solidFill>
              <a:srgbClr val="0066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5" name="Rectangle 172"/>
          <p:cNvSpPr>
            <a:spLocks noChangeArrowheads="1"/>
          </p:cNvSpPr>
          <p:nvPr/>
        </p:nvSpPr>
        <p:spPr bwMode="auto">
          <a:xfrm>
            <a:off x="1028715" y="6923097"/>
            <a:ext cx="8143876" cy="9525"/>
          </a:xfrm>
          <a:prstGeom prst="rect">
            <a:avLst/>
          </a:prstGeom>
          <a:solidFill>
            <a:srgbClr val="FFFFFF"/>
          </a:solidFill>
          <a:ln w="0" cap="flat">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66918" name="Object 6"/>
          <p:cNvGraphicFramePr>
            <a:graphicFrameLocks noChangeAspect="1"/>
          </p:cNvGraphicFramePr>
          <p:nvPr/>
        </p:nvGraphicFramePr>
        <p:xfrm>
          <a:off x="1643042" y="2969117"/>
          <a:ext cx="1071570" cy="602748"/>
        </p:xfrm>
        <a:graphic>
          <a:graphicData uri="http://schemas.openxmlformats.org/presentationml/2006/ole">
            <mc:AlternateContent xmlns:mc="http://schemas.openxmlformats.org/markup-compatibility/2006">
              <mc:Choice xmlns:v="urn:schemas-microsoft-com:vml" Requires="v">
                <p:oleObj name="Equation" r:id="rId4" imgW="1473120" imgH="876240" progId="Equation.DSMT4">
                  <p:embed/>
                </p:oleObj>
              </mc:Choice>
              <mc:Fallback>
                <p:oleObj name="Equation" r:id="rId4" imgW="1473120" imgH="876240" progId="Equation.DSMT4">
                  <p:embed/>
                  <p:pic>
                    <p:nvPicPr>
                      <p:cNvPr id="166918"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43042" y="2969117"/>
                        <a:ext cx="1071570" cy="60274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Object 6"/>
          <p:cNvGraphicFramePr>
            <a:graphicFrameLocks noChangeAspect="1"/>
          </p:cNvGraphicFramePr>
          <p:nvPr/>
        </p:nvGraphicFramePr>
        <p:xfrm>
          <a:off x="1643042" y="3786190"/>
          <a:ext cx="1500198" cy="571504"/>
        </p:xfrm>
        <a:graphic>
          <a:graphicData uri="http://schemas.openxmlformats.org/presentationml/2006/ole">
            <mc:AlternateContent xmlns:mc="http://schemas.openxmlformats.org/markup-compatibility/2006">
              <mc:Choice xmlns:v="urn:schemas-microsoft-com:vml" Requires="v">
                <p:oleObj name="Equation" r:id="rId6" imgW="2616120" imgH="876240" progId="Equation.DSMT4">
                  <p:embed/>
                </p:oleObj>
              </mc:Choice>
              <mc:Fallback>
                <p:oleObj name="Equation" r:id="rId6" imgW="2616120" imgH="876240" progId="Equation.DSMT4">
                  <p:embed/>
                  <p:pic>
                    <p:nvPicPr>
                      <p:cNvPr id="2"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43042" y="3786190"/>
                        <a:ext cx="1500198" cy="5715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18"/>
                                        </p:tgtEl>
                                      </p:cBhvr>
                                    </p:animEffect>
                                    <p:set>
                                      <p:cBhvr>
                                        <p:cTn id="12" dur="1" fill="hold">
                                          <p:stCondLst>
                                            <p:cond delay="499"/>
                                          </p:stCondLst>
                                        </p:cTn>
                                        <p:tgtEl>
                                          <p:spTgt spid="1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500"/>
                                        <p:tgtEl>
                                          <p:spTgt spid="19"/>
                                        </p:tgtEl>
                                      </p:cBhvr>
                                    </p:animEffect>
                                    <p:set>
                                      <p:cBhvr>
                                        <p:cTn id="17" dur="1" fill="hold">
                                          <p:stCondLst>
                                            <p:cond delay="499"/>
                                          </p:stCondLst>
                                        </p:cTn>
                                        <p:tgtEl>
                                          <p:spTgt spid="19"/>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8" fill="hold" grpId="0" nodeType="clickEffect">
                                  <p:stCondLst>
                                    <p:cond delay="0"/>
                                  </p:stCondLst>
                                  <p:childTnLst>
                                    <p:animEffect transition="out" filter="wipe(left)">
                                      <p:cBhvr>
                                        <p:cTn id="21" dur="500"/>
                                        <p:tgtEl>
                                          <p:spTgt spid="20"/>
                                        </p:tgtEl>
                                      </p:cBhvr>
                                    </p:animEffect>
                                    <p:set>
                                      <p:cBhvr>
                                        <p:cTn id="22" dur="1" fill="hold">
                                          <p:stCondLst>
                                            <p:cond delay="499"/>
                                          </p:stCondLst>
                                        </p:cTn>
                                        <p:tgtEl>
                                          <p:spTgt spid="2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xit" presetSubtype="8" fill="hold" grpId="0" nodeType="clickEffect">
                                  <p:stCondLst>
                                    <p:cond delay="0"/>
                                  </p:stCondLst>
                                  <p:childTnLst>
                                    <p:animEffect transition="out" filter="wipe(left)">
                                      <p:cBhvr>
                                        <p:cTn id="26" dur="500"/>
                                        <p:tgtEl>
                                          <p:spTgt spid="21"/>
                                        </p:tgtEl>
                                      </p:cBhvr>
                                    </p:animEffect>
                                    <p:set>
                                      <p:cBhvr>
                                        <p:cTn id="27" dur="1" fill="hold">
                                          <p:stCondLst>
                                            <p:cond delay="499"/>
                                          </p:stCondLst>
                                        </p:cTn>
                                        <p:tgtEl>
                                          <p:spTgt spid="2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22"/>
                                        </p:tgtEl>
                                      </p:cBhvr>
                                    </p:animEffect>
                                    <p:set>
                                      <p:cBhvr>
                                        <p:cTn id="32" dur="1" fill="hold">
                                          <p:stCondLst>
                                            <p:cond delay="499"/>
                                          </p:stCondLst>
                                        </p:cTn>
                                        <p:tgtEl>
                                          <p:spTgt spid="22"/>
                                        </p:tgtEl>
                                        <p:attrNameLst>
                                          <p:attrName>style.visibility</p:attrName>
                                        </p:attrNameLst>
                                      </p:cBhvr>
                                      <p:to>
                                        <p:strVal val="hidden"/>
                                      </p:to>
                                    </p:set>
                                  </p:childTnLst>
                                </p:cTn>
                              </p:par>
                              <p:par>
                                <p:cTn id="33" presetID="22" presetClass="exit" presetSubtype="8" fill="hold" grpId="0" nodeType="withEffect">
                                  <p:stCondLst>
                                    <p:cond delay="0"/>
                                  </p:stCondLst>
                                  <p:childTnLst>
                                    <p:animEffect transition="out" filter="wipe(left)">
                                      <p:cBhvr>
                                        <p:cTn id="34" dur="500"/>
                                        <p:tgtEl>
                                          <p:spTgt spid="26"/>
                                        </p:tgtEl>
                                      </p:cBhvr>
                                    </p:animEffect>
                                    <p:set>
                                      <p:cBhvr>
                                        <p:cTn id="35" dur="1" fill="hold">
                                          <p:stCondLst>
                                            <p:cond delay="499"/>
                                          </p:stCondLst>
                                        </p:cTn>
                                        <p:tgtEl>
                                          <p:spTgt spid="26"/>
                                        </p:tgtEl>
                                        <p:attrNameLst>
                                          <p:attrName>style.visibility</p:attrName>
                                        </p:attrNameLst>
                                      </p:cBhvr>
                                      <p:to>
                                        <p:strVal val="hidden"/>
                                      </p:to>
                                    </p:set>
                                  </p:childTnLst>
                                </p:cTn>
                              </p:par>
                              <p:par>
                                <p:cTn id="36" presetID="22" presetClass="exit" presetSubtype="8" fill="hold" grpId="0" nodeType="withEffect">
                                  <p:stCondLst>
                                    <p:cond delay="0"/>
                                  </p:stCondLst>
                                  <p:childTnLst>
                                    <p:animEffect transition="out" filter="wipe(left)">
                                      <p:cBhvr>
                                        <p:cTn id="37" dur="500"/>
                                        <p:tgtEl>
                                          <p:spTgt spid="30"/>
                                        </p:tgtEl>
                                      </p:cBhvr>
                                    </p:animEffect>
                                    <p:set>
                                      <p:cBhvr>
                                        <p:cTn id="38" dur="1" fill="hold">
                                          <p:stCondLst>
                                            <p:cond delay="499"/>
                                          </p:stCondLst>
                                        </p:cTn>
                                        <p:tgtEl>
                                          <p:spTgt spid="30"/>
                                        </p:tgtEl>
                                        <p:attrNameLst>
                                          <p:attrName>style.visibility</p:attrName>
                                        </p:attrNameLst>
                                      </p:cBhvr>
                                      <p:to>
                                        <p:strVal val="hidden"/>
                                      </p:to>
                                    </p:set>
                                  </p:childTnLst>
                                </p:cTn>
                              </p:par>
                              <p:par>
                                <p:cTn id="39" presetID="22" presetClass="exit" presetSubtype="8" fill="hold" grpId="0" nodeType="withEffect">
                                  <p:stCondLst>
                                    <p:cond delay="0"/>
                                  </p:stCondLst>
                                  <p:childTnLst>
                                    <p:animEffect transition="out" filter="wipe(left)">
                                      <p:cBhvr>
                                        <p:cTn id="40" dur="500"/>
                                        <p:tgtEl>
                                          <p:spTgt spid="34"/>
                                        </p:tgtEl>
                                      </p:cBhvr>
                                    </p:animEffect>
                                    <p:set>
                                      <p:cBhvr>
                                        <p:cTn id="41" dur="1" fill="hold">
                                          <p:stCondLst>
                                            <p:cond delay="499"/>
                                          </p:stCondLst>
                                        </p:cTn>
                                        <p:tgtEl>
                                          <p:spTgt spid="34"/>
                                        </p:tgtEl>
                                        <p:attrNameLst>
                                          <p:attrName>style.visibility</p:attrName>
                                        </p:attrNameLst>
                                      </p:cBhvr>
                                      <p:to>
                                        <p:strVal val="hidden"/>
                                      </p:to>
                                    </p:set>
                                  </p:childTnLst>
                                </p:cTn>
                              </p:par>
                              <p:par>
                                <p:cTn id="42" presetID="22" presetClass="exit" presetSubtype="8" fill="hold" grpId="0" nodeType="withEffect">
                                  <p:stCondLst>
                                    <p:cond delay="0"/>
                                  </p:stCondLst>
                                  <p:childTnLst>
                                    <p:animEffect transition="out" filter="wipe(left)">
                                      <p:cBhvr>
                                        <p:cTn id="43" dur="500"/>
                                        <p:tgtEl>
                                          <p:spTgt spid="38"/>
                                        </p:tgtEl>
                                      </p:cBhvr>
                                    </p:animEffect>
                                    <p:set>
                                      <p:cBhvr>
                                        <p:cTn id="44" dur="1" fill="hold">
                                          <p:stCondLst>
                                            <p:cond delay="499"/>
                                          </p:stCondLst>
                                        </p:cTn>
                                        <p:tgtEl>
                                          <p:spTgt spid="38"/>
                                        </p:tgtEl>
                                        <p:attrNameLst>
                                          <p:attrName>style.visibility</p:attrName>
                                        </p:attrNameLst>
                                      </p:cBhvr>
                                      <p:to>
                                        <p:strVal val="hidden"/>
                                      </p:to>
                                    </p:set>
                                  </p:childTnLst>
                                </p:cTn>
                              </p:par>
                              <p:par>
                                <p:cTn id="45" presetID="22" presetClass="exit" presetSubtype="8" fill="hold" grpId="0" nodeType="withEffect">
                                  <p:stCondLst>
                                    <p:cond delay="0"/>
                                  </p:stCondLst>
                                  <p:childTnLst>
                                    <p:animEffect transition="out" filter="wipe(left)">
                                      <p:cBhvr>
                                        <p:cTn id="46" dur="500"/>
                                        <p:tgtEl>
                                          <p:spTgt spid="42"/>
                                        </p:tgtEl>
                                      </p:cBhvr>
                                    </p:animEffect>
                                    <p:set>
                                      <p:cBhvr>
                                        <p:cTn id="47" dur="1" fill="hold">
                                          <p:stCondLst>
                                            <p:cond delay="499"/>
                                          </p:stCondLst>
                                        </p:cTn>
                                        <p:tgtEl>
                                          <p:spTgt spid="42"/>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xit" presetSubtype="8" fill="hold" grpId="0" nodeType="clickEffect">
                                  <p:stCondLst>
                                    <p:cond delay="0"/>
                                  </p:stCondLst>
                                  <p:childTnLst>
                                    <p:animEffect transition="out" filter="wipe(left)">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2" presetClass="exit" presetSubtype="8" fill="hold" grpId="0" nodeType="clickEffect">
                                  <p:stCondLst>
                                    <p:cond delay="0"/>
                                  </p:stCondLst>
                                  <p:childTnLst>
                                    <p:animEffect transition="out" filter="wipe(left)">
                                      <p:cBhvr>
                                        <p:cTn id="56" dur="500"/>
                                        <p:tgtEl>
                                          <p:spTgt spid="24"/>
                                        </p:tgtEl>
                                      </p:cBhvr>
                                    </p:animEffect>
                                    <p:set>
                                      <p:cBhvr>
                                        <p:cTn id="57" dur="1" fill="hold">
                                          <p:stCondLst>
                                            <p:cond delay="499"/>
                                          </p:stCondLst>
                                        </p:cTn>
                                        <p:tgtEl>
                                          <p:spTgt spid="24"/>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22" presetClass="exit" presetSubtype="8" fill="hold" grpId="0" nodeType="clickEffect">
                                  <p:stCondLst>
                                    <p:cond delay="0"/>
                                  </p:stCondLst>
                                  <p:childTnLst>
                                    <p:animEffect transition="out" filter="wipe(left)">
                                      <p:cBhvr>
                                        <p:cTn id="61" dur="500"/>
                                        <p:tgtEl>
                                          <p:spTgt spid="25"/>
                                        </p:tgtEl>
                                      </p:cBhvr>
                                    </p:animEffect>
                                    <p:set>
                                      <p:cBhvr>
                                        <p:cTn id="62" dur="1" fill="hold">
                                          <p:stCondLst>
                                            <p:cond delay="499"/>
                                          </p:stCondLst>
                                        </p:cTn>
                                        <p:tgtEl>
                                          <p:spTgt spid="25"/>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2" presetClass="exit" presetSubtype="8" fill="hold" grpId="0" nodeType="clickEffect">
                                  <p:stCondLst>
                                    <p:cond delay="0"/>
                                  </p:stCondLst>
                                  <p:childTnLst>
                                    <p:animEffect transition="out" filter="wipe(left)">
                                      <p:cBhvr>
                                        <p:cTn id="66" dur="500"/>
                                        <p:tgtEl>
                                          <p:spTgt spid="27"/>
                                        </p:tgtEl>
                                      </p:cBhvr>
                                    </p:animEffect>
                                    <p:set>
                                      <p:cBhvr>
                                        <p:cTn id="67" dur="1" fill="hold">
                                          <p:stCondLst>
                                            <p:cond delay="499"/>
                                          </p:stCondLst>
                                        </p:cTn>
                                        <p:tgtEl>
                                          <p:spTgt spid="27"/>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22" presetClass="exit" presetSubtype="8" fill="hold" grpId="0" nodeType="clickEffect">
                                  <p:stCondLst>
                                    <p:cond delay="0"/>
                                  </p:stCondLst>
                                  <p:childTnLst>
                                    <p:animEffect transition="out" filter="wipe(left)">
                                      <p:cBhvr>
                                        <p:cTn id="71" dur="500"/>
                                        <p:tgtEl>
                                          <p:spTgt spid="28"/>
                                        </p:tgtEl>
                                      </p:cBhvr>
                                    </p:animEffect>
                                    <p:set>
                                      <p:cBhvr>
                                        <p:cTn id="72" dur="1" fill="hold">
                                          <p:stCondLst>
                                            <p:cond delay="499"/>
                                          </p:stCondLst>
                                        </p:cTn>
                                        <p:tgtEl>
                                          <p:spTgt spid="28"/>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2" presetClass="exit" presetSubtype="8" fill="hold" grpId="0" nodeType="clickEffect">
                                  <p:stCondLst>
                                    <p:cond delay="0"/>
                                  </p:stCondLst>
                                  <p:childTnLst>
                                    <p:animEffect transition="out" filter="wipe(left)">
                                      <p:cBhvr>
                                        <p:cTn id="76" dur="500"/>
                                        <p:tgtEl>
                                          <p:spTgt spid="29"/>
                                        </p:tgtEl>
                                      </p:cBhvr>
                                    </p:animEffect>
                                    <p:set>
                                      <p:cBhvr>
                                        <p:cTn id="77" dur="1" fill="hold">
                                          <p:stCondLst>
                                            <p:cond delay="499"/>
                                          </p:stCondLst>
                                        </p:cTn>
                                        <p:tgtEl>
                                          <p:spTgt spid="29"/>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xit" presetSubtype="8" fill="hold" grpId="0" nodeType="clickEffect">
                                  <p:stCondLst>
                                    <p:cond delay="0"/>
                                  </p:stCondLst>
                                  <p:childTnLst>
                                    <p:animEffect transition="out" filter="wipe(left)">
                                      <p:cBhvr>
                                        <p:cTn id="81" dur="500"/>
                                        <p:tgtEl>
                                          <p:spTgt spid="31"/>
                                        </p:tgtEl>
                                      </p:cBhvr>
                                    </p:animEffect>
                                    <p:set>
                                      <p:cBhvr>
                                        <p:cTn id="82" dur="1" fill="hold">
                                          <p:stCondLst>
                                            <p:cond delay="499"/>
                                          </p:stCondLst>
                                        </p:cTn>
                                        <p:tgtEl>
                                          <p:spTgt spid="31"/>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2" presetClass="exit" presetSubtype="8" fill="hold" grpId="0" nodeType="clickEffect">
                                  <p:stCondLst>
                                    <p:cond delay="0"/>
                                  </p:stCondLst>
                                  <p:childTnLst>
                                    <p:animEffect transition="out" filter="wipe(left)">
                                      <p:cBhvr>
                                        <p:cTn id="86" dur="500"/>
                                        <p:tgtEl>
                                          <p:spTgt spid="32"/>
                                        </p:tgtEl>
                                      </p:cBhvr>
                                    </p:animEffect>
                                    <p:set>
                                      <p:cBhvr>
                                        <p:cTn id="87" dur="1" fill="hold">
                                          <p:stCondLst>
                                            <p:cond delay="499"/>
                                          </p:stCondLst>
                                        </p:cTn>
                                        <p:tgtEl>
                                          <p:spTgt spid="32"/>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22" presetClass="exit" presetSubtype="8" fill="hold" grpId="0" nodeType="clickEffect">
                                  <p:stCondLst>
                                    <p:cond delay="0"/>
                                  </p:stCondLst>
                                  <p:childTnLst>
                                    <p:animEffect transition="out" filter="wipe(left)">
                                      <p:cBhvr>
                                        <p:cTn id="91" dur="500"/>
                                        <p:tgtEl>
                                          <p:spTgt spid="33"/>
                                        </p:tgtEl>
                                      </p:cBhvr>
                                    </p:animEffect>
                                    <p:set>
                                      <p:cBhvr>
                                        <p:cTn id="92" dur="1" fill="hold">
                                          <p:stCondLst>
                                            <p:cond delay="499"/>
                                          </p:stCondLst>
                                        </p:cTn>
                                        <p:tgtEl>
                                          <p:spTgt spid="33"/>
                                        </p:tgtEl>
                                        <p:attrNameLst>
                                          <p:attrName>style.visibility</p:attrName>
                                        </p:attrNameLst>
                                      </p:cBhvr>
                                      <p:to>
                                        <p:strVal val="hidden"/>
                                      </p:to>
                                    </p:se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166918"/>
                                        </p:tgtEl>
                                        <p:attrNameLst>
                                          <p:attrName>style.visibility</p:attrName>
                                        </p:attrNameLst>
                                      </p:cBhvr>
                                      <p:to>
                                        <p:strVal val="visible"/>
                                      </p:to>
                                    </p:set>
                                    <p:animEffect transition="in" filter="wipe(left)">
                                      <p:cBhvr>
                                        <p:cTn id="97" dur="500"/>
                                        <p:tgtEl>
                                          <p:spTgt spid="166918"/>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xit" presetSubtype="8" fill="hold" grpId="0" nodeType="clickEffect">
                                  <p:stCondLst>
                                    <p:cond delay="0"/>
                                  </p:stCondLst>
                                  <p:childTnLst>
                                    <p:animEffect transition="out" filter="wipe(left)">
                                      <p:cBhvr>
                                        <p:cTn id="101" dur="500"/>
                                        <p:tgtEl>
                                          <p:spTgt spid="36"/>
                                        </p:tgtEl>
                                      </p:cBhvr>
                                    </p:animEffect>
                                    <p:set>
                                      <p:cBhvr>
                                        <p:cTn id="102" dur="1" fill="hold">
                                          <p:stCondLst>
                                            <p:cond delay="499"/>
                                          </p:stCondLst>
                                        </p:cTn>
                                        <p:tgtEl>
                                          <p:spTgt spid="36"/>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22" presetClass="exit" presetSubtype="8" fill="hold" grpId="0" nodeType="clickEffect">
                                  <p:stCondLst>
                                    <p:cond delay="0"/>
                                  </p:stCondLst>
                                  <p:childTnLst>
                                    <p:animEffect transition="out" filter="wipe(left)">
                                      <p:cBhvr>
                                        <p:cTn id="106" dur="500"/>
                                        <p:tgtEl>
                                          <p:spTgt spid="37"/>
                                        </p:tgtEl>
                                      </p:cBhvr>
                                    </p:animEffect>
                                    <p:set>
                                      <p:cBhvr>
                                        <p:cTn id="107" dur="1" fill="hold">
                                          <p:stCondLst>
                                            <p:cond delay="499"/>
                                          </p:stCondLst>
                                        </p:cTn>
                                        <p:tgtEl>
                                          <p:spTgt spid="37"/>
                                        </p:tgtEl>
                                        <p:attrNameLst>
                                          <p:attrName>style.visibility</p:attrName>
                                        </p:attrNameLst>
                                      </p:cBhvr>
                                      <p:to>
                                        <p:strVal val="hidden"/>
                                      </p:to>
                                    </p:se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wipe(left)">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xit" presetSubtype="8" fill="hold" grpId="0" nodeType="clickEffect">
                                  <p:stCondLst>
                                    <p:cond delay="0"/>
                                  </p:stCondLst>
                                  <p:childTnLst>
                                    <p:animEffect transition="out" filter="wipe(left)">
                                      <p:cBhvr>
                                        <p:cTn id="116" dur="500"/>
                                        <p:tgtEl>
                                          <p:spTgt spid="40"/>
                                        </p:tgtEl>
                                      </p:cBhvr>
                                    </p:animEffect>
                                    <p:set>
                                      <p:cBhvr>
                                        <p:cTn id="117" dur="1" fill="hold">
                                          <p:stCondLst>
                                            <p:cond delay="499"/>
                                          </p:stCondLst>
                                        </p:cTn>
                                        <p:tgtEl>
                                          <p:spTgt spid="40"/>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22" presetClass="exit" presetSubtype="8" fill="hold" grpId="0" nodeType="clickEffect">
                                  <p:stCondLst>
                                    <p:cond delay="0"/>
                                  </p:stCondLst>
                                  <p:childTnLst>
                                    <p:animEffect transition="out" filter="wipe(left)">
                                      <p:cBhvr>
                                        <p:cTn id="121" dur="500"/>
                                        <p:tgtEl>
                                          <p:spTgt spid="43"/>
                                        </p:tgtEl>
                                      </p:cBhvr>
                                    </p:animEffect>
                                    <p:set>
                                      <p:cBhvr>
                                        <p:cTn id="122" dur="1" fill="hold">
                                          <p:stCondLst>
                                            <p:cond delay="499"/>
                                          </p:stCondLst>
                                        </p:cTn>
                                        <p:tgtEl>
                                          <p:spTgt spid="43"/>
                                        </p:tgtEl>
                                        <p:attrNameLst>
                                          <p:attrName>style.visibility</p:attrName>
                                        </p:attrNameLst>
                                      </p:cBhvr>
                                      <p:to>
                                        <p:strVal val="hidden"/>
                                      </p:to>
                                    </p:set>
                                  </p:childTnLst>
                                </p:cTn>
                              </p:par>
                            </p:childTnLst>
                          </p:cTn>
                        </p:par>
                      </p:childTnLst>
                    </p:cTn>
                  </p:par>
                  <p:par>
                    <p:cTn id="123" fill="hold">
                      <p:stCondLst>
                        <p:cond delay="indefinite"/>
                      </p:stCondLst>
                      <p:childTnLst>
                        <p:par>
                          <p:cTn id="124" fill="hold">
                            <p:stCondLst>
                              <p:cond delay="0"/>
                            </p:stCondLst>
                            <p:childTnLst>
                              <p:par>
                                <p:cTn id="125" presetID="22" presetClass="exit" presetSubtype="8" fill="hold" grpId="0" nodeType="clickEffect">
                                  <p:stCondLst>
                                    <p:cond delay="0"/>
                                  </p:stCondLst>
                                  <p:childTnLst>
                                    <p:animEffect transition="out" filter="wipe(left)">
                                      <p:cBhvr>
                                        <p:cTn id="126" dur="500"/>
                                        <p:tgtEl>
                                          <p:spTgt spid="44"/>
                                        </p:tgtEl>
                                      </p:cBhvr>
                                    </p:animEffect>
                                    <p:set>
                                      <p:cBhvr>
                                        <p:cTn id="127" dur="1" fill="hold">
                                          <p:stCondLst>
                                            <p:cond delay="499"/>
                                          </p:stCondLst>
                                        </p:cTn>
                                        <p:tgtEl>
                                          <p:spTgt spid="44"/>
                                        </p:tgtEl>
                                        <p:attrNameLst>
                                          <p:attrName>style.visibility</p:attrName>
                                        </p:attrNameLst>
                                      </p:cBhvr>
                                      <p:to>
                                        <p:strVal val="hidden"/>
                                      </p:to>
                                    </p:set>
                                  </p:childTnLst>
                                </p:cTn>
                              </p:par>
                            </p:childTnLst>
                          </p:cTn>
                        </p:par>
                      </p:childTnLst>
                    </p:cTn>
                  </p:par>
                  <p:par>
                    <p:cTn id="128" fill="hold">
                      <p:stCondLst>
                        <p:cond delay="indefinite"/>
                      </p:stCondLst>
                      <p:childTnLst>
                        <p:par>
                          <p:cTn id="129" fill="hold">
                            <p:stCondLst>
                              <p:cond delay="0"/>
                            </p:stCondLst>
                            <p:childTnLst>
                              <p:par>
                                <p:cTn id="130" presetID="22" presetClass="exit" presetSubtype="8" fill="hold" grpId="0" nodeType="clickEffect">
                                  <p:stCondLst>
                                    <p:cond delay="0"/>
                                  </p:stCondLst>
                                  <p:childTnLst>
                                    <p:animEffect transition="out" filter="wipe(left)">
                                      <p:cBhvr>
                                        <p:cTn id="131" dur="500"/>
                                        <p:tgtEl>
                                          <p:spTgt spid="46"/>
                                        </p:tgtEl>
                                      </p:cBhvr>
                                    </p:animEffect>
                                    <p:set>
                                      <p:cBhvr>
                                        <p:cTn id="132" dur="1" fill="hold">
                                          <p:stCondLst>
                                            <p:cond delay="499"/>
                                          </p:stCondLst>
                                        </p:cTn>
                                        <p:tgtEl>
                                          <p:spTgt spid="46"/>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2" presetClass="exit" presetSubtype="8" fill="hold" grpId="0" nodeType="clickEffect">
                                  <p:stCondLst>
                                    <p:cond delay="0"/>
                                  </p:stCondLst>
                                  <p:childTnLst>
                                    <p:animEffect transition="out" filter="wipe(left)">
                                      <p:cBhvr>
                                        <p:cTn id="136" dur="500"/>
                                        <p:tgtEl>
                                          <p:spTgt spid="47"/>
                                        </p:tgtEl>
                                      </p:cBhvr>
                                    </p:animEffect>
                                    <p:set>
                                      <p:cBhvr>
                                        <p:cTn id="137" dur="1" fill="hold">
                                          <p:stCondLst>
                                            <p:cond delay="499"/>
                                          </p:stCondLst>
                                        </p:cTn>
                                        <p:tgtEl>
                                          <p:spTgt spid="47"/>
                                        </p:tgtEl>
                                        <p:attrNameLst>
                                          <p:attrName>style.visibility</p:attrName>
                                        </p:attrNameLst>
                                      </p:cBhvr>
                                      <p:to>
                                        <p:strVal val="hidden"/>
                                      </p:to>
                                    </p:set>
                                  </p:childTnLst>
                                </p:cTn>
                              </p:par>
                            </p:childTnLst>
                          </p:cTn>
                        </p:par>
                      </p:childTnLst>
                    </p:cTn>
                  </p:par>
                  <p:par>
                    <p:cTn id="138" fill="hold">
                      <p:stCondLst>
                        <p:cond delay="indefinite"/>
                      </p:stCondLst>
                      <p:childTnLst>
                        <p:par>
                          <p:cTn id="139" fill="hold">
                            <p:stCondLst>
                              <p:cond delay="0"/>
                            </p:stCondLst>
                            <p:childTnLst>
                              <p:par>
                                <p:cTn id="140" presetID="22" presetClass="exit" presetSubtype="8" fill="hold" grpId="0" nodeType="clickEffect">
                                  <p:stCondLst>
                                    <p:cond delay="0"/>
                                  </p:stCondLst>
                                  <p:childTnLst>
                                    <p:animEffect transition="out" filter="wipe(left)">
                                      <p:cBhvr>
                                        <p:cTn id="141" dur="500"/>
                                        <p:tgtEl>
                                          <p:spTgt spid="48"/>
                                        </p:tgtEl>
                                      </p:cBhvr>
                                    </p:animEffect>
                                    <p:set>
                                      <p:cBhvr>
                                        <p:cTn id="142" dur="1" fill="hold">
                                          <p:stCondLst>
                                            <p:cond delay="499"/>
                                          </p:stCondLst>
                                        </p:cTn>
                                        <p:tgtEl>
                                          <p:spTgt spid="48"/>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2" presetClass="exit" presetSubtype="8" fill="hold" grpId="0" nodeType="clickEffect">
                                  <p:stCondLst>
                                    <p:cond delay="0"/>
                                  </p:stCondLst>
                                  <p:childTnLst>
                                    <p:animEffect transition="out" filter="wipe(left)">
                                      <p:cBhvr>
                                        <p:cTn id="146" dur="500"/>
                                        <p:tgtEl>
                                          <p:spTgt spid="49"/>
                                        </p:tgtEl>
                                      </p:cBhvr>
                                    </p:animEffect>
                                    <p:set>
                                      <p:cBhvr>
                                        <p:cTn id="147" dur="1" fill="hold">
                                          <p:stCondLst>
                                            <p:cond delay="499"/>
                                          </p:stCondLst>
                                        </p:cTn>
                                        <p:tgtEl>
                                          <p:spTgt spid="49"/>
                                        </p:tgtEl>
                                        <p:attrNameLst>
                                          <p:attrName>style.visibility</p:attrName>
                                        </p:attrNameLst>
                                      </p:cBhvr>
                                      <p:to>
                                        <p:strVal val="hidden"/>
                                      </p:to>
                                    </p:set>
                                  </p:childTnLst>
                                </p:cTn>
                              </p:par>
                            </p:childTnLst>
                          </p:cTn>
                        </p:par>
                      </p:childTnLst>
                    </p:cTn>
                  </p:par>
                  <p:par>
                    <p:cTn id="148" fill="hold">
                      <p:stCondLst>
                        <p:cond delay="indefinite"/>
                      </p:stCondLst>
                      <p:childTnLst>
                        <p:par>
                          <p:cTn id="149" fill="hold">
                            <p:stCondLst>
                              <p:cond delay="0"/>
                            </p:stCondLst>
                            <p:childTnLst>
                              <p:par>
                                <p:cTn id="150" presetID="22" presetClass="exit" presetSubtype="8" fill="hold" grpId="0" nodeType="clickEffect">
                                  <p:stCondLst>
                                    <p:cond delay="0"/>
                                  </p:stCondLst>
                                  <p:childTnLst>
                                    <p:animEffect transition="out" filter="wipe(left)">
                                      <p:cBhvr>
                                        <p:cTn id="151" dur="500"/>
                                        <p:tgtEl>
                                          <p:spTgt spid="112"/>
                                        </p:tgtEl>
                                      </p:cBhvr>
                                    </p:animEffect>
                                    <p:set>
                                      <p:cBhvr>
                                        <p:cTn id="152" dur="1" fill="hold">
                                          <p:stCondLst>
                                            <p:cond delay="499"/>
                                          </p:stCondLst>
                                        </p:cTn>
                                        <p:tgtEl>
                                          <p:spTgt spid="112"/>
                                        </p:tgtEl>
                                        <p:attrNameLst>
                                          <p:attrName>style.visibility</p:attrName>
                                        </p:attrNameLst>
                                      </p:cBhvr>
                                      <p:to>
                                        <p:strVal val="hidden"/>
                                      </p:to>
                                    </p:set>
                                  </p:childTnLst>
                                </p:cTn>
                              </p:par>
                              <p:par>
                                <p:cTn id="153" presetID="22" presetClass="exit" presetSubtype="8" fill="hold" grpId="0" nodeType="withEffect">
                                  <p:stCondLst>
                                    <p:cond delay="0"/>
                                  </p:stCondLst>
                                  <p:childTnLst>
                                    <p:animEffect transition="out" filter="wipe(left)">
                                      <p:cBhvr>
                                        <p:cTn id="154" dur="500"/>
                                        <p:tgtEl>
                                          <p:spTgt spid="113"/>
                                        </p:tgtEl>
                                      </p:cBhvr>
                                    </p:animEffect>
                                    <p:set>
                                      <p:cBhvr>
                                        <p:cTn id="155" dur="1" fill="hold">
                                          <p:stCondLst>
                                            <p:cond delay="499"/>
                                          </p:stCondLst>
                                        </p:cTn>
                                        <p:tgtEl>
                                          <p:spTgt spid="113"/>
                                        </p:tgtEl>
                                        <p:attrNameLst>
                                          <p:attrName>style.visibility</p:attrName>
                                        </p:attrNameLst>
                                      </p:cBhvr>
                                      <p:to>
                                        <p:strVal val="hidden"/>
                                      </p:to>
                                    </p:set>
                                  </p:childTnLst>
                                </p:cTn>
                              </p:par>
                              <p:par>
                                <p:cTn id="156" presetID="22" presetClass="exit" presetSubtype="8" fill="hold" grpId="0" nodeType="withEffect">
                                  <p:stCondLst>
                                    <p:cond delay="0"/>
                                  </p:stCondLst>
                                  <p:childTnLst>
                                    <p:animEffect transition="out" filter="wipe(left)">
                                      <p:cBhvr>
                                        <p:cTn id="157" dur="500"/>
                                        <p:tgtEl>
                                          <p:spTgt spid="114"/>
                                        </p:tgtEl>
                                      </p:cBhvr>
                                    </p:animEffect>
                                    <p:set>
                                      <p:cBhvr>
                                        <p:cTn id="158" dur="1" fill="hold">
                                          <p:stCondLst>
                                            <p:cond delay="499"/>
                                          </p:stCondLst>
                                        </p:cTn>
                                        <p:tgtEl>
                                          <p:spTgt spid="114"/>
                                        </p:tgtEl>
                                        <p:attrNameLst>
                                          <p:attrName>style.visibility</p:attrName>
                                        </p:attrNameLst>
                                      </p:cBhvr>
                                      <p:to>
                                        <p:strVal val="hidden"/>
                                      </p:to>
                                    </p:set>
                                  </p:childTnLst>
                                </p:cTn>
                              </p:par>
                              <p:par>
                                <p:cTn id="159" presetID="22" presetClass="exit" presetSubtype="8" fill="hold" grpId="0" nodeType="withEffect">
                                  <p:stCondLst>
                                    <p:cond delay="0"/>
                                  </p:stCondLst>
                                  <p:childTnLst>
                                    <p:animEffect transition="out" filter="wipe(left)">
                                      <p:cBhvr>
                                        <p:cTn id="160" dur="500"/>
                                        <p:tgtEl>
                                          <p:spTgt spid="115"/>
                                        </p:tgtEl>
                                      </p:cBhvr>
                                    </p:animEffect>
                                    <p:set>
                                      <p:cBhvr>
                                        <p:cTn id="161" dur="1" fill="hold">
                                          <p:stCondLst>
                                            <p:cond delay="499"/>
                                          </p:stCondLst>
                                        </p:cTn>
                                        <p:tgtEl>
                                          <p:spTgt spid="115"/>
                                        </p:tgtEl>
                                        <p:attrNameLst>
                                          <p:attrName>style.visibility</p:attrName>
                                        </p:attrNameLst>
                                      </p:cBhvr>
                                      <p:to>
                                        <p:strVal val="hidden"/>
                                      </p:to>
                                    </p:set>
                                  </p:childTnLst>
                                </p:cTn>
                              </p:par>
                            </p:childTnLst>
                          </p:cTn>
                        </p:par>
                      </p:childTnLst>
                    </p:cTn>
                  </p:par>
                  <p:par>
                    <p:cTn id="162" fill="hold">
                      <p:stCondLst>
                        <p:cond delay="indefinite"/>
                      </p:stCondLst>
                      <p:childTnLst>
                        <p:par>
                          <p:cTn id="163" fill="hold">
                            <p:stCondLst>
                              <p:cond delay="0"/>
                            </p:stCondLst>
                            <p:childTnLst>
                              <p:par>
                                <p:cTn id="164" presetID="22" presetClass="exit" presetSubtype="8" fill="hold" grpId="0" nodeType="clickEffect">
                                  <p:stCondLst>
                                    <p:cond delay="0"/>
                                  </p:stCondLst>
                                  <p:childTnLst>
                                    <p:animEffect transition="out" filter="wipe(left)">
                                      <p:cBhvr>
                                        <p:cTn id="165" dur="500"/>
                                        <p:tgtEl>
                                          <p:spTgt spid="116"/>
                                        </p:tgtEl>
                                      </p:cBhvr>
                                    </p:animEffect>
                                    <p:set>
                                      <p:cBhvr>
                                        <p:cTn id="166" dur="1" fill="hold">
                                          <p:stCondLst>
                                            <p:cond delay="499"/>
                                          </p:stCondLst>
                                        </p:cTn>
                                        <p:tgtEl>
                                          <p:spTgt spid="116"/>
                                        </p:tgtEl>
                                        <p:attrNameLst>
                                          <p:attrName>style.visibility</p:attrName>
                                        </p:attrNameLst>
                                      </p:cBhvr>
                                      <p:to>
                                        <p:strVal val="hidden"/>
                                      </p:to>
                                    </p:set>
                                  </p:childTnLst>
                                </p:cTn>
                              </p:par>
                              <p:par>
                                <p:cTn id="167" presetID="22" presetClass="exit" presetSubtype="8" fill="hold" grpId="0" nodeType="withEffect">
                                  <p:stCondLst>
                                    <p:cond delay="0"/>
                                  </p:stCondLst>
                                  <p:childTnLst>
                                    <p:animEffect transition="out" filter="wipe(left)">
                                      <p:cBhvr>
                                        <p:cTn id="168" dur="500"/>
                                        <p:tgtEl>
                                          <p:spTgt spid="120"/>
                                        </p:tgtEl>
                                      </p:cBhvr>
                                    </p:animEffect>
                                    <p:set>
                                      <p:cBhvr>
                                        <p:cTn id="169" dur="1" fill="hold">
                                          <p:stCondLst>
                                            <p:cond delay="499"/>
                                          </p:stCondLst>
                                        </p:cTn>
                                        <p:tgtEl>
                                          <p:spTgt spid="120"/>
                                        </p:tgtEl>
                                        <p:attrNameLst>
                                          <p:attrName>style.visibility</p:attrName>
                                        </p:attrNameLst>
                                      </p:cBhvr>
                                      <p:to>
                                        <p:strVal val="hidden"/>
                                      </p:to>
                                    </p:set>
                                  </p:childTnLst>
                                </p:cTn>
                              </p:par>
                              <p:par>
                                <p:cTn id="170" presetID="22" presetClass="exit" presetSubtype="8" fill="hold" grpId="0" nodeType="withEffect">
                                  <p:stCondLst>
                                    <p:cond delay="0"/>
                                  </p:stCondLst>
                                  <p:childTnLst>
                                    <p:animEffect transition="out" filter="wipe(left)">
                                      <p:cBhvr>
                                        <p:cTn id="171" dur="500"/>
                                        <p:tgtEl>
                                          <p:spTgt spid="124"/>
                                        </p:tgtEl>
                                      </p:cBhvr>
                                    </p:animEffect>
                                    <p:set>
                                      <p:cBhvr>
                                        <p:cTn id="172" dur="1" fill="hold">
                                          <p:stCondLst>
                                            <p:cond delay="499"/>
                                          </p:stCondLst>
                                        </p:cTn>
                                        <p:tgtEl>
                                          <p:spTgt spid="124"/>
                                        </p:tgtEl>
                                        <p:attrNameLst>
                                          <p:attrName>style.visibility</p:attrName>
                                        </p:attrNameLst>
                                      </p:cBhvr>
                                      <p:to>
                                        <p:strVal val="hidden"/>
                                      </p:to>
                                    </p:set>
                                  </p:childTnLst>
                                </p:cTn>
                              </p:par>
                            </p:childTnLst>
                          </p:cTn>
                        </p:par>
                      </p:childTnLst>
                    </p:cTn>
                  </p:par>
                  <p:par>
                    <p:cTn id="173" fill="hold">
                      <p:stCondLst>
                        <p:cond delay="indefinite"/>
                      </p:stCondLst>
                      <p:childTnLst>
                        <p:par>
                          <p:cTn id="174" fill="hold">
                            <p:stCondLst>
                              <p:cond delay="0"/>
                            </p:stCondLst>
                            <p:childTnLst>
                              <p:par>
                                <p:cTn id="175" presetID="22" presetClass="exit" presetSubtype="8" fill="hold" grpId="0" nodeType="clickEffect">
                                  <p:stCondLst>
                                    <p:cond delay="0"/>
                                  </p:stCondLst>
                                  <p:childTnLst>
                                    <p:animEffect transition="out" filter="wipe(left)">
                                      <p:cBhvr>
                                        <p:cTn id="176" dur="500"/>
                                        <p:tgtEl>
                                          <p:spTgt spid="117"/>
                                        </p:tgtEl>
                                      </p:cBhvr>
                                    </p:animEffect>
                                    <p:set>
                                      <p:cBhvr>
                                        <p:cTn id="177" dur="1" fill="hold">
                                          <p:stCondLst>
                                            <p:cond delay="499"/>
                                          </p:stCondLst>
                                        </p:cTn>
                                        <p:tgtEl>
                                          <p:spTgt spid="117"/>
                                        </p:tgtEl>
                                        <p:attrNameLst>
                                          <p:attrName>style.visibility</p:attrName>
                                        </p:attrNameLst>
                                      </p:cBhvr>
                                      <p:to>
                                        <p:strVal val="hidden"/>
                                      </p:to>
                                    </p:set>
                                  </p:childTnLst>
                                </p:cTn>
                              </p:par>
                            </p:childTnLst>
                          </p:cTn>
                        </p:par>
                      </p:childTnLst>
                    </p:cTn>
                  </p:par>
                  <p:par>
                    <p:cTn id="178" fill="hold">
                      <p:stCondLst>
                        <p:cond delay="indefinite"/>
                      </p:stCondLst>
                      <p:childTnLst>
                        <p:par>
                          <p:cTn id="179" fill="hold">
                            <p:stCondLst>
                              <p:cond delay="0"/>
                            </p:stCondLst>
                            <p:childTnLst>
                              <p:par>
                                <p:cTn id="180" presetID="22" presetClass="exit" presetSubtype="8" fill="hold" grpId="0" nodeType="clickEffect">
                                  <p:stCondLst>
                                    <p:cond delay="0"/>
                                  </p:stCondLst>
                                  <p:childTnLst>
                                    <p:animEffect transition="out" filter="wipe(left)">
                                      <p:cBhvr>
                                        <p:cTn id="181" dur="500"/>
                                        <p:tgtEl>
                                          <p:spTgt spid="118"/>
                                        </p:tgtEl>
                                      </p:cBhvr>
                                    </p:animEffect>
                                    <p:set>
                                      <p:cBhvr>
                                        <p:cTn id="182" dur="1" fill="hold">
                                          <p:stCondLst>
                                            <p:cond delay="499"/>
                                          </p:stCondLst>
                                        </p:cTn>
                                        <p:tgtEl>
                                          <p:spTgt spid="118"/>
                                        </p:tgtEl>
                                        <p:attrNameLst>
                                          <p:attrName>style.visibility</p:attrName>
                                        </p:attrNameLst>
                                      </p:cBhvr>
                                      <p:to>
                                        <p:strVal val="hidden"/>
                                      </p:to>
                                    </p:set>
                                  </p:childTnLst>
                                </p:cTn>
                              </p:par>
                            </p:childTnLst>
                          </p:cTn>
                        </p:par>
                      </p:childTnLst>
                    </p:cTn>
                  </p:par>
                  <p:par>
                    <p:cTn id="183" fill="hold">
                      <p:stCondLst>
                        <p:cond delay="indefinite"/>
                      </p:stCondLst>
                      <p:childTnLst>
                        <p:par>
                          <p:cTn id="184" fill="hold">
                            <p:stCondLst>
                              <p:cond delay="0"/>
                            </p:stCondLst>
                            <p:childTnLst>
                              <p:par>
                                <p:cTn id="185" presetID="22" presetClass="exit" presetSubtype="8" fill="hold" grpId="0" nodeType="clickEffect">
                                  <p:stCondLst>
                                    <p:cond delay="0"/>
                                  </p:stCondLst>
                                  <p:childTnLst>
                                    <p:animEffect transition="out" filter="wipe(left)">
                                      <p:cBhvr>
                                        <p:cTn id="186" dur="500"/>
                                        <p:tgtEl>
                                          <p:spTgt spid="119"/>
                                        </p:tgtEl>
                                      </p:cBhvr>
                                    </p:animEffect>
                                    <p:set>
                                      <p:cBhvr>
                                        <p:cTn id="187" dur="1" fill="hold">
                                          <p:stCondLst>
                                            <p:cond delay="499"/>
                                          </p:stCondLst>
                                        </p:cTn>
                                        <p:tgtEl>
                                          <p:spTgt spid="119"/>
                                        </p:tgtEl>
                                        <p:attrNameLst>
                                          <p:attrName>style.visibility</p:attrName>
                                        </p:attrNameLst>
                                      </p:cBhvr>
                                      <p:to>
                                        <p:strVal val="hidden"/>
                                      </p:to>
                                    </p:set>
                                  </p:childTnLst>
                                </p:cTn>
                              </p:par>
                            </p:childTnLst>
                          </p:cTn>
                        </p:par>
                      </p:childTnLst>
                    </p:cTn>
                  </p:par>
                  <p:par>
                    <p:cTn id="188" fill="hold">
                      <p:stCondLst>
                        <p:cond delay="indefinite"/>
                      </p:stCondLst>
                      <p:childTnLst>
                        <p:par>
                          <p:cTn id="189" fill="hold">
                            <p:stCondLst>
                              <p:cond delay="0"/>
                            </p:stCondLst>
                            <p:childTnLst>
                              <p:par>
                                <p:cTn id="190" presetID="22" presetClass="exit" presetSubtype="8" fill="hold" grpId="0" nodeType="clickEffect">
                                  <p:stCondLst>
                                    <p:cond delay="0"/>
                                  </p:stCondLst>
                                  <p:childTnLst>
                                    <p:animEffect transition="out" filter="wipe(left)">
                                      <p:cBhvr>
                                        <p:cTn id="191" dur="500"/>
                                        <p:tgtEl>
                                          <p:spTgt spid="121"/>
                                        </p:tgtEl>
                                      </p:cBhvr>
                                    </p:animEffect>
                                    <p:set>
                                      <p:cBhvr>
                                        <p:cTn id="192" dur="1" fill="hold">
                                          <p:stCondLst>
                                            <p:cond delay="499"/>
                                          </p:stCondLst>
                                        </p:cTn>
                                        <p:tgtEl>
                                          <p:spTgt spid="121"/>
                                        </p:tgtEl>
                                        <p:attrNameLst>
                                          <p:attrName>style.visibility</p:attrName>
                                        </p:attrNameLst>
                                      </p:cBhvr>
                                      <p:to>
                                        <p:strVal val="hidden"/>
                                      </p:to>
                                    </p:set>
                                  </p:childTnLst>
                                </p:cTn>
                              </p:par>
                            </p:childTnLst>
                          </p:cTn>
                        </p:par>
                      </p:childTnLst>
                    </p:cTn>
                  </p:par>
                  <p:par>
                    <p:cTn id="193" fill="hold">
                      <p:stCondLst>
                        <p:cond delay="indefinite"/>
                      </p:stCondLst>
                      <p:childTnLst>
                        <p:par>
                          <p:cTn id="194" fill="hold">
                            <p:stCondLst>
                              <p:cond delay="0"/>
                            </p:stCondLst>
                            <p:childTnLst>
                              <p:par>
                                <p:cTn id="195" presetID="22" presetClass="exit" presetSubtype="8" fill="hold" grpId="0" nodeType="clickEffect">
                                  <p:stCondLst>
                                    <p:cond delay="0"/>
                                  </p:stCondLst>
                                  <p:childTnLst>
                                    <p:animEffect transition="out" filter="wipe(left)">
                                      <p:cBhvr>
                                        <p:cTn id="196" dur="500"/>
                                        <p:tgtEl>
                                          <p:spTgt spid="122"/>
                                        </p:tgtEl>
                                      </p:cBhvr>
                                    </p:animEffect>
                                    <p:set>
                                      <p:cBhvr>
                                        <p:cTn id="197" dur="1" fill="hold">
                                          <p:stCondLst>
                                            <p:cond delay="499"/>
                                          </p:stCondLst>
                                        </p:cTn>
                                        <p:tgtEl>
                                          <p:spTgt spid="122"/>
                                        </p:tgtEl>
                                        <p:attrNameLst>
                                          <p:attrName>style.visibility</p:attrName>
                                        </p:attrNameLst>
                                      </p:cBhvr>
                                      <p:to>
                                        <p:strVal val="hidden"/>
                                      </p:to>
                                    </p:set>
                                  </p:childTnLst>
                                </p:cTn>
                              </p:par>
                            </p:childTnLst>
                          </p:cTn>
                        </p:par>
                      </p:childTnLst>
                    </p:cTn>
                  </p:par>
                  <p:par>
                    <p:cTn id="198" fill="hold">
                      <p:stCondLst>
                        <p:cond delay="indefinite"/>
                      </p:stCondLst>
                      <p:childTnLst>
                        <p:par>
                          <p:cTn id="199" fill="hold">
                            <p:stCondLst>
                              <p:cond delay="0"/>
                            </p:stCondLst>
                            <p:childTnLst>
                              <p:par>
                                <p:cTn id="200" presetID="22" presetClass="exit" presetSubtype="8" fill="hold" grpId="0" nodeType="clickEffect">
                                  <p:stCondLst>
                                    <p:cond delay="0"/>
                                  </p:stCondLst>
                                  <p:childTnLst>
                                    <p:animEffect transition="out" filter="wipe(left)">
                                      <p:cBhvr>
                                        <p:cTn id="201" dur="500"/>
                                        <p:tgtEl>
                                          <p:spTgt spid="123"/>
                                        </p:tgtEl>
                                      </p:cBhvr>
                                    </p:animEffect>
                                    <p:set>
                                      <p:cBhvr>
                                        <p:cTn id="202" dur="1" fill="hold">
                                          <p:stCondLst>
                                            <p:cond delay="499"/>
                                          </p:stCondLst>
                                        </p:cTn>
                                        <p:tgtEl>
                                          <p:spTgt spid="123"/>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22" presetClass="exit" presetSubtype="8" fill="hold" grpId="0" nodeType="clickEffect">
                                  <p:stCondLst>
                                    <p:cond delay="0"/>
                                  </p:stCondLst>
                                  <p:childTnLst>
                                    <p:animEffect transition="out" filter="wipe(left)">
                                      <p:cBhvr>
                                        <p:cTn id="206" dur="500"/>
                                        <p:tgtEl>
                                          <p:spTgt spid="126"/>
                                        </p:tgtEl>
                                      </p:cBhvr>
                                    </p:animEffect>
                                    <p:set>
                                      <p:cBhvr>
                                        <p:cTn id="207" dur="1" fill="hold">
                                          <p:stCondLst>
                                            <p:cond delay="499"/>
                                          </p:stCondLst>
                                        </p:cTn>
                                        <p:tgtEl>
                                          <p:spTgt spid="126"/>
                                        </p:tgtEl>
                                        <p:attrNameLst>
                                          <p:attrName>style.visibility</p:attrName>
                                        </p:attrNameLst>
                                      </p:cBhvr>
                                      <p:to>
                                        <p:strVal val="hidden"/>
                                      </p:to>
                                    </p:set>
                                  </p:childTnLst>
                                </p:cTn>
                              </p:par>
                            </p:childTnLst>
                          </p:cTn>
                        </p:par>
                      </p:childTnLst>
                    </p:cTn>
                  </p:par>
                  <p:par>
                    <p:cTn id="208" fill="hold">
                      <p:stCondLst>
                        <p:cond delay="indefinite"/>
                      </p:stCondLst>
                      <p:childTnLst>
                        <p:par>
                          <p:cTn id="209" fill="hold">
                            <p:stCondLst>
                              <p:cond delay="0"/>
                            </p:stCondLst>
                            <p:childTnLst>
                              <p:par>
                                <p:cTn id="210" presetID="22" presetClass="exit" presetSubtype="8" fill="hold" grpId="0" nodeType="clickEffect">
                                  <p:stCondLst>
                                    <p:cond delay="0"/>
                                  </p:stCondLst>
                                  <p:childTnLst>
                                    <p:animEffect transition="out" filter="wipe(left)">
                                      <p:cBhvr>
                                        <p:cTn id="211" dur="500"/>
                                        <p:tgtEl>
                                          <p:spTgt spid="127"/>
                                        </p:tgtEl>
                                      </p:cBhvr>
                                    </p:animEffect>
                                    <p:set>
                                      <p:cBhvr>
                                        <p:cTn id="212" dur="1" fill="hold">
                                          <p:stCondLst>
                                            <p:cond delay="499"/>
                                          </p:stCondLst>
                                        </p:cTn>
                                        <p:tgtEl>
                                          <p:spTgt spid="1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6" grpId="0" animBg="1"/>
      <p:bldP spid="37" grpId="0" animBg="1"/>
      <p:bldP spid="38" grpId="0" animBg="1"/>
      <p:bldP spid="40" grpId="0" animBg="1"/>
      <p:bldP spid="42" grpId="0" animBg="1"/>
      <p:bldP spid="43" grpId="0" animBg="1"/>
      <p:bldP spid="44" grpId="0" animBg="1"/>
      <p:bldP spid="46" grpId="0" animBg="1"/>
      <p:bldP spid="47" grpId="0" animBg="1"/>
      <p:bldP spid="48" grpId="0" animBg="1"/>
      <p:bldP spid="49"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6" grpId="0" animBg="1"/>
      <p:bldP spid="12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714348" y="0"/>
            <a:ext cx="4786346"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square">
            <a:sp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四、方阵的运算</a:t>
            </a:r>
          </a:p>
        </p:txBody>
      </p:sp>
      <p:sp>
        <p:nvSpPr>
          <p:cNvPr id="7" name="Text Box 12"/>
          <p:cNvSpPr txBox="1">
            <a:spLocks noChangeArrowheads="1"/>
          </p:cNvSpPr>
          <p:nvPr/>
        </p:nvSpPr>
        <p:spPr bwMode="auto">
          <a:xfrm>
            <a:off x="642910" y="928670"/>
            <a:ext cx="8572499" cy="584775"/>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zh-CN" altLang="en-US"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特殊方阵及其运算：</a:t>
            </a:r>
            <a:endParaRPr kumimoji="0" lang="en-US" altLang="zh-CN"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12" name="圆角矩形 11"/>
          <p:cNvSpPr/>
          <p:nvPr/>
        </p:nvSpPr>
        <p:spPr bwMode="auto">
          <a:xfrm>
            <a:off x="714349" y="3429000"/>
            <a:ext cx="3429023" cy="3429000"/>
          </a:xfrm>
          <a:prstGeom prst="roundRect">
            <a:avLst>
              <a:gd name="adj" fmla="val 9201"/>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13" name="Text Box 4"/>
          <p:cNvSpPr txBox="1">
            <a:spLocks noChangeArrowheads="1"/>
          </p:cNvSpPr>
          <p:nvPr/>
        </p:nvSpPr>
        <p:spPr bwMode="auto">
          <a:xfrm>
            <a:off x="714349" y="3500438"/>
            <a:ext cx="200026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单位矩阵：</a:t>
            </a:r>
          </a:p>
        </p:txBody>
      </p:sp>
      <p:graphicFrame>
        <p:nvGraphicFramePr>
          <p:cNvPr id="5" name="Object 4"/>
          <p:cNvGraphicFramePr>
            <a:graphicFrameLocks noChangeAspect="1"/>
          </p:cNvGraphicFramePr>
          <p:nvPr/>
        </p:nvGraphicFramePr>
        <p:xfrm>
          <a:off x="1571604" y="1500174"/>
          <a:ext cx="1919574" cy="1750239"/>
        </p:xfrm>
        <a:graphic>
          <a:graphicData uri="http://schemas.openxmlformats.org/presentationml/2006/ole">
            <mc:AlternateContent xmlns:mc="http://schemas.openxmlformats.org/markup-compatibility/2006">
              <mc:Choice xmlns:v="urn:schemas-microsoft-com:vml" Requires="v">
                <p:oleObj name="公式" r:id="rId4" imgW="863280" imgH="787320" progId="Equation.3">
                  <p:embed/>
                </p:oleObj>
              </mc:Choice>
              <mc:Fallback>
                <p:oleObj name="公式" r:id="rId4" imgW="863280" imgH="787320" progId="Equation.3">
                  <p:embed/>
                  <p:pic>
                    <p:nvPicPr>
                      <p:cNvPr id="5" name="Object 4"/>
                      <p:cNvPicPr>
                        <a:picLocks noChangeAspect="1" noChangeArrowheads="1"/>
                      </p:cNvPicPr>
                      <p:nvPr/>
                    </p:nvPicPr>
                    <p:blipFill>
                      <a:blip r:embed="rId5">
                        <a:lum bright="100000"/>
                        <a:extLst>
                          <a:ext uri="{28A0092B-C50C-407E-A947-70E740481C1C}">
                            <a14:useLocalDpi xmlns:a14="http://schemas.microsoft.com/office/drawing/2010/main" val="0"/>
                          </a:ext>
                        </a:extLst>
                      </a:blip>
                      <a:srcRect/>
                      <a:stretch>
                        <a:fillRect/>
                      </a:stretch>
                    </p:blipFill>
                    <p:spPr bwMode="auto">
                      <a:xfrm>
                        <a:off x="1571604" y="1500174"/>
                        <a:ext cx="1919574" cy="175023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Object 5"/>
          <p:cNvGraphicFramePr>
            <a:graphicFrameLocks noChangeAspect="1"/>
          </p:cNvGraphicFramePr>
          <p:nvPr/>
        </p:nvGraphicFramePr>
        <p:xfrm>
          <a:off x="711200" y="2143125"/>
          <a:ext cx="927100" cy="477838"/>
        </p:xfrm>
        <a:graphic>
          <a:graphicData uri="http://schemas.openxmlformats.org/presentationml/2006/ole">
            <mc:AlternateContent xmlns:mc="http://schemas.openxmlformats.org/markup-compatibility/2006">
              <mc:Choice xmlns:v="urn:schemas-microsoft-com:vml" Requires="v">
                <p:oleObj name="Equation" r:id="rId6" imgW="520560" imgH="228600" progId="Equation.DSMT4">
                  <p:embed/>
                </p:oleObj>
              </mc:Choice>
              <mc:Fallback>
                <p:oleObj name="Equation" r:id="rId6" imgW="520560" imgH="228600" progId="Equation.DSMT4">
                  <p:embed/>
                  <p:pic>
                    <p:nvPicPr>
                      <p:cNvPr id="4"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200" y="2143125"/>
                        <a:ext cx="927100" cy="4778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6918" name="Object 6"/>
          <p:cNvGraphicFramePr>
            <a:graphicFrameLocks noChangeAspect="1"/>
          </p:cNvGraphicFramePr>
          <p:nvPr/>
        </p:nvGraphicFramePr>
        <p:xfrm>
          <a:off x="6929454" y="1571613"/>
          <a:ext cx="2143140" cy="1627206"/>
        </p:xfrm>
        <a:graphic>
          <a:graphicData uri="http://schemas.openxmlformats.org/presentationml/2006/ole">
            <mc:AlternateContent xmlns:mc="http://schemas.openxmlformats.org/markup-compatibility/2006">
              <mc:Choice xmlns:v="urn:schemas-microsoft-com:vml" Requires="v">
                <p:oleObj name="Equation" r:id="rId8" imgW="2641320" imgH="1815840" progId="Equation.DSMT4">
                  <p:embed/>
                </p:oleObj>
              </mc:Choice>
              <mc:Fallback>
                <p:oleObj name="Equation" r:id="rId8" imgW="2641320" imgH="1815840" progId="Equation.DSMT4">
                  <p:embed/>
                  <p:pic>
                    <p:nvPicPr>
                      <p:cNvPr id="166918"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929454" y="1571613"/>
                        <a:ext cx="2143140" cy="16272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9"/>
          <p:cNvGraphicFramePr>
            <a:graphicFrameLocks noChangeAspect="1"/>
          </p:cNvGraphicFramePr>
          <p:nvPr/>
        </p:nvGraphicFramePr>
        <p:xfrm>
          <a:off x="3556017" y="2214563"/>
          <a:ext cx="3373437" cy="481012"/>
        </p:xfrm>
        <a:graphic>
          <a:graphicData uri="http://schemas.openxmlformats.org/presentationml/2006/ole">
            <mc:AlternateContent xmlns:mc="http://schemas.openxmlformats.org/markup-compatibility/2006">
              <mc:Choice xmlns:v="urn:schemas-microsoft-com:vml" Requires="v">
                <p:oleObj name="Equation" r:id="rId10" imgW="1765080" imgH="228600" progId="Equation.DSMT4">
                  <p:embed/>
                </p:oleObj>
              </mc:Choice>
              <mc:Fallback>
                <p:oleObj name="Equation" r:id="rId10" imgW="1765080" imgH="228600" progId="Equation.DSMT4">
                  <p:embed/>
                  <p:pic>
                    <p:nvPicPr>
                      <p:cNvPr id="22"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56017" y="2214563"/>
                        <a:ext cx="3373437"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 name="圆角矩形 18"/>
          <p:cNvSpPr/>
          <p:nvPr/>
        </p:nvSpPr>
        <p:spPr bwMode="auto">
          <a:xfrm>
            <a:off x="4214810" y="3429000"/>
            <a:ext cx="4643470" cy="3429000"/>
          </a:xfrm>
          <a:prstGeom prst="roundRect">
            <a:avLst>
              <a:gd name="adj" fmla="val 9201"/>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20" name="Text Box 4"/>
          <p:cNvSpPr txBox="1">
            <a:spLocks noChangeArrowheads="1"/>
          </p:cNvSpPr>
          <p:nvPr/>
        </p:nvSpPr>
        <p:spPr bwMode="auto">
          <a:xfrm>
            <a:off x="4286248" y="3500438"/>
            <a:ext cx="1714512"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对角阵：</a:t>
            </a:r>
          </a:p>
        </p:txBody>
      </p:sp>
      <p:graphicFrame>
        <p:nvGraphicFramePr>
          <p:cNvPr id="14" name="Object 5"/>
          <p:cNvGraphicFramePr>
            <a:graphicFrameLocks noChangeAspect="1"/>
          </p:cNvGraphicFramePr>
          <p:nvPr/>
        </p:nvGraphicFramePr>
        <p:xfrm>
          <a:off x="2362192" y="5500702"/>
          <a:ext cx="995362" cy="396875"/>
        </p:xfrm>
        <a:graphic>
          <a:graphicData uri="http://schemas.openxmlformats.org/presentationml/2006/ole">
            <mc:AlternateContent xmlns:mc="http://schemas.openxmlformats.org/markup-compatibility/2006">
              <mc:Choice xmlns:v="urn:schemas-microsoft-com:vml" Requires="v">
                <p:oleObj name="Equation" r:id="rId12" imgW="558720" imgH="190440" progId="Equation.DSMT4">
                  <p:embed/>
                </p:oleObj>
              </mc:Choice>
              <mc:Fallback>
                <p:oleObj name="Equation" r:id="rId12" imgW="558720" imgH="190440" progId="Equation.DSMT4">
                  <p:embed/>
                  <p:pic>
                    <p:nvPicPr>
                      <p:cNvPr id="14" name="Object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362192" y="5500702"/>
                        <a:ext cx="995362" cy="396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5"/>
          <p:cNvGraphicFramePr>
            <a:graphicFrameLocks noChangeAspect="1"/>
          </p:cNvGraphicFramePr>
          <p:nvPr/>
        </p:nvGraphicFramePr>
        <p:xfrm>
          <a:off x="785786" y="5953146"/>
          <a:ext cx="2554315" cy="476250"/>
        </p:xfrm>
        <a:graphic>
          <a:graphicData uri="http://schemas.openxmlformats.org/presentationml/2006/ole">
            <mc:AlternateContent xmlns:mc="http://schemas.openxmlformats.org/markup-compatibility/2006">
              <mc:Choice xmlns:v="urn:schemas-microsoft-com:vml" Requires="v">
                <p:oleObj name="Equation" r:id="rId14" imgW="1422360" imgH="228600" progId="Equation.DSMT4">
                  <p:embed/>
                </p:oleObj>
              </mc:Choice>
              <mc:Fallback>
                <p:oleObj name="Equation" r:id="rId14" imgW="1422360" imgH="228600" progId="Equation.DSMT4">
                  <p:embed/>
                  <p:pic>
                    <p:nvPicPr>
                      <p:cNvPr id="15" name="Object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85786" y="5953146"/>
                        <a:ext cx="2554315" cy="476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5"/>
          <p:cNvGraphicFramePr>
            <a:graphicFrameLocks noChangeAspect="1"/>
          </p:cNvGraphicFramePr>
          <p:nvPr/>
        </p:nvGraphicFramePr>
        <p:xfrm>
          <a:off x="785786" y="3929066"/>
          <a:ext cx="949325" cy="2011363"/>
        </p:xfrm>
        <a:graphic>
          <a:graphicData uri="http://schemas.openxmlformats.org/presentationml/2006/ole">
            <mc:AlternateContent xmlns:mc="http://schemas.openxmlformats.org/markup-compatibility/2006">
              <mc:Choice xmlns:v="urn:schemas-microsoft-com:vml" Requires="v">
                <p:oleObj name="Equation" r:id="rId16" imgW="533160" imgH="965160" progId="Equation.DSMT4">
                  <p:embed/>
                </p:oleObj>
              </mc:Choice>
              <mc:Fallback>
                <p:oleObj name="Equation" r:id="rId16" imgW="533160" imgH="965160" progId="Equation.DSMT4">
                  <p:embed/>
                  <p:pic>
                    <p:nvPicPr>
                      <p:cNvPr id="16" name="Object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85786" y="3929066"/>
                        <a:ext cx="949325" cy="20113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6"/>
          <p:cNvGraphicFramePr>
            <a:graphicFrameLocks noChangeAspect="1"/>
          </p:cNvGraphicFramePr>
          <p:nvPr/>
        </p:nvGraphicFramePr>
        <p:xfrm>
          <a:off x="4357686" y="5359428"/>
          <a:ext cx="1928826" cy="998530"/>
        </p:xfrm>
        <a:graphic>
          <a:graphicData uri="http://schemas.openxmlformats.org/presentationml/2006/ole">
            <mc:AlternateContent xmlns:mc="http://schemas.openxmlformats.org/markup-compatibility/2006">
              <mc:Choice xmlns:v="urn:schemas-microsoft-com:vml" Requires="v">
                <p:oleObj name="Equation" r:id="rId18" imgW="3365280" imgH="1841400" progId="Equation.DSMT4">
                  <p:embed/>
                </p:oleObj>
              </mc:Choice>
              <mc:Fallback>
                <p:oleObj name="Equation" r:id="rId18" imgW="3365280" imgH="1841400" progId="Equation.DSMT4">
                  <p:embed/>
                  <p:pic>
                    <p:nvPicPr>
                      <p:cNvPr id="17" name="Object 6"/>
                      <p:cNvPicPr>
                        <a:picLocks noChangeAspect="1" noChangeArrowheads="1"/>
                      </p:cNvPicPr>
                      <p:nvPr/>
                    </p:nvPicPr>
                    <p:blipFill>
                      <a:blip r:embed="rId19">
                        <a:lum bright="-92000"/>
                        <a:extLst>
                          <a:ext uri="{28A0092B-C50C-407E-A947-70E740481C1C}">
                            <a14:useLocalDpi xmlns:a14="http://schemas.microsoft.com/office/drawing/2010/main" val="0"/>
                          </a:ext>
                        </a:extLst>
                      </a:blip>
                      <a:srcRect/>
                      <a:stretch>
                        <a:fillRect/>
                      </a:stretch>
                    </p:blipFill>
                    <p:spPr bwMode="auto">
                      <a:xfrm>
                        <a:off x="4357686" y="5359428"/>
                        <a:ext cx="1928826" cy="99853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6"/>
          <p:cNvGraphicFramePr>
            <a:graphicFrameLocks noChangeAspect="1"/>
          </p:cNvGraphicFramePr>
          <p:nvPr/>
        </p:nvGraphicFramePr>
        <p:xfrm>
          <a:off x="6429388" y="5357826"/>
          <a:ext cx="2357454" cy="1029616"/>
        </p:xfrm>
        <a:graphic>
          <a:graphicData uri="http://schemas.openxmlformats.org/presentationml/2006/ole">
            <mc:AlternateContent xmlns:mc="http://schemas.openxmlformats.org/markup-compatibility/2006">
              <mc:Choice xmlns:v="urn:schemas-microsoft-com:vml" Requires="v">
                <p:oleObj name="Equation" r:id="rId20" imgW="4520880" imgH="1803240" progId="Equation.DSMT4">
                  <p:embed/>
                </p:oleObj>
              </mc:Choice>
              <mc:Fallback>
                <p:oleObj name="Equation" r:id="rId20" imgW="4520880" imgH="1803240" progId="Equation.DSMT4">
                  <p:embed/>
                  <p:pic>
                    <p:nvPicPr>
                      <p:cNvPr id="18" name="Object 6"/>
                      <p:cNvPicPr>
                        <a:picLocks noChangeAspect="1" noChangeArrowheads="1"/>
                      </p:cNvPicPr>
                      <p:nvPr/>
                    </p:nvPicPr>
                    <p:blipFill>
                      <a:blip r:embed="rId21">
                        <a:lum bright="-92000"/>
                        <a:extLst>
                          <a:ext uri="{28A0092B-C50C-407E-A947-70E740481C1C}">
                            <a14:useLocalDpi xmlns:a14="http://schemas.microsoft.com/office/drawing/2010/main" val="0"/>
                          </a:ext>
                        </a:extLst>
                      </a:blip>
                      <a:srcRect/>
                      <a:stretch>
                        <a:fillRect/>
                      </a:stretch>
                    </p:blipFill>
                    <p:spPr bwMode="auto">
                      <a:xfrm>
                        <a:off x="6429388" y="5357826"/>
                        <a:ext cx="2357454" cy="10296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5"/>
          <p:cNvGraphicFramePr>
            <a:graphicFrameLocks noChangeAspect="1"/>
          </p:cNvGraphicFramePr>
          <p:nvPr/>
        </p:nvGraphicFramePr>
        <p:xfrm>
          <a:off x="763584" y="6286520"/>
          <a:ext cx="3236912" cy="538138"/>
        </p:xfrm>
        <a:graphic>
          <a:graphicData uri="http://schemas.openxmlformats.org/presentationml/2006/ole">
            <mc:AlternateContent xmlns:mc="http://schemas.openxmlformats.org/markup-compatibility/2006">
              <mc:Choice xmlns:v="urn:schemas-microsoft-com:vml" Requires="v">
                <p:oleObj name="Equation" r:id="rId22" imgW="1803240" imgH="291960" progId="Equation.DSMT4">
                  <p:embed/>
                </p:oleObj>
              </mc:Choice>
              <mc:Fallback>
                <p:oleObj name="Equation" r:id="rId22" imgW="1803240" imgH="291960" progId="Equation.DSMT4">
                  <p:embed/>
                  <p:pic>
                    <p:nvPicPr>
                      <p:cNvPr id="21" name="Object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63584" y="6286520"/>
                        <a:ext cx="3236912" cy="5381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14"/>
          <p:cNvGraphicFramePr>
            <a:graphicFrameLocks noChangeAspect="1"/>
          </p:cNvGraphicFramePr>
          <p:nvPr/>
        </p:nvGraphicFramePr>
        <p:xfrm>
          <a:off x="4295804" y="4071942"/>
          <a:ext cx="4491038" cy="977900"/>
        </p:xfrm>
        <a:graphic>
          <a:graphicData uri="http://schemas.openxmlformats.org/presentationml/2006/ole">
            <mc:AlternateContent xmlns:mc="http://schemas.openxmlformats.org/markup-compatibility/2006">
              <mc:Choice xmlns:v="urn:schemas-microsoft-com:vml" Requires="v">
                <p:oleObj name="Equation" r:id="rId24" imgW="9207360" imgH="1803240" progId="Equation.DSMT4">
                  <p:embed/>
                </p:oleObj>
              </mc:Choice>
              <mc:Fallback>
                <p:oleObj name="Equation" r:id="rId24" imgW="9207360" imgH="1803240" progId="Equation.DSMT4">
                  <p:embed/>
                  <p:pic>
                    <p:nvPicPr>
                      <p:cNvPr id="6" name="Object 14"/>
                      <p:cNvPicPr>
                        <a:picLocks noChangeAspect="1" noChangeArrowheads="1"/>
                      </p:cNvPicPr>
                      <p:nvPr/>
                    </p:nvPicPr>
                    <p:blipFill>
                      <a:blip r:embed="rId25">
                        <a:lum bright="2000"/>
                        <a:extLst>
                          <a:ext uri="{28A0092B-C50C-407E-A947-70E740481C1C}">
                            <a14:useLocalDpi xmlns:a14="http://schemas.microsoft.com/office/drawing/2010/main" val="0"/>
                          </a:ext>
                        </a:extLst>
                      </a:blip>
                      <a:srcRect/>
                      <a:stretch>
                        <a:fillRect/>
                      </a:stretch>
                    </p:blipFill>
                    <p:spPr bwMode="auto">
                      <a:xfrm>
                        <a:off x="4295804" y="4071942"/>
                        <a:ext cx="4491038" cy="977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left)">
                                      <p:cBhvr>
                                        <p:cTn id="12" dur="500"/>
                                        <p:tgtEl>
                                          <p:spTgt spid="12"/>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left)">
                                      <p:cBhvr>
                                        <p:cTn id="15" dur="500"/>
                                        <p:tgtEl>
                                          <p:spTgt spid="13">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wipe(left)">
                                      <p:cBhvr>
                                        <p:cTn id="25" dur="500"/>
                                        <p:tgtEl>
                                          <p:spTgt spid="1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left)">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wipe(left)">
                                      <p:cBhvr>
                                        <p:cTn id="40" dur="500"/>
                                        <p:tgtEl>
                                          <p:spTgt spid="21"/>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66918"/>
                                        </p:tgtEl>
                                        <p:attrNameLst>
                                          <p:attrName>style.visibility</p:attrName>
                                        </p:attrNameLst>
                                      </p:cBhvr>
                                      <p:to>
                                        <p:strVal val="visible"/>
                                      </p:to>
                                    </p:set>
                                    <p:animEffect transition="in" filter="wipe(left)">
                                      <p:cBhvr>
                                        <p:cTn id="45" dur="500"/>
                                        <p:tgtEl>
                                          <p:spTgt spid="166918"/>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2" fill="hold" nodeType="clickEffect">
                                  <p:stCondLst>
                                    <p:cond delay="0"/>
                                  </p:stCondLst>
                                  <p:childTnLst>
                                    <p:set>
                                      <p:cBhvr>
                                        <p:cTn id="49" dur="1" fill="hold">
                                          <p:stCondLst>
                                            <p:cond delay="0"/>
                                          </p:stCondLst>
                                        </p:cTn>
                                        <p:tgtEl>
                                          <p:spTgt spid="22"/>
                                        </p:tgtEl>
                                        <p:attrNameLst>
                                          <p:attrName>style.visibility</p:attrName>
                                        </p:attrNameLst>
                                      </p:cBhvr>
                                      <p:to>
                                        <p:strVal val="visible"/>
                                      </p:to>
                                    </p:set>
                                    <p:animEffect transition="in" filter="wipe(right)">
                                      <p:cBhvr>
                                        <p:cTn id="50" dur="500"/>
                                        <p:tgtEl>
                                          <p:spTgt spid="22"/>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wipe(left)">
                                      <p:cBhvr>
                                        <p:cTn id="55" dur="500"/>
                                        <p:tgtEl>
                                          <p:spTgt spid="19"/>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20">
                                            <p:txEl>
                                              <p:pRg st="0" end="0"/>
                                            </p:txEl>
                                          </p:spTgt>
                                        </p:tgtEl>
                                        <p:attrNameLst>
                                          <p:attrName>style.visibility</p:attrName>
                                        </p:attrNameLst>
                                      </p:cBhvr>
                                      <p:to>
                                        <p:strVal val="visible"/>
                                      </p:to>
                                    </p:set>
                                    <p:animEffect transition="in" filter="wipe(left)">
                                      <p:cBhvr>
                                        <p:cTn id="58" dur="500"/>
                                        <p:tgtEl>
                                          <p:spTgt spid="20">
                                            <p:txEl>
                                              <p:pRg st="0" end="0"/>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wipe(left)">
                                      <p:cBhvr>
                                        <p:cTn id="63" dur="500"/>
                                        <p:tgtEl>
                                          <p:spTgt spid="6"/>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17"/>
                                        </p:tgtEl>
                                        <p:attrNameLst>
                                          <p:attrName>style.visibility</p:attrName>
                                        </p:attrNameLst>
                                      </p:cBhvr>
                                      <p:to>
                                        <p:strVal val="visible"/>
                                      </p:to>
                                    </p:set>
                                    <p:animEffect transition="in" filter="wipe(left)">
                                      <p:cBhvr>
                                        <p:cTn id="68" dur="500"/>
                                        <p:tgtEl>
                                          <p:spTgt spid="17"/>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ipe(left)">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build="p" autoUpdateAnimBg="0"/>
      <p:bldP spid="19" grpId="0" animBg="1"/>
      <p:bldP spid="20" grpId="0" build="p"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Line 25"/>
          <p:cNvSpPr>
            <a:spLocks noChangeShapeType="1"/>
          </p:cNvSpPr>
          <p:nvPr/>
        </p:nvSpPr>
        <p:spPr bwMode="auto">
          <a:xfrm>
            <a:off x="0" y="532571"/>
            <a:ext cx="9180512" cy="16109"/>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423945" name="Object 9"/>
          <p:cNvGraphicFramePr>
            <a:graphicFrameLocks noChangeAspect="1"/>
          </p:cNvGraphicFramePr>
          <p:nvPr/>
        </p:nvGraphicFramePr>
        <p:xfrm>
          <a:off x="149100" y="-27384"/>
          <a:ext cx="8815388" cy="461963"/>
        </p:xfrm>
        <a:graphic>
          <a:graphicData uri="http://schemas.openxmlformats.org/presentationml/2006/ole">
            <mc:AlternateContent xmlns:mc="http://schemas.openxmlformats.org/markup-compatibility/2006">
              <mc:Choice xmlns:v="urn:schemas-microsoft-com:vml" Requires="v">
                <p:oleObj name="Equation" r:id="rId2" imgW="9207360" imgH="495000" progId="Equation.DSMT4">
                  <p:embed/>
                </p:oleObj>
              </mc:Choice>
              <mc:Fallback>
                <p:oleObj name="Equation" r:id="rId2" imgW="9207360" imgH="495000" progId="Equation.DSMT4">
                  <p:embed/>
                  <p:pic>
                    <p:nvPicPr>
                      <p:cNvPr id="423945" name="Object 9"/>
                      <p:cNvPicPr>
                        <a:picLocks noChangeAspect="1" noChangeArrowheads="1"/>
                      </p:cNvPicPr>
                      <p:nvPr/>
                    </p:nvPicPr>
                    <p:blipFill>
                      <a:blip r:embed="rId3"/>
                      <a:srcRect/>
                      <a:stretch>
                        <a:fillRect/>
                      </a:stretch>
                    </p:blipFill>
                    <p:spPr bwMode="auto">
                      <a:xfrm>
                        <a:off x="149100" y="-27384"/>
                        <a:ext cx="8815388" cy="461963"/>
                      </a:xfrm>
                      <a:prstGeom prst="rect">
                        <a:avLst/>
                      </a:prstGeom>
                      <a:noFill/>
                      <a:ln>
                        <a:noFill/>
                      </a:ln>
                      <a:effectLst/>
                    </p:spPr>
                  </p:pic>
                </p:oleObj>
              </mc:Fallback>
            </mc:AlternateContent>
          </a:graphicData>
        </a:graphic>
      </p:graphicFrame>
      <p:sp>
        <p:nvSpPr>
          <p:cNvPr id="18" name="Rectangle 6"/>
          <p:cNvSpPr>
            <a:spLocks noChangeArrowheads="1"/>
          </p:cNvSpPr>
          <p:nvPr/>
        </p:nvSpPr>
        <p:spPr bwMode="auto">
          <a:xfrm>
            <a:off x="-36512" y="578595"/>
            <a:ext cx="724878" cy="523220"/>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r>
              <a:rPr kumimoji="1" lang="en-US" altLang="zh-CN"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1</a:t>
            </a:r>
            <a:endPar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endParaRPr>
          </a:p>
        </p:txBody>
      </p:sp>
      <p:graphicFrame>
        <p:nvGraphicFramePr>
          <p:cNvPr id="28" name="Object 9"/>
          <p:cNvGraphicFramePr>
            <a:graphicFrameLocks noChangeAspect="1"/>
          </p:cNvGraphicFramePr>
          <p:nvPr/>
        </p:nvGraphicFramePr>
        <p:xfrm>
          <a:off x="749274" y="718299"/>
          <a:ext cx="3810000" cy="431800"/>
        </p:xfrm>
        <a:graphic>
          <a:graphicData uri="http://schemas.openxmlformats.org/presentationml/2006/ole">
            <mc:AlternateContent xmlns:mc="http://schemas.openxmlformats.org/markup-compatibility/2006">
              <mc:Choice xmlns:v="urn:schemas-microsoft-com:vml" Requires="v">
                <p:oleObj name="Equation" r:id="rId4" imgW="5829120" imgH="634680" progId="Equation.DSMT4">
                  <p:embed/>
                </p:oleObj>
              </mc:Choice>
              <mc:Fallback>
                <p:oleObj name="Equation" r:id="rId4" imgW="5829120" imgH="634680" progId="Equation.DSMT4">
                  <p:embed/>
                  <p:pic>
                    <p:nvPicPr>
                      <p:cNvPr id="28"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9274" y="718299"/>
                        <a:ext cx="3810000"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 name="Object 9"/>
          <p:cNvGraphicFramePr>
            <a:graphicFrameLocks noChangeAspect="1"/>
          </p:cNvGraphicFramePr>
          <p:nvPr/>
        </p:nvGraphicFramePr>
        <p:xfrm>
          <a:off x="35496" y="3046958"/>
          <a:ext cx="5810250" cy="2254250"/>
        </p:xfrm>
        <a:graphic>
          <a:graphicData uri="http://schemas.openxmlformats.org/presentationml/2006/ole">
            <mc:AlternateContent xmlns:mc="http://schemas.openxmlformats.org/markup-compatibility/2006">
              <mc:Choice xmlns:v="urn:schemas-microsoft-com:vml" Requires="v">
                <p:oleObj name="Equation" r:id="rId6" imgW="7860960" imgH="3314520" progId="Equation.DSMT4">
                  <p:embed/>
                </p:oleObj>
              </mc:Choice>
              <mc:Fallback>
                <p:oleObj name="Equation" r:id="rId6" imgW="7860960" imgH="3314520" progId="Equation.DSMT4">
                  <p:embed/>
                  <p:pic>
                    <p:nvPicPr>
                      <p:cNvPr id="29" name="Object 9"/>
                      <p:cNvPicPr>
                        <a:picLocks noChangeAspect="1" noChangeArrowheads="1"/>
                      </p:cNvPicPr>
                      <p:nvPr/>
                    </p:nvPicPr>
                    <p:blipFill>
                      <a:blip r:embed="rId7"/>
                      <a:srcRect/>
                      <a:stretch>
                        <a:fillRect/>
                      </a:stretch>
                    </p:blipFill>
                    <p:spPr bwMode="auto">
                      <a:xfrm>
                        <a:off x="35496" y="3046958"/>
                        <a:ext cx="5810250" cy="225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 name="Object 9"/>
          <p:cNvGraphicFramePr>
            <a:graphicFrameLocks noChangeAspect="1"/>
          </p:cNvGraphicFramePr>
          <p:nvPr/>
        </p:nvGraphicFramePr>
        <p:xfrm>
          <a:off x="4892678" y="507157"/>
          <a:ext cx="3403600" cy="839787"/>
        </p:xfrm>
        <a:graphic>
          <a:graphicData uri="http://schemas.openxmlformats.org/presentationml/2006/ole">
            <mc:AlternateContent xmlns:mc="http://schemas.openxmlformats.org/markup-compatibility/2006">
              <mc:Choice xmlns:v="urn:schemas-microsoft-com:vml" Requires="v">
                <p:oleObj name="Equation" r:id="rId8" imgW="4559040" imgH="1231560" progId="Equation.DSMT4">
                  <p:embed/>
                </p:oleObj>
              </mc:Choice>
              <mc:Fallback>
                <p:oleObj name="Equation" r:id="rId8" imgW="4559040" imgH="1231560" progId="Equation.DSMT4">
                  <p:embed/>
                  <p:pic>
                    <p:nvPicPr>
                      <p:cNvPr id="34"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92678" y="507157"/>
                        <a:ext cx="3403600"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5" name="Object 9"/>
          <p:cNvGraphicFramePr>
            <a:graphicFrameLocks noChangeAspect="1"/>
          </p:cNvGraphicFramePr>
          <p:nvPr/>
        </p:nvGraphicFramePr>
        <p:xfrm>
          <a:off x="35496" y="1268760"/>
          <a:ext cx="7289801" cy="736600"/>
        </p:xfrm>
        <a:graphic>
          <a:graphicData uri="http://schemas.openxmlformats.org/presentationml/2006/ole">
            <mc:AlternateContent xmlns:mc="http://schemas.openxmlformats.org/markup-compatibility/2006">
              <mc:Choice xmlns:v="urn:schemas-microsoft-com:vml" Requires="v">
                <p:oleObj name="Equation" r:id="rId10" imgW="9766080" imgH="1079280" progId="Equation.DSMT4">
                  <p:embed/>
                </p:oleObj>
              </mc:Choice>
              <mc:Fallback>
                <p:oleObj name="Equation" r:id="rId10" imgW="9766080" imgH="1079280" progId="Equation.DSMT4">
                  <p:embed/>
                  <p:pic>
                    <p:nvPicPr>
                      <p:cNvPr id="35"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496" y="1268760"/>
                        <a:ext cx="7289801" cy="73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 name="Object 9"/>
          <p:cNvGraphicFramePr>
            <a:graphicFrameLocks noChangeAspect="1"/>
          </p:cNvGraphicFramePr>
          <p:nvPr/>
        </p:nvGraphicFramePr>
        <p:xfrm>
          <a:off x="35496" y="2197454"/>
          <a:ext cx="7840663" cy="828675"/>
        </p:xfrm>
        <a:graphic>
          <a:graphicData uri="http://schemas.openxmlformats.org/presentationml/2006/ole">
            <mc:AlternateContent xmlns:mc="http://schemas.openxmlformats.org/markup-compatibility/2006">
              <mc:Choice xmlns:v="urn:schemas-microsoft-com:vml" Requires="v">
                <p:oleObj name="Equation" r:id="rId12" imgW="11226600" imgH="1218960" progId="Equation.DSMT4">
                  <p:embed/>
                </p:oleObj>
              </mc:Choice>
              <mc:Fallback>
                <p:oleObj name="Equation" r:id="rId12" imgW="11226600" imgH="1218960" progId="Equation.DSMT4">
                  <p:embed/>
                  <p:pic>
                    <p:nvPicPr>
                      <p:cNvPr id="36"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496" y="2197454"/>
                        <a:ext cx="7840663"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 name="Object 9"/>
          <p:cNvGraphicFramePr>
            <a:graphicFrameLocks noChangeAspect="1"/>
          </p:cNvGraphicFramePr>
          <p:nvPr/>
        </p:nvGraphicFramePr>
        <p:xfrm>
          <a:off x="53001" y="5358085"/>
          <a:ext cx="6054725" cy="1311275"/>
        </p:xfrm>
        <a:graphic>
          <a:graphicData uri="http://schemas.openxmlformats.org/presentationml/2006/ole">
            <mc:AlternateContent xmlns:mc="http://schemas.openxmlformats.org/markup-compatibility/2006">
              <mc:Choice xmlns:v="urn:schemas-microsoft-com:vml" Requires="v">
                <p:oleObj name="Equation" r:id="rId14" imgW="8191440" imgH="1930320" progId="Equation.DSMT4">
                  <p:embed/>
                </p:oleObj>
              </mc:Choice>
              <mc:Fallback>
                <p:oleObj name="Equation" r:id="rId14" imgW="8191440" imgH="1930320" progId="Equation.DSMT4">
                  <p:embed/>
                  <p:pic>
                    <p:nvPicPr>
                      <p:cNvPr id="37" name="Object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001" y="5358085"/>
                        <a:ext cx="6054725"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 name="Object 2">
            <a:extLst>
              <a:ext uri="{FF2B5EF4-FFF2-40B4-BE49-F238E27FC236}">
                <a16:creationId xmlns:a16="http://schemas.microsoft.com/office/drawing/2014/main" id="{CB7055E8-382D-ABEE-E614-D8DD2C29A1C7}"/>
              </a:ext>
            </a:extLst>
          </p:cNvPr>
          <p:cNvGraphicFramePr>
            <a:graphicFrameLocks noChangeAspect="1"/>
          </p:cNvGraphicFramePr>
          <p:nvPr/>
        </p:nvGraphicFramePr>
        <p:xfrm>
          <a:off x="6372200" y="3901901"/>
          <a:ext cx="2684463" cy="2911475"/>
        </p:xfrm>
        <a:graphic>
          <a:graphicData uri="http://schemas.openxmlformats.org/presentationml/2006/ole">
            <mc:AlternateContent xmlns:mc="http://schemas.openxmlformats.org/markup-compatibility/2006">
              <mc:Choice xmlns:v="urn:schemas-microsoft-com:vml" Requires="v">
                <p:oleObj name="Equation" r:id="rId16" imgW="2234880" imgH="1942920" progId="Equation.DSMT4">
                  <p:embed/>
                </p:oleObj>
              </mc:Choice>
              <mc:Fallback>
                <p:oleObj name="Equation" r:id="rId16" imgW="2234880" imgH="1942920" progId="Equation.DSMT4">
                  <p:embed/>
                  <p:pic>
                    <p:nvPicPr>
                      <p:cNvPr id="3" name="Object 2">
                        <a:extLst>
                          <a:ext uri="{FF2B5EF4-FFF2-40B4-BE49-F238E27FC236}">
                            <a16:creationId xmlns:a16="http://schemas.microsoft.com/office/drawing/2014/main" id="{CB7055E8-382D-ABEE-E614-D8DD2C29A1C7}"/>
                          </a:ext>
                        </a:extLst>
                      </p:cNvPr>
                      <p:cNvPicPr>
                        <a:picLocks noChangeAspect="1" noChangeArrowheads="1"/>
                      </p:cNvPicPr>
                      <p:nvPr/>
                    </p:nvPicPr>
                    <p:blipFill>
                      <a:blip r:embed="rId17"/>
                      <a:srcRect/>
                      <a:stretch>
                        <a:fillRect/>
                      </a:stretch>
                    </p:blipFill>
                    <p:spPr bwMode="auto">
                      <a:xfrm>
                        <a:off x="6372200" y="3901901"/>
                        <a:ext cx="2684463" cy="2911475"/>
                      </a:xfrm>
                      <a:prstGeom prst="rect">
                        <a:avLst/>
                      </a:prstGeom>
                      <a:solidFill>
                        <a:srgbClr val="008000"/>
                      </a:solidFill>
                      <a:ln w="38100">
                        <a:solidFill>
                          <a:srgbClr val="FFFF00"/>
                        </a:solidFill>
                        <a:miter lim="800000"/>
                        <a:headEnd/>
                        <a:tailEnd/>
                      </a:ln>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100000"/>
                                  </p:iterate>
                                  <p:childTnLst>
                                    <p:set>
                                      <p:cBhvr>
                                        <p:cTn id="6" dur="1" fill="hold">
                                          <p:stCondLst>
                                            <p:cond delay="0"/>
                                          </p:stCondLst>
                                        </p:cTn>
                                        <p:tgtEl>
                                          <p:spTgt spid="18"/>
                                        </p:tgtEl>
                                        <p:attrNameLst>
                                          <p:attrName>style.visibility</p:attrName>
                                        </p:attrNameLst>
                                      </p:cBhvr>
                                      <p:to>
                                        <p:strVal val="visible"/>
                                      </p:to>
                                    </p:set>
                                    <p:animEffect transition="in" filter="wipe(left)">
                                      <p:cBhvr>
                                        <p:cTn id="7" dur="75"/>
                                        <p:tgtEl>
                                          <p:spTgt spid="18"/>
                                        </p:tgtEl>
                                      </p:cBhvr>
                                    </p:animEffect>
                                  </p:childTnLst>
                                </p:cTn>
                              </p:par>
                              <p:par>
                                <p:cTn id="8" presetID="22" presetClass="entr" presetSubtype="8" fill="hold"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wipe(left)">
                                      <p:cBhvr>
                                        <p:cTn id="10" dur="500"/>
                                        <p:tgtEl>
                                          <p:spTgt spid="2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5"/>
                                        </p:tgtEl>
                                        <p:attrNameLst>
                                          <p:attrName>style.visibility</p:attrName>
                                        </p:attrNameLst>
                                      </p:cBhvr>
                                      <p:to>
                                        <p:strVal val="visible"/>
                                      </p:to>
                                    </p:set>
                                    <p:animEffect transition="in" filter="wipe(left)">
                                      <p:cBhvr>
                                        <p:cTn id="20" dur="500"/>
                                        <p:tgtEl>
                                          <p:spTgt spid="3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wipe(up)">
                                      <p:cBhvr>
                                        <p:cTn id="25" dur="500"/>
                                        <p:tgtEl>
                                          <p:spTgt spid="3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up)">
                                      <p:cBhvr>
                                        <p:cTn id="30" dur="500"/>
                                        <p:tgtEl>
                                          <p:spTgt spid="2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wipe(up)">
                                      <p:cBhvr>
                                        <p:cTn id="35" dur="500"/>
                                        <p:tgtEl>
                                          <p:spTgt spid="3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wipe(left)">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530" name="Object 1026"/>
          <p:cNvGraphicFramePr>
            <a:graphicFrameLocks noChangeAspect="1"/>
          </p:cNvGraphicFramePr>
          <p:nvPr/>
        </p:nvGraphicFramePr>
        <p:xfrm>
          <a:off x="804864" y="-71462"/>
          <a:ext cx="6686850" cy="1004364"/>
        </p:xfrm>
        <a:graphic>
          <a:graphicData uri="http://schemas.openxmlformats.org/presentationml/2006/ole">
            <mc:AlternateContent xmlns:mc="http://schemas.openxmlformats.org/markup-compatibility/2006">
              <mc:Choice xmlns:v="urn:schemas-microsoft-com:vml" Requires="v">
                <p:oleObj name="公式" r:id="rId2" imgW="3377880" imgH="457200" progId="Equation.3">
                  <p:embed/>
                </p:oleObj>
              </mc:Choice>
              <mc:Fallback>
                <p:oleObj name="公式" r:id="rId2" imgW="3377880" imgH="457200" progId="Equation.3">
                  <p:embed/>
                  <p:pic>
                    <p:nvPicPr>
                      <p:cNvPr id="22530" name="Object 1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864" y="-71462"/>
                        <a:ext cx="6686850" cy="10043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535" name="Rectangle 1027"/>
          <p:cNvSpPr>
            <a:spLocks noChangeArrowheads="1"/>
          </p:cNvSpPr>
          <p:nvPr/>
        </p:nvSpPr>
        <p:spPr bwMode="auto">
          <a:xfrm>
            <a:off x="-127437" y="117452"/>
            <a:ext cx="1270413" cy="52322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0000"/>
                </a:solidFill>
                <a:effectLst/>
                <a:uLnTx/>
                <a:uFillTx/>
                <a:latin typeface="黑体" pitchFamily="49" charset="-122"/>
                <a:ea typeface="黑体" pitchFamily="49" charset="-122"/>
                <a:cs typeface="+mn-cs"/>
              </a:rPr>
              <a:t> </a:t>
            </a: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例</a:t>
            </a:r>
            <a:endPar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endParaRPr>
          </a:p>
        </p:txBody>
      </p:sp>
      <p:graphicFrame>
        <p:nvGraphicFramePr>
          <p:cNvPr id="22531" name="Object 1026"/>
          <p:cNvGraphicFramePr>
            <a:graphicFrameLocks noChangeAspect="1"/>
          </p:cNvGraphicFramePr>
          <p:nvPr/>
        </p:nvGraphicFramePr>
        <p:xfrm>
          <a:off x="649256" y="1144571"/>
          <a:ext cx="3379704" cy="446808"/>
        </p:xfrm>
        <a:graphic>
          <a:graphicData uri="http://schemas.openxmlformats.org/presentationml/2006/ole">
            <mc:AlternateContent xmlns:mc="http://schemas.openxmlformats.org/markup-compatibility/2006">
              <mc:Choice xmlns:v="urn:schemas-microsoft-com:vml" Requires="v">
                <p:oleObj name="公式" r:id="rId4" imgW="1485720" imgH="203040" progId="Equation.3">
                  <p:embed/>
                </p:oleObj>
              </mc:Choice>
              <mc:Fallback>
                <p:oleObj name="公式" r:id="rId4" imgW="1485720" imgH="203040" progId="Equation.3">
                  <p:embed/>
                  <p:pic>
                    <p:nvPicPr>
                      <p:cNvPr id="22531" name="Object 102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9256" y="1144571"/>
                        <a:ext cx="3379704" cy="4468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532" name="Object 1026"/>
          <p:cNvGraphicFramePr>
            <a:graphicFrameLocks noChangeAspect="1"/>
          </p:cNvGraphicFramePr>
          <p:nvPr/>
        </p:nvGraphicFramePr>
        <p:xfrm>
          <a:off x="574642" y="1571612"/>
          <a:ext cx="4563556" cy="1228405"/>
        </p:xfrm>
        <a:graphic>
          <a:graphicData uri="http://schemas.openxmlformats.org/presentationml/2006/ole">
            <mc:AlternateContent xmlns:mc="http://schemas.openxmlformats.org/markup-compatibility/2006">
              <mc:Choice xmlns:v="urn:schemas-microsoft-com:vml" Requires="v">
                <p:oleObj name="公式" r:id="rId6" imgW="2006280" imgH="558720" progId="Equation.3">
                  <p:embed/>
                </p:oleObj>
              </mc:Choice>
              <mc:Fallback>
                <p:oleObj name="公式" r:id="rId6" imgW="2006280" imgH="558720" progId="Equation.3">
                  <p:embed/>
                  <p:pic>
                    <p:nvPicPr>
                      <p:cNvPr id="22532" name="Object 10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4642" y="1571612"/>
                        <a:ext cx="4563556" cy="122840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537" name="Rectangle 1027"/>
          <p:cNvSpPr>
            <a:spLocks noChangeArrowheads="1"/>
          </p:cNvSpPr>
          <p:nvPr/>
        </p:nvSpPr>
        <p:spPr bwMode="auto">
          <a:xfrm>
            <a:off x="30563" y="1071546"/>
            <a:ext cx="1183851" cy="52322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解：</a:t>
            </a:r>
          </a:p>
        </p:txBody>
      </p:sp>
      <p:graphicFrame>
        <p:nvGraphicFramePr>
          <p:cNvPr id="22533" name="Object 1026"/>
          <p:cNvGraphicFramePr>
            <a:graphicFrameLocks noChangeAspect="1"/>
          </p:cNvGraphicFramePr>
          <p:nvPr/>
        </p:nvGraphicFramePr>
        <p:xfrm>
          <a:off x="451085" y="2714620"/>
          <a:ext cx="6586287" cy="1228404"/>
        </p:xfrm>
        <a:graphic>
          <a:graphicData uri="http://schemas.openxmlformats.org/presentationml/2006/ole">
            <mc:AlternateContent xmlns:mc="http://schemas.openxmlformats.org/markup-compatibility/2006">
              <mc:Choice xmlns:v="urn:schemas-microsoft-com:vml" Requires="v">
                <p:oleObj name="公式" r:id="rId8" imgW="2895480" imgH="558720" progId="Equation.3">
                  <p:embed/>
                </p:oleObj>
              </mc:Choice>
              <mc:Fallback>
                <p:oleObj name="公式" r:id="rId8" imgW="2895480" imgH="558720" progId="Equation.3">
                  <p:embed/>
                  <p:pic>
                    <p:nvPicPr>
                      <p:cNvPr id="22533" name="Object 10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1085" y="2714620"/>
                        <a:ext cx="6586287" cy="12284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534" name="Object 1026"/>
          <p:cNvGraphicFramePr>
            <a:graphicFrameLocks noChangeAspect="1"/>
          </p:cNvGraphicFramePr>
          <p:nvPr/>
        </p:nvGraphicFramePr>
        <p:xfrm>
          <a:off x="491352" y="4286256"/>
          <a:ext cx="8117656" cy="1787234"/>
        </p:xfrm>
        <a:graphic>
          <a:graphicData uri="http://schemas.openxmlformats.org/presentationml/2006/ole">
            <mc:AlternateContent xmlns:mc="http://schemas.openxmlformats.org/markup-compatibility/2006">
              <mc:Choice xmlns:v="urn:schemas-microsoft-com:vml" Requires="v">
                <p:oleObj name="公式" r:id="rId10" imgW="3568680" imgH="812520" progId="Equation.3">
                  <p:embed/>
                </p:oleObj>
              </mc:Choice>
              <mc:Fallback>
                <p:oleObj name="公式" r:id="rId10" imgW="3568680" imgH="812520" progId="Equation.3">
                  <p:embed/>
                  <p:pic>
                    <p:nvPicPr>
                      <p:cNvPr id="22534" name="Object 102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1352" y="4286256"/>
                        <a:ext cx="8117656" cy="178723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25"/>
          <p:cNvSpPr>
            <a:spLocks noChangeShapeType="1"/>
          </p:cNvSpPr>
          <p:nvPr/>
        </p:nvSpPr>
        <p:spPr bwMode="auto">
          <a:xfrm>
            <a:off x="0" y="92867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 name="Text Box 28"/>
          <p:cNvSpPr txBox="1">
            <a:spLocks noChangeArrowheads="1"/>
          </p:cNvSpPr>
          <p:nvPr/>
        </p:nvSpPr>
        <p:spPr bwMode="auto">
          <a:xfrm>
            <a:off x="5108546" y="1071546"/>
            <a:ext cx="3946554" cy="1384995"/>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抽象矩阵方程：</a:t>
            </a:r>
            <a:endPar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通过求逆，即左乘右乘改变矩阵位置，进行方程整理</a:t>
            </a:r>
          </a:p>
        </p:txBody>
      </p:sp>
      <p:sp>
        <p:nvSpPr>
          <p:cNvPr id="12" name="动作按钮: 帮助 11">
            <a:hlinkClick r:id="rId12"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537"/>
                                        </p:tgtEl>
                                        <p:attrNameLst>
                                          <p:attrName>style.visibility</p:attrName>
                                        </p:attrNameLst>
                                      </p:cBhvr>
                                      <p:to>
                                        <p:strVal val="visible"/>
                                      </p:to>
                                    </p:set>
                                    <p:animEffect transition="in" filter="wipe(left)">
                                      <p:cBhvr>
                                        <p:cTn id="7" dur="500"/>
                                        <p:tgtEl>
                                          <p:spTgt spid="22537"/>
                                        </p:tgtEl>
                                      </p:cBhvr>
                                    </p:animEffect>
                                  </p:childTnLst>
                                </p:cTn>
                              </p:par>
                              <p:par>
                                <p:cTn id="8" presetID="22" presetClass="entr" presetSubtype="8" fill="hold" nodeType="withEffect">
                                  <p:stCondLst>
                                    <p:cond delay="0"/>
                                  </p:stCondLst>
                                  <p:childTnLst>
                                    <p:set>
                                      <p:cBhvr>
                                        <p:cTn id="9" dur="1" fill="hold">
                                          <p:stCondLst>
                                            <p:cond delay="0"/>
                                          </p:stCondLst>
                                        </p:cTn>
                                        <p:tgtEl>
                                          <p:spTgt spid="22531"/>
                                        </p:tgtEl>
                                        <p:attrNameLst>
                                          <p:attrName>style.visibility</p:attrName>
                                        </p:attrNameLst>
                                      </p:cBhvr>
                                      <p:to>
                                        <p:strVal val="visible"/>
                                      </p:to>
                                    </p:set>
                                    <p:animEffect transition="in" filter="wipe(left)">
                                      <p:cBhvr>
                                        <p:cTn id="10" dur="500"/>
                                        <p:tgtEl>
                                          <p:spTgt spid="2253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2532"/>
                                        </p:tgtEl>
                                        <p:attrNameLst>
                                          <p:attrName>style.visibility</p:attrName>
                                        </p:attrNameLst>
                                      </p:cBhvr>
                                      <p:to>
                                        <p:strVal val="visible"/>
                                      </p:to>
                                    </p:set>
                                    <p:animEffect transition="in" filter="wipe(left)">
                                      <p:cBhvr>
                                        <p:cTn id="15" dur="500"/>
                                        <p:tgtEl>
                                          <p:spTgt spid="2253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2533"/>
                                        </p:tgtEl>
                                        <p:attrNameLst>
                                          <p:attrName>style.visibility</p:attrName>
                                        </p:attrNameLst>
                                      </p:cBhvr>
                                      <p:to>
                                        <p:strVal val="visible"/>
                                      </p:to>
                                    </p:set>
                                    <p:animEffect transition="in" filter="wipe(left)">
                                      <p:cBhvr>
                                        <p:cTn id="20" dur="500"/>
                                        <p:tgtEl>
                                          <p:spTgt spid="2253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1">
                                            <p:bg/>
                                          </p:spTgt>
                                        </p:tgtEl>
                                        <p:attrNameLst>
                                          <p:attrName>style.visibility</p:attrName>
                                        </p:attrNameLst>
                                      </p:cBhvr>
                                      <p:to>
                                        <p:strVal val="visible"/>
                                      </p:to>
                                    </p:set>
                                    <p:animEffect transition="in" filter="wipe(left)">
                                      <p:cBhvr>
                                        <p:cTn id="25" dur="500"/>
                                        <p:tgtEl>
                                          <p:spTgt spid="11">
                                            <p:bg/>
                                          </p:spTgt>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1">
                                            <p:txEl>
                                              <p:pRg st="0" end="0"/>
                                            </p:txEl>
                                          </p:spTgt>
                                        </p:tgtEl>
                                        <p:attrNameLst>
                                          <p:attrName>style.visibility</p:attrName>
                                        </p:attrNameLst>
                                      </p:cBhvr>
                                      <p:to>
                                        <p:strVal val="visible"/>
                                      </p:to>
                                    </p:set>
                                    <p:animEffect transition="in" filter="wipe(left)">
                                      <p:cBhvr>
                                        <p:cTn id="28" dur="500"/>
                                        <p:tgtEl>
                                          <p:spTgt spid="11">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1">
                                            <p:txEl>
                                              <p:pRg st="1" end="1"/>
                                            </p:txEl>
                                          </p:spTgt>
                                        </p:tgtEl>
                                        <p:attrNameLst>
                                          <p:attrName>style.visibility</p:attrName>
                                        </p:attrNameLst>
                                      </p:cBhvr>
                                      <p:to>
                                        <p:strVal val="visible"/>
                                      </p:to>
                                    </p:set>
                                    <p:animEffect transition="in" filter="wipe(left)">
                                      <p:cBhvr>
                                        <p:cTn id="33" dur="500"/>
                                        <p:tgtEl>
                                          <p:spTgt spid="11">
                                            <p:txEl>
                                              <p:pRg st="1" end="1"/>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2534"/>
                                        </p:tgtEl>
                                        <p:attrNameLst>
                                          <p:attrName>style.visibility</p:attrName>
                                        </p:attrNameLst>
                                      </p:cBhvr>
                                      <p:to>
                                        <p:strVal val="visible"/>
                                      </p:to>
                                    </p:set>
                                    <p:animEffect transition="in" filter="wipe(left)">
                                      <p:cBhvr>
                                        <p:cTn id="38" dur="500"/>
                                        <p:tgtEl>
                                          <p:spTgt spid="225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7" grpId="0"/>
      <p:bldP spid="11" grpId="0" uiExpand="1" build="allAtOnce" animBg="1"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714348" y="0"/>
            <a:ext cx="4786346"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square">
            <a:sp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四、方阵的运算</a:t>
            </a:r>
          </a:p>
        </p:txBody>
      </p:sp>
      <p:sp>
        <p:nvSpPr>
          <p:cNvPr id="12" name="圆角矩形 11"/>
          <p:cNvSpPr/>
          <p:nvPr/>
        </p:nvSpPr>
        <p:spPr bwMode="auto">
          <a:xfrm>
            <a:off x="714348" y="2571744"/>
            <a:ext cx="4143403" cy="4286256"/>
          </a:xfrm>
          <a:prstGeom prst="roundRect">
            <a:avLst>
              <a:gd name="adj" fmla="val 9201"/>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24" name="圆角矩形 23"/>
          <p:cNvSpPr/>
          <p:nvPr/>
        </p:nvSpPr>
        <p:spPr bwMode="auto">
          <a:xfrm>
            <a:off x="5000597" y="2571744"/>
            <a:ext cx="4143403" cy="4286256"/>
          </a:xfrm>
          <a:prstGeom prst="roundRect">
            <a:avLst>
              <a:gd name="adj" fmla="val 9201"/>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25" name="Text Box 4"/>
          <p:cNvSpPr txBox="1">
            <a:spLocks noChangeArrowheads="1"/>
          </p:cNvSpPr>
          <p:nvPr/>
        </p:nvSpPr>
        <p:spPr bwMode="auto">
          <a:xfrm>
            <a:off x="928662" y="2571745"/>
            <a:ext cx="200026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对称阵：</a:t>
            </a:r>
          </a:p>
        </p:txBody>
      </p:sp>
      <p:sp>
        <p:nvSpPr>
          <p:cNvPr id="10" name="Text Box 12"/>
          <p:cNvSpPr txBox="1">
            <a:spLocks noChangeArrowheads="1"/>
          </p:cNvSpPr>
          <p:nvPr/>
        </p:nvSpPr>
        <p:spPr bwMode="auto">
          <a:xfrm>
            <a:off x="642910" y="928670"/>
            <a:ext cx="8572499" cy="584775"/>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dirty="0">
                <a:solidFill>
                  <a:srgbClr val="FFFF00"/>
                </a:solidFill>
                <a:effectLst>
                  <a:outerShdw blurRad="38100" dist="38100" dir="2700000" algn="tl">
                    <a:srgbClr val="000000"/>
                  </a:outerShdw>
                </a:effectLst>
                <a:latin typeface="微软雅黑" pitchFamily="34" charset="-122"/>
                <a:ea typeface="微软雅黑" pitchFamily="34" charset="-122"/>
              </a:rPr>
              <a:t>1</a:t>
            </a:r>
            <a:r>
              <a:rPr kumimoji="0" lang="en-US" altLang="zh-CN"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a:t>
            </a:r>
            <a:r>
              <a:rPr kumimoji="0" lang="zh-CN" altLang="en-US"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rPr>
              <a:t>特殊方阵及其运算：</a:t>
            </a:r>
            <a:endParaRPr kumimoji="0" lang="en-US" altLang="zh-CN"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graphicFrame>
        <p:nvGraphicFramePr>
          <p:cNvPr id="2" name="Object 5"/>
          <p:cNvGraphicFramePr>
            <a:graphicFrameLocks noChangeAspect="1"/>
          </p:cNvGraphicFramePr>
          <p:nvPr/>
        </p:nvGraphicFramePr>
        <p:xfrm>
          <a:off x="928662" y="3000372"/>
          <a:ext cx="1198563" cy="427723"/>
        </p:xfrm>
        <a:graphic>
          <a:graphicData uri="http://schemas.openxmlformats.org/presentationml/2006/ole">
            <mc:AlternateContent xmlns:mc="http://schemas.openxmlformats.org/markup-compatibility/2006">
              <mc:Choice xmlns:v="urn:schemas-microsoft-com:vml" Requires="v">
                <p:oleObj name="Equation" r:id="rId4" imgW="672840" imgH="228600" progId="Equation.DSMT4">
                  <p:embed/>
                </p:oleObj>
              </mc:Choice>
              <mc:Fallback>
                <p:oleObj name="Equation" r:id="rId4" imgW="672840" imgH="228600" progId="Equation.DSMT4">
                  <p:embed/>
                  <p:pic>
                    <p:nvPicPr>
                      <p:cNvPr id="2"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8662" y="3000372"/>
                        <a:ext cx="1198563" cy="42772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Text Box 12"/>
          <p:cNvSpPr txBox="1">
            <a:spLocks noChangeArrowheads="1"/>
          </p:cNvSpPr>
          <p:nvPr/>
        </p:nvSpPr>
        <p:spPr bwMode="auto">
          <a:xfrm>
            <a:off x="686488" y="1285860"/>
            <a:ext cx="8100354" cy="646331"/>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2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3</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）设 </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为 </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阶方阵，如果满足                                      则称</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为</a:t>
            </a:r>
            <a:r>
              <a:rPr kumimoji="1" lang="zh-CN" altLang="en-US"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对称阵</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p>
        </p:txBody>
      </p:sp>
      <p:graphicFrame>
        <p:nvGraphicFramePr>
          <p:cNvPr id="16" name="Object 15"/>
          <p:cNvGraphicFramePr>
            <a:graphicFrameLocks noChangeAspect="1"/>
          </p:cNvGraphicFramePr>
          <p:nvPr/>
        </p:nvGraphicFramePr>
        <p:xfrm>
          <a:off x="4284663" y="1489075"/>
          <a:ext cx="2471737" cy="438150"/>
        </p:xfrm>
        <a:graphic>
          <a:graphicData uri="http://schemas.openxmlformats.org/presentationml/2006/ole">
            <mc:AlternateContent xmlns:mc="http://schemas.openxmlformats.org/markup-compatibility/2006">
              <mc:Choice xmlns:v="urn:schemas-microsoft-com:vml" Requires="v">
                <p:oleObj name="Equation" r:id="rId6" imgW="1714320" imgH="253800" progId="Equation.DSMT4">
                  <p:embed/>
                </p:oleObj>
              </mc:Choice>
              <mc:Fallback>
                <p:oleObj name="Equation" r:id="rId6" imgW="1714320" imgH="253800" progId="Equation.DSMT4">
                  <p:embed/>
                  <p:pic>
                    <p:nvPicPr>
                      <p:cNvPr id="16" name="Object 1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84663" y="1489075"/>
                        <a:ext cx="2471737"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13"/>
          <p:cNvGraphicFramePr>
            <a:graphicFrameLocks noChangeAspect="1"/>
          </p:cNvGraphicFramePr>
          <p:nvPr/>
        </p:nvGraphicFramePr>
        <p:xfrm>
          <a:off x="4281488" y="1989138"/>
          <a:ext cx="2724150" cy="452437"/>
        </p:xfrm>
        <a:graphic>
          <a:graphicData uri="http://schemas.openxmlformats.org/presentationml/2006/ole">
            <mc:AlternateContent xmlns:mc="http://schemas.openxmlformats.org/markup-compatibility/2006">
              <mc:Choice xmlns:v="urn:schemas-microsoft-com:vml" Requires="v">
                <p:oleObj name="Equation" r:id="rId8" imgW="1815840" imgH="253800" progId="Equation.DSMT4">
                  <p:embed/>
                </p:oleObj>
              </mc:Choice>
              <mc:Fallback>
                <p:oleObj name="Equation" r:id="rId8" imgW="1815840" imgH="253800" progId="Equation.DSMT4">
                  <p:embed/>
                  <p:pic>
                    <p:nvPicPr>
                      <p:cNvPr id="18" name="Object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81488" y="1989138"/>
                        <a:ext cx="2724150" cy="4524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Text Box 12"/>
          <p:cNvSpPr txBox="1">
            <a:spLocks noChangeArrowheads="1"/>
          </p:cNvSpPr>
          <p:nvPr/>
        </p:nvSpPr>
        <p:spPr bwMode="auto">
          <a:xfrm>
            <a:off x="1285820" y="2059536"/>
            <a:ext cx="7858180" cy="369332"/>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设 </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为 </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阶方阵，如果满足                                          则称</a:t>
            </a:r>
            <a:r>
              <a:rPr kumimoji="1" lang="en-US" altLang="zh-CN" sz="18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为</a:t>
            </a:r>
            <a:r>
              <a:rPr kumimoji="1" lang="zh-CN" altLang="en-US"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反对称阵</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p>
        </p:txBody>
      </p:sp>
      <p:graphicFrame>
        <p:nvGraphicFramePr>
          <p:cNvPr id="4" name="Object 9"/>
          <p:cNvGraphicFramePr>
            <a:graphicFrameLocks noChangeAspect="1"/>
          </p:cNvGraphicFramePr>
          <p:nvPr/>
        </p:nvGraphicFramePr>
        <p:xfrm>
          <a:off x="928688" y="3286125"/>
          <a:ext cx="3857625" cy="765175"/>
        </p:xfrm>
        <a:graphic>
          <a:graphicData uri="http://schemas.openxmlformats.org/presentationml/2006/ole">
            <mc:AlternateContent xmlns:mc="http://schemas.openxmlformats.org/markup-compatibility/2006">
              <mc:Choice xmlns:v="urn:schemas-microsoft-com:vml" Requires="v">
                <p:oleObj name="Equation" r:id="rId10" imgW="2247840" imgH="469800" progId="Equation.DSMT4">
                  <p:embed/>
                </p:oleObj>
              </mc:Choice>
              <mc:Fallback>
                <p:oleObj name="Equation" r:id="rId10" imgW="2247840" imgH="469800" progId="Equation.DSMT4">
                  <p:embed/>
                  <p:pic>
                    <p:nvPicPr>
                      <p:cNvPr id="4"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8688" y="3286125"/>
                        <a:ext cx="3857625" cy="765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9"/>
          <p:cNvGraphicFramePr>
            <a:graphicFrameLocks noChangeAspect="1"/>
          </p:cNvGraphicFramePr>
          <p:nvPr/>
        </p:nvGraphicFramePr>
        <p:xfrm>
          <a:off x="928662" y="4071942"/>
          <a:ext cx="3486150" cy="785817"/>
        </p:xfrm>
        <a:graphic>
          <a:graphicData uri="http://schemas.openxmlformats.org/presentationml/2006/ole">
            <mc:AlternateContent xmlns:mc="http://schemas.openxmlformats.org/markup-compatibility/2006">
              <mc:Choice xmlns:v="urn:schemas-microsoft-com:vml" Requires="v">
                <p:oleObj name="Equation" r:id="rId12" imgW="2031840" imgH="482400" progId="Equation.DSMT4">
                  <p:embed/>
                </p:oleObj>
              </mc:Choice>
              <mc:Fallback>
                <p:oleObj name="Equation" r:id="rId12" imgW="2031840" imgH="482400" progId="Equation.DSMT4">
                  <p:embed/>
                  <p:pic>
                    <p:nvPicPr>
                      <p:cNvPr id="20"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28662" y="4071942"/>
                        <a:ext cx="3486150" cy="78581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Text Box 4"/>
          <p:cNvSpPr txBox="1">
            <a:spLocks noChangeArrowheads="1"/>
          </p:cNvSpPr>
          <p:nvPr/>
        </p:nvSpPr>
        <p:spPr bwMode="auto">
          <a:xfrm>
            <a:off x="5214942" y="2538707"/>
            <a:ext cx="200026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反对称阵：</a:t>
            </a:r>
          </a:p>
        </p:txBody>
      </p:sp>
      <p:sp>
        <p:nvSpPr>
          <p:cNvPr id="22" name="矩形 21"/>
          <p:cNvSpPr/>
          <p:nvPr/>
        </p:nvSpPr>
        <p:spPr>
          <a:xfrm>
            <a:off x="5357818" y="3500438"/>
            <a:ext cx="2560316" cy="400110"/>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99">
                    <a:lumMod val="75000"/>
                  </a:srgbClr>
                </a:solidFill>
                <a:effectLst/>
                <a:uLnTx/>
                <a:uFillTx/>
                <a:latin typeface="微软雅黑" pitchFamily="34" charset="-122"/>
                <a:ea typeface="微软雅黑" pitchFamily="34" charset="-122"/>
                <a:cs typeface="+mn-cs"/>
              </a:rPr>
              <a:t>(2)</a:t>
            </a:r>
            <a:r>
              <a:rPr kumimoji="1" lang="zh-CN" altLang="en-US" sz="2000" b="1" i="0" u="none" strike="noStrike" kern="1200" cap="none" spc="0" normalizeH="0" baseline="0" noProof="0" dirty="0">
                <a:ln>
                  <a:noFill/>
                </a:ln>
                <a:solidFill>
                  <a:srgbClr val="000099">
                    <a:lumMod val="75000"/>
                  </a:srgbClr>
                </a:solidFill>
                <a:effectLst/>
                <a:uLnTx/>
                <a:uFillTx/>
                <a:latin typeface="微软雅黑" pitchFamily="34" charset="-122"/>
                <a:ea typeface="微软雅黑" pitchFamily="34" charset="-122"/>
                <a:cs typeface="+mn-cs"/>
              </a:rPr>
              <a:t>主对角元都是零。</a:t>
            </a:r>
            <a:endParaRPr kumimoji="1" lang="zh-CN" altLang="en-US" sz="2000" b="0" i="0" u="none" strike="noStrike" kern="1200" cap="none" spc="0" normalizeH="0" baseline="0" noProof="0" dirty="0">
              <a:ln>
                <a:noFill/>
              </a:ln>
              <a:solidFill>
                <a:srgbClr val="000099">
                  <a:lumMod val="75000"/>
                </a:srgbClr>
              </a:solidFill>
              <a:effectLst/>
              <a:uLnTx/>
              <a:uFillTx/>
              <a:latin typeface="微软雅黑" pitchFamily="34" charset="-122"/>
              <a:ea typeface="微软雅黑" pitchFamily="34" charset="-122"/>
              <a:cs typeface="+mn-cs"/>
            </a:endParaRPr>
          </a:p>
        </p:txBody>
      </p:sp>
      <p:graphicFrame>
        <p:nvGraphicFramePr>
          <p:cNvPr id="23" name="Object 5"/>
          <p:cNvGraphicFramePr>
            <a:graphicFrameLocks noChangeAspect="1"/>
          </p:cNvGraphicFramePr>
          <p:nvPr/>
        </p:nvGraphicFramePr>
        <p:xfrm>
          <a:off x="5440708" y="3000372"/>
          <a:ext cx="1379537" cy="427038"/>
        </p:xfrm>
        <a:graphic>
          <a:graphicData uri="http://schemas.openxmlformats.org/presentationml/2006/ole">
            <mc:AlternateContent xmlns:mc="http://schemas.openxmlformats.org/markup-compatibility/2006">
              <mc:Choice xmlns:v="urn:schemas-microsoft-com:vml" Requires="v">
                <p:oleObj name="Equation" r:id="rId14" imgW="774360" imgH="228600" progId="Equation.DSMT4">
                  <p:embed/>
                </p:oleObj>
              </mc:Choice>
              <mc:Fallback>
                <p:oleObj name="Equation" r:id="rId14" imgW="774360" imgH="228600" progId="Equation.DSMT4">
                  <p:embed/>
                  <p:pic>
                    <p:nvPicPr>
                      <p:cNvPr id="23" name="Object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40708" y="3000372"/>
                        <a:ext cx="1379537"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 name="Line 25"/>
          <p:cNvSpPr>
            <a:spLocks noChangeShapeType="1"/>
          </p:cNvSpPr>
          <p:nvPr/>
        </p:nvSpPr>
        <p:spPr bwMode="auto">
          <a:xfrm>
            <a:off x="714348" y="4857760"/>
            <a:ext cx="4143404"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8" name="Line 25"/>
          <p:cNvSpPr>
            <a:spLocks noChangeShapeType="1"/>
          </p:cNvSpPr>
          <p:nvPr/>
        </p:nvSpPr>
        <p:spPr bwMode="auto">
          <a:xfrm>
            <a:off x="5000628" y="4857760"/>
            <a:ext cx="4143372"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aphicFrame>
        <p:nvGraphicFramePr>
          <p:cNvPr id="248845" name="Object 13"/>
          <p:cNvGraphicFramePr>
            <a:graphicFrameLocks noChangeAspect="1"/>
          </p:cNvGraphicFramePr>
          <p:nvPr/>
        </p:nvGraphicFramePr>
        <p:xfrm>
          <a:off x="1357290" y="5000636"/>
          <a:ext cx="2597150" cy="1598612"/>
        </p:xfrm>
        <a:graphic>
          <a:graphicData uri="http://schemas.openxmlformats.org/presentationml/2006/ole">
            <mc:AlternateContent xmlns:mc="http://schemas.openxmlformats.org/markup-compatibility/2006">
              <mc:Choice xmlns:v="urn:schemas-microsoft-com:vml" Requires="v">
                <p:oleObj name="公式" r:id="rId16" imgW="1155600" imgH="711000" progId="Equation.3">
                  <p:embed/>
                </p:oleObj>
              </mc:Choice>
              <mc:Fallback>
                <p:oleObj name="公式" r:id="rId16" imgW="1155600" imgH="711000" progId="Equation.3">
                  <p:embed/>
                  <p:pic>
                    <p:nvPicPr>
                      <p:cNvPr id="248845" name="Object 13"/>
                      <p:cNvPicPr>
                        <a:picLocks noChangeAspect="1" noChangeArrowheads="1"/>
                      </p:cNvPicPr>
                      <p:nvPr/>
                    </p:nvPicPr>
                    <p:blipFill>
                      <a:blip r:embed="rId17">
                        <a:lum bright="-90000"/>
                        <a:extLst>
                          <a:ext uri="{28A0092B-C50C-407E-A947-70E740481C1C}">
                            <a14:useLocalDpi xmlns:a14="http://schemas.microsoft.com/office/drawing/2010/main" val="0"/>
                          </a:ext>
                        </a:extLst>
                      </a:blip>
                      <a:srcRect/>
                      <a:stretch>
                        <a:fillRect/>
                      </a:stretch>
                    </p:blipFill>
                    <p:spPr bwMode="auto">
                      <a:xfrm>
                        <a:off x="1357290" y="5000636"/>
                        <a:ext cx="2597150" cy="1598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Line 11"/>
          <p:cNvSpPr>
            <a:spLocks noChangeShapeType="1"/>
          </p:cNvSpPr>
          <p:nvPr/>
        </p:nvSpPr>
        <p:spPr bwMode="auto">
          <a:xfrm>
            <a:off x="2143108" y="5072074"/>
            <a:ext cx="1646226" cy="1376362"/>
          </a:xfrm>
          <a:prstGeom prst="line">
            <a:avLst/>
          </a:prstGeom>
          <a:noFill/>
          <a:ln w="19050">
            <a:solidFill>
              <a:srgbClr val="0000FF"/>
            </a:solidFill>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1" name="Line 12"/>
          <p:cNvSpPr>
            <a:spLocks noChangeShapeType="1"/>
          </p:cNvSpPr>
          <p:nvPr/>
        </p:nvSpPr>
        <p:spPr bwMode="auto">
          <a:xfrm flipH="1">
            <a:off x="2500298" y="5329254"/>
            <a:ext cx="457200" cy="457200"/>
          </a:xfrm>
          <a:prstGeom prst="line">
            <a:avLst/>
          </a:prstGeom>
          <a:noFill/>
          <a:ln w="19050">
            <a:solidFill>
              <a:srgbClr val="FF0000"/>
            </a:solidFill>
            <a:round/>
            <a:headEnd type="triangle" w="med" len="med"/>
            <a:tailEnd type="triangle" w="med" len="me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2" name="Line 13"/>
          <p:cNvSpPr>
            <a:spLocks noChangeShapeType="1"/>
          </p:cNvSpPr>
          <p:nvPr/>
        </p:nvSpPr>
        <p:spPr bwMode="auto">
          <a:xfrm flipH="1">
            <a:off x="2570134" y="5229236"/>
            <a:ext cx="1066800" cy="1066800"/>
          </a:xfrm>
          <a:prstGeom prst="line">
            <a:avLst/>
          </a:prstGeom>
          <a:noFill/>
          <a:ln w="19050">
            <a:solidFill>
              <a:srgbClr val="FF0000"/>
            </a:solidFill>
            <a:round/>
            <a:headEnd type="triangle" w="med" len="med"/>
            <a:tailEnd type="triangle" w="med" len="me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3" name="Line 14"/>
          <p:cNvSpPr>
            <a:spLocks noChangeShapeType="1"/>
          </p:cNvSpPr>
          <p:nvPr/>
        </p:nvSpPr>
        <p:spPr bwMode="auto">
          <a:xfrm flipH="1">
            <a:off x="3179734" y="5838836"/>
            <a:ext cx="381000" cy="381000"/>
          </a:xfrm>
          <a:prstGeom prst="line">
            <a:avLst/>
          </a:prstGeom>
          <a:noFill/>
          <a:ln w="19050">
            <a:solidFill>
              <a:srgbClr val="FF0000"/>
            </a:solidFill>
            <a:round/>
            <a:headEnd type="triangle" w="med" len="med"/>
            <a:tailEnd type="triangle" w="med" len="me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aphicFrame>
        <p:nvGraphicFramePr>
          <p:cNvPr id="248846" name="Object 14"/>
          <p:cNvGraphicFramePr>
            <a:graphicFrameLocks noChangeAspect="1"/>
          </p:cNvGraphicFramePr>
          <p:nvPr/>
        </p:nvGraphicFramePr>
        <p:xfrm>
          <a:off x="5500694" y="5057799"/>
          <a:ext cx="2689725" cy="1514473"/>
        </p:xfrm>
        <a:graphic>
          <a:graphicData uri="http://schemas.openxmlformats.org/presentationml/2006/ole">
            <mc:AlternateContent xmlns:mc="http://schemas.openxmlformats.org/markup-compatibility/2006">
              <mc:Choice xmlns:v="urn:schemas-microsoft-com:vml" Requires="v">
                <p:oleObj name="公式" r:id="rId18" imgW="1180800" imgH="711000" progId="Equation.3">
                  <p:embed/>
                </p:oleObj>
              </mc:Choice>
              <mc:Fallback>
                <p:oleObj name="公式" r:id="rId18" imgW="1180800" imgH="711000" progId="Equation.3">
                  <p:embed/>
                  <p:pic>
                    <p:nvPicPr>
                      <p:cNvPr id="248846" name="Object 14"/>
                      <p:cNvPicPr>
                        <a:picLocks noChangeAspect="1" noChangeArrowheads="1"/>
                      </p:cNvPicPr>
                      <p:nvPr/>
                    </p:nvPicPr>
                    <p:blipFill>
                      <a:blip r:embed="rId19">
                        <a:lum bright="-92000"/>
                        <a:extLst>
                          <a:ext uri="{28A0092B-C50C-407E-A947-70E740481C1C}">
                            <a14:useLocalDpi xmlns:a14="http://schemas.microsoft.com/office/drawing/2010/main" val="0"/>
                          </a:ext>
                        </a:extLst>
                      </a:blip>
                      <a:srcRect/>
                      <a:stretch>
                        <a:fillRect/>
                      </a:stretch>
                    </p:blipFill>
                    <p:spPr bwMode="auto">
                      <a:xfrm>
                        <a:off x="5500694" y="5057799"/>
                        <a:ext cx="2689725" cy="15144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 name="Object 9"/>
          <p:cNvGraphicFramePr>
            <a:graphicFrameLocks noChangeAspect="1"/>
          </p:cNvGraphicFramePr>
          <p:nvPr/>
        </p:nvGraphicFramePr>
        <p:xfrm>
          <a:off x="5440708" y="3857627"/>
          <a:ext cx="3513590" cy="812343"/>
        </p:xfrm>
        <a:graphic>
          <a:graphicData uri="http://schemas.openxmlformats.org/presentationml/2006/ole">
            <mc:AlternateContent xmlns:mc="http://schemas.openxmlformats.org/markup-compatibility/2006">
              <mc:Choice xmlns:v="urn:schemas-microsoft-com:vml" Requires="v">
                <p:oleObj name="Equation" r:id="rId20" imgW="1981080" imgH="482400" progId="Equation.DSMT4">
                  <p:embed/>
                </p:oleObj>
              </mc:Choice>
              <mc:Fallback>
                <p:oleObj name="Equation" r:id="rId20" imgW="1981080" imgH="482400" progId="Equation.DSMT4">
                  <p:embed/>
                  <p:pic>
                    <p:nvPicPr>
                      <p:cNvPr id="34" name="Object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440708" y="3857627"/>
                        <a:ext cx="3513590" cy="81234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5">
                                            <p:txEl>
                                              <p:pRg st="0" end="0"/>
                                            </p:txEl>
                                          </p:spTgt>
                                        </p:tgtEl>
                                        <p:attrNameLst>
                                          <p:attrName>style.visibility</p:attrName>
                                        </p:attrNameLst>
                                      </p:cBhvr>
                                      <p:to>
                                        <p:strVal val="visible"/>
                                      </p:to>
                                    </p:set>
                                    <p:animEffect transition="in" filter="wipe(left)">
                                      <p:cBhvr>
                                        <p:cTn id="10" dur="500"/>
                                        <p:tgtEl>
                                          <p:spTgt spid="25">
                                            <p:txEl>
                                              <p:pRg st="0" end="0"/>
                                            </p:txEl>
                                          </p:spTgt>
                                        </p:tgtEl>
                                      </p:cBhvr>
                                    </p:animEffect>
                                  </p:childTnLst>
                                </p:cTn>
                              </p:par>
                              <p:par>
                                <p:cTn id="11" presetID="22" presetClass="entr" presetSubtype="8" fill="hold" nodeType="withEffect">
                                  <p:stCondLst>
                                    <p:cond delay="0"/>
                                  </p:stCondLst>
                                  <p:childTnLst>
                                    <p:set>
                                      <p:cBhvr>
                                        <p:cTn id="12" dur="1" fill="hold">
                                          <p:stCondLst>
                                            <p:cond delay="0"/>
                                          </p:stCondLst>
                                        </p:cTn>
                                        <p:tgtEl>
                                          <p:spTgt spid="248845"/>
                                        </p:tgtEl>
                                        <p:attrNameLst>
                                          <p:attrName>style.visibility</p:attrName>
                                        </p:attrNameLst>
                                      </p:cBhvr>
                                      <p:to>
                                        <p:strVal val="visible"/>
                                      </p:to>
                                    </p:set>
                                    <p:animEffect transition="in" filter="wipe(left)">
                                      <p:cBhvr>
                                        <p:cTn id="13" dur="500"/>
                                        <p:tgtEl>
                                          <p:spTgt spid="24884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0"/>
                                        </p:tgtEl>
                                        <p:attrNameLst>
                                          <p:attrName>style.visibility</p:attrName>
                                        </p:attrNameLst>
                                      </p:cBhvr>
                                      <p:to>
                                        <p:strVal val="visible"/>
                                      </p:to>
                                    </p:set>
                                    <p:animEffect transition="in" filter="wipe(left)">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wipe(left)">
                                      <p:cBhvr>
                                        <p:cTn id="26" dur="500"/>
                                        <p:tgtEl>
                                          <p:spTgt spid="31"/>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32"/>
                                        </p:tgtEl>
                                        <p:attrNameLst>
                                          <p:attrName>style.visibility</p:attrName>
                                        </p:attrNameLst>
                                      </p:cBhvr>
                                      <p:to>
                                        <p:strVal val="visible"/>
                                      </p:to>
                                    </p:set>
                                    <p:animEffect transition="in" filter="wipe(left)">
                                      <p:cBhvr>
                                        <p:cTn id="29" dur="500"/>
                                        <p:tgtEl>
                                          <p:spTgt spid="32"/>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3"/>
                                        </p:tgtEl>
                                        <p:attrNameLst>
                                          <p:attrName>style.visibility</p:attrName>
                                        </p:attrNameLst>
                                      </p:cBhvr>
                                      <p:to>
                                        <p:strVal val="visible"/>
                                      </p:to>
                                    </p:set>
                                    <p:animEffect transition="in" filter="wipe(left)">
                                      <p:cBhvr>
                                        <p:cTn id="32" dur="500"/>
                                        <p:tgtEl>
                                          <p:spTgt spid="3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wipe(left)">
                                      <p:cBhvr>
                                        <p:cTn id="42" dur="500"/>
                                        <p:tgtEl>
                                          <p:spTgt spid="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wipe(left)">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wipe(left)">
                                      <p:cBhvr>
                                        <p:cTn id="52" dur="500"/>
                                        <p:tgtEl>
                                          <p:spTgt spid="18"/>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wipe(left)">
                                      <p:cBhvr>
                                        <p:cTn id="55" dur="500"/>
                                        <p:tgtEl>
                                          <p:spTgt spid="1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wipe(left)">
                                      <p:cBhvr>
                                        <p:cTn id="60" dur="500"/>
                                        <p:tgtEl>
                                          <p:spTgt spid="24"/>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21">
                                            <p:txEl>
                                              <p:pRg st="0" end="0"/>
                                            </p:txEl>
                                          </p:spTgt>
                                        </p:tgtEl>
                                        <p:attrNameLst>
                                          <p:attrName>style.visibility</p:attrName>
                                        </p:attrNameLst>
                                      </p:cBhvr>
                                      <p:to>
                                        <p:strVal val="visible"/>
                                      </p:to>
                                    </p:set>
                                    <p:animEffect transition="in" filter="wipe(left)">
                                      <p:cBhvr>
                                        <p:cTn id="63" dur="500"/>
                                        <p:tgtEl>
                                          <p:spTgt spid="21">
                                            <p:txEl>
                                              <p:pRg st="0" end="0"/>
                                            </p:txEl>
                                          </p:spTgt>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wipe(left)">
                                      <p:cBhvr>
                                        <p:cTn id="66" dur="500"/>
                                        <p:tgtEl>
                                          <p:spTgt spid="28"/>
                                        </p:tgtEl>
                                      </p:cBhvr>
                                    </p:animEffect>
                                  </p:childTnLst>
                                </p:cTn>
                              </p:par>
                              <p:par>
                                <p:cTn id="67" presetID="22" presetClass="entr" presetSubtype="8" fill="hold" nodeType="withEffect">
                                  <p:stCondLst>
                                    <p:cond delay="0"/>
                                  </p:stCondLst>
                                  <p:childTnLst>
                                    <p:set>
                                      <p:cBhvr>
                                        <p:cTn id="68" dur="1" fill="hold">
                                          <p:stCondLst>
                                            <p:cond delay="0"/>
                                          </p:stCondLst>
                                        </p:cTn>
                                        <p:tgtEl>
                                          <p:spTgt spid="248846"/>
                                        </p:tgtEl>
                                        <p:attrNameLst>
                                          <p:attrName>style.visibility</p:attrName>
                                        </p:attrNameLst>
                                      </p:cBhvr>
                                      <p:to>
                                        <p:strVal val="visible"/>
                                      </p:to>
                                    </p:set>
                                    <p:animEffect transition="in" filter="wipe(left)">
                                      <p:cBhvr>
                                        <p:cTn id="69" dur="500"/>
                                        <p:tgtEl>
                                          <p:spTgt spid="24884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wipe(left)">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22"/>
                                        </p:tgtEl>
                                        <p:attrNameLst>
                                          <p:attrName>style.visibility</p:attrName>
                                        </p:attrNameLst>
                                      </p:cBhvr>
                                      <p:to>
                                        <p:strVal val="visible"/>
                                      </p:to>
                                    </p:set>
                                    <p:animEffect transition="in" filter="wipe(left)">
                                      <p:cBhvr>
                                        <p:cTn id="79" dur="500"/>
                                        <p:tgtEl>
                                          <p:spTgt spid="22"/>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34"/>
                                        </p:tgtEl>
                                        <p:attrNameLst>
                                          <p:attrName>style.visibility</p:attrName>
                                        </p:attrNameLst>
                                      </p:cBhvr>
                                      <p:to>
                                        <p:strVal val="visible"/>
                                      </p:to>
                                    </p:set>
                                    <p:animEffect transition="in" filter="wipe(left)">
                                      <p:cBhvr>
                                        <p:cTn id="8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4" grpId="0" animBg="1"/>
      <p:bldP spid="25" grpId="0" build="p" autoUpdateAnimBg="0"/>
      <p:bldP spid="19" grpId="0"/>
      <p:bldP spid="21" grpId="0" build="p" autoUpdateAnimBg="0"/>
      <p:bldP spid="22" grpId="0"/>
      <p:bldP spid="27" grpId="0" animBg="1"/>
      <p:bldP spid="28" grpId="0" animBg="1"/>
      <p:bldP spid="30" grpId="0" animBg="1"/>
      <p:bldP spid="31" grpId="0" animBg="1"/>
      <p:bldP spid="32" grpId="0" animBg="1"/>
      <p:bldP spid="3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5"/>
          <p:cNvGraphicFramePr>
            <a:graphicFrameLocks noChangeAspect="1"/>
          </p:cNvGraphicFramePr>
          <p:nvPr/>
        </p:nvGraphicFramePr>
        <p:xfrm>
          <a:off x="1285852" y="458373"/>
          <a:ext cx="5761865" cy="470297"/>
        </p:xfrm>
        <a:graphic>
          <a:graphicData uri="http://schemas.openxmlformats.org/presentationml/2006/ole">
            <mc:AlternateContent xmlns:mc="http://schemas.openxmlformats.org/markup-compatibility/2006">
              <mc:Choice xmlns:v="urn:schemas-microsoft-com:vml" Requires="v">
                <p:oleObj name="Equation" r:id="rId2" imgW="2133600" imgH="228600" progId="Equation.DSMT4">
                  <p:embed/>
                </p:oleObj>
              </mc:Choice>
              <mc:Fallback>
                <p:oleObj name="Equation" r:id="rId2" imgW="2133600" imgH="228600" progId="Equation.DSMT4">
                  <p:embed/>
                  <p:pic>
                    <p:nvPicPr>
                      <p:cNvPr id="16"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5852" y="458373"/>
                        <a:ext cx="5761865" cy="4702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Text Box 4"/>
          <p:cNvSpPr txBox="1">
            <a:spLocks noChangeArrowheads="1"/>
          </p:cNvSpPr>
          <p:nvPr/>
        </p:nvSpPr>
        <p:spPr bwMode="auto">
          <a:xfrm>
            <a:off x="71406" y="467005"/>
            <a:ext cx="16799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证明：</a:t>
            </a:r>
          </a:p>
        </p:txBody>
      </p:sp>
      <p:sp>
        <p:nvSpPr>
          <p:cNvPr id="18" name="Text Box 4"/>
          <p:cNvSpPr txBox="1">
            <a:spLocks noChangeArrowheads="1"/>
          </p:cNvSpPr>
          <p:nvPr/>
        </p:nvSpPr>
        <p:spPr bwMode="auto">
          <a:xfrm>
            <a:off x="71406" y="1408786"/>
            <a:ext cx="57103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证明：</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若</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itchFamily="18" charset="0"/>
              </a:rPr>
              <a:t>AB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是对称矩阵，则</a:t>
            </a:r>
            <a:endParaRPr kumimoji="1" lang="zh-CN" altLang="en-US"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endParaRPr>
          </a:p>
        </p:txBody>
      </p:sp>
      <p:graphicFrame>
        <p:nvGraphicFramePr>
          <p:cNvPr id="4" name="对象 3"/>
          <p:cNvGraphicFramePr>
            <a:graphicFrameLocks noChangeAspect="1"/>
          </p:cNvGraphicFramePr>
          <p:nvPr/>
        </p:nvGraphicFramePr>
        <p:xfrm>
          <a:off x="4071934" y="1480224"/>
          <a:ext cx="3498131" cy="432048"/>
        </p:xfrm>
        <a:graphic>
          <a:graphicData uri="http://schemas.openxmlformats.org/presentationml/2006/ole">
            <mc:AlternateContent xmlns:mc="http://schemas.openxmlformats.org/markup-compatibility/2006">
              <mc:Choice xmlns:v="urn:schemas-microsoft-com:vml" Requires="v">
                <p:oleObj name="Equation" r:id="rId4" imgW="1917700" imgH="228600" progId="Equation.DSMT4">
                  <p:embed/>
                </p:oleObj>
              </mc:Choice>
              <mc:Fallback>
                <p:oleObj name="Equation" r:id="rId4" imgW="1917700" imgH="228600" progId="Equation.DSMT4">
                  <p:embed/>
                  <p:pic>
                    <p:nvPicPr>
                      <p:cNvPr id="4" name="对象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71934" y="1480224"/>
                        <a:ext cx="3498131" cy="43204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Text Box 4"/>
          <p:cNvSpPr txBox="1">
            <a:spLocks noChangeArrowheads="1"/>
          </p:cNvSpPr>
          <p:nvPr/>
        </p:nvSpPr>
        <p:spPr bwMode="auto">
          <a:xfrm>
            <a:off x="1071538" y="1837414"/>
            <a:ext cx="35004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反之，若</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itchFamily="18" charset="0"/>
              </a:rPr>
              <a:t>AB = BA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则</a:t>
            </a:r>
            <a:endParaRPr kumimoji="1" lang="zh-CN" altLang="en-US"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endParaRPr>
          </a:p>
        </p:txBody>
      </p:sp>
      <p:graphicFrame>
        <p:nvGraphicFramePr>
          <p:cNvPr id="6" name="对象 5"/>
          <p:cNvGraphicFramePr>
            <a:graphicFrameLocks noChangeAspect="1"/>
          </p:cNvGraphicFramePr>
          <p:nvPr/>
        </p:nvGraphicFramePr>
        <p:xfrm>
          <a:off x="4053156" y="1837414"/>
          <a:ext cx="3019174" cy="431800"/>
        </p:xfrm>
        <a:graphic>
          <a:graphicData uri="http://schemas.openxmlformats.org/presentationml/2006/ole">
            <mc:AlternateContent xmlns:mc="http://schemas.openxmlformats.org/markup-compatibility/2006">
              <mc:Choice xmlns:v="urn:schemas-microsoft-com:vml" Requires="v">
                <p:oleObj name="Equation" r:id="rId6" imgW="1828800" imgH="228600" progId="Equation.DSMT4">
                  <p:embed/>
                </p:oleObj>
              </mc:Choice>
              <mc:Fallback>
                <p:oleObj name="Equation" r:id="rId6" imgW="1828800" imgH="228600" progId="Equation.DSMT4">
                  <p:embed/>
                  <p:pic>
                    <p:nvPicPr>
                      <p:cNvPr id="6" name="对象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53156" y="1837414"/>
                        <a:ext cx="3019174"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 name="矩形 45"/>
          <p:cNvSpPr/>
          <p:nvPr/>
        </p:nvSpPr>
        <p:spPr>
          <a:xfrm>
            <a:off x="0" y="0"/>
            <a:ext cx="9144000"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例</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9(1)</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n</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阶矩阵，且</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为对称阵，证明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B</a:t>
            </a:r>
            <a:r>
              <a:rPr kumimoji="1" lang="en-US" altLang="zh-CN" sz="2400" b="1" i="0" u="none" strike="noStrike" kern="1200" cap="none" spc="0" normalizeH="0" baseline="30000" noProof="0" dirty="0">
                <a:ln>
                  <a:noFill/>
                </a:ln>
                <a:solidFill>
                  <a:srgbClr val="000000"/>
                </a:solidFill>
                <a:effectLst/>
                <a:uLnTx/>
                <a:uFillTx/>
                <a:latin typeface="黑体" pitchFamily="2" charset="-122"/>
                <a:ea typeface="黑体" pitchFamily="2" charset="-122"/>
                <a:cs typeface="+mn-cs"/>
              </a:rPr>
              <a:t>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也是对称阵</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47" name="矩形 46"/>
          <p:cNvSpPr/>
          <p:nvPr/>
        </p:nvSpPr>
        <p:spPr>
          <a:xfrm>
            <a:off x="0" y="947121"/>
            <a:ext cx="9144000"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(2)</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n</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阶对称阵</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证明</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是对称阵的充分必要条件是</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AB=BA</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grpSp>
        <p:nvGrpSpPr>
          <p:cNvPr id="48" name="Group 2"/>
          <p:cNvGrpSpPr>
            <a:grpSpLocks/>
          </p:cNvGrpSpPr>
          <p:nvPr/>
        </p:nvGrpSpPr>
        <p:grpSpPr bwMode="auto">
          <a:xfrm>
            <a:off x="71406" y="2276881"/>
            <a:ext cx="8971547" cy="981210"/>
            <a:chOff x="576" y="480"/>
            <a:chExt cx="4848" cy="582"/>
          </a:xfrm>
        </p:grpSpPr>
        <p:sp>
          <p:nvSpPr>
            <p:cNvPr id="49" name="Rectangle 3"/>
            <p:cNvSpPr>
              <a:spLocks noChangeArrowheads="1"/>
            </p:cNvSpPr>
            <p:nvPr/>
          </p:nvSpPr>
          <p:spPr bwMode="auto">
            <a:xfrm>
              <a:off x="576" y="480"/>
              <a:ext cx="4848" cy="493"/>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(3)</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设列矩阵量                                满足</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50" name="Object 4"/>
            <p:cNvGraphicFramePr>
              <a:graphicFrameLocks noChangeAspect="1"/>
            </p:cNvGraphicFramePr>
            <p:nvPr/>
          </p:nvGraphicFramePr>
          <p:xfrm>
            <a:off x="1695" y="480"/>
            <a:ext cx="1539" cy="270"/>
          </p:xfrm>
          <a:graphic>
            <a:graphicData uri="http://schemas.openxmlformats.org/presentationml/2006/ole">
              <mc:AlternateContent xmlns:mc="http://schemas.openxmlformats.org/markup-compatibility/2006">
                <mc:Choice xmlns:v="urn:schemas-microsoft-com:vml" Requires="v">
                  <p:oleObj name="Equation" r:id="rId8" imgW="2895480" imgH="507960" progId="Equation.DSMT4">
                    <p:embed/>
                  </p:oleObj>
                </mc:Choice>
                <mc:Fallback>
                  <p:oleObj name="Equation" r:id="rId8" imgW="2895480" imgH="507960" progId="Equation.DSMT4">
                    <p:embed/>
                    <p:pic>
                      <p:nvPicPr>
                        <p:cNvPr id="50"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95" y="480"/>
                          <a:ext cx="1539" cy="2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1" name="Object 5"/>
            <p:cNvGraphicFramePr>
              <a:graphicFrameLocks noChangeAspect="1"/>
            </p:cNvGraphicFramePr>
            <p:nvPr/>
          </p:nvGraphicFramePr>
          <p:xfrm>
            <a:off x="3587" y="509"/>
            <a:ext cx="811" cy="251"/>
          </p:xfrm>
          <a:graphic>
            <a:graphicData uri="http://schemas.openxmlformats.org/presentationml/2006/ole">
              <mc:AlternateContent xmlns:mc="http://schemas.openxmlformats.org/markup-compatibility/2006">
                <mc:Choice xmlns:v="urn:schemas-microsoft-com:vml" Requires="v">
                  <p:oleObj name="Equation" r:id="rId10" imgW="1434960" imgH="444240" progId="Equation.3">
                    <p:embed/>
                  </p:oleObj>
                </mc:Choice>
                <mc:Fallback>
                  <p:oleObj name="Equation" r:id="rId10" imgW="1434960" imgH="444240" progId="Equation.3">
                    <p:embed/>
                    <p:pic>
                      <p:nvPicPr>
                        <p:cNvPr id="51"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87" y="509"/>
                          <a:ext cx="811" cy="2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2" name="Object 6"/>
            <p:cNvGraphicFramePr>
              <a:graphicFrameLocks noChangeAspect="1"/>
            </p:cNvGraphicFramePr>
            <p:nvPr/>
          </p:nvGraphicFramePr>
          <p:xfrm>
            <a:off x="683" y="780"/>
            <a:ext cx="4699" cy="282"/>
          </p:xfrm>
          <a:graphic>
            <a:graphicData uri="http://schemas.openxmlformats.org/presentationml/2006/ole">
              <mc:AlternateContent xmlns:mc="http://schemas.openxmlformats.org/markup-compatibility/2006">
                <mc:Choice xmlns:v="urn:schemas-microsoft-com:vml" Requires="v">
                  <p:oleObj name="Equation" r:id="rId12" imgW="4140000" imgH="228600" progId="Equation.DSMT4">
                    <p:embed/>
                  </p:oleObj>
                </mc:Choice>
                <mc:Fallback>
                  <p:oleObj name="Equation" r:id="rId12" imgW="4140000" imgH="228600" progId="Equation.DSMT4">
                    <p:embed/>
                    <p:pic>
                      <p:nvPicPr>
                        <p:cNvPr id="52" name="Object 6"/>
                        <p:cNvPicPr>
                          <a:picLocks noChangeAspect="1" noChangeArrowheads="1"/>
                        </p:cNvPicPr>
                        <p:nvPr/>
                      </p:nvPicPr>
                      <p:blipFill>
                        <a:blip r:embed="rId13"/>
                        <a:srcRect/>
                        <a:stretch>
                          <a:fillRect/>
                        </a:stretch>
                      </p:blipFill>
                      <p:spPr bwMode="auto">
                        <a:xfrm>
                          <a:off x="683" y="780"/>
                          <a:ext cx="4699" cy="282"/>
                        </a:xfrm>
                        <a:prstGeom prst="rect">
                          <a:avLst/>
                        </a:prstGeom>
                        <a:noFill/>
                      </p:spPr>
                    </p:pic>
                  </p:oleObj>
                </mc:Fallback>
              </mc:AlternateContent>
            </a:graphicData>
          </a:graphic>
        </p:graphicFrame>
      </p:grpSp>
      <p:sp>
        <p:nvSpPr>
          <p:cNvPr id="53" name="Line 25"/>
          <p:cNvSpPr>
            <a:spLocks noChangeShapeType="1"/>
          </p:cNvSpPr>
          <p:nvPr/>
        </p:nvSpPr>
        <p:spPr bwMode="auto">
          <a:xfrm>
            <a:off x="0" y="227687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4" name="Line 25"/>
          <p:cNvSpPr>
            <a:spLocks noChangeShapeType="1"/>
          </p:cNvSpPr>
          <p:nvPr/>
        </p:nvSpPr>
        <p:spPr bwMode="auto">
          <a:xfrm>
            <a:off x="0" y="90872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5" name="Rectangle 7"/>
          <p:cNvSpPr>
            <a:spLocks noChangeArrowheads="1"/>
          </p:cNvSpPr>
          <p:nvPr/>
        </p:nvSpPr>
        <p:spPr bwMode="auto">
          <a:xfrm>
            <a:off x="0" y="3206136"/>
            <a:ext cx="803425"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证明</a:t>
            </a:r>
          </a:p>
        </p:txBody>
      </p:sp>
      <p:graphicFrame>
        <p:nvGraphicFramePr>
          <p:cNvPr id="56" name="Object 8"/>
          <p:cNvGraphicFramePr>
            <a:graphicFrameLocks noChangeAspect="1"/>
          </p:cNvGraphicFramePr>
          <p:nvPr/>
        </p:nvGraphicFramePr>
        <p:xfrm>
          <a:off x="827087" y="3206136"/>
          <a:ext cx="2782604" cy="486390"/>
        </p:xfrm>
        <a:graphic>
          <a:graphicData uri="http://schemas.openxmlformats.org/presentationml/2006/ole">
            <mc:AlternateContent xmlns:mc="http://schemas.openxmlformats.org/markup-compatibility/2006">
              <mc:Choice xmlns:v="urn:schemas-microsoft-com:vml" Requires="v">
                <p:oleObj name="Equation" r:id="rId14" imgW="3124080" imgH="545760" progId="Equation.3">
                  <p:embed/>
                </p:oleObj>
              </mc:Choice>
              <mc:Fallback>
                <p:oleObj name="Equation" r:id="rId14" imgW="3124080" imgH="545760" progId="Equation.3">
                  <p:embed/>
                  <p:pic>
                    <p:nvPicPr>
                      <p:cNvPr id="56"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7087" y="3206136"/>
                        <a:ext cx="2782604" cy="4863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 name="Object 9"/>
          <p:cNvGraphicFramePr>
            <a:graphicFrameLocks noChangeAspect="1"/>
          </p:cNvGraphicFramePr>
          <p:nvPr/>
        </p:nvGraphicFramePr>
        <p:xfrm>
          <a:off x="3571868" y="3206137"/>
          <a:ext cx="2149169" cy="475080"/>
        </p:xfrm>
        <a:graphic>
          <a:graphicData uri="http://schemas.openxmlformats.org/presentationml/2006/ole">
            <mc:AlternateContent xmlns:mc="http://schemas.openxmlformats.org/markup-compatibility/2006">
              <mc:Choice xmlns:v="urn:schemas-microsoft-com:vml" Requires="v">
                <p:oleObj name="Equation" r:id="rId16" imgW="2412720" imgH="533160" progId="Equation.DSMT4">
                  <p:embed/>
                </p:oleObj>
              </mc:Choice>
              <mc:Fallback>
                <p:oleObj name="Equation" r:id="rId16" imgW="2412720" imgH="533160" progId="Equation.DSMT4">
                  <p:embed/>
                  <p:pic>
                    <p:nvPicPr>
                      <p:cNvPr id="57"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571868" y="3206137"/>
                        <a:ext cx="2149169" cy="47508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 name="Object 10"/>
          <p:cNvGraphicFramePr>
            <a:graphicFrameLocks noChangeAspect="1"/>
          </p:cNvGraphicFramePr>
          <p:nvPr/>
        </p:nvGraphicFramePr>
        <p:xfrm>
          <a:off x="5820999" y="3214142"/>
          <a:ext cx="2364087" cy="395900"/>
        </p:xfrm>
        <a:graphic>
          <a:graphicData uri="http://schemas.openxmlformats.org/presentationml/2006/ole">
            <mc:AlternateContent xmlns:mc="http://schemas.openxmlformats.org/markup-compatibility/2006">
              <mc:Choice xmlns:v="urn:schemas-microsoft-com:vml" Requires="v">
                <p:oleObj name="Equation" r:id="rId18" imgW="2654280" imgH="444240" progId="Equation.3">
                  <p:embed/>
                </p:oleObj>
              </mc:Choice>
              <mc:Fallback>
                <p:oleObj name="Equation" r:id="rId18" imgW="2654280" imgH="444240" progId="Equation.3">
                  <p:embed/>
                  <p:pic>
                    <p:nvPicPr>
                      <p:cNvPr id="58" name="Object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20999" y="3214142"/>
                        <a:ext cx="2364087" cy="395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 name="Object 11"/>
          <p:cNvGraphicFramePr>
            <a:graphicFrameLocks noChangeAspect="1"/>
          </p:cNvGraphicFramePr>
          <p:nvPr/>
        </p:nvGraphicFramePr>
        <p:xfrm>
          <a:off x="208129" y="3716141"/>
          <a:ext cx="2239657" cy="384588"/>
        </p:xfrm>
        <a:graphic>
          <a:graphicData uri="http://schemas.openxmlformats.org/presentationml/2006/ole">
            <mc:AlternateContent xmlns:mc="http://schemas.openxmlformats.org/markup-compatibility/2006">
              <mc:Choice xmlns:v="urn:schemas-microsoft-com:vml" Requires="v">
                <p:oleObj name="Equation" r:id="rId20" imgW="2514600" imgH="431640" progId="Equation.3">
                  <p:embed/>
                </p:oleObj>
              </mc:Choice>
              <mc:Fallback>
                <p:oleObj name="Equation" r:id="rId20" imgW="2514600" imgH="431640" progId="Equation.3">
                  <p:embed/>
                  <p:pic>
                    <p:nvPicPr>
                      <p:cNvPr id="59" name="Object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08129" y="3716141"/>
                        <a:ext cx="2239657" cy="3845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0" name="Object 12"/>
          <p:cNvGraphicFramePr>
            <a:graphicFrameLocks noChangeAspect="1"/>
          </p:cNvGraphicFramePr>
          <p:nvPr/>
        </p:nvGraphicFramePr>
        <p:xfrm>
          <a:off x="463782" y="4220969"/>
          <a:ext cx="1481795" cy="339342"/>
        </p:xfrm>
        <a:graphic>
          <a:graphicData uri="http://schemas.openxmlformats.org/presentationml/2006/ole">
            <mc:AlternateContent xmlns:mc="http://schemas.openxmlformats.org/markup-compatibility/2006">
              <mc:Choice xmlns:v="urn:schemas-microsoft-com:vml" Requires="v">
                <p:oleObj name="Equation" r:id="rId22" imgW="1663560" imgH="380880" progId="Equation.3">
                  <p:embed/>
                </p:oleObj>
              </mc:Choice>
              <mc:Fallback>
                <p:oleObj name="Equation" r:id="rId22" imgW="1663560" imgH="380880" progId="Equation.3">
                  <p:embed/>
                  <p:pic>
                    <p:nvPicPr>
                      <p:cNvPr id="60" name="Object 1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63782" y="4220969"/>
                        <a:ext cx="1481795" cy="33934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1" name="Object 13"/>
          <p:cNvGraphicFramePr>
            <a:graphicFrameLocks noChangeAspect="1"/>
          </p:cNvGraphicFramePr>
          <p:nvPr/>
        </p:nvGraphicFramePr>
        <p:xfrm>
          <a:off x="1978689" y="4144769"/>
          <a:ext cx="1945565" cy="475080"/>
        </p:xfrm>
        <a:graphic>
          <a:graphicData uri="http://schemas.openxmlformats.org/presentationml/2006/ole">
            <mc:AlternateContent xmlns:mc="http://schemas.openxmlformats.org/markup-compatibility/2006">
              <mc:Choice xmlns:v="urn:schemas-microsoft-com:vml" Requires="v">
                <p:oleObj name="Equation" r:id="rId24" imgW="2184120" imgH="533160" progId="Equation.3">
                  <p:embed/>
                </p:oleObj>
              </mc:Choice>
              <mc:Fallback>
                <p:oleObj name="Equation" r:id="rId24" imgW="2184120" imgH="533160" progId="Equation.3">
                  <p:embed/>
                  <p:pic>
                    <p:nvPicPr>
                      <p:cNvPr id="61" name="Object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978689" y="4144769"/>
                        <a:ext cx="1945565" cy="47508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2" name="Object 14"/>
          <p:cNvGraphicFramePr>
            <a:graphicFrameLocks noChangeAspect="1"/>
          </p:cNvGraphicFramePr>
          <p:nvPr/>
        </p:nvGraphicFramePr>
        <p:xfrm>
          <a:off x="3923928" y="4214248"/>
          <a:ext cx="3393418" cy="407210"/>
        </p:xfrm>
        <a:graphic>
          <a:graphicData uri="http://schemas.openxmlformats.org/presentationml/2006/ole">
            <mc:AlternateContent xmlns:mc="http://schemas.openxmlformats.org/markup-compatibility/2006">
              <mc:Choice xmlns:v="urn:schemas-microsoft-com:vml" Requires="v">
                <p:oleObj name="Equation" r:id="rId26" imgW="4267080" imgH="457200" progId="Equation.3">
                  <p:embed/>
                </p:oleObj>
              </mc:Choice>
              <mc:Fallback>
                <p:oleObj name="Equation" r:id="rId26" imgW="4267080" imgH="457200" progId="Equation.3">
                  <p:embed/>
                  <p:pic>
                    <p:nvPicPr>
                      <p:cNvPr id="62" name="Object 14"/>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923928" y="4214248"/>
                        <a:ext cx="3393418" cy="4072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3" name="Object 15"/>
          <p:cNvGraphicFramePr>
            <a:graphicFrameLocks noChangeAspect="1"/>
          </p:cNvGraphicFramePr>
          <p:nvPr/>
        </p:nvGraphicFramePr>
        <p:xfrm>
          <a:off x="1259632" y="4712705"/>
          <a:ext cx="3246370" cy="407210"/>
        </p:xfrm>
        <a:graphic>
          <a:graphicData uri="http://schemas.openxmlformats.org/presentationml/2006/ole">
            <mc:AlternateContent xmlns:mc="http://schemas.openxmlformats.org/markup-compatibility/2006">
              <mc:Choice xmlns:v="urn:schemas-microsoft-com:vml" Requires="v">
                <p:oleObj name="Equation" r:id="rId28" imgW="4178160" imgH="457200" progId="Equation.3">
                  <p:embed/>
                </p:oleObj>
              </mc:Choice>
              <mc:Fallback>
                <p:oleObj name="Equation" r:id="rId28" imgW="4178160" imgH="457200" progId="Equation.3">
                  <p:embed/>
                  <p:pic>
                    <p:nvPicPr>
                      <p:cNvPr id="63" name="Object 1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259632" y="4712705"/>
                        <a:ext cx="3246370" cy="4072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 name="Object 16"/>
          <p:cNvGraphicFramePr>
            <a:graphicFrameLocks noChangeAspect="1"/>
          </p:cNvGraphicFramePr>
          <p:nvPr/>
        </p:nvGraphicFramePr>
        <p:xfrm>
          <a:off x="4560416" y="4706018"/>
          <a:ext cx="2307528" cy="326618"/>
        </p:xfrm>
        <a:graphic>
          <a:graphicData uri="http://schemas.openxmlformats.org/presentationml/2006/ole">
            <mc:AlternateContent xmlns:mc="http://schemas.openxmlformats.org/markup-compatibility/2006">
              <mc:Choice xmlns:v="urn:schemas-microsoft-com:vml" Requires="v">
                <p:oleObj name="Equation" r:id="rId30" imgW="3085920" imgH="380880" progId="Equation.3">
                  <p:embed/>
                </p:oleObj>
              </mc:Choice>
              <mc:Fallback>
                <p:oleObj name="Equation" r:id="rId30" imgW="3085920" imgH="380880" progId="Equation.3">
                  <p:embed/>
                  <p:pic>
                    <p:nvPicPr>
                      <p:cNvPr id="64" name="Object 1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4560416" y="4706018"/>
                        <a:ext cx="2307528" cy="32661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5" name="Object 17"/>
          <p:cNvGraphicFramePr>
            <a:graphicFrameLocks noChangeAspect="1"/>
          </p:cNvGraphicFramePr>
          <p:nvPr/>
        </p:nvGraphicFramePr>
        <p:xfrm>
          <a:off x="7227417" y="4767930"/>
          <a:ext cx="610816" cy="271474"/>
        </p:xfrm>
        <a:graphic>
          <a:graphicData uri="http://schemas.openxmlformats.org/presentationml/2006/ole">
            <mc:AlternateContent xmlns:mc="http://schemas.openxmlformats.org/markup-compatibility/2006">
              <mc:Choice xmlns:v="urn:schemas-microsoft-com:vml" Requires="v">
                <p:oleObj name="Equation" r:id="rId32" imgW="685800" imgH="304560" progId="Equation.3">
                  <p:embed/>
                </p:oleObj>
              </mc:Choice>
              <mc:Fallback>
                <p:oleObj name="Equation" r:id="rId32" imgW="685800" imgH="304560" progId="Equation.3">
                  <p:embed/>
                  <p:pic>
                    <p:nvPicPr>
                      <p:cNvPr id="65" name="Object 17"/>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27417" y="4767930"/>
                        <a:ext cx="610816" cy="2714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6" name="Text Box 28"/>
          <p:cNvSpPr txBox="1">
            <a:spLocks noChangeArrowheads="1"/>
          </p:cNvSpPr>
          <p:nvPr/>
        </p:nvSpPr>
        <p:spPr bwMode="auto">
          <a:xfrm>
            <a:off x="5966652" y="3759145"/>
            <a:ext cx="3132345" cy="1323439"/>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两数相乘</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则互为倒数</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两矩阵相乘为</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E,</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则互逆</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H</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与</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H</a:t>
            </a:r>
            <a:r>
              <a:rPr kumimoji="1"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相乘为</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E,H</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正交阵</a:t>
            </a:r>
          </a:p>
        </p:txBody>
      </p:sp>
      <p:sp>
        <p:nvSpPr>
          <p:cNvPr id="67" name="Oval 18"/>
          <p:cNvSpPr>
            <a:spLocks noChangeArrowheads="1"/>
          </p:cNvSpPr>
          <p:nvPr/>
        </p:nvSpPr>
        <p:spPr bwMode="auto">
          <a:xfrm>
            <a:off x="5572132" y="2276872"/>
            <a:ext cx="1714512" cy="500066"/>
          </a:xfrm>
          <a:prstGeom prst="ellipse">
            <a:avLst/>
          </a:prstGeom>
          <a:solidFill>
            <a:schemeClr val="accent1">
              <a:alpha val="0"/>
            </a:schemeClr>
          </a:solidFill>
          <a:ln w="19050">
            <a:solidFill>
              <a:srgbClr val="FF0000"/>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00"/>
              </a:solidFill>
              <a:effectLst/>
              <a:uLnTx/>
              <a:uFillTx/>
              <a:latin typeface="Times New Roman" pitchFamily="18" charset="0"/>
              <a:ea typeface="微软雅黑" pitchFamily="34" charset="-122"/>
              <a:cs typeface="+mn-cs"/>
            </a:endParaRPr>
          </a:p>
        </p:txBody>
      </p:sp>
      <p:sp>
        <p:nvSpPr>
          <p:cNvPr id="2" name="Line 25">
            <a:extLst>
              <a:ext uri="{FF2B5EF4-FFF2-40B4-BE49-F238E27FC236}">
                <a16:creationId xmlns:a16="http://schemas.microsoft.com/office/drawing/2014/main" id="{C4DB1601-4828-39B5-7629-FE369DE45586}"/>
              </a:ext>
            </a:extLst>
          </p:cNvPr>
          <p:cNvSpPr>
            <a:spLocks noChangeShapeType="1"/>
          </p:cNvSpPr>
          <p:nvPr/>
        </p:nvSpPr>
        <p:spPr bwMode="auto">
          <a:xfrm>
            <a:off x="0" y="515719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 name="矩形 2">
            <a:extLst>
              <a:ext uri="{FF2B5EF4-FFF2-40B4-BE49-F238E27FC236}">
                <a16:creationId xmlns:a16="http://schemas.microsoft.com/office/drawing/2014/main" id="{26168ED5-2FCB-52F2-9414-3FFEB00BD46E}"/>
              </a:ext>
            </a:extLst>
          </p:cNvPr>
          <p:cNvSpPr/>
          <p:nvPr/>
        </p:nvSpPr>
        <p:spPr>
          <a:xfrm>
            <a:off x="15117" y="5094974"/>
            <a:ext cx="9144000"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(4)</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mn-cs"/>
              </a:rPr>
              <a:t>n</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为反对称阵</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,x</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和</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分别为</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n</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维列向量，若</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Ax=b,</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证明</a:t>
            </a:r>
            <a:r>
              <a:rPr kumimoji="1" lang="en-US" altLang="zh-CN" sz="2400" b="1" i="0" u="none" strike="noStrike" kern="1200" cap="none" spc="0" normalizeH="0" baseline="0" noProof="0" dirty="0" err="1">
                <a:ln>
                  <a:noFill/>
                </a:ln>
                <a:solidFill>
                  <a:srgbClr val="000000"/>
                </a:solidFill>
                <a:effectLst/>
                <a:uLnTx/>
                <a:uFillTx/>
                <a:latin typeface="黑体" pitchFamily="2" charset="-122"/>
                <a:ea typeface="黑体" pitchFamily="2" charset="-122"/>
                <a:cs typeface="+mn-cs"/>
              </a:rPr>
              <a:t>x</a:t>
            </a:r>
            <a:r>
              <a:rPr kumimoji="1" lang="en-US" altLang="zh-CN" sz="2400" b="1" i="0" u="none" strike="noStrike" kern="1200" cap="none" spc="0" normalizeH="0" baseline="30000" noProof="0" dirty="0" err="1">
                <a:ln>
                  <a:noFill/>
                </a:ln>
                <a:solidFill>
                  <a:srgbClr val="000000"/>
                </a:solidFill>
                <a:effectLst/>
                <a:uLnTx/>
                <a:uFillTx/>
                <a:latin typeface="黑体" pitchFamily="2" charset="-122"/>
                <a:ea typeface="黑体" pitchFamily="2" charset="-122"/>
                <a:cs typeface="+mn-cs"/>
              </a:rPr>
              <a:t>T</a:t>
            </a:r>
            <a:r>
              <a:rPr kumimoji="1" lang="en-US" altLang="zh-CN" sz="2400" b="1" i="0" u="none" strike="noStrike" kern="1200" cap="none" spc="0" normalizeH="0" baseline="0" noProof="0" dirty="0" err="1">
                <a:ln>
                  <a:noFill/>
                </a:ln>
                <a:solidFill>
                  <a:srgbClr val="000000"/>
                </a:solidFill>
                <a:effectLst/>
                <a:uLnTx/>
                <a:uFillTx/>
                <a:latin typeface="黑体" pitchFamily="2" charset="-122"/>
                <a:ea typeface="黑体" pitchFamily="2" charset="-122"/>
                <a:cs typeface="+mn-cs"/>
              </a:rPr>
              <a:t>b</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=0</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5" name="Rectangle 7">
            <a:extLst>
              <a:ext uri="{FF2B5EF4-FFF2-40B4-BE49-F238E27FC236}">
                <a16:creationId xmlns:a16="http://schemas.microsoft.com/office/drawing/2014/main" id="{8319192D-6150-C845-088C-CF5BD03889B6}"/>
              </a:ext>
            </a:extLst>
          </p:cNvPr>
          <p:cNvSpPr>
            <a:spLocks noChangeArrowheads="1"/>
          </p:cNvSpPr>
          <p:nvPr/>
        </p:nvSpPr>
        <p:spPr bwMode="auto">
          <a:xfrm>
            <a:off x="15117" y="5527943"/>
            <a:ext cx="803425"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证明</a:t>
            </a:r>
          </a:p>
        </p:txBody>
      </p:sp>
      <p:graphicFrame>
        <p:nvGraphicFramePr>
          <p:cNvPr id="7" name="Object 8">
            <a:extLst>
              <a:ext uri="{FF2B5EF4-FFF2-40B4-BE49-F238E27FC236}">
                <a16:creationId xmlns:a16="http://schemas.microsoft.com/office/drawing/2014/main" id="{EFE243DB-EE3B-65EA-389D-BB76E16CA3D3}"/>
              </a:ext>
            </a:extLst>
          </p:cNvPr>
          <p:cNvGraphicFramePr>
            <a:graphicFrameLocks noChangeAspect="1"/>
          </p:cNvGraphicFramePr>
          <p:nvPr/>
        </p:nvGraphicFramePr>
        <p:xfrm>
          <a:off x="941388" y="5499582"/>
          <a:ext cx="2690812" cy="401638"/>
        </p:xfrm>
        <a:graphic>
          <a:graphicData uri="http://schemas.openxmlformats.org/presentationml/2006/ole">
            <mc:AlternateContent xmlns:mc="http://schemas.openxmlformats.org/markup-compatibility/2006">
              <mc:Choice xmlns:v="urn:schemas-microsoft-com:vml" Requires="v">
                <p:oleObj name="Equation" r:id="rId34" imgW="1358640" imgH="203040" progId="Equation.DSMT4">
                  <p:embed/>
                </p:oleObj>
              </mc:Choice>
              <mc:Fallback>
                <p:oleObj name="Equation" r:id="rId34" imgW="1358640" imgH="203040" progId="Equation.DSMT4">
                  <p:embed/>
                  <p:pic>
                    <p:nvPicPr>
                      <p:cNvPr id="7" name="Object 8">
                        <a:extLst>
                          <a:ext uri="{FF2B5EF4-FFF2-40B4-BE49-F238E27FC236}">
                            <a16:creationId xmlns:a16="http://schemas.microsoft.com/office/drawing/2014/main" id="{EFE243DB-EE3B-65EA-389D-BB76E16CA3D3}"/>
                          </a:ext>
                        </a:extLst>
                      </p:cNvPr>
                      <p:cNvPicPr>
                        <a:picLocks noChangeAspect="1" noChangeArrowheads="1"/>
                      </p:cNvPicPr>
                      <p:nvPr/>
                    </p:nvPicPr>
                    <p:blipFill>
                      <a:blip r:embed="rId35"/>
                      <a:srcRect/>
                      <a:stretch>
                        <a:fillRect/>
                      </a:stretch>
                    </p:blipFill>
                    <p:spPr bwMode="auto">
                      <a:xfrm>
                        <a:off x="941388" y="5499582"/>
                        <a:ext cx="2690812" cy="401638"/>
                      </a:xfrm>
                      <a:prstGeom prst="rect">
                        <a:avLst/>
                      </a:prstGeom>
                      <a:noFill/>
                    </p:spPr>
                  </p:pic>
                </p:oleObj>
              </mc:Fallback>
            </mc:AlternateContent>
          </a:graphicData>
        </a:graphic>
      </p:graphicFrame>
      <p:graphicFrame>
        <p:nvGraphicFramePr>
          <p:cNvPr id="8" name="Object 8">
            <a:extLst>
              <a:ext uri="{FF2B5EF4-FFF2-40B4-BE49-F238E27FC236}">
                <a16:creationId xmlns:a16="http://schemas.microsoft.com/office/drawing/2014/main" id="{66E7FBC4-B058-9C62-CEA7-942CE441C82B}"/>
              </a:ext>
            </a:extLst>
          </p:cNvPr>
          <p:cNvGraphicFramePr>
            <a:graphicFrameLocks noChangeAspect="1"/>
          </p:cNvGraphicFramePr>
          <p:nvPr/>
        </p:nvGraphicFramePr>
        <p:xfrm>
          <a:off x="971600" y="5838116"/>
          <a:ext cx="2189162" cy="603250"/>
        </p:xfrm>
        <a:graphic>
          <a:graphicData uri="http://schemas.openxmlformats.org/presentationml/2006/ole">
            <mc:AlternateContent xmlns:mc="http://schemas.openxmlformats.org/markup-compatibility/2006">
              <mc:Choice xmlns:v="urn:schemas-microsoft-com:vml" Requires="v">
                <p:oleObj name="Equation" r:id="rId36" imgW="1104840" imgH="304560" progId="Equation.DSMT4">
                  <p:embed/>
                </p:oleObj>
              </mc:Choice>
              <mc:Fallback>
                <p:oleObj name="Equation" r:id="rId36" imgW="1104840" imgH="304560" progId="Equation.DSMT4">
                  <p:embed/>
                  <p:pic>
                    <p:nvPicPr>
                      <p:cNvPr id="8" name="Object 8">
                        <a:extLst>
                          <a:ext uri="{FF2B5EF4-FFF2-40B4-BE49-F238E27FC236}">
                            <a16:creationId xmlns:a16="http://schemas.microsoft.com/office/drawing/2014/main" id="{66E7FBC4-B058-9C62-CEA7-942CE441C82B}"/>
                          </a:ext>
                        </a:extLst>
                      </p:cNvPr>
                      <p:cNvPicPr>
                        <a:picLocks noChangeAspect="1" noChangeArrowheads="1"/>
                      </p:cNvPicPr>
                      <p:nvPr/>
                    </p:nvPicPr>
                    <p:blipFill>
                      <a:blip r:embed="rId37"/>
                      <a:srcRect/>
                      <a:stretch>
                        <a:fillRect/>
                      </a:stretch>
                    </p:blipFill>
                    <p:spPr bwMode="auto">
                      <a:xfrm>
                        <a:off x="971600" y="5838116"/>
                        <a:ext cx="2189162" cy="603250"/>
                      </a:xfrm>
                      <a:prstGeom prst="rect">
                        <a:avLst/>
                      </a:prstGeom>
                      <a:noFill/>
                    </p:spPr>
                  </p:pic>
                </p:oleObj>
              </mc:Fallback>
            </mc:AlternateContent>
          </a:graphicData>
        </a:graphic>
      </p:graphicFrame>
      <p:graphicFrame>
        <p:nvGraphicFramePr>
          <p:cNvPr id="9" name="Object 8">
            <a:extLst>
              <a:ext uri="{FF2B5EF4-FFF2-40B4-BE49-F238E27FC236}">
                <a16:creationId xmlns:a16="http://schemas.microsoft.com/office/drawing/2014/main" id="{63F7BC3B-421E-8329-100D-F11D1E5CEA79}"/>
              </a:ext>
            </a:extLst>
          </p:cNvPr>
          <p:cNvGraphicFramePr>
            <a:graphicFrameLocks noChangeAspect="1"/>
          </p:cNvGraphicFramePr>
          <p:nvPr/>
        </p:nvGraphicFramePr>
        <p:xfrm>
          <a:off x="3152906" y="5875486"/>
          <a:ext cx="1511300" cy="577850"/>
        </p:xfrm>
        <a:graphic>
          <a:graphicData uri="http://schemas.openxmlformats.org/presentationml/2006/ole">
            <mc:AlternateContent xmlns:mc="http://schemas.openxmlformats.org/markup-compatibility/2006">
              <mc:Choice xmlns:v="urn:schemas-microsoft-com:vml" Requires="v">
                <p:oleObj name="Equation" r:id="rId38" imgW="761760" imgH="291960" progId="Equation.DSMT4">
                  <p:embed/>
                </p:oleObj>
              </mc:Choice>
              <mc:Fallback>
                <p:oleObj name="Equation" r:id="rId38" imgW="761760" imgH="291960" progId="Equation.DSMT4">
                  <p:embed/>
                  <p:pic>
                    <p:nvPicPr>
                      <p:cNvPr id="9" name="Object 8">
                        <a:extLst>
                          <a:ext uri="{FF2B5EF4-FFF2-40B4-BE49-F238E27FC236}">
                            <a16:creationId xmlns:a16="http://schemas.microsoft.com/office/drawing/2014/main" id="{63F7BC3B-421E-8329-100D-F11D1E5CEA79}"/>
                          </a:ext>
                        </a:extLst>
                      </p:cNvPr>
                      <p:cNvPicPr>
                        <a:picLocks noChangeAspect="1" noChangeArrowheads="1"/>
                      </p:cNvPicPr>
                      <p:nvPr/>
                    </p:nvPicPr>
                    <p:blipFill>
                      <a:blip r:embed="rId39"/>
                      <a:srcRect/>
                      <a:stretch>
                        <a:fillRect/>
                      </a:stretch>
                    </p:blipFill>
                    <p:spPr bwMode="auto">
                      <a:xfrm>
                        <a:off x="3152906" y="5875486"/>
                        <a:ext cx="1511300" cy="577850"/>
                      </a:xfrm>
                      <a:prstGeom prst="rect">
                        <a:avLst/>
                      </a:prstGeom>
                      <a:noFill/>
                    </p:spPr>
                  </p:pic>
                </p:oleObj>
              </mc:Fallback>
            </mc:AlternateContent>
          </a:graphicData>
        </a:graphic>
      </p:graphicFrame>
      <p:graphicFrame>
        <p:nvGraphicFramePr>
          <p:cNvPr id="10" name="Object 8">
            <a:extLst>
              <a:ext uri="{FF2B5EF4-FFF2-40B4-BE49-F238E27FC236}">
                <a16:creationId xmlns:a16="http://schemas.microsoft.com/office/drawing/2014/main" id="{9FA21601-B150-B8F1-FEA1-C99C5F2874B2}"/>
              </a:ext>
            </a:extLst>
          </p:cNvPr>
          <p:cNvGraphicFramePr>
            <a:graphicFrameLocks noChangeAspect="1"/>
          </p:cNvGraphicFramePr>
          <p:nvPr/>
        </p:nvGraphicFramePr>
        <p:xfrm>
          <a:off x="971600" y="6379542"/>
          <a:ext cx="3024188" cy="577850"/>
        </p:xfrm>
        <a:graphic>
          <a:graphicData uri="http://schemas.openxmlformats.org/presentationml/2006/ole">
            <mc:AlternateContent xmlns:mc="http://schemas.openxmlformats.org/markup-compatibility/2006">
              <mc:Choice xmlns:v="urn:schemas-microsoft-com:vml" Requires="v">
                <p:oleObj name="Equation" r:id="rId40" imgW="1523880" imgH="291960" progId="Equation.DSMT4">
                  <p:embed/>
                </p:oleObj>
              </mc:Choice>
              <mc:Fallback>
                <p:oleObj name="Equation" r:id="rId40" imgW="1523880" imgH="291960" progId="Equation.DSMT4">
                  <p:embed/>
                  <p:pic>
                    <p:nvPicPr>
                      <p:cNvPr id="10" name="Object 8">
                        <a:extLst>
                          <a:ext uri="{FF2B5EF4-FFF2-40B4-BE49-F238E27FC236}">
                            <a16:creationId xmlns:a16="http://schemas.microsoft.com/office/drawing/2014/main" id="{9FA21601-B150-B8F1-FEA1-C99C5F2874B2}"/>
                          </a:ext>
                        </a:extLst>
                      </p:cNvPr>
                      <p:cNvPicPr>
                        <a:picLocks noChangeAspect="1" noChangeArrowheads="1"/>
                      </p:cNvPicPr>
                      <p:nvPr/>
                    </p:nvPicPr>
                    <p:blipFill>
                      <a:blip r:embed="rId41"/>
                      <a:srcRect/>
                      <a:stretch>
                        <a:fillRect/>
                      </a:stretch>
                    </p:blipFill>
                    <p:spPr bwMode="auto">
                      <a:xfrm>
                        <a:off x="971600" y="6379542"/>
                        <a:ext cx="3024188" cy="577850"/>
                      </a:xfrm>
                      <a:prstGeom prst="rect">
                        <a:avLst/>
                      </a:prstGeom>
                      <a:noFill/>
                    </p:spPr>
                  </p:pic>
                </p:oleObj>
              </mc:Fallback>
            </mc:AlternateContent>
          </a:graphicData>
        </a:graphic>
      </p:graphicFrame>
      <p:graphicFrame>
        <p:nvGraphicFramePr>
          <p:cNvPr id="11" name="Object 8">
            <a:extLst>
              <a:ext uri="{FF2B5EF4-FFF2-40B4-BE49-F238E27FC236}">
                <a16:creationId xmlns:a16="http://schemas.microsoft.com/office/drawing/2014/main" id="{5AAE739D-2DEB-B423-0FC6-E0F4FFBAB890}"/>
              </a:ext>
            </a:extLst>
          </p:cNvPr>
          <p:cNvGraphicFramePr>
            <a:graphicFrameLocks noChangeAspect="1"/>
          </p:cNvGraphicFramePr>
          <p:nvPr/>
        </p:nvGraphicFramePr>
        <p:xfrm>
          <a:off x="4618038" y="5980509"/>
          <a:ext cx="1889125" cy="904875"/>
        </p:xfrm>
        <a:graphic>
          <a:graphicData uri="http://schemas.openxmlformats.org/presentationml/2006/ole">
            <mc:AlternateContent xmlns:mc="http://schemas.openxmlformats.org/markup-compatibility/2006">
              <mc:Choice xmlns:v="urn:schemas-microsoft-com:vml" Requires="v">
                <p:oleObj name="Equation" r:id="rId42" imgW="952200" imgH="457200" progId="Equation.DSMT4">
                  <p:embed/>
                </p:oleObj>
              </mc:Choice>
              <mc:Fallback>
                <p:oleObj name="Equation" r:id="rId42" imgW="952200" imgH="457200" progId="Equation.DSMT4">
                  <p:embed/>
                  <p:pic>
                    <p:nvPicPr>
                      <p:cNvPr id="11" name="Object 8">
                        <a:extLst>
                          <a:ext uri="{FF2B5EF4-FFF2-40B4-BE49-F238E27FC236}">
                            <a16:creationId xmlns:a16="http://schemas.microsoft.com/office/drawing/2014/main" id="{5AAE739D-2DEB-B423-0FC6-E0F4FFBAB890}"/>
                          </a:ext>
                        </a:extLst>
                      </p:cNvPr>
                      <p:cNvPicPr>
                        <a:picLocks noChangeAspect="1" noChangeArrowheads="1"/>
                      </p:cNvPicPr>
                      <p:nvPr/>
                    </p:nvPicPr>
                    <p:blipFill>
                      <a:blip r:embed="rId43"/>
                      <a:srcRect/>
                      <a:stretch>
                        <a:fillRect/>
                      </a:stretch>
                    </p:blipFill>
                    <p:spPr bwMode="auto">
                      <a:xfrm>
                        <a:off x="4618038" y="5980509"/>
                        <a:ext cx="1889125" cy="904875"/>
                      </a:xfrm>
                      <a:prstGeom prst="rect">
                        <a:avLst/>
                      </a:prstGeom>
                      <a:noFill/>
                    </p:spPr>
                  </p:pic>
                </p:oleObj>
              </mc:Fallback>
            </mc:AlternateContent>
          </a:graphicData>
        </a:graphic>
      </p:graphicFrame>
      <p:graphicFrame>
        <p:nvGraphicFramePr>
          <p:cNvPr id="12" name="Object 8">
            <a:extLst>
              <a:ext uri="{FF2B5EF4-FFF2-40B4-BE49-F238E27FC236}">
                <a16:creationId xmlns:a16="http://schemas.microsoft.com/office/drawing/2014/main" id="{CF337363-5313-4055-4529-2E87A5D4E579}"/>
              </a:ext>
            </a:extLst>
          </p:cNvPr>
          <p:cNvGraphicFramePr>
            <a:graphicFrameLocks noChangeAspect="1"/>
          </p:cNvGraphicFramePr>
          <p:nvPr/>
        </p:nvGraphicFramePr>
        <p:xfrm>
          <a:off x="6472238" y="5513388"/>
          <a:ext cx="1687512" cy="904875"/>
        </p:xfrm>
        <a:graphic>
          <a:graphicData uri="http://schemas.openxmlformats.org/presentationml/2006/ole">
            <mc:AlternateContent xmlns:mc="http://schemas.openxmlformats.org/markup-compatibility/2006">
              <mc:Choice xmlns:v="urn:schemas-microsoft-com:vml" Requires="v">
                <p:oleObj name="Equation" r:id="rId44" imgW="850680" imgH="457200" progId="Equation.DSMT4">
                  <p:embed/>
                </p:oleObj>
              </mc:Choice>
              <mc:Fallback>
                <p:oleObj name="Equation" r:id="rId44" imgW="850680" imgH="457200" progId="Equation.DSMT4">
                  <p:embed/>
                  <p:pic>
                    <p:nvPicPr>
                      <p:cNvPr id="12" name="Object 8">
                        <a:extLst>
                          <a:ext uri="{FF2B5EF4-FFF2-40B4-BE49-F238E27FC236}">
                            <a16:creationId xmlns:a16="http://schemas.microsoft.com/office/drawing/2014/main" id="{CF337363-5313-4055-4529-2E87A5D4E579}"/>
                          </a:ext>
                        </a:extLst>
                      </p:cNvPr>
                      <p:cNvPicPr>
                        <a:picLocks noChangeAspect="1" noChangeArrowheads="1"/>
                      </p:cNvPicPr>
                      <p:nvPr/>
                    </p:nvPicPr>
                    <p:blipFill>
                      <a:blip r:embed="rId45"/>
                      <a:srcRect/>
                      <a:stretch>
                        <a:fillRect/>
                      </a:stretch>
                    </p:blipFill>
                    <p:spPr bwMode="auto">
                      <a:xfrm>
                        <a:off x="6472238" y="5513388"/>
                        <a:ext cx="1687512" cy="904875"/>
                      </a:xfrm>
                      <a:prstGeom prst="rect">
                        <a:avLst/>
                      </a:prstGeom>
                      <a:noFill/>
                    </p:spPr>
                  </p:pic>
                </p:oleObj>
              </mc:Fallback>
            </mc:AlternateContent>
          </a:graphicData>
        </a:graphic>
      </p:graphicFrame>
    </p:spTree>
    <p:extLst>
      <p:ext uri="{BB962C8B-B14F-4D97-AF65-F5344CB8AC3E}">
        <p14:creationId xmlns:p14="http://schemas.microsoft.com/office/powerpoint/2010/main" val="2551848137"/>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left)">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wipe(left)">
                                      <p:cBhvr>
                                        <p:cTn id="16" dur="500"/>
                                        <p:tgtEl>
                                          <p:spTgt spid="18"/>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left)">
                                      <p:cBhvr>
                                        <p:cTn id="25" dur="500"/>
                                        <p:tgtEl>
                                          <p:spTgt spid="2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left)">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iterate type="lt">
                                    <p:tmPct val="100000"/>
                                  </p:iterate>
                                  <p:childTnLst>
                                    <p:set>
                                      <p:cBhvr>
                                        <p:cTn id="34" dur="1" fill="hold">
                                          <p:stCondLst>
                                            <p:cond delay="0"/>
                                          </p:stCondLst>
                                        </p:cTn>
                                        <p:tgtEl>
                                          <p:spTgt spid="55"/>
                                        </p:tgtEl>
                                        <p:attrNameLst>
                                          <p:attrName>style.visibility</p:attrName>
                                        </p:attrNameLst>
                                      </p:cBhvr>
                                      <p:to>
                                        <p:strVal val="visible"/>
                                      </p:to>
                                    </p:set>
                                    <p:animEffect transition="in" filter="wipe(left)">
                                      <p:cBhvr>
                                        <p:cTn id="35" dur="75"/>
                                        <p:tgtEl>
                                          <p:spTgt spid="55"/>
                                        </p:tgtEl>
                                      </p:cBhvr>
                                    </p:animEffect>
                                  </p:childTnLst>
                                </p:cTn>
                              </p:par>
                              <p:par>
                                <p:cTn id="36" presetID="22" presetClass="entr" presetSubtype="8" fill="hold" nodeType="with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left)">
                                      <p:cBhvr>
                                        <p:cTn id="38" dur="500"/>
                                        <p:tgtEl>
                                          <p:spTgt spid="56"/>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wipe(left)">
                                      <p:cBhvr>
                                        <p:cTn id="43" dur="500"/>
                                        <p:tgtEl>
                                          <p:spTgt spid="57"/>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58"/>
                                        </p:tgtEl>
                                        <p:attrNameLst>
                                          <p:attrName>style.visibility</p:attrName>
                                        </p:attrNameLst>
                                      </p:cBhvr>
                                      <p:to>
                                        <p:strVal val="visible"/>
                                      </p:to>
                                    </p:set>
                                    <p:animEffect transition="in" filter="wipe(left)">
                                      <p:cBhvr>
                                        <p:cTn id="48" dur="500"/>
                                        <p:tgtEl>
                                          <p:spTgt spid="5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59"/>
                                        </p:tgtEl>
                                        <p:attrNameLst>
                                          <p:attrName>style.visibility</p:attrName>
                                        </p:attrNameLst>
                                      </p:cBhvr>
                                      <p:to>
                                        <p:strVal val="visible"/>
                                      </p:to>
                                    </p:set>
                                    <p:animEffect transition="in" filter="wipe(left)">
                                      <p:cBhvr>
                                        <p:cTn id="53" dur="500"/>
                                        <p:tgtEl>
                                          <p:spTgt spid="59"/>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60"/>
                                        </p:tgtEl>
                                        <p:attrNameLst>
                                          <p:attrName>style.visibility</p:attrName>
                                        </p:attrNameLst>
                                      </p:cBhvr>
                                      <p:to>
                                        <p:strVal val="visible"/>
                                      </p:to>
                                    </p:set>
                                    <p:animEffect transition="in" filter="wipe(left)">
                                      <p:cBhvr>
                                        <p:cTn id="58" dur="500"/>
                                        <p:tgtEl>
                                          <p:spTgt spid="6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61"/>
                                        </p:tgtEl>
                                        <p:attrNameLst>
                                          <p:attrName>style.visibility</p:attrName>
                                        </p:attrNameLst>
                                      </p:cBhvr>
                                      <p:to>
                                        <p:strVal val="visible"/>
                                      </p:to>
                                    </p:set>
                                    <p:animEffect transition="in" filter="wipe(left)">
                                      <p:cBhvr>
                                        <p:cTn id="63" dur="500"/>
                                        <p:tgtEl>
                                          <p:spTgt spid="61"/>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62"/>
                                        </p:tgtEl>
                                        <p:attrNameLst>
                                          <p:attrName>style.visibility</p:attrName>
                                        </p:attrNameLst>
                                      </p:cBhvr>
                                      <p:to>
                                        <p:strVal val="visible"/>
                                      </p:to>
                                    </p:set>
                                    <p:animEffect transition="in" filter="wipe(left)">
                                      <p:cBhvr>
                                        <p:cTn id="68" dur="500"/>
                                        <p:tgtEl>
                                          <p:spTgt spid="6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63"/>
                                        </p:tgtEl>
                                        <p:attrNameLst>
                                          <p:attrName>style.visibility</p:attrName>
                                        </p:attrNameLst>
                                      </p:cBhvr>
                                      <p:to>
                                        <p:strVal val="visible"/>
                                      </p:to>
                                    </p:set>
                                    <p:animEffect transition="in" filter="wipe(left)">
                                      <p:cBhvr>
                                        <p:cTn id="73" dur="500"/>
                                        <p:tgtEl>
                                          <p:spTgt spid="63"/>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67"/>
                                        </p:tgtEl>
                                        <p:attrNameLst>
                                          <p:attrName>style.visibility</p:attrName>
                                        </p:attrNameLst>
                                      </p:cBhvr>
                                      <p:to>
                                        <p:strVal val="visible"/>
                                      </p:to>
                                    </p:set>
                                    <p:animEffect transition="in" filter="wipe(left)">
                                      <p:cBhvr>
                                        <p:cTn id="78" dur="500"/>
                                        <p:tgtEl>
                                          <p:spTgt spid="67"/>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nodeType="clickEffect">
                                  <p:stCondLst>
                                    <p:cond delay="0"/>
                                  </p:stCondLst>
                                  <p:childTnLst>
                                    <p:set>
                                      <p:cBhvr>
                                        <p:cTn id="82" dur="1" fill="hold">
                                          <p:stCondLst>
                                            <p:cond delay="0"/>
                                          </p:stCondLst>
                                        </p:cTn>
                                        <p:tgtEl>
                                          <p:spTgt spid="64"/>
                                        </p:tgtEl>
                                        <p:attrNameLst>
                                          <p:attrName>style.visibility</p:attrName>
                                        </p:attrNameLst>
                                      </p:cBhvr>
                                      <p:to>
                                        <p:strVal val="visible"/>
                                      </p:to>
                                    </p:set>
                                    <p:animEffect transition="in" filter="wipe(left)">
                                      <p:cBhvr>
                                        <p:cTn id="83" dur="500"/>
                                        <p:tgtEl>
                                          <p:spTgt spid="64"/>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65"/>
                                        </p:tgtEl>
                                        <p:attrNameLst>
                                          <p:attrName>style.visibility</p:attrName>
                                        </p:attrNameLst>
                                      </p:cBhvr>
                                      <p:to>
                                        <p:strVal val="visible"/>
                                      </p:to>
                                    </p:set>
                                    <p:animEffect transition="in" filter="wipe(left)">
                                      <p:cBhvr>
                                        <p:cTn id="88" dur="500"/>
                                        <p:tgtEl>
                                          <p:spTgt spid="65"/>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66">
                                            <p:bg/>
                                          </p:spTgt>
                                        </p:tgtEl>
                                        <p:attrNameLst>
                                          <p:attrName>style.visibility</p:attrName>
                                        </p:attrNameLst>
                                      </p:cBhvr>
                                      <p:to>
                                        <p:strVal val="visible"/>
                                      </p:to>
                                    </p:set>
                                    <p:animEffect transition="in" filter="wipe(left)">
                                      <p:cBhvr>
                                        <p:cTn id="93" dur="500"/>
                                        <p:tgtEl>
                                          <p:spTgt spid="66">
                                            <p:bg/>
                                          </p:spTgt>
                                        </p:tgtEl>
                                      </p:cBhvr>
                                    </p:animEffect>
                                  </p:childTnLst>
                                </p:cTn>
                              </p:par>
                              <p:par>
                                <p:cTn id="94" presetID="22" presetClass="entr" presetSubtype="8" fill="hold" grpId="0" nodeType="withEffect">
                                  <p:stCondLst>
                                    <p:cond delay="0"/>
                                  </p:stCondLst>
                                  <p:childTnLst>
                                    <p:set>
                                      <p:cBhvr>
                                        <p:cTn id="95" dur="1" fill="hold">
                                          <p:stCondLst>
                                            <p:cond delay="0"/>
                                          </p:stCondLst>
                                        </p:cTn>
                                        <p:tgtEl>
                                          <p:spTgt spid="66">
                                            <p:txEl>
                                              <p:pRg st="0" end="0"/>
                                            </p:txEl>
                                          </p:spTgt>
                                        </p:tgtEl>
                                        <p:attrNameLst>
                                          <p:attrName>style.visibility</p:attrName>
                                        </p:attrNameLst>
                                      </p:cBhvr>
                                      <p:to>
                                        <p:strVal val="visible"/>
                                      </p:to>
                                    </p:set>
                                    <p:animEffect transition="in" filter="wipe(left)">
                                      <p:cBhvr>
                                        <p:cTn id="96" dur="500"/>
                                        <p:tgtEl>
                                          <p:spTgt spid="66">
                                            <p:txEl>
                                              <p:pRg st="0" end="0"/>
                                            </p:txEl>
                                          </p:spTgt>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grpId="0" nodeType="clickEffect">
                                  <p:stCondLst>
                                    <p:cond delay="0"/>
                                  </p:stCondLst>
                                  <p:childTnLst>
                                    <p:set>
                                      <p:cBhvr>
                                        <p:cTn id="100" dur="1" fill="hold">
                                          <p:stCondLst>
                                            <p:cond delay="0"/>
                                          </p:stCondLst>
                                        </p:cTn>
                                        <p:tgtEl>
                                          <p:spTgt spid="66">
                                            <p:txEl>
                                              <p:pRg st="1" end="1"/>
                                            </p:txEl>
                                          </p:spTgt>
                                        </p:tgtEl>
                                        <p:attrNameLst>
                                          <p:attrName>style.visibility</p:attrName>
                                        </p:attrNameLst>
                                      </p:cBhvr>
                                      <p:to>
                                        <p:strVal val="visible"/>
                                      </p:to>
                                    </p:set>
                                    <p:animEffect transition="in" filter="wipe(left)">
                                      <p:cBhvr>
                                        <p:cTn id="101" dur="500"/>
                                        <p:tgtEl>
                                          <p:spTgt spid="66">
                                            <p:txEl>
                                              <p:pRg st="1" end="1"/>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66">
                                            <p:txEl>
                                              <p:pRg st="3" end="3"/>
                                            </p:txEl>
                                          </p:spTgt>
                                        </p:tgtEl>
                                        <p:attrNameLst>
                                          <p:attrName>style.visibility</p:attrName>
                                        </p:attrNameLst>
                                      </p:cBhvr>
                                      <p:to>
                                        <p:strVal val="visible"/>
                                      </p:to>
                                    </p:set>
                                    <p:animEffect transition="in" filter="wipe(left)">
                                      <p:cBhvr>
                                        <p:cTn id="106" dur="500"/>
                                        <p:tgtEl>
                                          <p:spTgt spid="66">
                                            <p:txEl>
                                              <p:pRg st="3" end="3"/>
                                            </p:txEl>
                                          </p:spTgt>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grpId="0" nodeType="clickEffect">
                                  <p:stCondLst>
                                    <p:cond delay="0"/>
                                  </p:stCondLst>
                                  <p:iterate type="lt">
                                    <p:tmPct val="100000"/>
                                  </p:iterate>
                                  <p:childTnLst>
                                    <p:set>
                                      <p:cBhvr>
                                        <p:cTn id="110" dur="1" fill="hold">
                                          <p:stCondLst>
                                            <p:cond delay="0"/>
                                          </p:stCondLst>
                                        </p:cTn>
                                        <p:tgtEl>
                                          <p:spTgt spid="5"/>
                                        </p:tgtEl>
                                        <p:attrNameLst>
                                          <p:attrName>style.visibility</p:attrName>
                                        </p:attrNameLst>
                                      </p:cBhvr>
                                      <p:to>
                                        <p:strVal val="visible"/>
                                      </p:to>
                                    </p:set>
                                    <p:animEffect transition="in" filter="wipe(left)">
                                      <p:cBhvr>
                                        <p:cTn id="111" dur="75"/>
                                        <p:tgtEl>
                                          <p:spTgt spid="5"/>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nodeType="clickEffect">
                                  <p:stCondLst>
                                    <p:cond delay="0"/>
                                  </p:stCondLst>
                                  <p:childTnLst>
                                    <p:set>
                                      <p:cBhvr>
                                        <p:cTn id="115" dur="1" fill="hold">
                                          <p:stCondLst>
                                            <p:cond delay="0"/>
                                          </p:stCondLst>
                                        </p:cTn>
                                        <p:tgtEl>
                                          <p:spTgt spid="7"/>
                                        </p:tgtEl>
                                        <p:attrNameLst>
                                          <p:attrName>style.visibility</p:attrName>
                                        </p:attrNameLst>
                                      </p:cBhvr>
                                      <p:to>
                                        <p:strVal val="visible"/>
                                      </p:to>
                                    </p:set>
                                    <p:animEffect transition="in" filter="wipe(left)">
                                      <p:cBhvr>
                                        <p:cTn id="116" dur="500"/>
                                        <p:tgtEl>
                                          <p:spTgt spid="7"/>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nodeType="clickEffect">
                                  <p:stCondLst>
                                    <p:cond delay="0"/>
                                  </p:stCondLst>
                                  <p:childTnLst>
                                    <p:set>
                                      <p:cBhvr>
                                        <p:cTn id="120" dur="1" fill="hold">
                                          <p:stCondLst>
                                            <p:cond delay="0"/>
                                          </p:stCondLst>
                                        </p:cTn>
                                        <p:tgtEl>
                                          <p:spTgt spid="8"/>
                                        </p:tgtEl>
                                        <p:attrNameLst>
                                          <p:attrName>style.visibility</p:attrName>
                                        </p:attrNameLst>
                                      </p:cBhvr>
                                      <p:to>
                                        <p:strVal val="visible"/>
                                      </p:to>
                                    </p:set>
                                    <p:animEffect transition="in" filter="wipe(left)">
                                      <p:cBhvr>
                                        <p:cTn id="121" dur="500"/>
                                        <p:tgtEl>
                                          <p:spTgt spid="8"/>
                                        </p:tgtEl>
                                      </p:cBhvr>
                                    </p:animEffect>
                                  </p:childTnLst>
                                </p:cTn>
                              </p:par>
                            </p:childTnLst>
                          </p:cTn>
                        </p:par>
                      </p:childTnLst>
                    </p:cTn>
                  </p:par>
                  <p:par>
                    <p:cTn id="122" fill="hold">
                      <p:stCondLst>
                        <p:cond delay="indefinite"/>
                      </p:stCondLst>
                      <p:childTnLst>
                        <p:par>
                          <p:cTn id="123" fill="hold">
                            <p:stCondLst>
                              <p:cond delay="0"/>
                            </p:stCondLst>
                            <p:childTnLst>
                              <p:par>
                                <p:cTn id="124" presetID="22" presetClass="entr" presetSubtype="8" fill="hold" nodeType="clickEffect">
                                  <p:stCondLst>
                                    <p:cond delay="0"/>
                                  </p:stCondLst>
                                  <p:childTnLst>
                                    <p:set>
                                      <p:cBhvr>
                                        <p:cTn id="125" dur="1" fill="hold">
                                          <p:stCondLst>
                                            <p:cond delay="0"/>
                                          </p:stCondLst>
                                        </p:cTn>
                                        <p:tgtEl>
                                          <p:spTgt spid="9"/>
                                        </p:tgtEl>
                                        <p:attrNameLst>
                                          <p:attrName>style.visibility</p:attrName>
                                        </p:attrNameLst>
                                      </p:cBhvr>
                                      <p:to>
                                        <p:strVal val="visible"/>
                                      </p:to>
                                    </p:set>
                                    <p:animEffect transition="in" filter="wipe(left)">
                                      <p:cBhvr>
                                        <p:cTn id="126" dur="500"/>
                                        <p:tgtEl>
                                          <p:spTgt spid="9"/>
                                        </p:tgtEl>
                                      </p:cBhvr>
                                    </p:animEffect>
                                  </p:childTnLst>
                                </p:cTn>
                              </p:par>
                            </p:childTnLst>
                          </p:cTn>
                        </p:par>
                      </p:childTnLst>
                    </p:cTn>
                  </p:par>
                  <p:par>
                    <p:cTn id="127" fill="hold">
                      <p:stCondLst>
                        <p:cond delay="indefinite"/>
                      </p:stCondLst>
                      <p:childTnLst>
                        <p:par>
                          <p:cTn id="128" fill="hold">
                            <p:stCondLst>
                              <p:cond delay="0"/>
                            </p:stCondLst>
                            <p:childTnLst>
                              <p:par>
                                <p:cTn id="129" presetID="22" presetClass="entr" presetSubtype="8" fill="hold" nodeType="clickEffect">
                                  <p:stCondLst>
                                    <p:cond delay="0"/>
                                  </p:stCondLst>
                                  <p:childTnLst>
                                    <p:set>
                                      <p:cBhvr>
                                        <p:cTn id="130" dur="1" fill="hold">
                                          <p:stCondLst>
                                            <p:cond delay="0"/>
                                          </p:stCondLst>
                                        </p:cTn>
                                        <p:tgtEl>
                                          <p:spTgt spid="10"/>
                                        </p:tgtEl>
                                        <p:attrNameLst>
                                          <p:attrName>style.visibility</p:attrName>
                                        </p:attrNameLst>
                                      </p:cBhvr>
                                      <p:to>
                                        <p:strVal val="visible"/>
                                      </p:to>
                                    </p:set>
                                    <p:animEffect transition="in" filter="wipe(left)">
                                      <p:cBhvr>
                                        <p:cTn id="131" dur="500"/>
                                        <p:tgtEl>
                                          <p:spTgt spid="10"/>
                                        </p:tgtEl>
                                      </p:cBhvr>
                                    </p:animEffect>
                                  </p:childTnLst>
                                </p:cTn>
                              </p:par>
                            </p:childTnLst>
                          </p:cTn>
                        </p:par>
                      </p:childTnLst>
                    </p:cTn>
                  </p:par>
                  <p:par>
                    <p:cTn id="132" fill="hold">
                      <p:stCondLst>
                        <p:cond delay="indefinite"/>
                      </p:stCondLst>
                      <p:childTnLst>
                        <p:par>
                          <p:cTn id="133" fill="hold">
                            <p:stCondLst>
                              <p:cond delay="0"/>
                            </p:stCondLst>
                            <p:childTnLst>
                              <p:par>
                                <p:cTn id="134" presetID="22" presetClass="entr" presetSubtype="8" fill="hold" nodeType="clickEffect">
                                  <p:stCondLst>
                                    <p:cond delay="0"/>
                                  </p:stCondLst>
                                  <p:childTnLst>
                                    <p:set>
                                      <p:cBhvr>
                                        <p:cTn id="135" dur="1" fill="hold">
                                          <p:stCondLst>
                                            <p:cond delay="0"/>
                                          </p:stCondLst>
                                        </p:cTn>
                                        <p:tgtEl>
                                          <p:spTgt spid="11"/>
                                        </p:tgtEl>
                                        <p:attrNameLst>
                                          <p:attrName>style.visibility</p:attrName>
                                        </p:attrNameLst>
                                      </p:cBhvr>
                                      <p:to>
                                        <p:strVal val="visible"/>
                                      </p:to>
                                    </p:set>
                                    <p:animEffect transition="in" filter="wipe(left)">
                                      <p:cBhvr>
                                        <p:cTn id="136" dur="500"/>
                                        <p:tgtEl>
                                          <p:spTgt spid="11"/>
                                        </p:tgtEl>
                                      </p:cBhvr>
                                    </p:animEffect>
                                  </p:childTnLst>
                                </p:cTn>
                              </p:par>
                            </p:childTnLst>
                          </p:cTn>
                        </p:par>
                      </p:childTnLst>
                    </p:cTn>
                  </p:par>
                  <p:par>
                    <p:cTn id="137" fill="hold">
                      <p:stCondLst>
                        <p:cond delay="indefinite"/>
                      </p:stCondLst>
                      <p:childTnLst>
                        <p:par>
                          <p:cTn id="138" fill="hold">
                            <p:stCondLst>
                              <p:cond delay="0"/>
                            </p:stCondLst>
                            <p:childTnLst>
                              <p:par>
                                <p:cTn id="139" presetID="22" presetClass="entr" presetSubtype="8" fill="hold" nodeType="clickEffect">
                                  <p:stCondLst>
                                    <p:cond delay="0"/>
                                  </p:stCondLst>
                                  <p:childTnLst>
                                    <p:set>
                                      <p:cBhvr>
                                        <p:cTn id="140" dur="1" fill="hold">
                                          <p:stCondLst>
                                            <p:cond delay="0"/>
                                          </p:stCondLst>
                                        </p:cTn>
                                        <p:tgtEl>
                                          <p:spTgt spid="12"/>
                                        </p:tgtEl>
                                        <p:attrNameLst>
                                          <p:attrName>style.visibility</p:attrName>
                                        </p:attrNameLst>
                                      </p:cBhvr>
                                      <p:to>
                                        <p:strVal val="visible"/>
                                      </p:to>
                                    </p:set>
                                    <p:animEffect transition="in" filter="wipe(left)">
                                      <p:cBhvr>
                                        <p:cTn id="14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20" grpId="0"/>
      <p:bldP spid="55" grpId="0" autoUpdateAnimBg="0"/>
      <p:bldP spid="66" grpId="0" build="allAtOnce" animBg="1" autoUpdateAnimBg="0"/>
      <p:bldP spid="67" grpId="0" animBg="1"/>
      <p:bldP spid="5"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圆角矩形 21"/>
          <p:cNvSpPr/>
          <p:nvPr/>
        </p:nvSpPr>
        <p:spPr bwMode="auto">
          <a:xfrm>
            <a:off x="714348" y="2643182"/>
            <a:ext cx="8429652" cy="4214818"/>
          </a:xfrm>
          <a:prstGeom prst="roundRect">
            <a:avLst>
              <a:gd name="adj" fmla="val 581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38930" name="WordArt 2"/>
          <p:cNvSpPr>
            <a:spLocks noChangeArrowheads="1" noChangeShapeType="1" noTextEdit="1"/>
          </p:cNvSpPr>
          <p:nvPr/>
        </p:nvSpPr>
        <p:spPr bwMode="auto">
          <a:xfrm>
            <a:off x="785786" y="115888"/>
            <a:ext cx="4608513" cy="576262"/>
          </a:xfrm>
          <a:prstGeom prst="rect">
            <a:avLst/>
          </a:prstGeom>
        </p:spPr>
        <p:txBody>
          <a:bodyPr wrap="none"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三、常用的分块阵</a:t>
            </a:r>
          </a:p>
        </p:txBody>
      </p:sp>
      <p:sp>
        <p:nvSpPr>
          <p:cNvPr id="467971" name="Rectangle 3"/>
          <p:cNvSpPr>
            <a:spLocks noChangeArrowheads="1"/>
          </p:cNvSpPr>
          <p:nvPr/>
        </p:nvSpPr>
        <p:spPr bwMode="auto">
          <a:xfrm>
            <a:off x="755650" y="976313"/>
            <a:ext cx="5688013" cy="519112"/>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3.1 </a:t>
            </a:r>
            <a:r>
              <a:rPr kumimoji="1" lang="zh-CN" altLang="en-US" sz="28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分块对角阵</a:t>
            </a:r>
          </a:p>
        </p:txBody>
      </p:sp>
      <p:grpSp>
        <p:nvGrpSpPr>
          <p:cNvPr id="2" name="Group 4"/>
          <p:cNvGrpSpPr>
            <a:grpSpLocks/>
          </p:cNvGrpSpPr>
          <p:nvPr/>
        </p:nvGrpSpPr>
        <p:grpSpPr bwMode="auto">
          <a:xfrm>
            <a:off x="3057527" y="1052513"/>
            <a:ext cx="3157547" cy="1590669"/>
            <a:chOff x="1680" y="2544"/>
            <a:chExt cx="2224" cy="1296"/>
          </a:xfrm>
        </p:grpSpPr>
        <p:graphicFrame>
          <p:nvGraphicFramePr>
            <p:cNvPr id="38927" name="Object 5"/>
            <p:cNvGraphicFramePr>
              <a:graphicFrameLocks noChangeAspect="1"/>
            </p:cNvGraphicFramePr>
            <p:nvPr/>
          </p:nvGraphicFramePr>
          <p:xfrm>
            <a:off x="1680" y="2544"/>
            <a:ext cx="2224" cy="1296"/>
          </p:xfrm>
          <a:graphic>
            <a:graphicData uri="http://schemas.openxmlformats.org/presentationml/2006/ole">
              <mc:AlternateContent xmlns:mc="http://schemas.openxmlformats.org/markup-compatibility/2006">
                <mc:Choice xmlns:v="urn:schemas-microsoft-com:vml" Requires="v">
                  <p:oleObj name="Equation" r:id="rId4" imgW="3530520" imgH="2057400" progId="Equation.3">
                    <p:embed/>
                  </p:oleObj>
                </mc:Choice>
                <mc:Fallback>
                  <p:oleObj name="Equation" r:id="rId4" imgW="3530520" imgH="2057400" progId="Equation.3">
                    <p:embed/>
                    <p:pic>
                      <p:nvPicPr>
                        <p:cNvPr id="38927" name="Object 5"/>
                        <p:cNvPicPr preferRelativeResize="0">
                          <a:picLocks noChangeAspect="1" noChangeArrowheads="1"/>
                        </p:cNvPicPr>
                        <p:nvPr/>
                      </p:nvPicPr>
                      <p:blipFill>
                        <a:blip r:embed="rId5">
                          <a:lum bright="100000"/>
                          <a:extLst>
                            <a:ext uri="{28A0092B-C50C-407E-A947-70E740481C1C}">
                              <a14:useLocalDpi xmlns:a14="http://schemas.microsoft.com/office/drawing/2010/main" val="0"/>
                            </a:ext>
                          </a:extLst>
                        </a:blip>
                        <a:srcRect/>
                        <a:stretch>
                          <a:fillRect/>
                        </a:stretch>
                      </p:blipFill>
                      <p:spPr bwMode="auto">
                        <a:xfrm>
                          <a:off x="1680" y="2544"/>
                          <a:ext cx="2224" cy="1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8" name="Object 6"/>
            <p:cNvGraphicFramePr>
              <a:graphicFrameLocks noChangeAspect="1"/>
            </p:cNvGraphicFramePr>
            <p:nvPr/>
          </p:nvGraphicFramePr>
          <p:xfrm>
            <a:off x="2496" y="3360"/>
            <a:ext cx="184" cy="200"/>
          </p:xfrm>
          <a:graphic>
            <a:graphicData uri="http://schemas.openxmlformats.org/presentationml/2006/ole">
              <mc:AlternateContent xmlns:mc="http://schemas.openxmlformats.org/markup-compatibility/2006">
                <mc:Choice xmlns:v="urn:schemas-microsoft-com:vml" Requires="v">
                  <p:oleObj name="Equation" r:id="rId6" imgW="291960" imgH="317160" progId="Equation.3">
                    <p:embed/>
                  </p:oleObj>
                </mc:Choice>
                <mc:Fallback>
                  <p:oleObj name="Equation" r:id="rId6" imgW="291960" imgH="317160" progId="Equation.3">
                    <p:embed/>
                    <p:pic>
                      <p:nvPicPr>
                        <p:cNvPr id="38928" name="Object 6"/>
                        <p:cNvPicPr preferRelativeResize="0">
                          <a:picLocks noChangeAspect="1" noChangeArrowheads="1"/>
                        </p:cNvPicPr>
                        <p:nvPr/>
                      </p:nvPicPr>
                      <p:blipFill>
                        <a:blip r:embed="rId7">
                          <a:lum bright="100000"/>
                          <a:extLst>
                            <a:ext uri="{28A0092B-C50C-407E-A947-70E740481C1C}">
                              <a14:useLocalDpi xmlns:a14="http://schemas.microsoft.com/office/drawing/2010/main" val="0"/>
                            </a:ext>
                          </a:extLst>
                        </a:blip>
                        <a:srcRect/>
                        <a:stretch>
                          <a:fillRect/>
                        </a:stretch>
                      </p:blipFill>
                      <p:spPr bwMode="auto">
                        <a:xfrm>
                          <a:off x="2496" y="3360"/>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9" name="Object 7"/>
            <p:cNvGraphicFramePr>
              <a:graphicFrameLocks noChangeAspect="1"/>
            </p:cNvGraphicFramePr>
            <p:nvPr/>
          </p:nvGraphicFramePr>
          <p:xfrm>
            <a:off x="3216" y="2832"/>
            <a:ext cx="184" cy="200"/>
          </p:xfrm>
          <a:graphic>
            <a:graphicData uri="http://schemas.openxmlformats.org/presentationml/2006/ole">
              <mc:AlternateContent xmlns:mc="http://schemas.openxmlformats.org/markup-compatibility/2006">
                <mc:Choice xmlns:v="urn:schemas-microsoft-com:vml" Requires="v">
                  <p:oleObj name="Equation" r:id="rId6" imgW="291960" imgH="317160" progId="Equation.3">
                    <p:embed/>
                  </p:oleObj>
                </mc:Choice>
                <mc:Fallback>
                  <p:oleObj name="Equation" r:id="rId6" imgW="291960" imgH="317160" progId="Equation.3">
                    <p:embed/>
                    <p:pic>
                      <p:nvPicPr>
                        <p:cNvPr id="38929" name="Object 7"/>
                        <p:cNvPicPr preferRelativeResize="0">
                          <a:picLocks noChangeAspect="1" noChangeArrowheads="1"/>
                        </p:cNvPicPr>
                        <p:nvPr/>
                      </p:nvPicPr>
                      <p:blipFill>
                        <a:blip r:embed="rId7">
                          <a:lum bright="100000"/>
                          <a:extLst>
                            <a:ext uri="{28A0092B-C50C-407E-A947-70E740481C1C}">
                              <a14:useLocalDpi xmlns:a14="http://schemas.microsoft.com/office/drawing/2010/main" val="0"/>
                            </a:ext>
                          </a:extLst>
                        </a:blip>
                        <a:srcRect/>
                        <a:stretch>
                          <a:fillRect/>
                        </a:stretch>
                      </p:blipFill>
                      <p:spPr bwMode="auto">
                        <a:xfrm>
                          <a:off x="3216" y="2832"/>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467977" name="Object 9"/>
          <p:cNvGraphicFramePr>
            <a:graphicFrameLocks noChangeAspect="1"/>
          </p:cNvGraphicFramePr>
          <p:nvPr/>
        </p:nvGraphicFramePr>
        <p:xfrm>
          <a:off x="6858016" y="998531"/>
          <a:ext cx="2005012" cy="1573213"/>
        </p:xfrm>
        <a:graphic>
          <a:graphicData uri="http://schemas.openxmlformats.org/presentationml/2006/ole">
            <mc:AlternateContent xmlns:mc="http://schemas.openxmlformats.org/markup-compatibility/2006">
              <mc:Choice xmlns:v="urn:schemas-microsoft-com:vml" Requires="v">
                <p:oleObj name="公式" r:id="rId8" imgW="1028520" imgH="914400" progId="Equation.3">
                  <p:embed/>
                </p:oleObj>
              </mc:Choice>
              <mc:Fallback>
                <p:oleObj name="公式" r:id="rId8" imgW="1028520" imgH="914400" progId="Equation.3">
                  <p:embed/>
                  <p:pic>
                    <p:nvPicPr>
                      <p:cNvPr id="467977" name="Object 9"/>
                      <p:cNvPicPr preferRelativeResize="0">
                        <a:picLocks noChangeAspect="1" noChangeArrowheads="1"/>
                      </p:cNvPicPr>
                      <p:nvPr/>
                    </p:nvPicPr>
                    <p:blipFill>
                      <a:blip r:embed="rId9">
                        <a:lum bright="100000"/>
                        <a:extLst>
                          <a:ext uri="{28A0092B-C50C-407E-A947-70E740481C1C}">
                            <a14:useLocalDpi xmlns:a14="http://schemas.microsoft.com/office/drawing/2010/main" val="0"/>
                          </a:ext>
                        </a:extLst>
                      </a:blip>
                      <a:srcRect/>
                      <a:stretch>
                        <a:fillRect/>
                      </a:stretch>
                    </p:blipFill>
                    <p:spPr bwMode="auto">
                      <a:xfrm>
                        <a:off x="6858016" y="998531"/>
                        <a:ext cx="2005012" cy="1573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 name="Rectangle 9"/>
          <p:cNvSpPr>
            <a:spLocks noChangeArrowheads="1"/>
          </p:cNvSpPr>
          <p:nvPr/>
        </p:nvSpPr>
        <p:spPr bwMode="auto">
          <a:xfrm>
            <a:off x="2474913" y="4110161"/>
            <a:ext cx="431800" cy="431800"/>
          </a:xfrm>
          <a:prstGeom prst="rect">
            <a:avLst/>
          </a:prstGeom>
          <a:solidFill>
            <a:schemeClr val="bg1">
              <a:lumMod val="20000"/>
              <a:lumOff val="8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29" name="Rectangle 10"/>
          <p:cNvSpPr>
            <a:spLocks noChangeArrowheads="1"/>
          </p:cNvSpPr>
          <p:nvPr/>
        </p:nvSpPr>
        <p:spPr bwMode="auto">
          <a:xfrm>
            <a:off x="2068513" y="3694236"/>
            <a:ext cx="395287" cy="395288"/>
          </a:xfrm>
          <a:prstGeom prst="rect">
            <a:avLst/>
          </a:prstGeom>
          <a:solidFill>
            <a:schemeClr val="bg1">
              <a:lumMod val="20000"/>
              <a:lumOff val="8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0" name="Rectangle 11"/>
          <p:cNvSpPr>
            <a:spLocks noChangeArrowheads="1"/>
          </p:cNvSpPr>
          <p:nvPr/>
        </p:nvSpPr>
        <p:spPr bwMode="auto">
          <a:xfrm>
            <a:off x="2935288" y="4561011"/>
            <a:ext cx="863600" cy="936625"/>
          </a:xfrm>
          <a:prstGeom prst="rect">
            <a:avLst/>
          </a:prstGeom>
          <a:solidFill>
            <a:schemeClr val="bg1">
              <a:lumMod val="20000"/>
              <a:lumOff val="8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2" name="Line 5"/>
          <p:cNvSpPr>
            <a:spLocks noChangeShapeType="1"/>
          </p:cNvSpPr>
          <p:nvPr/>
        </p:nvSpPr>
        <p:spPr bwMode="auto">
          <a:xfrm>
            <a:off x="2066925" y="4097461"/>
            <a:ext cx="1728788"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3" name="Line 6"/>
          <p:cNvSpPr>
            <a:spLocks noChangeShapeType="1"/>
          </p:cNvSpPr>
          <p:nvPr/>
        </p:nvSpPr>
        <p:spPr bwMode="auto">
          <a:xfrm>
            <a:off x="2066925" y="4553074"/>
            <a:ext cx="1728788"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4" name="Line 7"/>
          <p:cNvSpPr>
            <a:spLocks noChangeShapeType="1"/>
          </p:cNvSpPr>
          <p:nvPr/>
        </p:nvSpPr>
        <p:spPr bwMode="auto">
          <a:xfrm>
            <a:off x="2484438" y="3697411"/>
            <a:ext cx="0" cy="18002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5" name="Line 8"/>
          <p:cNvSpPr>
            <a:spLocks noChangeShapeType="1"/>
          </p:cNvSpPr>
          <p:nvPr/>
        </p:nvSpPr>
        <p:spPr bwMode="auto">
          <a:xfrm>
            <a:off x="2916238" y="3697411"/>
            <a:ext cx="0" cy="18002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graphicFrame>
        <p:nvGraphicFramePr>
          <p:cNvPr id="31" name="Object 5"/>
          <p:cNvGraphicFramePr>
            <a:graphicFrameLocks noChangeAspect="1"/>
          </p:cNvGraphicFramePr>
          <p:nvPr/>
        </p:nvGraphicFramePr>
        <p:xfrm>
          <a:off x="1500166" y="3643314"/>
          <a:ext cx="6121400" cy="1852612"/>
        </p:xfrm>
        <a:graphic>
          <a:graphicData uri="http://schemas.openxmlformats.org/presentationml/2006/ole">
            <mc:AlternateContent xmlns:mc="http://schemas.openxmlformats.org/markup-compatibility/2006">
              <mc:Choice xmlns:v="urn:schemas-microsoft-com:vml" Requires="v">
                <p:oleObj name="Equation" r:id="rId10" imgW="3060700" imgH="927100" progId="Equation.DSMT4">
                  <p:embed/>
                </p:oleObj>
              </mc:Choice>
              <mc:Fallback>
                <p:oleObj name="Equation" r:id="rId10" imgW="3060700" imgH="927100" progId="Equation.DSMT4">
                  <p:embed/>
                  <p:pic>
                    <p:nvPicPr>
                      <p:cNvPr id="31"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00166" y="3643314"/>
                        <a:ext cx="6121400" cy="1852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 name="Rectangle 12"/>
          <p:cNvSpPr>
            <a:spLocks noChangeArrowheads="1"/>
          </p:cNvSpPr>
          <p:nvPr/>
        </p:nvSpPr>
        <p:spPr bwMode="auto">
          <a:xfrm>
            <a:off x="6054750" y="3857628"/>
            <a:ext cx="2160588" cy="1512888"/>
          </a:xfrm>
          <a:prstGeom prst="rect">
            <a:avLst/>
          </a:prstGeom>
          <a:solidFill>
            <a:srgbClr val="FF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
        <p:nvSpPr>
          <p:cNvPr id="36" name="Rectangle 12"/>
          <p:cNvSpPr>
            <a:spLocks noChangeArrowheads="1"/>
          </p:cNvSpPr>
          <p:nvPr/>
        </p:nvSpPr>
        <p:spPr bwMode="auto">
          <a:xfrm>
            <a:off x="3860800" y="3814886"/>
            <a:ext cx="2160588" cy="1512888"/>
          </a:xfrm>
          <a:prstGeom prst="rect">
            <a:avLst/>
          </a:prstGeom>
          <a:solidFill>
            <a:srgbClr val="FF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67971"/>
                                        </p:tgtEl>
                                        <p:attrNameLst>
                                          <p:attrName>style.visibility</p:attrName>
                                        </p:attrNameLst>
                                      </p:cBhvr>
                                      <p:to>
                                        <p:strVal val="visible"/>
                                      </p:to>
                                    </p:set>
                                    <p:animEffect transition="in" filter="wipe(left)">
                                      <p:cBhvr>
                                        <p:cTn id="12" dur="1000"/>
                                        <p:tgtEl>
                                          <p:spTgt spid="467971"/>
                                        </p:tgtEl>
                                      </p:cBhvr>
                                    </p:animEffect>
                                  </p:childTnLst>
                                </p:cTn>
                              </p:par>
                              <p:par>
                                <p:cTn id="13" presetID="22" presetClass="entr" presetSubtype="8" fill="hold" nodeType="withEffect">
                                  <p:stCondLst>
                                    <p:cond delay="0"/>
                                  </p:stCondLst>
                                  <p:childTnLst>
                                    <p:set>
                                      <p:cBhvr>
                                        <p:cTn id="14" dur="1" fill="hold">
                                          <p:stCondLst>
                                            <p:cond delay="0"/>
                                          </p:stCondLst>
                                        </p:cTn>
                                        <p:tgtEl>
                                          <p:spTgt spid="467977"/>
                                        </p:tgtEl>
                                        <p:attrNameLst>
                                          <p:attrName>style.visibility</p:attrName>
                                        </p:attrNameLst>
                                      </p:cBhvr>
                                      <p:to>
                                        <p:strVal val="visible"/>
                                      </p:to>
                                    </p:set>
                                    <p:animEffect transition="in" filter="wipe(left)">
                                      <p:cBhvr>
                                        <p:cTn id="15" dur="500"/>
                                        <p:tgtEl>
                                          <p:spTgt spid="4679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wipe(left)">
                                      <p:cBhvr>
                                        <p:cTn id="20" dur="500"/>
                                        <p:tgtEl>
                                          <p:spTgt spid="22"/>
                                        </p:tgtEl>
                                      </p:cBhvr>
                                    </p:animEffect>
                                  </p:childTnLst>
                                </p:cTn>
                              </p:par>
                            </p:childTnLst>
                          </p:cTn>
                        </p:par>
                        <p:par>
                          <p:cTn id="21" fill="hold">
                            <p:stCondLst>
                              <p:cond delay="500"/>
                            </p:stCondLst>
                            <p:childTnLst>
                              <p:par>
                                <p:cTn id="22" presetID="1" presetClass="entr" presetSubtype="0" fill="hold" nodeType="afterEffect">
                                  <p:stCondLst>
                                    <p:cond delay="0"/>
                                  </p:stCondLst>
                                  <p:childTnLst>
                                    <p:set>
                                      <p:cBhvr>
                                        <p:cTn id="23" dur="1" fill="hold">
                                          <p:stCondLst>
                                            <p:cond delay="0"/>
                                          </p:stCondLst>
                                        </p:cTn>
                                        <p:tgtEl>
                                          <p:spTgt spid="31"/>
                                        </p:tgtEl>
                                        <p:attrNameLst>
                                          <p:attrName>style.visibility</p:attrName>
                                        </p:attrNameLst>
                                      </p:cBhvr>
                                      <p:to>
                                        <p:strVal val="visible"/>
                                      </p:to>
                                    </p:set>
                                  </p:childTnLst>
                                </p:cTn>
                              </p:par>
                              <p:par>
                                <p:cTn id="24" presetID="1" presetClass="entr" presetSubtype="0" fill="hold" grpId="1" nodeType="withEffect">
                                  <p:stCondLst>
                                    <p:cond delay="0"/>
                                  </p:stCondLst>
                                  <p:childTnLst>
                                    <p:set>
                                      <p:cBhvr>
                                        <p:cTn id="25" dur="1" fill="hold">
                                          <p:stCondLst>
                                            <p:cond delay="0"/>
                                          </p:stCondLst>
                                        </p:cTn>
                                        <p:tgtEl>
                                          <p:spTgt spid="36"/>
                                        </p:tgtEl>
                                        <p:attrNameLst>
                                          <p:attrName>style.visibility</p:attrName>
                                        </p:attrNameLst>
                                      </p:cBhvr>
                                      <p:to>
                                        <p:strVal val="visible"/>
                                      </p:to>
                                    </p:set>
                                  </p:childTnLst>
                                </p:cTn>
                              </p:par>
                              <p:par>
                                <p:cTn id="26" presetID="1" presetClass="entr" presetSubtype="0" fill="hold" grpId="1" nodeType="withEffect">
                                  <p:stCondLst>
                                    <p:cond delay="0"/>
                                  </p:stCondLst>
                                  <p:childTnLst>
                                    <p:set>
                                      <p:cBhvr>
                                        <p:cTn id="27" dur="1" fill="hold">
                                          <p:stCondLst>
                                            <p:cond delay="0"/>
                                          </p:stCondLst>
                                        </p:cTn>
                                        <p:tgtEl>
                                          <p:spTgt spid="37"/>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0"/>
                                  </p:iterate>
                                  <p:childTnLst>
                                    <p:set>
                                      <p:cBhvr>
                                        <p:cTn id="31" dur="1" fill="hold">
                                          <p:stCondLst>
                                            <p:cond delay="0"/>
                                          </p:stCondLst>
                                        </p:cTn>
                                        <p:tgtEl>
                                          <p:spTgt spid="32"/>
                                        </p:tgtEl>
                                        <p:attrNameLst>
                                          <p:attrName>style.visibility</p:attrName>
                                        </p:attrNameLst>
                                      </p:cBhvr>
                                      <p:to>
                                        <p:strVal val="visible"/>
                                      </p:to>
                                    </p:set>
                                    <p:animEffect transition="in" filter="wipe(left)">
                                      <p:cBhvr>
                                        <p:cTn id="32" dur="500"/>
                                        <p:tgtEl>
                                          <p:spTgt spid="32"/>
                                        </p:tgtEl>
                                      </p:cBhvr>
                                    </p:animEffect>
                                  </p:childTnLst>
                                </p:cTn>
                              </p:par>
                              <p:par>
                                <p:cTn id="33" presetID="22" presetClass="entr" presetSubtype="8" fill="hold" grpId="0" nodeType="withEffect">
                                  <p:stCondLst>
                                    <p:cond delay="0"/>
                                  </p:stCondLst>
                                  <p:iterate type="lt">
                                    <p:tmPct val="0"/>
                                  </p:iterate>
                                  <p:childTnLst>
                                    <p:set>
                                      <p:cBhvr>
                                        <p:cTn id="34" dur="1" fill="hold">
                                          <p:stCondLst>
                                            <p:cond delay="0"/>
                                          </p:stCondLst>
                                        </p:cTn>
                                        <p:tgtEl>
                                          <p:spTgt spid="33"/>
                                        </p:tgtEl>
                                        <p:attrNameLst>
                                          <p:attrName>style.visibility</p:attrName>
                                        </p:attrNameLst>
                                      </p:cBhvr>
                                      <p:to>
                                        <p:strVal val="visible"/>
                                      </p:to>
                                    </p:set>
                                    <p:animEffect transition="in" filter="wipe(left)">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iterate type="lt">
                                    <p:tmPct val="0"/>
                                  </p:iterate>
                                  <p:childTnLst>
                                    <p:set>
                                      <p:cBhvr>
                                        <p:cTn id="39" dur="1" fill="hold">
                                          <p:stCondLst>
                                            <p:cond delay="0"/>
                                          </p:stCondLst>
                                        </p:cTn>
                                        <p:tgtEl>
                                          <p:spTgt spid="34"/>
                                        </p:tgtEl>
                                        <p:attrNameLst>
                                          <p:attrName>style.visibility</p:attrName>
                                        </p:attrNameLst>
                                      </p:cBhvr>
                                      <p:to>
                                        <p:strVal val="visible"/>
                                      </p:to>
                                    </p:set>
                                    <p:animEffect transition="in" filter="wipe(up)">
                                      <p:cBhvr>
                                        <p:cTn id="40" dur="500"/>
                                        <p:tgtEl>
                                          <p:spTgt spid="34"/>
                                        </p:tgtEl>
                                      </p:cBhvr>
                                    </p:animEffect>
                                  </p:childTnLst>
                                </p:cTn>
                              </p:par>
                              <p:par>
                                <p:cTn id="41" presetID="22" presetClass="entr" presetSubtype="1" fill="hold" grpId="0" nodeType="withEffect">
                                  <p:stCondLst>
                                    <p:cond delay="0"/>
                                  </p:stCondLst>
                                  <p:iterate type="lt">
                                    <p:tmPct val="0"/>
                                  </p:iterate>
                                  <p:childTnLst>
                                    <p:set>
                                      <p:cBhvr>
                                        <p:cTn id="42" dur="1" fill="hold">
                                          <p:stCondLst>
                                            <p:cond delay="0"/>
                                          </p:stCondLst>
                                        </p:cTn>
                                        <p:tgtEl>
                                          <p:spTgt spid="35"/>
                                        </p:tgtEl>
                                        <p:attrNameLst>
                                          <p:attrName>style.visibility</p:attrName>
                                        </p:attrNameLst>
                                      </p:cBhvr>
                                      <p:to>
                                        <p:strVal val="visible"/>
                                      </p:to>
                                    </p:set>
                                    <p:animEffect transition="in" filter="wipe(up)">
                                      <p:cBhvr>
                                        <p:cTn id="43" dur="500"/>
                                        <p:tgtEl>
                                          <p:spTgt spid="35"/>
                                        </p:tgtEl>
                                      </p:cBhvr>
                                    </p:animEffect>
                                  </p:childTnLst>
                                </p:cTn>
                              </p:par>
                            </p:childTnLst>
                          </p:cTn>
                        </p:par>
                      </p:childTnLst>
                    </p:cTn>
                  </p:par>
                  <p:par>
                    <p:cTn id="44" fill="hold">
                      <p:stCondLst>
                        <p:cond delay="indefinite"/>
                      </p:stCondLst>
                      <p:childTnLst>
                        <p:par>
                          <p:cTn id="45" fill="hold">
                            <p:stCondLst>
                              <p:cond delay="0"/>
                            </p:stCondLst>
                            <p:childTnLst>
                              <p:par>
                                <p:cTn id="46" presetID="18" presetClass="entr" presetSubtype="6" fill="hold" grpId="0" nodeType="clickEffect">
                                  <p:stCondLst>
                                    <p:cond delay="0"/>
                                  </p:stCondLst>
                                  <p:iterate type="lt">
                                    <p:tmPct val="0"/>
                                  </p:iterate>
                                  <p:childTnLst>
                                    <p:set>
                                      <p:cBhvr>
                                        <p:cTn id="47" dur="1" fill="hold">
                                          <p:stCondLst>
                                            <p:cond delay="0"/>
                                          </p:stCondLst>
                                        </p:cTn>
                                        <p:tgtEl>
                                          <p:spTgt spid="29"/>
                                        </p:tgtEl>
                                        <p:attrNameLst>
                                          <p:attrName>style.visibility</p:attrName>
                                        </p:attrNameLst>
                                      </p:cBhvr>
                                      <p:to>
                                        <p:strVal val="visible"/>
                                      </p:to>
                                    </p:set>
                                    <p:animEffect transition="in" filter="strips(downRight)">
                                      <p:cBhvr>
                                        <p:cTn id="48" dur="500"/>
                                        <p:tgtEl>
                                          <p:spTgt spid="29"/>
                                        </p:tgtEl>
                                      </p:cBhvr>
                                    </p:animEffect>
                                  </p:childTnLst>
                                </p:cTn>
                              </p:par>
                              <p:par>
                                <p:cTn id="49" presetID="18" presetClass="entr" presetSubtype="6" fill="hold" grpId="0" nodeType="withEffect">
                                  <p:stCondLst>
                                    <p:cond delay="0"/>
                                  </p:stCondLst>
                                  <p:iterate type="lt">
                                    <p:tmPct val="0"/>
                                  </p:iterate>
                                  <p:childTnLst>
                                    <p:set>
                                      <p:cBhvr>
                                        <p:cTn id="50" dur="1" fill="hold">
                                          <p:stCondLst>
                                            <p:cond delay="0"/>
                                          </p:stCondLst>
                                        </p:cTn>
                                        <p:tgtEl>
                                          <p:spTgt spid="28"/>
                                        </p:tgtEl>
                                        <p:attrNameLst>
                                          <p:attrName>style.visibility</p:attrName>
                                        </p:attrNameLst>
                                      </p:cBhvr>
                                      <p:to>
                                        <p:strVal val="visible"/>
                                      </p:to>
                                    </p:set>
                                    <p:animEffect transition="in" filter="strips(downRight)">
                                      <p:cBhvr>
                                        <p:cTn id="51" dur="500"/>
                                        <p:tgtEl>
                                          <p:spTgt spid="28"/>
                                        </p:tgtEl>
                                      </p:cBhvr>
                                    </p:animEffect>
                                  </p:childTnLst>
                                </p:cTn>
                              </p:par>
                              <p:par>
                                <p:cTn id="52" presetID="18" presetClass="entr" presetSubtype="6" fill="hold" grpId="0" nodeType="withEffect">
                                  <p:stCondLst>
                                    <p:cond delay="0"/>
                                  </p:stCondLst>
                                  <p:iterate type="lt">
                                    <p:tmPct val="0"/>
                                  </p:iterate>
                                  <p:childTnLst>
                                    <p:set>
                                      <p:cBhvr>
                                        <p:cTn id="53" dur="1" fill="hold">
                                          <p:stCondLst>
                                            <p:cond delay="0"/>
                                          </p:stCondLst>
                                        </p:cTn>
                                        <p:tgtEl>
                                          <p:spTgt spid="30"/>
                                        </p:tgtEl>
                                        <p:attrNameLst>
                                          <p:attrName>style.visibility</p:attrName>
                                        </p:attrNameLst>
                                      </p:cBhvr>
                                      <p:to>
                                        <p:strVal val="visible"/>
                                      </p:to>
                                    </p:set>
                                    <p:animEffect transition="in" filter="strips(downRight)">
                                      <p:cBhvr>
                                        <p:cTn id="54" dur="500"/>
                                        <p:tgtEl>
                                          <p:spTgt spid="30"/>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xit" presetSubtype="8" fill="hold" grpId="0" nodeType="clickEffect">
                                  <p:stCondLst>
                                    <p:cond delay="0"/>
                                  </p:stCondLst>
                                  <p:childTnLst>
                                    <p:animEffect transition="out" filter="wipe(left)">
                                      <p:cBhvr>
                                        <p:cTn id="58" dur="500"/>
                                        <p:tgtEl>
                                          <p:spTgt spid="36"/>
                                        </p:tgtEl>
                                      </p:cBhvr>
                                    </p:animEffect>
                                    <p:set>
                                      <p:cBhvr>
                                        <p:cTn id="59" dur="1" fill="hold">
                                          <p:stCondLst>
                                            <p:cond delay="499"/>
                                          </p:stCondLst>
                                        </p:cTn>
                                        <p:tgtEl>
                                          <p:spTgt spid="36"/>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31" presetClass="exit" presetSubtype="0" fill="hold" grpId="1" nodeType="clickEffect">
                                  <p:stCondLst>
                                    <p:cond delay="0"/>
                                  </p:stCondLst>
                                  <p:iterate type="lt">
                                    <p:tmPct val="5000"/>
                                  </p:iterate>
                                  <p:childTnLst>
                                    <p:anim calcmode="lin" valueType="num">
                                      <p:cBhvr>
                                        <p:cTn id="63" dur="1000"/>
                                        <p:tgtEl>
                                          <p:spTgt spid="32"/>
                                        </p:tgtEl>
                                        <p:attrNameLst>
                                          <p:attrName>ppt_w</p:attrName>
                                        </p:attrNameLst>
                                      </p:cBhvr>
                                      <p:tavLst>
                                        <p:tav tm="0">
                                          <p:val>
                                            <p:strVal val="ppt_w"/>
                                          </p:val>
                                        </p:tav>
                                        <p:tav tm="100000">
                                          <p:val>
                                            <p:fltVal val="0"/>
                                          </p:val>
                                        </p:tav>
                                      </p:tavLst>
                                    </p:anim>
                                    <p:anim calcmode="lin" valueType="num">
                                      <p:cBhvr>
                                        <p:cTn id="64" dur="1000"/>
                                        <p:tgtEl>
                                          <p:spTgt spid="32"/>
                                        </p:tgtEl>
                                        <p:attrNameLst>
                                          <p:attrName>ppt_h</p:attrName>
                                        </p:attrNameLst>
                                      </p:cBhvr>
                                      <p:tavLst>
                                        <p:tav tm="0">
                                          <p:val>
                                            <p:strVal val="ppt_h"/>
                                          </p:val>
                                        </p:tav>
                                        <p:tav tm="100000">
                                          <p:val>
                                            <p:fltVal val="0"/>
                                          </p:val>
                                        </p:tav>
                                      </p:tavLst>
                                    </p:anim>
                                    <p:anim calcmode="lin" valueType="num">
                                      <p:cBhvr>
                                        <p:cTn id="65" dur="1000"/>
                                        <p:tgtEl>
                                          <p:spTgt spid="32"/>
                                        </p:tgtEl>
                                        <p:attrNameLst>
                                          <p:attrName>style.rotation</p:attrName>
                                        </p:attrNameLst>
                                      </p:cBhvr>
                                      <p:tavLst>
                                        <p:tav tm="0">
                                          <p:val>
                                            <p:fltVal val="0"/>
                                          </p:val>
                                        </p:tav>
                                        <p:tav tm="100000">
                                          <p:val>
                                            <p:fltVal val="90"/>
                                          </p:val>
                                        </p:tav>
                                      </p:tavLst>
                                    </p:anim>
                                    <p:animEffect transition="out" filter="fade">
                                      <p:cBhvr>
                                        <p:cTn id="66" dur="1000"/>
                                        <p:tgtEl>
                                          <p:spTgt spid="32"/>
                                        </p:tgtEl>
                                      </p:cBhvr>
                                    </p:animEffect>
                                    <p:set>
                                      <p:cBhvr>
                                        <p:cTn id="67" dur="1" fill="hold">
                                          <p:stCondLst>
                                            <p:cond delay="999"/>
                                          </p:stCondLst>
                                        </p:cTn>
                                        <p:tgtEl>
                                          <p:spTgt spid="32"/>
                                        </p:tgtEl>
                                        <p:attrNameLst>
                                          <p:attrName>style.visibility</p:attrName>
                                        </p:attrNameLst>
                                      </p:cBhvr>
                                      <p:to>
                                        <p:strVal val="hidden"/>
                                      </p:to>
                                    </p:set>
                                  </p:childTnLst>
                                </p:cTn>
                              </p:par>
                              <p:par>
                                <p:cTn id="68" presetID="31" presetClass="exit" presetSubtype="0" fill="hold" grpId="1" nodeType="withEffect">
                                  <p:stCondLst>
                                    <p:cond delay="0"/>
                                  </p:stCondLst>
                                  <p:iterate type="lt">
                                    <p:tmPct val="5000"/>
                                  </p:iterate>
                                  <p:childTnLst>
                                    <p:anim calcmode="lin" valueType="num">
                                      <p:cBhvr>
                                        <p:cTn id="69" dur="1000"/>
                                        <p:tgtEl>
                                          <p:spTgt spid="33"/>
                                        </p:tgtEl>
                                        <p:attrNameLst>
                                          <p:attrName>ppt_w</p:attrName>
                                        </p:attrNameLst>
                                      </p:cBhvr>
                                      <p:tavLst>
                                        <p:tav tm="0">
                                          <p:val>
                                            <p:strVal val="ppt_w"/>
                                          </p:val>
                                        </p:tav>
                                        <p:tav tm="100000">
                                          <p:val>
                                            <p:fltVal val="0"/>
                                          </p:val>
                                        </p:tav>
                                      </p:tavLst>
                                    </p:anim>
                                    <p:anim calcmode="lin" valueType="num">
                                      <p:cBhvr>
                                        <p:cTn id="70" dur="1000"/>
                                        <p:tgtEl>
                                          <p:spTgt spid="33"/>
                                        </p:tgtEl>
                                        <p:attrNameLst>
                                          <p:attrName>ppt_h</p:attrName>
                                        </p:attrNameLst>
                                      </p:cBhvr>
                                      <p:tavLst>
                                        <p:tav tm="0">
                                          <p:val>
                                            <p:strVal val="ppt_h"/>
                                          </p:val>
                                        </p:tav>
                                        <p:tav tm="100000">
                                          <p:val>
                                            <p:fltVal val="0"/>
                                          </p:val>
                                        </p:tav>
                                      </p:tavLst>
                                    </p:anim>
                                    <p:anim calcmode="lin" valueType="num">
                                      <p:cBhvr>
                                        <p:cTn id="71" dur="1000"/>
                                        <p:tgtEl>
                                          <p:spTgt spid="33"/>
                                        </p:tgtEl>
                                        <p:attrNameLst>
                                          <p:attrName>style.rotation</p:attrName>
                                        </p:attrNameLst>
                                      </p:cBhvr>
                                      <p:tavLst>
                                        <p:tav tm="0">
                                          <p:val>
                                            <p:fltVal val="0"/>
                                          </p:val>
                                        </p:tav>
                                        <p:tav tm="100000">
                                          <p:val>
                                            <p:fltVal val="90"/>
                                          </p:val>
                                        </p:tav>
                                      </p:tavLst>
                                    </p:anim>
                                    <p:animEffect transition="out" filter="fade">
                                      <p:cBhvr>
                                        <p:cTn id="72" dur="1000"/>
                                        <p:tgtEl>
                                          <p:spTgt spid="33"/>
                                        </p:tgtEl>
                                      </p:cBhvr>
                                    </p:animEffect>
                                    <p:set>
                                      <p:cBhvr>
                                        <p:cTn id="73" dur="1" fill="hold">
                                          <p:stCondLst>
                                            <p:cond delay="999"/>
                                          </p:stCondLst>
                                        </p:cTn>
                                        <p:tgtEl>
                                          <p:spTgt spid="33"/>
                                        </p:tgtEl>
                                        <p:attrNameLst>
                                          <p:attrName>style.visibility</p:attrName>
                                        </p:attrNameLst>
                                      </p:cBhvr>
                                      <p:to>
                                        <p:strVal val="hidden"/>
                                      </p:to>
                                    </p:set>
                                  </p:childTnLst>
                                </p:cTn>
                              </p:par>
                              <p:par>
                                <p:cTn id="74" presetID="31" presetClass="exit" presetSubtype="0" fill="hold" grpId="1" nodeType="withEffect">
                                  <p:stCondLst>
                                    <p:cond delay="0"/>
                                  </p:stCondLst>
                                  <p:iterate type="lt">
                                    <p:tmPct val="5000"/>
                                  </p:iterate>
                                  <p:childTnLst>
                                    <p:anim calcmode="lin" valueType="num">
                                      <p:cBhvr>
                                        <p:cTn id="75" dur="1000"/>
                                        <p:tgtEl>
                                          <p:spTgt spid="34"/>
                                        </p:tgtEl>
                                        <p:attrNameLst>
                                          <p:attrName>ppt_w</p:attrName>
                                        </p:attrNameLst>
                                      </p:cBhvr>
                                      <p:tavLst>
                                        <p:tav tm="0">
                                          <p:val>
                                            <p:strVal val="ppt_w"/>
                                          </p:val>
                                        </p:tav>
                                        <p:tav tm="100000">
                                          <p:val>
                                            <p:fltVal val="0"/>
                                          </p:val>
                                        </p:tav>
                                      </p:tavLst>
                                    </p:anim>
                                    <p:anim calcmode="lin" valueType="num">
                                      <p:cBhvr>
                                        <p:cTn id="76" dur="1000"/>
                                        <p:tgtEl>
                                          <p:spTgt spid="34"/>
                                        </p:tgtEl>
                                        <p:attrNameLst>
                                          <p:attrName>ppt_h</p:attrName>
                                        </p:attrNameLst>
                                      </p:cBhvr>
                                      <p:tavLst>
                                        <p:tav tm="0">
                                          <p:val>
                                            <p:strVal val="ppt_h"/>
                                          </p:val>
                                        </p:tav>
                                        <p:tav tm="100000">
                                          <p:val>
                                            <p:fltVal val="0"/>
                                          </p:val>
                                        </p:tav>
                                      </p:tavLst>
                                    </p:anim>
                                    <p:anim calcmode="lin" valueType="num">
                                      <p:cBhvr>
                                        <p:cTn id="77" dur="1000"/>
                                        <p:tgtEl>
                                          <p:spTgt spid="34"/>
                                        </p:tgtEl>
                                        <p:attrNameLst>
                                          <p:attrName>style.rotation</p:attrName>
                                        </p:attrNameLst>
                                      </p:cBhvr>
                                      <p:tavLst>
                                        <p:tav tm="0">
                                          <p:val>
                                            <p:fltVal val="0"/>
                                          </p:val>
                                        </p:tav>
                                        <p:tav tm="100000">
                                          <p:val>
                                            <p:fltVal val="90"/>
                                          </p:val>
                                        </p:tav>
                                      </p:tavLst>
                                    </p:anim>
                                    <p:animEffect transition="out" filter="fade">
                                      <p:cBhvr>
                                        <p:cTn id="78" dur="1000"/>
                                        <p:tgtEl>
                                          <p:spTgt spid="34"/>
                                        </p:tgtEl>
                                      </p:cBhvr>
                                    </p:animEffect>
                                    <p:set>
                                      <p:cBhvr>
                                        <p:cTn id="79" dur="1" fill="hold">
                                          <p:stCondLst>
                                            <p:cond delay="999"/>
                                          </p:stCondLst>
                                        </p:cTn>
                                        <p:tgtEl>
                                          <p:spTgt spid="34"/>
                                        </p:tgtEl>
                                        <p:attrNameLst>
                                          <p:attrName>style.visibility</p:attrName>
                                        </p:attrNameLst>
                                      </p:cBhvr>
                                      <p:to>
                                        <p:strVal val="hidden"/>
                                      </p:to>
                                    </p:set>
                                  </p:childTnLst>
                                </p:cTn>
                              </p:par>
                              <p:par>
                                <p:cTn id="80" presetID="31" presetClass="exit" presetSubtype="0" fill="hold" grpId="1" nodeType="withEffect">
                                  <p:stCondLst>
                                    <p:cond delay="0"/>
                                  </p:stCondLst>
                                  <p:iterate type="lt">
                                    <p:tmPct val="5000"/>
                                  </p:iterate>
                                  <p:childTnLst>
                                    <p:anim calcmode="lin" valueType="num">
                                      <p:cBhvr>
                                        <p:cTn id="81" dur="1000"/>
                                        <p:tgtEl>
                                          <p:spTgt spid="35"/>
                                        </p:tgtEl>
                                        <p:attrNameLst>
                                          <p:attrName>ppt_w</p:attrName>
                                        </p:attrNameLst>
                                      </p:cBhvr>
                                      <p:tavLst>
                                        <p:tav tm="0">
                                          <p:val>
                                            <p:strVal val="ppt_w"/>
                                          </p:val>
                                        </p:tav>
                                        <p:tav tm="100000">
                                          <p:val>
                                            <p:fltVal val="0"/>
                                          </p:val>
                                        </p:tav>
                                      </p:tavLst>
                                    </p:anim>
                                    <p:anim calcmode="lin" valueType="num">
                                      <p:cBhvr>
                                        <p:cTn id="82" dur="1000"/>
                                        <p:tgtEl>
                                          <p:spTgt spid="35"/>
                                        </p:tgtEl>
                                        <p:attrNameLst>
                                          <p:attrName>ppt_h</p:attrName>
                                        </p:attrNameLst>
                                      </p:cBhvr>
                                      <p:tavLst>
                                        <p:tav tm="0">
                                          <p:val>
                                            <p:strVal val="ppt_h"/>
                                          </p:val>
                                        </p:tav>
                                        <p:tav tm="100000">
                                          <p:val>
                                            <p:fltVal val="0"/>
                                          </p:val>
                                        </p:tav>
                                      </p:tavLst>
                                    </p:anim>
                                    <p:anim calcmode="lin" valueType="num">
                                      <p:cBhvr>
                                        <p:cTn id="83" dur="1000"/>
                                        <p:tgtEl>
                                          <p:spTgt spid="35"/>
                                        </p:tgtEl>
                                        <p:attrNameLst>
                                          <p:attrName>style.rotation</p:attrName>
                                        </p:attrNameLst>
                                      </p:cBhvr>
                                      <p:tavLst>
                                        <p:tav tm="0">
                                          <p:val>
                                            <p:fltVal val="0"/>
                                          </p:val>
                                        </p:tav>
                                        <p:tav tm="100000">
                                          <p:val>
                                            <p:fltVal val="90"/>
                                          </p:val>
                                        </p:tav>
                                      </p:tavLst>
                                    </p:anim>
                                    <p:animEffect transition="out" filter="fade">
                                      <p:cBhvr>
                                        <p:cTn id="84" dur="1000"/>
                                        <p:tgtEl>
                                          <p:spTgt spid="35"/>
                                        </p:tgtEl>
                                      </p:cBhvr>
                                    </p:animEffect>
                                    <p:set>
                                      <p:cBhvr>
                                        <p:cTn id="85" dur="1" fill="hold">
                                          <p:stCondLst>
                                            <p:cond delay="999"/>
                                          </p:stCondLst>
                                        </p:cTn>
                                        <p:tgtEl>
                                          <p:spTgt spid="35"/>
                                        </p:tgtEl>
                                        <p:attrNameLst>
                                          <p:attrName>style.visibility</p:attrName>
                                        </p:attrNameLst>
                                      </p:cBhvr>
                                      <p:to>
                                        <p:strVal val="hidden"/>
                                      </p:to>
                                    </p:set>
                                  </p:childTnLst>
                                </p:cTn>
                              </p:par>
                              <p:par>
                                <p:cTn id="86" presetID="31" presetClass="exit" presetSubtype="0" fill="hold" grpId="1" nodeType="withEffect">
                                  <p:stCondLst>
                                    <p:cond delay="0"/>
                                  </p:stCondLst>
                                  <p:iterate type="lt">
                                    <p:tmPct val="5000"/>
                                  </p:iterate>
                                  <p:childTnLst>
                                    <p:anim calcmode="lin" valueType="num">
                                      <p:cBhvr>
                                        <p:cTn id="87" dur="1000"/>
                                        <p:tgtEl>
                                          <p:spTgt spid="28"/>
                                        </p:tgtEl>
                                        <p:attrNameLst>
                                          <p:attrName>ppt_w</p:attrName>
                                        </p:attrNameLst>
                                      </p:cBhvr>
                                      <p:tavLst>
                                        <p:tav tm="0">
                                          <p:val>
                                            <p:strVal val="ppt_w"/>
                                          </p:val>
                                        </p:tav>
                                        <p:tav tm="100000">
                                          <p:val>
                                            <p:fltVal val="0"/>
                                          </p:val>
                                        </p:tav>
                                      </p:tavLst>
                                    </p:anim>
                                    <p:anim calcmode="lin" valueType="num">
                                      <p:cBhvr>
                                        <p:cTn id="88" dur="1000"/>
                                        <p:tgtEl>
                                          <p:spTgt spid="28"/>
                                        </p:tgtEl>
                                        <p:attrNameLst>
                                          <p:attrName>ppt_h</p:attrName>
                                        </p:attrNameLst>
                                      </p:cBhvr>
                                      <p:tavLst>
                                        <p:tav tm="0">
                                          <p:val>
                                            <p:strVal val="ppt_h"/>
                                          </p:val>
                                        </p:tav>
                                        <p:tav tm="100000">
                                          <p:val>
                                            <p:fltVal val="0"/>
                                          </p:val>
                                        </p:tav>
                                      </p:tavLst>
                                    </p:anim>
                                    <p:anim calcmode="lin" valueType="num">
                                      <p:cBhvr>
                                        <p:cTn id="89" dur="1000"/>
                                        <p:tgtEl>
                                          <p:spTgt spid="28"/>
                                        </p:tgtEl>
                                        <p:attrNameLst>
                                          <p:attrName>style.rotation</p:attrName>
                                        </p:attrNameLst>
                                      </p:cBhvr>
                                      <p:tavLst>
                                        <p:tav tm="0">
                                          <p:val>
                                            <p:fltVal val="0"/>
                                          </p:val>
                                        </p:tav>
                                        <p:tav tm="100000">
                                          <p:val>
                                            <p:fltVal val="90"/>
                                          </p:val>
                                        </p:tav>
                                      </p:tavLst>
                                    </p:anim>
                                    <p:animEffect transition="out" filter="fade">
                                      <p:cBhvr>
                                        <p:cTn id="90" dur="1000"/>
                                        <p:tgtEl>
                                          <p:spTgt spid="28"/>
                                        </p:tgtEl>
                                      </p:cBhvr>
                                    </p:animEffect>
                                    <p:set>
                                      <p:cBhvr>
                                        <p:cTn id="91" dur="1" fill="hold">
                                          <p:stCondLst>
                                            <p:cond delay="999"/>
                                          </p:stCondLst>
                                        </p:cTn>
                                        <p:tgtEl>
                                          <p:spTgt spid="28"/>
                                        </p:tgtEl>
                                        <p:attrNameLst>
                                          <p:attrName>style.visibility</p:attrName>
                                        </p:attrNameLst>
                                      </p:cBhvr>
                                      <p:to>
                                        <p:strVal val="hidden"/>
                                      </p:to>
                                    </p:set>
                                  </p:childTnLst>
                                </p:cTn>
                              </p:par>
                              <p:par>
                                <p:cTn id="92" presetID="31" presetClass="exit" presetSubtype="0" fill="hold" grpId="1" nodeType="withEffect">
                                  <p:stCondLst>
                                    <p:cond delay="0"/>
                                  </p:stCondLst>
                                  <p:iterate type="lt">
                                    <p:tmPct val="5000"/>
                                  </p:iterate>
                                  <p:childTnLst>
                                    <p:anim calcmode="lin" valueType="num">
                                      <p:cBhvr>
                                        <p:cTn id="93" dur="1000"/>
                                        <p:tgtEl>
                                          <p:spTgt spid="29"/>
                                        </p:tgtEl>
                                        <p:attrNameLst>
                                          <p:attrName>ppt_w</p:attrName>
                                        </p:attrNameLst>
                                      </p:cBhvr>
                                      <p:tavLst>
                                        <p:tav tm="0">
                                          <p:val>
                                            <p:strVal val="ppt_w"/>
                                          </p:val>
                                        </p:tav>
                                        <p:tav tm="100000">
                                          <p:val>
                                            <p:fltVal val="0"/>
                                          </p:val>
                                        </p:tav>
                                      </p:tavLst>
                                    </p:anim>
                                    <p:anim calcmode="lin" valueType="num">
                                      <p:cBhvr>
                                        <p:cTn id="94" dur="1000"/>
                                        <p:tgtEl>
                                          <p:spTgt spid="29"/>
                                        </p:tgtEl>
                                        <p:attrNameLst>
                                          <p:attrName>ppt_h</p:attrName>
                                        </p:attrNameLst>
                                      </p:cBhvr>
                                      <p:tavLst>
                                        <p:tav tm="0">
                                          <p:val>
                                            <p:strVal val="ppt_h"/>
                                          </p:val>
                                        </p:tav>
                                        <p:tav tm="100000">
                                          <p:val>
                                            <p:fltVal val="0"/>
                                          </p:val>
                                        </p:tav>
                                      </p:tavLst>
                                    </p:anim>
                                    <p:anim calcmode="lin" valueType="num">
                                      <p:cBhvr>
                                        <p:cTn id="95" dur="1000"/>
                                        <p:tgtEl>
                                          <p:spTgt spid="29"/>
                                        </p:tgtEl>
                                        <p:attrNameLst>
                                          <p:attrName>style.rotation</p:attrName>
                                        </p:attrNameLst>
                                      </p:cBhvr>
                                      <p:tavLst>
                                        <p:tav tm="0">
                                          <p:val>
                                            <p:fltVal val="0"/>
                                          </p:val>
                                        </p:tav>
                                        <p:tav tm="100000">
                                          <p:val>
                                            <p:fltVal val="90"/>
                                          </p:val>
                                        </p:tav>
                                      </p:tavLst>
                                    </p:anim>
                                    <p:animEffect transition="out" filter="fade">
                                      <p:cBhvr>
                                        <p:cTn id="96" dur="1000"/>
                                        <p:tgtEl>
                                          <p:spTgt spid="29"/>
                                        </p:tgtEl>
                                      </p:cBhvr>
                                    </p:animEffect>
                                    <p:set>
                                      <p:cBhvr>
                                        <p:cTn id="97" dur="1" fill="hold">
                                          <p:stCondLst>
                                            <p:cond delay="999"/>
                                          </p:stCondLst>
                                        </p:cTn>
                                        <p:tgtEl>
                                          <p:spTgt spid="29"/>
                                        </p:tgtEl>
                                        <p:attrNameLst>
                                          <p:attrName>style.visibility</p:attrName>
                                        </p:attrNameLst>
                                      </p:cBhvr>
                                      <p:to>
                                        <p:strVal val="hidden"/>
                                      </p:to>
                                    </p:set>
                                  </p:childTnLst>
                                </p:cTn>
                              </p:par>
                              <p:par>
                                <p:cTn id="98" presetID="31" presetClass="exit" presetSubtype="0" fill="hold" grpId="1" nodeType="withEffect">
                                  <p:stCondLst>
                                    <p:cond delay="0"/>
                                  </p:stCondLst>
                                  <p:iterate type="lt">
                                    <p:tmPct val="5000"/>
                                  </p:iterate>
                                  <p:childTnLst>
                                    <p:anim calcmode="lin" valueType="num">
                                      <p:cBhvr>
                                        <p:cTn id="99" dur="1000"/>
                                        <p:tgtEl>
                                          <p:spTgt spid="30"/>
                                        </p:tgtEl>
                                        <p:attrNameLst>
                                          <p:attrName>ppt_w</p:attrName>
                                        </p:attrNameLst>
                                      </p:cBhvr>
                                      <p:tavLst>
                                        <p:tav tm="0">
                                          <p:val>
                                            <p:strVal val="ppt_w"/>
                                          </p:val>
                                        </p:tav>
                                        <p:tav tm="100000">
                                          <p:val>
                                            <p:fltVal val="0"/>
                                          </p:val>
                                        </p:tav>
                                      </p:tavLst>
                                    </p:anim>
                                    <p:anim calcmode="lin" valueType="num">
                                      <p:cBhvr>
                                        <p:cTn id="100" dur="1000"/>
                                        <p:tgtEl>
                                          <p:spTgt spid="30"/>
                                        </p:tgtEl>
                                        <p:attrNameLst>
                                          <p:attrName>ppt_h</p:attrName>
                                        </p:attrNameLst>
                                      </p:cBhvr>
                                      <p:tavLst>
                                        <p:tav tm="0">
                                          <p:val>
                                            <p:strVal val="ppt_h"/>
                                          </p:val>
                                        </p:tav>
                                        <p:tav tm="100000">
                                          <p:val>
                                            <p:fltVal val="0"/>
                                          </p:val>
                                        </p:tav>
                                      </p:tavLst>
                                    </p:anim>
                                    <p:anim calcmode="lin" valueType="num">
                                      <p:cBhvr>
                                        <p:cTn id="101" dur="1000"/>
                                        <p:tgtEl>
                                          <p:spTgt spid="30"/>
                                        </p:tgtEl>
                                        <p:attrNameLst>
                                          <p:attrName>style.rotation</p:attrName>
                                        </p:attrNameLst>
                                      </p:cBhvr>
                                      <p:tavLst>
                                        <p:tav tm="0">
                                          <p:val>
                                            <p:fltVal val="0"/>
                                          </p:val>
                                        </p:tav>
                                        <p:tav tm="100000">
                                          <p:val>
                                            <p:fltVal val="90"/>
                                          </p:val>
                                        </p:tav>
                                      </p:tavLst>
                                    </p:anim>
                                    <p:animEffect transition="out" filter="fade">
                                      <p:cBhvr>
                                        <p:cTn id="102" dur="1000"/>
                                        <p:tgtEl>
                                          <p:spTgt spid="30"/>
                                        </p:tgtEl>
                                      </p:cBhvr>
                                    </p:animEffect>
                                    <p:set>
                                      <p:cBhvr>
                                        <p:cTn id="103" dur="1" fill="hold">
                                          <p:stCondLst>
                                            <p:cond delay="999"/>
                                          </p:stCondLst>
                                        </p:cTn>
                                        <p:tgtEl>
                                          <p:spTgt spid="30"/>
                                        </p:tgtEl>
                                        <p:attrNameLst>
                                          <p:attrName>style.visibility</p:attrName>
                                        </p:attrNameLst>
                                      </p:cBhvr>
                                      <p:to>
                                        <p:strVal val="hidden"/>
                                      </p:to>
                                    </p:set>
                                  </p:childTnLst>
                                </p:cTn>
                              </p:par>
                            </p:childTnLst>
                          </p:cTn>
                        </p:par>
                        <p:par>
                          <p:cTn id="104" fill="hold">
                            <p:stCondLst>
                              <p:cond delay="1000"/>
                            </p:stCondLst>
                            <p:childTnLst>
                              <p:par>
                                <p:cTn id="105" presetID="4" presetClass="entr" presetSubtype="32" fill="hold" grpId="2" nodeType="afterEffect">
                                  <p:stCondLst>
                                    <p:cond delay="0"/>
                                  </p:stCondLst>
                                  <p:iterate type="lt">
                                    <p:tmPct val="0"/>
                                  </p:iterate>
                                  <p:childTnLst>
                                    <p:set>
                                      <p:cBhvr>
                                        <p:cTn id="106" dur="1" fill="hold">
                                          <p:stCondLst>
                                            <p:cond delay="0"/>
                                          </p:stCondLst>
                                        </p:cTn>
                                        <p:tgtEl>
                                          <p:spTgt spid="33"/>
                                        </p:tgtEl>
                                        <p:attrNameLst>
                                          <p:attrName>style.visibility</p:attrName>
                                        </p:attrNameLst>
                                      </p:cBhvr>
                                      <p:to>
                                        <p:strVal val="visible"/>
                                      </p:to>
                                    </p:set>
                                    <p:animEffect transition="in" filter="box(out)">
                                      <p:cBhvr>
                                        <p:cTn id="107" dur="500"/>
                                        <p:tgtEl>
                                          <p:spTgt spid="33"/>
                                        </p:tgtEl>
                                      </p:cBhvr>
                                    </p:animEffect>
                                  </p:childTnLst>
                                </p:cTn>
                              </p:par>
                              <p:par>
                                <p:cTn id="108" presetID="4" presetClass="entr" presetSubtype="32" fill="hold" grpId="2" nodeType="withEffect">
                                  <p:stCondLst>
                                    <p:cond delay="0"/>
                                  </p:stCondLst>
                                  <p:iterate type="lt">
                                    <p:tmPct val="0"/>
                                  </p:iterate>
                                  <p:childTnLst>
                                    <p:set>
                                      <p:cBhvr>
                                        <p:cTn id="109" dur="1" fill="hold">
                                          <p:stCondLst>
                                            <p:cond delay="0"/>
                                          </p:stCondLst>
                                        </p:cTn>
                                        <p:tgtEl>
                                          <p:spTgt spid="35"/>
                                        </p:tgtEl>
                                        <p:attrNameLst>
                                          <p:attrName>style.visibility</p:attrName>
                                        </p:attrNameLst>
                                      </p:cBhvr>
                                      <p:to>
                                        <p:strVal val="visible"/>
                                      </p:to>
                                    </p:set>
                                    <p:animEffect transition="in" filter="box(out)">
                                      <p:cBhvr>
                                        <p:cTn id="110" dur="500"/>
                                        <p:tgtEl>
                                          <p:spTgt spid="35"/>
                                        </p:tgtEl>
                                      </p:cBhvr>
                                    </p:animEffect>
                                  </p:childTnLst>
                                </p:cTn>
                              </p:par>
                            </p:childTnLst>
                          </p:cTn>
                        </p:par>
                      </p:childTnLst>
                    </p:cTn>
                  </p:par>
                  <p:par>
                    <p:cTn id="111" fill="hold">
                      <p:stCondLst>
                        <p:cond delay="indefinite"/>
                      </p:stCondLst>
                      <p:childTnLst>
                        <p:par>
                          <p:cTn id="112" fill="hold">
                            <p:stCondLst>
                              <p:cond delay="0"/>
                            </p:stCondLst>
                            <p:childTnLst>
                              <p:par>
                                <p:cTn id="113" presetID="22" presetClass="exit" presetSubtype="8" fill="hold" grpId="0" nodeType="clickEffect">
                                  <p:stCondLst>
                                    <p:cond delay="0"/>
                                  </p:stCondLst>
                                  <p:childTnLst>
                                    <p:animEffect transition="out" filter="wipe(left)">
                                      <p:cBhvr>
                                        <p:cTn id="114" dur="500"/>
                                        <p:tgtEl>
                                          <p:spTgt spid="37"/>
                                        </p:tgtEl>
                                      </p:cBhvr>
                                    </p:animEffect>
                                    <p:set>
                                      <p:cBhvr>
                                        <p:cTn id="115" dur="1" fill="hold">
                                          <p:stCondLst>
                                            <p:cond delay="499"/>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67971" grpId="0"/>
      <p:bldP spid="28" grpId="0" animBg="1"/>
      <p:bldP spid="28" grpId="1" animBg="1"/>
      <p:bldP spid="29" grpId="0" animBg="1"/>
      <p:bldP spid="29" grpId="1" animBg="1"/>
      <p:bldP spid="30" grpId="0" animBg="1"/>
      <p:bldP spid="30" grpId="1" animBg="1"/>
      <p:bldP spid="32" grpId="0" animBg="1"/>
      <p:bldP spid="32" grpId="1" animBg="1"/>
      <p:bldP spid="33" grpId="0" animBg="1"/>
      <p:bldP spid="33" grpId="1" animBg="1"/>
      <p:bldP spid="33" grpId="2" animBg="1"/>
      <p:bldP spid="34" grpId="0" animBg="1"/>
      <p:bldP spid="34" grpId="1" animBg="1"/>
      <p:bldP spid="35" grpId="0" animBg="1"/>
      <p:bldP spid="35" grpId="1" animBg="1"/>
      <p:bldP spid="35" grpId="2" animBg="1"/>
      <p:bldP spid="37" grpId="0" animBg="1"/>
      <p:bldP spid="37" grpId="1" animBg="1"/>
      <p:bldP spid="36" grpId="0" animBg="1"/>
      <p:bldP spid="36" grpId="1"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圆角矩形 21"/>
          <p:cNvSpPr/>
          <p:nvPr/>
        </p:nvSpPr>
        <p:spPr bwMode="auto">
          <a:xfrm>
            <a:off x="714348" y="2643182"/>
            <a:ext cx="8429652" cy="4214818"/>
          </a:xfrm>
          <a:prstGeom prst="roundRect">
            <a:avLst>
              <a:gd name="adj" fmla="val 581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graphicFrame>
        <p:nvGraphicFramePr>
          <p:cNvPr id="275475" name="Object 21"/>
          <p:cNvGraphicFramePr>
            <a:graphicFrameLocks noChangeAspect="1"/>
          </p:cNvGraphicFramePr>
          <p:nvPr/>
        </p:nvGraphicFramePr>
        <p:xfrm>
          <a:off x="1007463" y="3538071"/>
          <a:ext cx="2968416" cy="1761004"/>
        </p:xfrm>
        <a:graphic>
          <a:graphicData uri="http://schemas.openxmlformats.org/presentationml/2006/ole">
            <mc:AlternateContent xmlns:mc="http://schemas.openxmlformats.org/markup-compatibility/2006">
              <mc:Choice xmlns:v="urn:schemas-microsoft-com:vml" Requires="v">
                <p:oleObj name="Equation" r:id="rId3" imgW="1638000" imgH="939600" progId="Equation.DSMT4">
                  <p:embed/>
                </p:oleObj>
              </mc:Choice>
              <mc:Fallback>
                <p:oleObj name="Equation" r:id="rId3" imgW="1638000" imgH="939600" progId="Equation.DSMT4">
                  <p:embed/>
                  <p:pic>
                    <p:nvPicPr>
                      <p:cNvPr id="275475" name="Object 21"/>
                      <p:cNvPicPr preferRelativeResize="0">
                        <a:picLocks noChangeAspect="1" noChangeArrowheads="1"/>
                      </p:cNvPicPr>
                      <p:nvPr/>
                    </p:nvPicPr>
                    <p:blipFill>
                      <a:blip r:embed="rId4"/>
                      <a:srcRect/>
                      <a:stretch>
                        <a:fillRect/>
                      </a:stretch>
                    </p:blipFill>
                    <p:spPr bwMode="auto">
                      <a:xfrm>
                        <a:off x="1007463" y="3538071"/>
                        <a:ext cx="2968416" cy="1761004"/>
                      </a:xfrm>
                      <a:prstGeom prst="rect">
                        <a:avLst/>
                      </a:prstGeom>
                      <a:noFill/>
                    </p:spPr>
                  </p:pic>
                </p:oleObj>
              </mc:Fallback>
            </mc:AlternateContent>
          </a:graphicData>
        </a:graphic>
      </p:graphicFrame>
      <p:sp>
        <p:nvSpPr>
          <p:cNvPr id="38930" name="WordArt 2"/>
          <p:cNvSpPr>
            <a:spLocks noChangeArrowheads="1" noChangeShapeType="1" noTextEdit="1"/>
          </p:cNvSpPr>
          <p:nvPr/>
        </p:nvSpPr>
        <p:spPr bwMode="auto">
          <a:xfrm>
            <a:off x="785786" y="115888"/>
            <a:ext cx="4608513" cy="576262"/>
          </a:xfrm>
          <a:prstGeom prst="rect">
            <a:avLst/>
          </a:prstGeom>
        </p:spPr>
        <p:txBody>
          <a:bodyPr wrap="none"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三、常用的分块阵</a:t>
            </a:r>
          </a:p>
        </p:txBody>
      </p:sp>
      <p:sp>
        <p:nvSpPr>
          <p:cNvPr id="467971" name="Rectangle 3"/>
          <p:cNvSpPr>
            <a:spLocks noChangeArrowheads="1"/>
          </p:cNvSpPr>
          <p:nvPr/>
        </p:nvSpPr>
        <p:spPr bwMode="auto">
          <a:xfrm>
            <a:off x="755650" y="976313"/>
            <a:ext cx="5688013" cy="519112"/>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3.1 </a:t>
            </a:r>
            <a:r>
              <a:rPr kumimoji="1" lang="zh-CN" altLang="en-US" sz="28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分块对角阵</a:t>
            </a:r>
          </a:p>
        </p:txBody>
      </p:sp>
      <p:grpSp>
        <p:nvGrpSpPr>
          <p:cNvPr id="2" name="Group 4"/>
          <p:cNvGrpSpPr>
            <a:grpSpLocks/>
          </p:cNvGrpSpPr>
          <p:nvPr/>
        </p:nvGrpSpPr>
        <p:grpSpPr bwMode="auto">
          <a:xfrm>
            <a:off x="3057527" y="1052513"/>
            <a:ext cx="3157547" cy="1590669"/>
            <a:chOff x="1680" y="2544"/>
            <a:chExt cx="2224" cy="1296"/>
          </a:xfrm>
        </p:grpSpPr>
        <p:graphicFrame>
          <p:nvGraphicFramePr>
            <p:cNvPr id="38927" name="Object 5"/>
            <p:cNvGraphicFramePr>
              <a:graphicFrameLocks noChangeAspect="1"/>
            </p:cNvGraphicFramePr>
            <p:nvPr/>
          </p:nvGraphicFramePr>
          <p:xfrm>
            <a:off x="1680" y="2544"/>
            <a:ext cx="2224" cy="1296"/>
          </p:xfrm>
          <a:graphic>
            <a:graphicData uri="http://schemas.openxmlformats.org/presentationml/2006/ole">
              <mc:AlternateContent xmlns:mc="http://schemas.openxmlformats.org/markup-compatibility/2006">
                <mc:Choice xmlns:v="urn:schemas-microsoft-com:vml" Requires="v">
                  <p:oleObj name="Equation" r:id="rId6" imgW="3530520" imgH="2057400" progId="Equation.3">
                    <p:embed/>
                  </p:oleObj>
                </mc:Choice>
                <mc:Fallback>
                  <p:oleObj name="Equation" r:id="rId6" imgW="3530520" imgH="2057400" progId="Equation.3">
                    <p:embed/>
                    <p:pic>
                      <p:nvPicPr>
                        <p:cNvPr id="38927" name="Object 5"/>
                        <p:cNvPicPr preferRelativeResize="0">
                          <a:picLocks noChangeAspect="1" noChangeArrowheads="1"/>
                        </p:cNvPicPr>
                        <p:nvPr/>
                      </p:nvPicPr>
                      <p:blipFill>
                        <a:blip r:embed="rId7">
                          <a:lum bright="100000"/>
                          <a:extLst>
                            <a:ext uri="{28A0092B-C50C-407E-A947-70E740481C1C}">
                              <a14:useLocalDpi xmlns:a14="http://schemas.microsoft.com/office/drawing/2010/main" val="0"/>
                            </a:ext>
                          </a:extLst>
                        </a:blip>
                        <a:srcRect/>
                        <a:stretch>
                          <a:fillRect/>
                        </a:stretch>
                      </p:blipFill>
                      <p:spPr bwMode="auto">
                        <a:xfrm>
                          <a:off x="1680" y="2544"/>
                          <a:ext cx="2224" cy="1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8" name="Object 6"/>
            <p:cNvGraphicFramePr>
              <a:graphicFrameLocks noChangeAspect="1"/>
            </p:cNvGraphicFramePr>
            <p:nvPr/>
          </p:nvGraphicFramePr>
          <p:xfrm>
            <a:off x="2496" y="3360"/>
            <a:ext cx="184" cy="200"/>
          </p:xfrm>
          <a:graphic>
            <a:graphicData uri="http://schemas.openxmlformats.org/presentationml/2006/ole">
              <mc:AlternateContent xmlns:mc="http://schemas.openxmlformats.org/markup-compatibility/2006">
                <mc:Choice xmlns:v="urn:schemas-microsoft-com:vml" Requires="v">
                  <p:oleObj name="Equation" r:id="rId8" imgW="291960" imgH="317160" progId="Equation.3">
                    <p:embed/>
                  </p:oleObj>
                </mc:Choice>
                <mc:Fallback>
                  <p:oleObj name="Equation" r:id="rId8" imgW="291960" imgH="317160" progId="Equation.3">
                    <p:embed/>
                    <p:pic>
                      <p:nvPicPr>
                        <p:cNvPr id="38928" name="Object 6"/>
                        <p:cNvPicPr preferRelativeResize="0">
                          <a:picLocks noChangeAspect="1" noChangeArrowheads="1"/>
                        </p:cNvPicPr>
                        <p:nvPr/>
                      </p:nvPicPr>
                      <p:blipFill>
                        <a:blip r:embed="rId9">
                          <a:lum bright="100000"/>
                          <a:extLst>
                            <a:ext uri="{28A0092B-C50C-407E-A947-70E740481C1C}">
                              <a14:useLocalDpi xmlns:a14="http://schemas.microsoft.com/office/drawing/2010/main" val="0"/>
                            </a:ext>
                          </a:extLst>
                        </a:blip>
                        <a:srcRect/>
                        <a:stretch>
                          <a:fillRect/>
                        </a:stretch>
                      </p:blipFill>
                      <p:spPr bwMode="auto">
                        <a:xfrm>
                          <a:off x="2496" y="3360"/>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9" name="Object 7"/>
            <p:cNvGraphicFramePr>
              <a:graphicFrameLocks noChangeAspect="1"/>
            </p:cNvGraphicFramePr>
            <p:nvPr/>
          </p:nvGraphicFramePr>
          <p:xfrm>
            <a:off x="3216" y="2832"/>
            <a:ext cx="184" cy="200"/>
          </p:xfrm>
          <a:graphic>
            <a:graphicData uri="http://schemas.openxmlformats.org/presentationml/2006/ole">
              <mc:AlternateContent xmlns:mc="http://schemas.openxmlformats.org/markup-compatibility/2006">
                <mc:Choice xmlns:v="urn:schemas-microsoft-com:vml" Requires="v">
                  <p:oleObj name="Equation" r:id="rId8" imgW="291960" imgH="317160" progId="Equation.3">
                    <p:embed/>
                  </p:oleObj>
                </mc:Choice>
                <mc:Fallback>
                  <p:oleObj name="Equation" r:id="rId8" imgW="291960" imgH="317160" progId="Equation.3">
                    <p:embed/>
                    <p:pic>
                      <p:nvPicPr>
                        <p:cNvPr id="38929" name="Object 7"/>
                        <p:cNvPicPr preferRelativeResize="0">
                          <a:picLocks noChangeAspect="1" noChangeArrowheads="1"/>
                        </p:cNvPicPr>
                        <p:nvPr/>
                      </p:nvPicPr>
                      <p:blipFill>
                        <a:blip r:embed="rId9">
                          <a:lum bright="100000"/>
                          <a:extLst>
                            <a:ext uri="{28A0092B-C50C-407E-A947-70E740481C1C}">
                              <a14:useLocalDpi xmlns:a14="http://schemas.microsoft.com/office/drawing/2010/main" val="0"/>
                            </a:ext>
                          </a:extLst>
                        </a:blip>
                        <a:srcRect/>
                        <a:stretch>
                          <a:fillRect/>
                        </a:stretch>
                      </p:blipFill>
                      <p:spPr bwMode="auto">
                        <a:xfrm>
                          <a:off x="3216" y="2832"/>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467977" name="Object 9"/>
          <p:cNvGraphicFramePr>
            <a:graphicFrameLocks noChangeAspect="1"/>
          </p:cNvGraphicFramePr>
          <p:nvPr/>
        </p:nvGraphicFramePr>
        <p:xfrm>
          <a:off x="6858016" y="998531"/>
          <a:ext cx="2005012" cy="1573213"/>
        </p:xfrm>
        <a:graphic>
          <a:graphicData uri="http://schemas.openxmlformats.org/presentationml/2006/ole">
            <mc:AlternateContent xmlns:mc="http://schemas.openxmlformats.org/markup-compatibility/2006">
              <mc:Choice xmlns:v="urn:schemas-microsoft-com:vml" Requires="v">
                <p:oleObj name="公式" r:id="rId10" imgW="1028520" imgH="914400" progId="Equation.3">
                  <p:embed/>
                </p:oleObj>
              </mc:Choice>
              <mc:Fallback>
                <p:oleObj name="公式" r:id="rId10" imgW="1028520" imgH="914400" progId="Equation.3">
                  <p:embed/>
                  <p:pic>
                    <p:nvPicPr>
                      <p:cNvPr id="467977" name="Object 9"/>
                      <p:cNvPicPr preferRelativeResize="0">
                        <a:picLocks noChangeAspect="1" noChangeArrowheads="1"/>
                      </p:cNvPicPr>
                      <p:nvPr/>
                    </p:nvPicPr>
                    <p:blipFill>
                      <a:blip r:embed="rId11">
                        <a:lum bright="100000"/>
                        <a:extLst>
                          <a:ext uri="{28A0092B-C50C-407E-A947-70E740481C1C}">
                            <a14:useLocalDpi xmlns:a14="http://schemas.microsoft.com/office/drawing/2010/main" val="0"/>
                          </a:ext>
                        </a:extLst>
                      </a:blip>
                      <a:srcRect/>
                      <a:stretch>
                        <a:fillRect/>
                      </a:stretch>
                    </p:blipFill>
                    <p:spPr bwMode="auto">
                      <a:xfrm>
                        <a:off x="6858016" y="998531"/>
                        <a:ext cx="2005012" cy="1573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15" name="Object 13"/>
          <p:cNvGraphicFramePr>
            <a:graphicFrameLocks noChangeAspect="1"/>
          </p:cNvGraphicFramePr>
          <p:nvPr/>
        </p:nvGraphicFramePr>
        <p:xfrm>
          <a:off x="857224" y="2714620"/>
          <a:ext cx="2446337" cy="493713"/>
        </p:xfrm>
        <a:graphic>
          <a:graphicData uri="http://schemas.openxmlformats.org/presentationml/2006/ole">
            <mc:AlternateContent xmlns:mc="http://schemas.openxmlformats.org/markup-compatibility/2006">
              <mc:Choice xmlns:v="urn:schemas-microsoft-com:vml" Requires="v">
                <p:oleObj name="公式" r:id="rId12" imgW="1257120" imgH="253800" progId="Equation.3">
                  <p:embed/>
                </p:oleObj>
              </mc:Choice>
              <mc:Fallback>
                <p:oleObj name="公式" r:id="rId12" imgW="1257120" imgH="253800" progId="Equation.3">
                  <p:embed/>
                  <p:pic>
                    <p:nvPicPr>
                      <p:cNvPr id="38915" name="Object 1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7224" y="2714620"/>
                        <a:ext cx="2446337" cy="493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7983" name="Object 15"/>
          <p:cNvGraphicFramePr>
            <a:graphicFrameLocks noChangeAspect="1"/>
          </p:cNvGraphicFramePr>
          <p:nvPr/>
        </p:nvGraphicFramePr>
        <p:xfrm>
          <a:off x="857224" y="3130574"/>
          <a:ext cx="5400675" cy="512763"/>
        </p:xfrm>
        <a:graphic>
          <a:graphicData uri="http://schemas.openxmlformats.org/presentationml/2006/ole">
            <mc:AlternateContent xmlns:mc="http://schemas.openxmlformats.org/markup-compatibility/2006">
              <mc:Choice xmlns:v="urn:schemas-microsoft-com:vml" Requires="v">
                <p:oleObj name="公式" r:id="rId14" imgW="2501640" imgH="253800" progId="Equation.3">
                  <p:embed/>
                </p:oleObj>
              </mc:Choice>
              <mc:Fallback>
                <p:oleObj name="公式" r:id="rId14" imgW="2501640" imgH="253800" progId="Equation.3">
                  <p:embed/>
                  <p:pic>
                    <p:nvPicPr>
                      <p:cNvPr id="467983" name="Object 15"/>
                      <p:cNvPicPr preferRelativeResize="0">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7224" y="3130574"/>
                        <a:ext cx="5400675" cy="5127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7992" name="Object 24"/>
          <p:cNvGraphicFramePr>
            <a:graphicFrameLocks noChangeAspect="1"/>
          </p:cNvGraphicFramePr>
          <p:nvPr/>
        </p:nvGraphicFramePr>
        <p:xfrm>
          <a:off x="1187624" y="4149080"/>
          <a:ext cx="223222" cy="318889"/>
        </p:xfrm>
        <a:graphic>
          <a:graphicData uri="http://schemas.openxmlformats.org/presentationml/2006/ole">
            <mc:AlternateContent xmlns:mc="http://schemas.openxmlformats.org/markup-compatibility/2006">
              <mc:Choice xmlns:v="urn:schemas-microsoft-com:vml" Requires="v">
                <p:oleObj name="Equation" r:id="rId16" imgW="266400" imgH="380880" progId="Equation.3">
                  <p:embed/>
                </p:oleObj>
              </mc:Choice>
              <mc:Fallback>
                <p:oleObj name="Equation" r:id="rId16" imgW="266400" imgH="380880" progId="Equation.3">
                  <p:embed/>
                  <p:pic>
                    <p:nvPicPr>
                      <p:cNvPr id="467992" name="Object 24"/>
                      <p:cNvPicPr preferRelativeResize="0">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187624" y="4149080"/>
                        <a:ext cx="223222" cy="318889"/>
                      </a:xfrm>
                      <a:prstGeom prst="rect">
                        <a:avLst/>
                      </a:prstGeom>
                      <a:noFill/>
                    </p:spPr>
                  </p:pic>
                </p:oleObj>
              </mc:Fallback>
            </mc:AlternateContent>
          </a:graphicData>
        </a:graphic>
      </p:graphicFrame>
      <p:graphicFrame>
        <p:nvGraphicFramePr>
          <p:cNvPr id="467993" name="Object 25"/>
          <p:cNvGraphicFramePr>
            <a:graphicFrameLocks noChangeAspect="1"/>
          </p:cNvGraphicFramePr>
          <p:nvPr/>
        </p:nvGraphicFramePr>
        <p:xfrm>
          <a:off x="2051720" y="3573016"/>
          <a:ext cx="223222" cy="318889"/>
        </p:xfrm>
        <a:graphic>
          <a:graphicData uri="http://schemas.openxmlformats.org/presentationml/2006/ole">
            <mc:AlternateContent xmlns:mc="http://schemas.openxmlformats.org/markup-compatibility/2006">
              <mc:Choice xmlns:v="urn:schemas-microsoft-com:vml" Requires="v">
                <p:oleObj name="Equation" r:id="rId16" imgW="266400" imgH="380880" progId="Equation.3">
                  <p:embed/>
                </p:oleObj>
              </mc:Choice>
              <mc:Fallback>
                <p:oleObj name="Equation" r:id="rId16" imgW="266400" imgH="380880" progId="Equation.3">
                  <p:embed/>
                  <p:pic>
                    <p:nvPicPr>
                      <p:cNvPr id="467993" name="Object 25"/>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51720" y="3573016"/>
                        <a:ext cx="223222" cy="318889"/>
                      </a:xfrm>
                      <a:prstGeom prst="rect">
                        <a:avLst/>
                      </a:prstGeom>
                      <a:noFill/>
                    </p:spPr>
                  </p:pic>
                </p:oleObj>
              </mc:Fallback>
            </mc:AlternateContent>
          </a:graphicData>
        </a:graphic>
      </p:graphicFrame>
      <p:graphicFrame>
        <p:nvGraphicFramePr>
          <p:cNvPr id="467994" name="Object 26"/>
          <p:cNvGraphicFramePr>
            <a:graphicFrameLocks noChangeAspect="1"/>
          </p:cNvGraphicFramePr>
          <p:nvPr/>
        </p:nvGraphicFramePr>
        <p:xfrm>
          <a:off x="2627784" y="3933056"/>
          <a:ext cx="223222" cy="318889"/>
        </p:xfrm>
        <a:graphic>
          <a:graphicData uri="http://schemas.openxmlformats.org/presentationml/2006/ole">
            <mc:AlternateContent xmlns:mc="http://schemas.openxmlformats.org/markup-compatibility/2006">
              <mc:Choice xmlns:v="urn:schemas-microsoft-com:vml" Requires="v">
                <p:oleObj name="Equation" r:id="rId16" imgW="266400" imgH="380880" progId="Equation.3">
                  <p:embed/>
                </p:oleObj>
              </mc:Choice>
              <mc:Fallback>
                <p:oleObj name="Equation" r:id="rId16" imgW="266400" imgH="380880" progId="Equation.3">
                  <p:embed/>
                  <p:pic>
                    <p:nvPicPr>
                      <p:cNvPr id="467994" name="Object 26"/>
                      <p:cNvPicPr preferRelativeResize="0">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27784" y="3933056"/>
                        <a:ext cx="223222" cy="318889"/>
                      </a:xfrm>
                      <a:prstGeom prst="rect">
                        <a:avLst/>
                      </a:prstGeom>
                      <a:noFill/>
                    </p:spPr>
                  </p:pic>
                </p:oleObj>
              </mc:Fallback>
            </mc:AlternateContent>
          </a:graphicData>
        </a:graphic>
      </p:graphicFrame>
      <p:graphicFrame>
        <p:nvGraphicFramePr>
          <p:cNvPr id="467995" name="Object 27"/>
          <p:cNvGraphicFramePr>
            <a:graphicFrameLocks noChangeAspect="1"/>
          </p:cNvGraphicFramePr>
          <p:nvPr/>
        </p:nvGraphicFramePr>
        <p:xfrm>
          <a:off x="3628698" y="4797152"/>
          <a:ext cx="223222" cy="318889"/>
        </p:xfrm>
        <a:graphic>
          <a:graphicData uri="http://schemas.openxmlformats.org/presentationml/2006/ole">
            <mc:AlternateContent xmlns:mc="http://schemas.openxmlformats.org/markup-compatibility/2006">
              <mc:Choice xmlns:v="urn:schemas-microsoft-com:vml" Requires="v">
                <p:oleObj name="Equation" r:id="rId16" imgW="266400" imgH="380880" progId="Equation.3">
                  <p:embed/>
                </p:oleObj>
              </mc:Choice>
              <mc:Fallback>
                <p:oleObj name="Equation" r:id="rId16" imgW="266400" imgH="380880" progId="Equation.3">
                  <p:embed/>
                  <p:pic>
                    <p:nvPicPr>
                      <p:cNvPr id="467995" name="Object 27"/>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628698" y="4797152"/>
                        <a:ext cx="223222" cy="318889"/>
                      </a:xfrm>
                      <a:prstGeom prst="rect">
                        <a:avLst/>
                      </a:prstGeom>
                      <a:noFill/>
                    </p:spPr>
                  </p:pic>
                </p:oleObj>
              </mc:Fallback>
            </mc:AlternateContent>
          </a:graphicData>
        </a:graphic>
      </p:graphicFrame>
      <p:graphicFrame>
        <p:nvGraphicFramePr>
          <p:cNvPr id="467996" name="Object 28"/>
          <p:cNvGraphicFramePr>
            <a:graphicFrameLocks noChangeAspect="1"/>
          </p:cNvGraphicFramePr>
          <p:nvPr/>
        </p:nvGraphicFramePr>
        <p:xfrm>
          <a:off x="4211960" y="3556342"/>
          <a:ext cx="2420707" cy="746123"/>
        </p:xfrm>
        <a:graphic>
          <a:graphicData uri="http://schemas.openxmlformats.org/presentationml/2006/ole">
            <mc:AlternateContent xmlns:mc="http://schemas.openxmlformats.org/markup-compatibility/2006">
              <mc:Choice xmlns:v="urn:schemas-microsoft-com:vml" Requires="v">
                <p:oleObj name="Equation" r:id="rId21" imgW="1993680" imgH="507960" progId="Equation.DSMT4">
                  <p:embed/>
                </p:oleObj>
              </mc:Choice>
              <mc:Fallback>
                <p:oleObj name="Equation" r:id="rId21" imgW="1993680" imgH="507960" progId="Equation.DSMT4">
                  <p:embed/>
                  <p:pic>
                    <p:nvPicPr>
                      <p:cNvPr id="467996" name="Object 28"/>
                      <p:cNvPicPr>
                        <a:picLocks noChangeAspect="1" noChangeArrowheads="1"/>
                      </p:cNvPicPr>
                      <p:nvPr/>
                    </p:nvPicPr>
                    <p:blipFill>
                      <a:blip r:embed="rId22"/>
                      <a:srcRect/>
                      <a:stretch>
                        <a:fillRect/>
                      </a:stretch>
                    </p:blipFill>
                    <p:spPr bwMode="auto">
                      <a:xfrm>
                        <a:off x="4211960" y="3556342"/>
                        <a:ext cx="2420707" cy="746123"/>
                      </a:xfrm>
                      <a:prstGeom prst="rect">
                        <a:avLst/>
                      </a:prstGeom>
                      <a:noFill/>
                    </p:spPr>
                  </p:pic>
                </p:oleObj>
              </mc:Fallback>
            </mc:AlternateContent>
          </a:graphicData>
        </a:graphic>
      </p:graphicFrame>
      <p:graphicFrame>
        <p:nvGraphicFramePr>
          <p:cNvPr id="467997" name="Object 29"/>
          <p:cNvGraphicFramePr>
            <a:graphicFrameLocks noChangeAspect="1"/>
          </p:cNvGraphicFramePr>
          <p:nvPr/>
        </p:nvGraphicFramePr>
        <p:xfrm>
          <a:off x="4211960" y="4526753"/>
          <a:ext cx="2427447" cy="776588"/>
        </p:xfrm>
        <a:graphic>
          <a:graphicData uri="http://schemas.openxmlformats.org/presentationml/2006/ole">
            <mc:AlternateContent xmlns:mc="http://schemas.openxmlformats.org/markup-compatibility/2006">
              <mc:Choice xmlns:v="urn:schemas-microsoft-com:vml" Requires="v">
                <p:oleObj name="Equation" r:id="rId23" imgW="1981080" imgH="507960" progId="Equation.DSMT4">
                  <p:embed/>
                </p:oleObj>
              </mc:Choice>
              <mc:Fallback>
                <p:oleObj name="Equation" r:id="rId23" imgW="1981080" imgH="507960" progId="Equation.DSMT4">
                  <p:embed/>
                  <p:pic>
                    <p:nvPicPr>
                      <p:cNvPr id="467997" name="Object 29"/>
                      <p:cNvPicPr>
                        <a:picLocks noChangeAspect="1" noChangeArrowheads="1"/>
                      </p:cNvPicPr>
                      <p:nvPr/>
                    </p:nvPicPr>
                    <p:blipFill>
                      <a:blip r:embed="rId24"/>
                      <a:srcRect/>
                      <a:stretch>
                        <a:fillRect/>
                      </a:stretch>
                    </p:blipFill>
                    <p:spPr bwMode="auto">
                      <a:xfrm>
                        <a:off x="4211960" y="4526753"/>
                        <a:ext cx="2427447" cy="776588"/>
                      </a:xfrm>
                      <a:prstGeom prst="rect">
                        <a:avLst/>
                      </a:prstGeom>
                      <a:noFill/>
                    </p:spPr>
                  </p:pic>
                </p:oleObj>
              </mc:Fallback>
            </mc:AlternateContent>
          </a:graphicData>
        </a:graphic>
      </p:graphicFrame>
      <p:graphicFrame>
        <p:nvGraphicFramePr>
          <p:cNvPr id="467998" name="Object 30"/>
          <p:cNvGraphicFramePr>
            <a:graphicFrameLocks noChangeAspect="1"/>
          </p:cNvGraphicFramePr>
          <p:nvPr/>
        </p:nvGraphicFramePr>
        <p:xfrm>
          <a:off x="6804248" y="3545561"/>
          <a:ext cx="2007792" cy="809406"/>
        </p:xfrm>
        <a:graphic>
          <a:graphicData uri="http://schemas.openxmlformats.org/presentationml/2006/ole">
            <mc:AlternateContent xmlns:mc="http://schemas.openxmlformats.org/markup-compatibility/2006">
              <mc:Choice xmlns:v="urn:schemas-microsoft-com:vml" Requires="v">
                <p:oleObj name="Equation" r:id="rId25" imgW="1574640" imgH="507960" progId="Equation.DSMT4">
                  <p:embed/>
                </p:oleObj>
              </mc:Choice>
              <mc:Fallback>
                <p:oleObj name="Equation" r:id="rId25" imgW="1574640" imgH="507960" progId="Equation.DSMT4">
                  <p:embed/>
                  <p:pic>
                    <p:nvPicPr>
                      <p:cNvPr id="467998" name="Object 30"/>
                      <p:cNvPicPr>
                        <a:picLocks noChangeAspect="1" noChangeArrowheads="1"/>
                      </p:cNvPicPr>
                      <p:nvPr/>
                    </p:nvPicPr>
                    <p:blipFill>
                      <a:blip r:embed="rId26"/>
                      <a:srcRect/>
                      <a:stretch>
                        <a:fillRect/>
                      </a:stretch>
                    </p:blipFill>
                    <p:spPr bwMode="auto">
                      <a:xfrm>
                        <a:off x="6804248" y="3545561"/>
                        <a:ext cx="2007792" cy="809406"/>
                      </a:xfrm>
                      <a:prstGeom prst="rect">
                        <a:avLst/>
                      </a:prstGeom>
                      <a:noFill/>
                    </p:spPr>
                  </p:pic>
                </p:oleObj>
              </mc:Fallback>
            </mc:AlternateContent>
          </a:graphicData>
        </a:graphic>
      </p:graphicFrame>
      <p:graphicFrame>
        <p:nvGraphicFramePr>
          <p:cNvPr id="166918" name="Object 22"/>
          <p:cNvGraphicFramePr>
            <a:graphicFrameLocks noChangeAspect="1"/>
          </p:cNvGraphicFramePr>
          <p:nvPr/>
        </p:nvGraphicFramePr>
        <p:xfrm>
          <a:off x="1026971" y="5499943"/>
          <a:ext cx="3960456" cy="1241425"/>
        </p:xfrm>
        <a:graphic>
          <a:graphicData uri="http://schemas.openxmlformats.org/presentationml/2006/ole">
            <mc:AlternateContent xmlns:mc="http://schemas.openxmlformats.org/markup-compatibility/2006">
              <mc:Choice xmlns:v="urn:schemas-microsoft-com:vml" Requires="v">
                <p:oleObj name="Equation" r:id="rId27" imgW="6603840" imgH="1879560" progId="Equation.DSMT4">
                  <p:embed/>
                </p:oleObj>
              </mc:Choice>
              <mc:Fallback>
                <p:oleObj name="Equation" r:id="rId27" imgW="6603840" imgH="1879560" progId="Equation.DSMT4">
                  <p:embed/>
                  <p:pic>
                    <p:nvPicPr>
                      <p:cNvPr id="166918" name="Object 22"/>
                      <p:cNvPicPr>
                        <a:picLocks noChangeAspect="1" noChangeArrowheads="1"/>
                      </p:cNvPicPr>
                      <p:nvPr/>
                    </p:nvPicPr>
                    <p:blipFill>
                      <a:blip r:embed="rId28">
                        <a:lum bright="-92000"/>
                      </a:blip>
                      <a:srcRect/>
                      <a:stretch>
                        <a:fillRect/>
                      </a:stretch>
                    </p:blipFill>
                    <p:spPr bwMode="auto">
                      <a:xfrm>
                        <a:off x="1026971" y="5499943"/>
                        <a:ext cx="3960456" cy="1241425"/>
                      </a:xfrm>
                      <a:prstGeom prst="rect">
                        <a:avLst/>
                      </a:prstGeom>
                      <a:noFill/>
                    </p:spPr>
                  </p:pic>
                </p:oleObj>
              </mc:Fallback>
            </mc:AlternateContent>
          </a:graphicData>
        </a:graphic>
      </p:graphicFrame>
      <p:graphicFrame>
        <p:nvGraphicFramePr>
          <p:cNvPr id="3" name="Object 22">
            <a:extLst>
              <a:ext uri="{FF2B5EF4-FFF2-40B4-BE49-F238E27FC236}">
                <a16:creationId xmlns:a16="http://schemas.microsoft.com/office/drawing/2014/main" id="{0CF27EBD-203F-5E27-D5F8-18C88E10F821}"/>
              </a:ext>
            </a:extLst>
          </p:cNvPr>
          <p:cNvGraphicFramePr>
            <a:graphicFrameLocks noChangeAspect="1"/>
          </p:cNvGraphicFramePr>
          <p:nvPr/>
        </p:nvGraphicFramePr>
        <p:xfrm>
          <a:off x="4987427" y="5518028"/>
          <a:ext cx="4007893" cy="1230313"/>
        </p:xfrm>
        <a:graphic>
          <a:graphicData uri="http://schemas.openxmlformats.org/presentationml/2006/ole">
            <mc:AlternateContent xmlns:mc="http://schemas.openxmlformats.org/markup-compatibility/2006">
              <mc:Choice xmlns:v="urn:schemas-microsoft-com:vml" Requires="v">
                <p:oleObj name="Equation" r:id="rId29" imgW="6908760" imgH="1879560" progId="Equation.DSMT4">
                  <p:embed/>
                </p:oleObj>
              </mc:Choice>
              <mc:Fallback>
                <p:oleObj name="Equation" r:id="rId29" imgW="6908760" imgH="1879560" progId="Equation.DSMT4">
                  <p:embed/>
                  <p:pic>
                    <p:nvPicPr>
                      <p:cNvPr id="3" name="Object 22">
                        <a:extLst>
                          <a:ext uri="{FF2B5EF4-FFF2-40B4-BE49-F238E27FC236}">
                            <a16:creationId xmlns:a16="http://schemas.microsoft.com/office/drawing/2014/main" id="{0CF27EBD-203F-5E27-D5F8-18C88E10F821}"/>
                          </a:ext>
                        </a:extLst>
                      </p:cNvPr>
                      <p:cNvPicPr>
                        <a:picLocks noChangeAspect="1" noChangeArrowheads="1"/>
                      </p:cNvPicPr>
                      <p:nvPr/>
                    </p:nvPicPr>
                    <p:blipFill>
                      <a:blip r:embed="rId30">
                        <a:lum bright="-92000"/>
                      </a:blip>
                      <a:srcRect/>
                      <a:stretch>
                        <a:fillRect/>
                      </a:stretch>
                    </p:blipFill>
                    <p:spPr bwMode="auto">
                      <a:xfrm>
                        <a:off x="4987427" y="5518028"/>
                        <a:ext cx="4007893" cy="1230313"/>
                      </a:xfrm>
                      <a:prstGeom prst="rect">
                        <a:avLst/>
                      </a:prstGeom>
                      <a:noFill/>
                    </p:spPr>
                  </p:pic>
                </p:oleObj>
              </mc:Fallback>
            </mc:AlternateContent>
          </a:graphicData>
        </a:graphic>
      </p:graphicFrame>
      <p:graphicFrame>
        <p:nvGraphicFramePr>
          <p:cNvPr id="4" name="Object 29">
            <a:extLst>
              <a:ext uri="{FF2B5EF4-FFF2-40B4-BE49-F238E27FC236}">
                <a16:creationId xmlns:a16="http://schemas.microsoft.com/office/drawing/2014/main" id="{B7B30368-F0F5-3110-B9E2-76166BC6B63E}"/>
              </a:ext>
            </a:extLst>
          </p:cNvPr>
          <p:cNvGraphicFramePr>
            <a:graphicFrameLocks noChangeAspect="1"/>
          </p:cNvGraphicFramePr>
          <p:nvPr/>
        </p:nvGraphicFramePr>
        <p:xfrm>
          <a:off x="6787579" y="4458816"/>
          <a:ext cx="2320925" cy="914400"/>
        </p:xfrm>
        <a:graphic>
          <a:graphicData uri="http://schemas.openxmlformats.org/presentationml/2006/ole">
            <mc:AlternateContent xmlns:mc="http://schemas.openxmlformats.org/markup-compatibility/2006">
              <mc:Choice xmlns:v="urn:schemas-microsoft-com:vml" Requires="v">
                <p:oleObj name="Equation" r:id="rId31" imgW="1803240" imgH="520560" progId="Equation.DSMT4">
                  <p:embed/>
                </p:oleObj>
              </mc:Choice>
              <mc:Fallback>
                <p:oleObj name="Equation" r:id="rId31" imgW="1803240" imgH="520560" progId="Equation.DSMT4">
                  <p:embed/>
                  <p:pic>
                    <p:nvPicPr>
                      <p:cNvPr id="4" name="Object 29">
                        <a:extLst>
                          <a:ext uri="{FF2B5EF4-FFF2-40B4-BE49-F238E27FC236}">
                            <a16:creationId xmlns:a16="http://schemas.microsoft.com/office/drawing/2014/main" id="{B7B30368-F0F5-3110-B9E2-76166BC6B63E}"/>
                          </a:ext>
                        </a:extLst>
                      </p:cNvPr>
                      <p:cNvPicPr>
                        <a:picLocks noChangeAspect="1" noChangeArrowheads="1"/>
                      </p:cNvPicPr>
                      <p:nvPr/>
                    </p:nvPicPr>
                    <p:blipFill>
                      <a:blip r:embed="rId32"/>
                      <a:srcRect/>
                      <a:stretch>
                        <a:fillRect/>
                      </a:stretch>
                    </p:blipFill>
                    <p:spPr bwMode="auto">
                      <a:xfrm>
                        <a:off x="6787579" y="4458816"/>
                        <a:ext cx="2320925" cy="914400"/>
                      </a:xfrm>
                      <a:prstGeom prst="rect">
                        <a:avLst/>
                      </a:prstGeom>
                      <a:noFill/>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8915"/>
                                        </p:tgtEl>
                                        <p:attrNameLst>
                                          <p:attrName>style.visibility</p:attrName>
                                        </p:attrNameLst>
                                      </p:cBhvr>
                                      <p:to>
                                        <p:strVal val="visible"/>
                                      </p:to>
                                    </p:set>
                                    <p:animEffect transition="in" filter="wipe(left)">
                                      <p:cBhvr>
                                        <p:cTn id="7" dur="500"/>
                                        <p:tgtEl>
                                          <p:spTgt spid="38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67983"/>
                                        </p:tgtEl>
                                        <p:attrNameLst>
                                          <p:attrName>style.visibility</p:attrName>
                                        </p:attrNameLst>
                                      </p:cBhvr>
                                      <p:to>
                                        <p:strVal val="visible"/>
                                      </p:to>
                                    </p:set>
                                    <p:animEffect transition="in" filter="wipe(left)">
                                      <p:cBhvr>
                                        <p:cTn id="12" dur="500"/>
                                        <p:tgtEl>
                                          <p:spTgt spid="4679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75475"/>
                                        </p:tgtEl>
                                        <p:attrNameLst>
                                          <p:attrName>style.visibility</p:attrName>
                                        </p:attrNameLst>
                                      </p:cBhvr>
                                      <p:to>
                                        <p:strVal val="visible"/>
                                      </p:to>
                                    </p:set>
                                    <p:animEffect transition="in" filter="wipe(left)">
                                      <p:cBhvr>
                                        <p:cTn id="17" dur="500"/>
                                        <p:tgtEl>
                                          <p:spTgt spid="27547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67992"/>
                                        </p:tgtEl>
                                        <p:attrNameLst>
                                          <p:attrName>style.visibility</p:attrName>
                                        </p:attrNameLst>
                                      </p:cBhvr>
                                      <p:to>
                                        <p:strVal val="visible"/>
                                      </p:to>
                                    </p:set>
                                    <p:animEffect transition="in" filter="wipe(left)">
                                      <p:cBhvr>
                                        <p:cTn id="22" dur="500"/>
                                        <p:tgtEl>
                                          <p:spTgt spid="46799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67993"/>
                                        </p:tgtEl>
                                        <p:attrNameLst>
                                          <p:attrName>style.visibility</p:attrName>
                                        </p:attrNameLst>
                                      </p:cBhvr>
                                      <p:to>
                                        <p:strVal val="visible"/>
                                      </p:to>
                                    </p:set>
                                    <p:animEffect transition="in" filter="wipe(left)">
                                      <p:cBhvr>
                                        <p:cTn id="27" dur="500"/>
                                        <p:tgtEl>
                                          <p:spTgt spid="467993"/>
                                        </p:tgtEl>
                                      </p:cBhvr>
                                    </p:animEffect>
                                  </p:childTnLst>
                                </p:cTn>
                              </p:par>
                              <p:par>
                                <p:cTn id="28" presetID="22" presetClass="entr" presetSubtype="8" fill="hold" nodeType="withEffect">
                                  <p:stCondLst>
                                    <p:cond delay="0"/>
                                  </p:stCondLst>
                                  <p:childTnLst>
                                    <p:set>
                                      <p:cBhvr>
                                        <p:cTn id="29" dur="1" fill="hold">
                                          <p:stCondLst>
                                            <p:cond delay="0"/>
                                          </p:stCondLst>
                                        </p:cTn>
                                        <p:tgtEl>
                                          <p:spTgt spid="467994"/>
                                        </p:tgtEl>
                                        <p:attrNameLst>
                                          <p:attrName>style.visibility</p:attrName>
                                        </p:attrNameLst>
                                      </p:cBhvr>
                                      <p:to>
                                        <p:strVal val="visible"/>
                                      </p:to>
                                    </p:set>
                                    <p:animEffect transition="in" filter="wipe(left)">
                                      <p:cBhvr>
                                        <p:cTn id="30" dur="500"/>
                                        <p:tgtEl>
                                          <p:spTgt spid="467994"/>
                                        </p:tgtEl>
                                      </p:cBhvr>
                                    </p:animEffect>
                                  </p:childTnLst>
                                </p:cTn>
                              </p:par>
                              <p:par>
                                <p:cTn id="31" presetID="22" presetClass="entr" presetSubtype="8" fill="hold" nodeType="withEffect">
                                  <p:stCondLst>
                                    <p:cond delay="0"/>
                                  </p:stCondLst>
                                  <p:childTnLst>
                                    <p:set>
                                      <p:cBhvr>
                                        <p:cTn id="32" dur="1" fill="hold">
                                          <p:stCondLst>
                                            <p:cond delay="0"/>
                                          </p:stCondLst>
                                        </p:cTn>
                                        <p:tgtEl>
                                          <p:spTgt spid="467995"/>
                                        </p:tgtEl>
                                        <p:attrNameLst>
                                          <p:attrName>style.visibility</p:attrName>
                                        </p:attrNameLst>
                                      </p:cBhvr>
                                      <p:to>
                                        <p:strVal val="visible"/>
                                      </p:to>
                                    </p:set>
                                    <p:animEffect transition="in" filter="wipe(left)">
                                      <p:cBhvr>
                                        <p:cTn id="33" dur="500"/>
                                        <p:tgtEl>
                                          <p:spTgt spid="46799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467996"/>
                                        </p:tgtEl>
                                        <p:attrNameLst>
                                          <p:attrName>style.visibility</p:attrName>
                                        </p:attrNameLst>
                                      </p:cBhvr>
                                      <p:to>
                                        <p:strVal val="visible"/>
                                      </p:to>
                                    </p:set>
                                    <p:animEffect transition="in" filter="wipe(left)">
                                      <p:cBhvr>
                                        <p:cTn id="38" dur="500"/>
                                        <p:tgtEl>
                                          <p:spTgt spid="467996"/>
                                        </p:tgtEl>
                                      </p:cBhvr>
                                    </p:animEffect>
                                  </p:childTnLst>
                                  <p:subTnLst>
                                    <p:animClr clrSpc="rgb" dir="cw">
                                      <p:cBhvr override="childStyle">
                                        <p:cTn dur="1" fill="hold" display="0" masterRel="nextClick" afterEffect="1"/>
                                        <p:tgtEl>
                                          <p:spTgt spid="467996"/>
                                        </p:tgtEl>
                                        <p:attrNameLst>
                                          <p:attrName>ppt_c</p:attrName>
                                        </p:attrNameLst>
                                      </p:cBhvr>
                                      <p:to>
                                        <a:srgbClr val="FF3300"/>
                                      </p:to>
                                    </p:animClr>
                                  </p:sub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467997"/>
                                        </p:tgtEl>
                                        <p:attrNameLst>
                                          <p:attrName>style.visibility</p:attrName>
                                        </p:attrNameLst>
                                      </p:cBhvr>
                                      <p:to>
                                        <p:strVal val="visible"/>
                                      </p:to>
                                    </p:set>
                                    <p:animEffect transition="in" filter="wipe(left)">
                                      <p:cBhvr>
                                        <p:cTn id="43" dur="500"/>
                                        <p:tgtEl>
                                          <p:spTgt spid="467997"/>
                                        </p:tgtEl>
                                      </p:cBhvr>
                                    </p:animEffect>
                                  </p:childTnLst>
                                  <p:subTnLst>
                                    <p:animClr clrSpc="rgb" dir="cw">
                                      <p:cBhvr override="childStyle">
                                        <p:cTn dur="1" fill="hold" display="0" masterRel="nextClick" afterEffect="1"/>
                                        <p:tgtEl>
                                          <p:spTgt spid="467997"/>
                                        </p:tgtEl>
                                        <p:attrNameLst>
                                          <p:attrName>ppt_c</p:attrName>
                                        </p:attrNameLst>
                                      </p:cBhvr>
                                      <p:to>
                                        <a:srgbClr val="0000FF"/>
                                      </p:to>
                                    </p:animClr>
                                  </p:sub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467998"/>
                                        </p:tgtEl>
                                        <p:attrNameLst>
                                          <p:attrName>style.visibility</p:attrName>
                                        </p:attrNameLst>
                                      </p:cBhvr>
                                      <p:to>
                                        <p:strVal val="visible"/>
                                      </p:to>
                                    </p:set>
                                    <p:animEffect transition="in" filter="wipe(left)">
                                      <p:cBhvr>
                                        <p:cTn id="48" dur="500"/>
                                        <p:tgtEl>
                                          <p:spTgt spid="46799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66918"/>
                                        </p:tgtEl>
                                        <p:attrNameLst>
                                          <p:attrName>style.visibility</p:attrName>
                                        </p:attrNameLst>
                                      </p:cBhvr>
                                      <p:to>
                                        <p:strVal val="visible"/>
                                      </p:to>
                                    </p:set>
                                    <p:animEffect transition="in" filter="wipe(left)">
                                      <p:cBhvr>
                                        <p:cTn id="53" dur="500"/>
                                        <p:tgtEl>
                                          <p:spTgt spid="166918"/>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wipe(left)">
                                      <p:cBhvr>
                                        <p:cTn id="58" dur="500"/>
                                        <p:tgtEl>
                                          <p:spTgt spid="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4"/>
                                        </p:tgtEl>
                                        <p:attrNameLst>
                                          <p:attrName>style.visibility</p:attrName>
                                        </p:attrNameLst>
                                      </p:cBhvr>
                                      <p:to>
                                        <p:strVal val="visible"/>
                                      </p:to>
                                    </p:set>
                                    <p:animEffect transition="in" filter="wipe(left)">
                                      <p:cBhvr>
                                        <p:cTn id="63" dur="500"/>
                                        <p:tgtEl>
                                          <p:spTgt spid="4"/>
                                        </p:tgtEl>
                                      </p:cBhvr>
                                    </p:animEffect>
                                  </p:childTnLst>
                                  <p:subTnLst>
                                    <p:animClr clrSpc="rgb" dir="cw">
                                      <p:cBhvr override="childStyle">
                                        <p:cTn dur="1" fill="hold" display="0" masterRel="nextClick" afterEffect="1"/>
                                        <p:tgtEl>
                                          <p:spTgt spid="4"/>
                                        </p:tgtEl>
                                        <p:attrNameLst>
                                          <p:attrName>ppt_c</p:attrName>
                                        </p:attrNameLst>
                                      </p:cBhvr>
                                      <p:to>
                                        <a:srgbClr val="0000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圆角矩形 21"/>
          <p:cNvSpPr/>
          <p:nvPr/>
        </p:nvSpPr>
        <p:spPr bwMode="auto">
          <a:xfrm>
            <a:off x="714348" y="2643182"/>
            <a:ext cx="8429652" cy="4214818"/>
          </a:xfrm>
          <a:prstGeom prst="roundRect">
            <a:avLst>
              <a:gd name="adj" fmla="val 581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sp>
        <p:nvSpPr>
          <p:cNvPr id="38930" name="WordArt 2"/>
          <p:cNvSpPr>
            <a:spLocks noChangeArrowheads="1" noChangeShapeType="1" noTextEdit="1"/>
          </p:cNvSpPr>
          <p:nvPr/>
        </p:nvSpPr>
        <p:spPr bwMode="auto">
          <a:xfrm>
            <a:off x="571472" y="-24"/>
            <a:ext cx="535785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三、常用的分块阵</a:t>
            </a:r>
          </a:p>
        </p:txBody>
      </p:sp>
      <p:sp>
        <p:nvSpPr>
          <p:cNvPr id="467971" name="Rectangle 3"/>
          <p:cNvSpPr>
            <a:spLocks noChangeArrowheads="1"/>
          </p:cNvSpPr>
          <p:nvPr/>
        </p:nvSpPr>
        <p:spPr bwMode="auto">
          <a:xfrm>
            <a:off x="755650" y="976313"/>
            <a:ext cx="5688013" cy="519112"/>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3.1 </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分块对角阵</a:t>
            </a:r>
          </a:p>
        </p:txBody>
      </p:sp>
      <p:grpSp>
        <p:nvGrpSpPr>
          <p:cNvPr id="2" name="Group 4"/>
          <p:cNvGrpSpPr>
            <a:grpSpLocks/>
          </p:cNvGrpSpPr>
          <p:nvPr/>
        </p:nvGrpSpPr>
        <p:grpSpPr bwMode="auto">
          <a:xfrm>
            <a:off x="3057527" y="1052513"/>
            <a:ext cx="3157547" cy="1590669"/>
            <a:chOff x="1680" y="2544"/>
            <a:chExt cx="2224" cy="1296"/>
          </a:xfrm>
        </p:grpSpPr>
        <p:graphicFrame>
          <p:nvGraphicFramePr>
            <p:cNvPr id="38927" name="Object 5"/>
            <p:cNvGraphicFramePr>
              <a:graphicFrameLocks noChangeAspect="1"/>
            </p:cNvGraphicFramePr>
            <p:nvPr/>
          </p:nvGraphicFramePr>
          <p:xfrm>
            <a:off x="1680" y="2544"/>
            <a:ext cx="2224" cy="1296"/>
          </p:xfrm>
          <a:graphic>
            <a:graphicData uri="http://schemas.openxmlformats.org/presentationml/2006/ole">
              <mc:AlternateContent xmlns:mc="http://schemas.openxmlformats.org/markup-compatibility/2006">
                <mc:Choice xmlns:v="urn:schemas-microsoft-com:vml" Requires="v">
                  <p:oleObj name="Equation" r:id="rId4" imgW="3530520" imgH="2057400" progId="Equation.3">
                    <p:embed/>
                  </p:oleObj>
                </mc:Choice>
                <mc:Fallback>
                  <p:oleObj name="Equation" r:id="rId4" imgW="3530520" imgH="2057400" progId="Equation.3">
                    <p:embed/>
                    <p:pic>
                      <p:nvPicPr>
                        <p:cNvPr id="38927" name="Object 5"/>
                        <p:cNvPicPr preferRelativeResize="0">
                          <a:picLocks noChangeAspect="1" noChangeArrowheads="1"/>
                        </p:cNvPicPr>
                        <p:nvPr/>
                      </p:nvPicPr>
                      <p:blipFill>
                        <a:blip r:embed="rId5">
                          <a:lum bright="100000"/>
                          <a:extLst>
                            <a:ext uri="{28A0092B-C50C-407E-A947-70E740481C1C}">
                              <a14:useLocalDpi xmlns:a14="http://schemas.microsoft.com/office/drawing/2010/main" val="0"/>
                            </a:ext>
                          </a:extLst>
                        </a:blip>
                        <a:srcRect/>
                        <a:stretch>
                          <a:fillRect/>
                        </a:stretch>
                      </p:blipFill>
                      <p:spPr bwMode="auto">
                        <a:xfrm>
                          <a:off x="1680" y="2544"/>
                          <a:ext cx="2224" cy="1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8" name="Object 6"/>
            <p:cNvGraphicFramePr>
              <a:graphicFrameLocks noChangeAspect="1"/>
            </p:cNvGraphicFramePr>
            <p:nvPr/>
          </p:nvGraphicFramePr>
          <p:xfrm>
            <a:off x="2496" y="3360"/>
            <a:ext cx="184" cy="200"/>
          </p:xfrm>
          <a:graphic>
            <a:graphicData uri="http://schemas.openxmlformats.org/presentationml/2006/ole">
              <mc:AlternateContent xmlns:mc="http://schemas.openxmlformats.org/markup-compatibility/2006">
                <mc:Choice xmlns:v="urn:schemas-microsoft-com:vml" Requires="v">
                  <p:oleObj name="Equation" r:id="rId6" imgW="291960" imgH="317160" progId="Equation.3">
                    <p:embed/>
                  </p:oleObj>
                </mc:Choice>
                <mc:Fallback>
                  <p:oleObj name="Equation" r:id="rId6" imgW="291960" imgH="317160" progId="Equation.3">
                    <p:embed/>
                    <p:pic>
                      <p:nvPicPr>
                        <p:cNvPr id="38928" name="Object 6"/>
                        <p:cNvPicPr preferRelativeResize="0">
                          <a:picLocks noChangeAspect="1" noChangeArrowheads="1"/>
                        </p:cNvPicPr>
                        <p:nvPr/>
                      </p:nvPicPr>
                      <p:blipFill>
                        <a:blip r:embed="rId7">
                          <a:lum bright="100000"/>
                          <a:extLst>
                            <a:ext uri="{28A0092B-C50C-407E-A947-70E740481C1C}">
                              <a14:useLocalDpi xmlns:a14="http://schemas.microsoft.com/office/drawing/2010/main" val="0"/>
                            </a:ext>
                          </a:extLst>
                        </a:blip>
                        <a:srcRect/>
                        <a:stretch>
                          <a:fillRect/>
                        </a:stretch>
                      </p:blipFill>
                      <p:spPr bwMode="auto">
                        <a:xfrm>
                          <a:off x="2496" y="3360"/>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929" name="Object 7"/>
            <p:cNvGraphicFramePr>
              <a:graphicFrameLocks noChangeAspect="1"/>
            </p:cNvGraphicFramePr>
            <p:nvPr/>
          </p:nvGraphicFramePr>
          <p:xfrm>
            <a:off x="3216" y="2832"/>
            <a:ext cx="184" cy="200"/>
          </p:xfrm>
          <a:graphic>
            <a:graphicData uri="http://schemas.openxmlformats.org/presentationml/2006/ole">
              <mc:AlternateContent xmlns:mc="http://schemas.openxmlformats.org/markup-compatibility/2006">
                <mc:Choice xmlns:v="urn:schemas-microsoft-com:vml" Requires="v">
                  <p:oleObj name="Equation" r:id="rId6" imgW="291960" imgH="317160" progId="Equation.3">
                    <p:embed/>
                  </p:oleObj>
                </mc:Choice>
                <mc:Fallback>
                  <p:oleObj name="Equation" r:id="rId6" imgW="291960" imgH="317160" progId="Equation.3">
                    <p:embed/>
                    <p:pic>
                      <p:nvPicPr>
                        <p:cNvPr id="38929" name="Object 7"/>
                        <p:cNvPicPr preferRelativeResize="0">
                          <a:picLocks noChangeAspect="1" noChangeArrowheads="1"/>
                        </p:cNvPicPr>
                        <p:nvPr/>
                      </p:nvPicPr>
                      <p:blipFill>
                        <a:blip r:embed="rId7">
                          <a:lum bright="100000"/>
                          <a:extLst>
                            <a:ext uri="{28A0092B-C50C-407E-A947-70E740481C1C}">
                              <a14:useLocalDpi xmlns:a14="http://schemas.microsoft.com/office/drawing/2010/main" val="0"/>
                            </a:ext>
                          </a:extLst>
                        </a:blip>
                        <a:srcRect/>
                        <a:stretch>
                          <a:fillRect/>
                        </a:stretch>
                      </p:blipFill>
                      <p:spPr bwMode="auto">
                        <a:xfrm>
                          <a:off x="3216" y="2832"/>
                          <a:ext cx="184" cy="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271380" name="Object 20"/>
          <p:cNvGraphicFramePr>
            <a:graphicFrameLocks noChangeAspect="1"/>
          </p:cNvGraphicFramePr>
          <p:nvPr/>
        </p:nvGraphicFramePr>
        <p:xfrm>
          <a:off x="1115616" y="2714621"/>
          <a:ext cx="3157548" cy="1407661"/>
        </p:xfrm>
        <a:graphic>
          <a:graphicData uri="http://schemas.openxmlformats.org/presentationml/2006/ole">
            <mc:AlternateContent xmlns:mc="http://schemas.openxmlformats.org/markup-compatibility/2006">
              <mc:Choice xmlns:v="urn:schemas-microsoft-com:vml" Requires="v">
                <p:oleObj name="公式" r:id="rId8" imgW="2501640" imgH="939600" progId="Equation.3">
                  <p:embed/>
                </p:oleObj>
              </mc:Choice>
              <mc:Fallback>
                <p:oleObj name="公式" r:id="rId8" imgW="2501640" imgH="939600" progId="Equation.3">
                  <p:embed/>
                  <p:pic>
                    <p:nvPicPr>
                      <p:cNvPr id="271380" name="Object 20"/>
                      <p:cNvPicPr>
                        <a:picLocks noChangeAspect="1" noChangeArrowheads="1"/>
                      </p:cNvPicPr>
                      <p:nvPr/>
                    </p:nvPicPr>
                    <p:blipFill>
                      <a:blip r:embed="rId9">
                        <a:lum bright="-92000"/>
                        <a:extLst>
                          <a:ext uri="{28A0092B-C50C-407E-A947-70E740481C1C}">
                            <a14:useLocalDpi xmlns:a14="http://schemas.microsoft.com/office/drawing/2010/main" val="0"/>
                          </a:ext>
                        </a:extLst>
                      </a:blip>
                      <a:srcRect/>
                      <a:stretch>
                        <a:fillRect/>
                      </a:stretch>
                    </p:blipFill>
                    <p:spPr bwMode="auto">
                      <a:xfrm>
                        <a:off x="1115616" y="2714621"/>
                        <a:ext cx="3157548" cy="1407661"/>
                      </a:xfrm>
                      <a:prstGeom prst="rect">
                        <a:avLst/>
                      </a:prstGeom>
                      <a:noFill/>
                    </p:spPr>
                  </p:pic>
                </p:oleObj>
              </mc:Fallback>
            </mc:AlternateContent>
          </a:graphicData>
        </a:graphic>
      </p:graphicFrame>
      <p:graphicFrame>
        <p:nvGraphicFramePr>
          <p:cNvPr id="271381" name="Object 21"/>
          <p:cNvGraphicFramePr>
            <a:graphicFrameLocks noChangeAspect="1"/>
          </p:cNvGraphicFramePr>
          <p:nvPr/>
        </p:nvGraphicFramePr>
        <p:xfrm>
          <a:off x="4211960" y="2686784"/>
          <a:ext cx="2288866" cy="1395986"/>
        </p:xfrm>
        <a:graphic>
          <a:graphicData uri="http://schemas.openxmlformats.org/presentationml/2006/ole">
            <mc:AlternateContent xmlns:mc="http://schemas.openxmlformats.org/markup-compatibility/2006">
              <mc:Choice xmlns:v="urn:schemas-microsoft-com:vml" Requires="v">
                <p:oleObj name="公式" r:id="rId10" imgW="1866600" imgH="939600" progId="Equation.3">
                  <p:embed/>
                </p:oleObj>
              </mc:Choice>
              <mc:Fallback>
                <p:oleObj name="公式" r:id="rId10" imgW="1866600" imgH="939600" progId="Equation.3">
                  <p:embed/>
                  <p:pic>
                    <p:nvPicPr>
                      <p:cNvPr id="271381" name="Object 21"/>
                      <p:cNvPicPr>
                        <a:picLocks noChangeAspect="1" noChangeArrowheads="1"/>
                      </p:cNvPicPr>
                      <p:nvPr/>
                    </p:nvPicPr>
                    <p:blipFill>
                      <a:blip r:embed="rId11">
                        <a:lum bright="-92000"/>
                        <a:extLst>
                          <a:ext uri="{28A0092B-C50C-407E-A947-70E740481C1C}">
                            <a14:useLocalDpi xmlns:a14="http://schemas.microsoft.com/office/drawing/2010/main" val="0"/>
                          </a:ext>
                        </a:extLst>
                      </a:blip>
                      <a:srcRect/>
                      <a:stretch>
                        <a:fillRect/>
                      </a:stretch>
                    </p:blipFill>
                    <p:spPr bwMode="auto">
                      <a:xfrm>
                        <a:off x="4211960" y="2686784"/>
                        <a:ext cx="2288866" cy="1395986"/>
                      </a:xfrm>
                      <a:prstGeom prst="rect">
                        <a:avLst/>
                      </a:prstGeom>
                      <a:noFill/>
                    </p:spPr>
                  </p:pic>
                </p:oleObj>
              </mc:Fallback>
            </mc:AlternateContent>
          </a:graphicData>
        </a:graphic>
      </p:graphicFrame>
      <p:sp>
        <p:nvSpPr>
          <p:cNvPr id="30" name="Rectangle 3"/>
          <p:cNvSpPr>
            <a:spLocks noChangeArrowheads="1"/>
          </p:cNvSpPr>
          <p:nvPr/>
        </p:nvSpPr>
        <p:spPr bwMode="auto">
          <a:xfrm>
            <a:off x="714348" y="2714620"/>
            <a:ext cx="1428760"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(3)</a:t>
            </a:r>
            <a:endPar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271382" name="Object 22"/>
          <p:cNvGraphicFramePr>
            <a:graphicFrameLocks noChangeAspect="1"/>
          </p:cNvGraphicFramePr>
          <p:nvPr/>
        </p:nvGraphicFramePr>
        <p:xfrm>
          <a:off x="5003432" y="4181576"/>
          <a:ext cx="3601016" cy="1876127"/>
        </p:xfrm>
        <a:graphic>
          <a:graphicData uri="http://schemas.openxmlformats.org/presentationml/2006/ole">
            <mc:AlternateContent xmlns:mc="http://schemas.openxmlformats.org/markup-compatibility/2006">
              <mc:Choice xmlns:v="urn:schemas-microsoft-com:vml" Requires="v">
                <p:oleObj name="Equation" r:id="rId12" imgW="1574640" imgH="939600" progId="Equation.DSMT4">
                  <p:embed/>
                </p:oleObj>
              </mc:Choice>
              <mc:Fallback>
                <p:oleObj name="Equation" r:id="rId12" imgW="1574640" imgH="939600" progId="Equation.DSMT4">
                  <p:embed/>
                  <p:pic>
                    <p:nvPicPr>
                      <p:cNvPr id="271382" name="Object 22"/>
                      <p:cNvPicPr>
                        <a:picLocks noChangeAspect="1" noChangeArrowheads="1"/>
                      </p:cNvPicPr>
                      <p:nvPr/>
                    </p:nvPicPr>
                    <p:blipFill>
                      <a:blip r:embed="rId13"/>
                      <a:srcRect/>
                      <a:stretch>
                        <a:fillRect/>
                      </a:stretch>
                    </p:blipFill>
                    <p:spPr bwMode="auto">
                      <a:xfrm>
                        <a:off x="5003432" y="4181576"/>
                        <a:ext cx="3601016" cy="1876127"/>
                      </a:xfrm>
                      <a:prstGeom prst="rect">
                        <a:avLst/>
                      </a:prstGeom>
                      <a:noFill/>
                    </p:spPr>
                  </p:pic>
                </p:oleObj>
              </mc:Fallback>
            </mc:AlternateContent>
          </a:graphicData>
        </a:graphic>
      </p:graphicFrame>
      <p:graphicFrame>
        <p:nvGraphicFramePr>
          <p:cNvPr id="271383" name="Object 23"/>
          <p:cNvGraphicFramePr>
            <a:graphicFrameLocks noChangeAspect="1"/>
          </p:cNvGraphicFramePr>
          <p:nvPr/>
        </p:nvGraphicFramePr>
        <p:xfrm>
          <a:off x="6185556" y="5286374"/>
          <a:ext cx="490538" cy="595313"/>
        </p:xfrm>
        <a:graphic>
          <a:graphicData uri="http://schemas.openxmlformats.org/presentationml/2006/ole">
            <mc:AlternateContent xmlns:mc="http://schemas.openxmlformats.org/markup-compatibility/2006">
              <mc:Choice xmlns:v="urn:schemas-microsoft-com:vml" Requires="v">
                <p:oleObj name="公式" r:id="rId14" imgW="126720" imgH="139680" progId="Equation.3">
                  <p:embed/>
                </p:oleObj>
              </mc:Choice>
              <mc:Fallback>
                <p:oleObj name="公式" r:id="rId14" imgW="126720" imgH="139680" progId="Equation.3">
                  <p:embed/>
                  <p:pic>
                    <p:nvPicPr>
                      <p:cNvPr id="271383" name="Object 2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185556" y="5286374"/>
                        <a:ext cx="490538" cy="595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1384" name="Object 24"/>
          <p:cNvGraphicFramePr>
            <a:graphicFrameLocks noChangeAspect="1"/>
          </p:cNvGraphicFramePr>
          <p:nvPr/>
        </p:nvGraphicFramePr>
        <p:xfrm>
          <a:off x="714348" y="4221088"/>
          <a:ext cx="4523931" cy="1845802"/>
        </p:xfrm>
        <a:graphic>
          <a:graphicData uri="http://schemas.openxmlformats.org/presentationml/2006/ole">
            <mc:AlternateContent xmlns:mc="http://schemas.openxmlformats.org/markup-compatibility/2006">
              <mc:Choice xmlns:v="urn:schemas-microsoft-com:vml" Requires="v">
                <p:oleObj name="Equation" r:id="rId16" imgW="2070000" imgH="939600" progId="Equation.3">
                  <p:embed/>
                </p:oleObj>
              </mc:Choice>
              <mc:Fallback>
                <p:oleObj name="Equation" r:id="rId16" imgW="2070000" imgH="939600" progId="Equation.3">
                  <p:embed/>
                  <p:pic>
                    <p:nvPicPr>
                      <p:cNvPr id="271384" name="Object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4348" y="4221088"/>
                        <a:ext cx="4523931" cy="1845802"/>
                      </a:xfrm>
                      <a:prstGeom prst="rect">
                        <a:avLst/>
                      </a:prstGeom>
                      <a:noFill/>
                    </p:spPr>
                  </p:pic>
                </p:oleObj>
              </mc:Fallback>
            </mc:AlternateContent>
          </a:graphicData>
        </a:graphic>
      </p:graphicFrame>
      <p:graphicFrame>
        <p:nvGraphicFramePr>
          <p:cNvPr id="271385" name="Object 25"/>
          <p:cNvGraphicFramePr>
            <a:graphicFrameLocks noChangeAspect="1"/>
          </p:cNvGraphicFramePr>
          <p:nvPr/>
        </p:nvGraphicFramePr>
        <p:xfrm>
          <a:off x="4211416" y="4579435"/>
          <a:ext cx="490537" cy="596900"/>
        </p:xfrm>
        <a:graphic>
          <a:graphicData uri="http://schemas.openxmlformats.org/presentationml/2006/ole">
            <mc:AlternateContent xmlns:mc="http://schemas.openxmlformats.org/markup-compatibility/2006">
              <mc:Choice xmlns:v="urn:schemas-microsoft-com:vml" Requires="v">
                <p:oleObj name="公式" r:id="rId18" imgW="126720" imgH="139680" progId="Equation.3">
                  <p:embed/>
                </p:oleObj>
              </mc:Choice>
              <mc:Fallback>
                <p:oleObj name="公式" r:id="rId18" imgW="126720" imgH="139680" progId="Equation.3">
                  <p:embed/>
                  <p:pic>
                    <p:nvPicPr>
                      <p:cNvPr id="271385" name="Object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211416" y="4579435"/>
                        <a:ext cx="490537" cy="596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 name="Rectangle 3"/>
          <p:cNvSpPr>
            <a:spLocks noChangeArrowheads="1"/>
          </p:cNvSpPr>
          <p:nvPr/>
        </p:nvSpPr>
        <p:spPr bwMode="auto">
          <a:xfrm>
            <a:off x="1163875" y="6105473"/>
            <a:ext cx="6816250" cy="400110"/>
          </a:xfrm>
          <a:prstGeom prst="rect">
            <a:avLst/>
          </a:prstGeom>
          <a:solidFill>
            <a:srgbClr val="FFFFCC"/>
          </a:solid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称为三角分块阵</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行列式为对角子块行列式之积，即</a:t>
            </a:r>
          </a:p>
        </p:txBody>
      </p:sp>
      <p:graphicFrame>
        <p:nvGraphicFramePr>
          <p:cNvPr id="3" name="Object 9"/>
          <p:cNvGraphicFramePr>
            <a:graphicFrameLocks noChangeAspect="1"/>
          </p:cNvGraphicFramePr>
          <p:nvPr/>
        </p:nvGraphicFramePr>
        <p:xfrm>
          <a:off x="6858016" y="1071546"/>
          <a:ext cx="2005012" cy="1573213"/>
        </p:xfrm>
        <a:graphic>
          <a:graphicData uri="http://schemas.openxmlformats.org/presentationml/2006/ole">
            <mc:AlternateContent xmlns:mc="http://schemas.openxmlformats.org/markup-compatibility/2006">
              <mc:Choice xmlns:v="urn:schemas-microsoft-com:vml" Requires="v">
                <p:oleObj name="公式" r:id="rId20" imgW="1028520" imgH="914400" progId="Equation.3">
                  <p:embed/>
                </p:oleObj>
              </mc:Choice>
              <mc:Fallback>
                <p:oleObj name="公式" r:id="rId20" imgW="1028520" imgH="914400" progId="Equation.3">
                  <p:embed/>
                  <p:pic>
                    <p:nvPicPr>
                      <p:cNvPr id="3" name="Object 9"/>
                      <p:cNvPicPr preferRelativeResize="0">
                        <a:picLocks noChangeAspect="1" noChangeArrowheads="1"/>
                      </p:cNvPicPr>
                      <p:nvPr/>
                    </p:nvPicPr>
                    <p:blipFill>
                      <a:blip r:embed="rId21">
                        <a:lum bright="100000"/>
                        <a:extLst>
                          <a:ext uri="{28A0092B-C50C-407E-A947-70E740481C1C}">
                            <a14:useLocalDpi xmlns:a14="http://schemas.microsoft.com/office/drawing/2010/main" val="0"/>
                          </a:ext>
                        </a:extLst>
                      </a:blip>
                      <a:srcRect/>
                      <a:stretch>
                        <a:fillRect/>
                      </a:stretch>
                    </p:blipFill>
                    <p:spPr bwMode="auto">
                      <a:xfrm>
                        <a:off x="6858016" y="1071546"/>
                        <a:ext cx="2005012" cy="1573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Object 13">
            <a:extLst>
              <a:ext uri="{FF2B5EF4-FFF2-40B4-BE49-F238E27FC236}">
                <a16:creationId xmlns:a16="http://schemas.microsoft.com/office/drawing/2014/main" id="{144C0462-9307-3AB2-8B18-596305660F89}"/>
              </a:ext>
            </a:extLst>
          </p:cNvPr>
          <p:cNvGraphicFramePr>
            <a:graphicFrameLocks noChangeAspect="1"/>
          </p:cNvGraphicFramePr>
          <p:nvPr/>
        </p:nvGraphicFramePr>
        <p:xfrm>
          <a:off x="6668666" y="6368880"/>
          <a:ext cx="2273300" cy="493713"/>
        </p:xfrm>
        <a:graphic>
          <a:graphicData uri="http://schemas.openxmlformats.org/presentationml/2006/ole">
            <mc:AlternateContent xmlns:mc="http://schemas.openxmlformats.org/markup-compatibility/2006">
              <mc:Choice xmlns:v="urn:schemas-microsoft-com:vml" Requires="v">
                <p:oleObj name="Equation" r:id="rId22" imgW="1168200" imgH="253800" progId="Equation.DSMT4">
                  <p:embed/>
                </p:oleObj>
              </mc:Choice>
              <mc:Fallback>
                <p:oleObj name="Equation" r:id="rId22" imgW="1168200" imgH="253800" progId="Equation.DSMT4">
                  <p:embed/>
                  <p:pic>
                    <p:nvPicPr>
                      <p:cNvPr id="4" name="Object 13">
                        <a:extLst>
                          <a:ext uri="{FF2B5EF4-FFF2-40B4-BE49-F238E27FC236}">
                            <a16:creationId xmlns:a16="http://schemas.microsoft.com/office/drawing/2014/main" id="{144C0462-9307-3AB2-8B18-596305660F89}"/>
                          </a:ext>
                        </a:extLst>
                      </p:cNvPr>
                      <p:cNvPicPr>
                        <a:picLocks noChangeAspect="1" noChangeArrowheads="1"/>
                      </p:cNvPicPr>
                      <p:nvPr/>
                    </p:nvPicPr>
                    <p:blipFill>
                      <a:blip r:embed="rId23"/>
                      <a:srcRect/>
                      <a:stretch>
                        <a:fillRect/>
                      </a:stretch>
                    </p:blipFill>
                    <p:spPr bwMode="auto">
                      <a:xfrm>
                        <a:off x="6668666" y="6368880"/>
                        <a:ext cx="2273300" cy="493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1000"/>
                                        <p:tgtEl>
                                          <p:spTgt spid="30"/>
                                        </p:tgtEl>
                                      </p:cBhvr>
                                    </p:animEffect>
                                  </p:childTnLst>
                                </p:cTn>
                              </p:par>
                              <p:par>
                                <p:cTn id="8" presetID="22" presetClass="entr" presetSubtype="8" fill="hold" nodeType="withEffect">
                                  <p:stCondLst>
                                    <p:cond delay="0"/>
                                  </p:stCondLst>
                                  <p:childTnLst>
                                    <p:set>
                                      <p:cBhvr>
                                        <p:cTn id="9" dur="1" fill="hold">
                                          <p:stCondLst>
                                            <p:cond delay="0"/>
                                          </p:stCondLst>
                                        </p:cTn>
                                        <p:tgtEl>
                                          <p:spTgt spid="271380"/>
                                        </p:tgtEl>
                                        <p:attrNameLst>
                                          <p:attrName>style.visibility</p:attrName>
                                        </p:attrNameLst>
                                      </p:cBhvr>
                                      <p:to>
                                        <p:strVal val="visible"/>
                                      </p:to>
                                    </p:set>
                                    <p:animEffect transition="in" filter="wipe(left)">
                                      <p:cBhvr>
                                        <p:cTn id="10" dur="500"/>
                                        <p:tgtEl>
                                          <p:spTgt spid="27138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71381"/>
                                        </p:tgtEl>
                                        <p:attrNameLst>
                                          <p:attrName>style.visibility</p:attrName>
                                        </p:attrNameLst>
                                      </p:cBhvr>
                                      <p:to>
                                        <p:strVal val="visible"/>
                                      </p:to>
                                    </p:set>
                                    <p:animEffect transition="in" filter="wipe(left)">
                                      <p:cBhvr>
                                        <p:cTn id="15" dur="500"/>
                                        <p:tgtEl>
                                          <p:spTgt spid="27138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71384"/>
                                        </p:tgtEl>
                                        <p:attrNameLst>
                                          <p:attrName>style.visibility</p:attrName>
                                        </p:attrNameLst>
                                      </p:cBhvr>
                                      <p:to>
                                        <p:strVal val="visible"/>
                                      </p:to>
                                    </p:set>
                                    <p:animEffect transition="in" filter="wipe(left)">
                                      <p:cBhvr>
                                        <p:cTn id="20" dur="500"/>
                                        <p:tgtEl>
                                          <p:spTgt spid="271384"/>
                                        </p:tgtEl>
                                      </p:cBhvr>
                                    </p:animEffect>
                                  </p:childTnLst>
                                </p:cTn>
                              </p:par>
                              <p:par>
                                <p:cTn id="21" presetID="22" presetClass="entr" presetSubtype="8" fill="hold" nodeType="withEffect">
                                  <p:stCondLst>
                                    <p:cond delay="0"/>
                                  </p:stCondLst>
                                  <p:childTnLst>
                                    <p:set>
                                      <p:cBhvr>
                                        <p:cTn id="22" dur="1" fill="hold">
                                          <p:stCondLst>
                                            <p:cond delay="0"/>
                                          </p:stCondLst>
                                        </p:cTn>
                                        <p:tgtEl>
                                          <p:spTgt spid="271382"/>
                                        </p:tgtEl>
                                        <p:attrNameLst>
                                          <p:attrName>style.visibility</p:attrName>
                                        </p:attrNameLst>
                                      </p:cBhvr>
                                      <p:to>
                                        <p:strVal val="visible"/>
                                      </p:to>
                                    </p:set>
                                    <p:animEffect transition="in" filter="wipe(left)">
                                      <p:cBhvr>
                                        <p:cTn id="23" dur="500"/>
                                        <p:tgtEl>
                                          <p:spTgt spid="271382"/>
                                        </p:tgtEl>
                                      </p:cBhvr>
                                    </p:animEffect>
                                  </p:childTnLst>
                                </p:cTn>
                              </p:par>
                            </p:childTnLst>
                          </p:cTn>
                        </p:par>
                        <p:par>
                          <p:cTn id="24" fill="hold">
                            <p:stCondLst>
                              <p:cond delay="500"/>
                            </p:stCondLst>
                            <p:childTnLst>
                              <p:par>
                                <p:cTn id="25" presetID="1" presetClass="entr" presetSubtype="0" fill="hold" nodeType="afterEffect">
                                  <p:stCondLst>
                                    <p:cond delay="0"/>
                                  </p:stCondLst>
                                  <p:childTnLst>
                                    <p:set>
                                      <p:cBhvr>
                                        <p:cTn id="26" dur="1" fill="hold">
                                          <p:stCondLst>
                                            <p:cond delay="0"/>
                                          </p:stCondLst>
                                        </p:cTn>
                                        <p:tgtEl>
                                          <p:spTgt spid="27138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7138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wipe(left)">
                                      <p:cBhvr>
                                        <p:cTn id="33" dur="1000"/>
                                        <p:tgtEl>
                                          <p:spTgt spid="37"/>
                                        </p:tgtEl>
                                      </p:cBhvr>
                                    </p:animEffect>
                                  </p:childTnLst>
                                </p:cTn>
                              </p:par>
                            </p:childTnLst>
                          </p:cTn>
                        </p:par>
                        <p:par>
                          <p:cTn id="34" fill="hold">
                            <p:stCondLst>
                              <p:cond delay="1000"/>
                            </p:stCondLst>
                            <p:childTnLst>
                              <p:par>
                                <p:cTn id="35" presetID="22" presetClass="entr" presetSubtype="8"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7"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5486400" cy="1155700"/>
            <a:chOff x="576" y="496"/>
            <a:chExt cx="3456" cy="728"/>
          </a:xfrm>
        </p:grpSpPr>
        <p:sp>
          <p:nvSpPr>
            <p:cNvPr id="84995" name="Text Box 3"/>
            <p:cNvSpPr txBox="1">
              <a:spLocks noChangeArrowheads="1"/>
            </p:cNvSpPr>
            <p:nvPr/>
          </p:nvSpPr>
          <p:spPr bwMode="auto">
            <a:xfrm>
              <a:off x="576" y="672"/>
              <a:ext cx="1131" cy="327"/>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00"/>
                  </a:solidFill>
                  <a:effectLst/>
                  <a:uLnTx/>
                  <a:uFillTx/>
                  <a:latin typeface="黑体" pitchFamily="49" charset="-122"/>
                  <a:ea typeface="黑体" pitchFamily="49" charset="-122"/>
                  <a:cs typeface="+mn-cs"/>
                </a:rPr>
                <a:t>例</a:t>
              </a:r>
              <a:r>
                <a:rPr kumimoji="1" lang="en-US" altLang="zh-CN" sz="2800" b="1" i="0" u="none" strike="noStrike" kern="1200" cap="none" spc="0" normalizeH="0" baseline="0" noProof="0">
                  <a:ln>
                    <a:noFill/>
                  </a:ln>
                  <a:solidFill>
                    <a:srgbClr val="000000"/>
                  </a:solidFill>
                  <a:effectLst/>
                  <a:uLnTx/>
                  <a:uFillTx/>
                  <a:latin typeface="黑体" pitchFamily="49" charset="-122"/>
                  <a:ea typeface="黑体" pitchFamily="49" charset="-122"/>
                  <a:cs typeface="+mn-cs"/>
                </a:rPr>
                <a:t>3 (1)</a:t>
              </a:r>
              <a:r>
                <a:rPr kumimoji="1" lang="zh-CN" altLang="en-US" sz="2800" b="1" i="0" u="none" strike="noStrike" kern="1200" cap="none" spc="0" normalizeH="0" baseline="0" noProof="0">
                  <a:ln>
                    <a:noFill/>
                  </a:ln>
                  <a:solidFill>
                    <a:srgbClr val="000000"/>
                  </a:solidFill>
                  <a:effectLst/>
                  <a:uLnTx/>
                  <a:uFillTx/>
                  <a:latin typeface="宋体" charset="-122"/>
                  <a:ea typeface="宋体" charset="-122"/>
                  <a:cs typeface="+mn-cs"/>
                </a:rPr>
                <a:t>设</a:t>
              </a:r>
            </a:p>
          </p:txBody>
        </p:sp>
        <p:graphicFrame>
          <p:nvGraphicFramePr>
            <p:cNvPr id="84996" name="Object 4"/>
            <p:cNvGraphicFramePr>
              <a:graphicFrameLocks noChangeAspect="1"/>
            </p:cNvGraphicFramePr>
            <p:nvPr/>
          </p:nvGraphicFramePr>
          <p:xfrm>
            <a:off x="1704" y="496"/>
            <a:ext cx="1496" cy="728"/>
          </p:xfrm>
          <a:graphic>
            <a:graphicData uri="http://schemas.openxmlformats.org/presentationml/2006/ole">
              <mc:AlternateContent xmlns:mc="http://schemas.openxmlformats.org/markup-compatibility/2006">
                <mc:Choice xmlns:v="urn:schemas-microsoft-com:vml" Requires="v">
                  <p:oleObj name="Equation" r:id="rId2" imgW="2374560" imgH="1155600" progId="Equation.3">
                    <p:embed/>
                  </p:oleObj>
                </mc:Choice>
                <mc:Fallback>
                  <p:oleObj name="Equation" r:id="rId2" imgW="2374560" imgH="1155600" progId="Equation.3">
                    <p:embed/>
                    <p:pic>
                      <p:nvPicPr>
                        <p:cNvPr id="84996"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4" y="496"/>
                          <a:ext cx="1496" cy="7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4997" name="Object 5"/>
            <p:cNvGraphicFramePr>
              <a:graphicFrameLocks noChangeAspect="1"/>
            </p:cNvGraphicFramePr>
            <p:nvPr/>
          </p:nvGraphicFramePr>
          <p:xfrm>
            <a:off x="3360" y="720"/>
            <a:ext cx="672" cy="296"/>
          </p:xfrm>
          <a:graphic>
            <a:graphicData uri="http://schemas.openxmlformats.org/presentationml/2006/ole">
              <mc:AlternateContent xmlns:mc="http://schemas.openxmlformats.org/markup-compatibility/2006">
                <mc:Choice xmlns:v="urn:schemas-microsoft-com:vml" Requires="v">
                  <p:oleObj name="Equation" r:id="rId4" imgW="1066680" imgH="469800" progId="Equation.3">
                    <p:embed/>
                  </p:oleObj>
                </mc:Choice>
                <mc:Fallback>
                  <p:oleObj name="Equation" r:id="rId4" imgW="1066680" imgH="469800" progId="Equation.3">
                    <p:embed/>
                    <p:pic>
                      <p:nvPicPr>
                        <p:cNvPr id="84997"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60" y="720"/>
                          <a:ext cx="672" cy="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84998" name="Text Box 6"/>
          <p:cNvSpPr txBox="1">
            <a:spLocks noChangeArrowheads="1"/>
          </p:cNvSpPr>
          <p:nvPr/>
        </p:nvSpPr>
        <p:spPr bwMode="auto">
          <a:xfrm>
            <a:off x="0" y="1071546"/>
            <a:ext cx="542925" cy="519113"/>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84999" name="Object 7"/>
          <p:cNvGraphicFramePr>
            <a:graphicFrameLocks noChangeAspect="1"/>
          </p:cNvGraphicFramePr>
          <p:nvPr/>
        </p:nvGraphicFramePr>
        <p:xfrm>
          <a:off x="285720" y="1357298"/>
          <a:ext cx="2209800" cy="1511300"/>
        </p:xfrm>
        <a:graphic>
          <a:graphicData uri="http://schemas.openxmlformats.org/presentationml/2006/ole">
            <mc:AlternateContent xmlns:mc="http://schemas.openxmlformats.org/markup-compatibility/2006">
              <mc:Choice xmlns:v="urn:schemas-microsoft-com:vml" Requires="v">
                <p:oleObj name="Equation" r:id="rId6" imgW="2209680" imgH="1511280" progId="Equation.3">
                  <p:embed/>
                </p:oleObj>
              </mc:Choice>
              <mc:Fallback>
                <p:oleObj name="Equation" r:id="rId6" imgW="2209680" imgH="1511280" progId="Equation.3">
                  <p:embed/>
                  <p:pic>
                    <p:nvPicPr>
                      <p:cNvPr id="84999"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5720" y="1357298"/>
                        <a:ext cx="22098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5000" name="Line 8"/>
          <p:cNvSpPr>
            <a:spLocks noChangeShapeType="1"/>
          </p:cNvSpPr>
          <p:nvPr/>
        </p:nvSpPr>
        <p:spPr bwMode="auto">
          <a:xfrm>
            <a:off x="933404" y="1736704"/>
            <a:ext cx="1500198" cy="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sp>
        <p:nvSpPr>
          <p:cNvPr id="85001" name="Line 9"/>
          <p:cNvSpPr>
            <a:spLocks noChangeShapeType="1"/>
          </p:cNvSpPr>
          <p:nvPr/>
        </p:nvSpPr>
        <p:spPr bwMode="auto">
          <a:xfrm>
            <a:off x="1428720" y="1357298"/>
            <a:ext cx="0" cy="152400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graphicFrame>
        <p:nvGraphicFramePr>
          <p:cNvPr id="85002" name="Object 10"/>
          <p:cNvGraphicFramePr>
            <a:graphicFrameLocks noChangeAspect="1"/>
          </p:cNvGraphicFramePr>
          <p:nvPr/>
        </p:nvGraphicFramePr>
        <p:xfrm>
          <a:off x="2571720" y="1585898"/>
          <a:ext cx="1571652" cy="977900"/>
        </p:xfrm>
        <a:graphic>
          <a:graphicData uri="http://schemas.openxmlformats.org/presentationml/2006/ole">
            <mc:AlternateContent xmlns:mc="http://schemas.openxmlformats.org/markup-compatibility/2006">
              <mc:Choice xmlns:v="urn:schemas-microsoft-com:vml" Requires="v">
                <p:oleObj name="Equation" r:id="rId8" imgW="1854000" imgH="977760" progId="Equation.3">
                  <p:embed/>
                </p:oleObj>
              </mc:Choice>
              <mc:Fallback>
                <p:oleObj name="Equation" r:id="rId8" imgW="1854000" imgH="977760" progId="Equation.3">
                  <p:embed/>
                  <p:pic>
                    <p:nvPicPr>
                      <p:cNvPr id="85002" name="Object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1720" y="1585898"/>
                        <a:ext cx="1571652" cy="977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3" name="Object 11"/>
          <p:cNvGraphicFramePr>
            <a:graphicFrameLocks noChangeAspect="1"/>
          </p:cNvGraphicFramePr>
          <p:nvPr/>
        </p:nvGraphicFramePr>
        <p:xfrm>
          <a:off x="4429124" y="1471598"/>
          <a:ext cx="1113762" cy="419100"/>
        </p:xfrm>
        <a:graphic>
          <a:graphicData uri="http://schemas.openxmlformats.org/presentationml/2006/ole">
            <mc:AlternateContent xmlns:mc="http://schemas.openxmlformats.org/markup-compatibility/2006">
              <mc:Choice xmlns:v="urn:schemas-microsoft-com:vml" Requires="v">
                <p:oleObj name="Equation" r:id="rId10" imgW="1282680" imgH="419040" progId="Equation.3">
                  <p:embed/>
                </p:oleObj>
              </mc:Choice>
              <mc:Fallback>
                <p:oleObj name="Equation" r:id="rId10" imgW="1282680" imgH="419040" progId="Equation.3">
                  <p:embed/>
                  <p:pic>
                    <p:nvPicPr>
                      <p:cNvPr id="85003" name="Object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29124" y="1471598"/>
                        <a:ext cx="1113762"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4" name="Object 12"/>
          <p:cNvGraphicFramePr>
            <a:graphicFrameLocks noChangeAspect="1"/>
          </p:cNvGraphicFramePr>
          <p:nvPr/>
        </p:nvGraphicFramePr>
        <p:xfrm>
          <a:off x="4429124" y="1974836"/>
          <a:ext cx="1643074" cy="977900"/>
        </p:xfrm>
        <a:graphic>
          <a:graphicData uri="http://schemas.openxmlformats.org/presentationml/2006/ole">
            <mc:AlternateContent xmlns:mc="http://schemas.openxmlformats.org/markup-compatibility/2006">
              <mc:Choice xmlns:v="urn:schemas-microsoft-com:vml" Requires="v">
                <p:oleObj name="Equation" r:id="rId12" imgW="1892160" imgH="977760" progId="Equation.3">
                  <p:embed/>
                </p:oleObj>
              </mc:Choice>
              <mc:Fallback>
                <p:oleObj name="Equation" r:id="rId12" imgW="1892160" imgH="977760" progId="Equation.3">
                  <p:embed/>
                  <p:pic>
                    <p:nvPicPr>
                      <p:cNvPr id="85004" name="Object 1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29124" y="1974836"/>
                        <a:ext cx="1643074" cy="977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5" name="Object 13"/>
          <p:cNvGraphicFramePr>
            <a:graphicFrameLocks noChangeAspect="1"/>
          </p:cNvGraphicFramePr>
          <p:nvPr/>
        </p:nvGraphicFramePr>
        <p:xfrm>
          <a:off x="6429388" y="1214422"/>
          <a:ext cx="1574800" cy="901700"/>
        </p:xfrm>
        <a:graphic>
          <a:graphicData uri="http://schemas.openxmlformats.org/presentationml/2006/ole">
            <mc:AlternateContent xmlns:mc="http://schemas.openxmlformats.org/markup-compatibility/2006">
              <mc:Choice xmlns:v="urn:schemas-microsoft-com:vml" Requires="v">
                <p:oleObj name="Equation" r:id="rId14" imgW="1574640" imgH="901440" progId="Equation.3">
                  <p:embed/>
                </p:oleObj>
              </mc:Choice>
              <mc:Fallback>
                <p:oleObj name="Equation" r:id="rId14" imgW="1574640" imgH="901440" progId="Equation.3">
                  <p:embed/>
                  <p:pic>
                    <p:nvPicPr>
                      <p:cNvPr id="85005" name="Object 1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29388" y="1214422"/>
                        <a:ext cx="1574800" cy="901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6" name="Object 14"/>
          <p:cNvGraphicFramePr>
            <a:graphicFrameLocks noChangeAspect="1"/>
          </p:cNvGraphicFramePr>
          <p:nvPr/>
        </p:nvGraphicFramePr>
        <p:xfrm>
          <a:off x="6429388" y="2214554"/>
          <a:ext cx="2578100" cy="977900"/>
        </p:xfrm>
        <a:graphic>
          <a:graphicData uri="http://schemas.openxmlformats.org/presentationml/2006/ole">
            <mc:AlternateContent xmlns:mc="http://schemas.openxmlformats.org/markup-compatibility/2006">
              <mc:Choice xmlns:v="urn:schemas-microsoft-com:vml" Requires="v">
                <p:oleObj name="Equation" r:id="rId16" imgW="2577960" imgH="977760" progId="Equation.3">
                  <p:embed/>
                </p:oleObj>
              </mc:Choice>
              <mc:Fallback>
                <p:oleObj name="Equation" r:id="rId16" imgW="2577960" imgH="977760" progId="Equation.3">
                  <p:embed/>
                  <p:pic>
                    <p:nvPicPr>
                      <p:cNvPr id="85006" name="Object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429388" y="2214554"/>
                        <a:ext cx="2578100" cy="977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7" name="Object 15"/>
          <p:cNvGraphicFramePr>
            <a:graphicFrameLocks noChangeAspect="1"/>
          </p:cNvGraphicFramePr>
          <p:nvPr/>
        </p:nvGraphicFramePr>
        <p:xfrm>
          <a:off x="500034" y="3429000"/>
          <a:ext cx="3225800" cy="1028700"/>
        </p:xfrm>
        <a:graphic>
          <a:graphicData uri="http://schemas.openxmlformats.org/presentationml/2006/ole">
            <mc:AlternateContent xmlns:mc="http://schemas.openxmlformats.org/markup-compatibility/2006">
              <mc:Choice xmlns:v="urn:schemas-microsoft-com:vml" Requires="v">
                <p:oleObj name="Equation" r:id="rId18" imgW="3225600" imgH="1028520" progId="Equation.3">
                  <p:embed/>
                </p:oleObj>
              </mc:Choice>
              <mc:Fallback>
                <p:oleObj name="Equation" r:id="rId18" imgW="3225600" imgH="1028520" progId="Equation.3">
                  <p:embed/>
                  <p:pic>
                    <p:nvPicPr>
                      <p:cNvPr id="85007" name="Object 1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00034" y="3429000"/>
                        <a:ext cx="3225800" cy="1028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008" name="Object 16"/>
          <p:cNvGraphicFramePr>
            <a:graphicFrameLocks noChangeAspect="1"/>
          </p:cNvGraphicFramePr>
          <p:nvPr/>
        </p:nvGraphicFramePr>
        <p:xfrm>
          <a:off x="3740121" y="2995612"/>
          <a:ext cx="2303463" cy="1938338"/>
        </p:xfrm>
        <a:graphic>
          <a:graphicData uri="http://schemas.openxmlformats.org/presentationml/2006/ole">
            <mc:AlternateContent xmlns:mc="http://schemas.openxmlformats.org/markup-compatibility/2006">
              <mc:Choice xmlns:v="urn:schemas-microsoft-com:vml" Requires="v">
                <p:oleObj name="Equation" r:id="rId20" imgW="2489040" imgH="2095200" progId="Equation.3">
                  <p:embed/>
                </p:oleObj>
              </mc:Choice>
              <mc:Fallback>
                <p:oleObj name="Equation" r:id="rId20" imgW="2489040" imgH="2095200" progId="Equation.3">
                  <p:embed/>
                  <p:pic>
                    <p:nvPicPr>
                      <p:cNvPr id="85008" name="Object 1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40121" y="2995612"/>
                        <a:ext cx="2303463" cy="19383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7" name="Group 2"/>
          <p:cNvGrpSpPr>
            <a:grpSpLocks/>
          </p:cNvGrpSpPr>
          <p:nvPr/>
        </p:nvGrpSpPr>
        <p:grpSpPr bwMode="auto">
          <a:xfrm>
            <a:off x="-71470" y="5000636"/>
            <a:ext cx="4710113" cy="1155700"/>
            <a:chOff x="528" y="496"/>
            <a:chExt cx="2967" cy="728"/>
          </a:xfrm>
        </p:grpSpPr>
        <p:sp>
          <p:nvSpPr>
            <p:cNvPr id="18" name="Text Box 3"/>
            <p:cNvSpPr txBox="1">
              <a:spLocks noChangeArrowheads="1"/>
            </p:cNvSpPr>
            <p:nvPr/>
          </p:nvSpPr>
          <p:spPr bwMode="auto">
            <a:xfrm>
              <a:off x="528" y="672"/>
              <a:ext cx="795" cy="330"/>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800" b="0" i="0" u="none" strike="noStrike" kern="1200" cap="none" spc="0" normalizeH="0" baseline="0" noProof="0" dirty="0">
                  <a:ln>
                    <a:noFill/>
                  </a:ln>
                  <a:solidFill>
                    <a:srgbClr val="000000"/>
                  </a:solidFill>
                  <a:effectLst/>
                  <a:uLnTx/>
                  <a:uFillTx/>
                  <a:latin typeface="黑体" pitchFamily="49" charset="-122"/>
                  <a:ea typeface="宋体" pitchFamily="2" charset="-122"/>
                  <a:cs typeface="+mn-cs"/>
                </a:rPr>
                <a:t>(2) </a:t>
              </a:r>
              <a:r>
                <a:rPr kumimoji="1" lang="zh-CN" altLang="en-US" sz="2800" b="0" i="0" u="none" strike="noStrike" kern="1200" cap="none" spc="0" normalizeH="0" baseline="0" noProof="0" dirty="0">
                  <a:ln>
                    <a:noFill/>
                  </a:ln>
                  <a:solidFill>
                    <a:srgbClr val="000000"/>
                  </a:solidFill>
                  <a:effectLst/>
                  <a:uLnTx/>
                  <a:uFillTx/>
                  <a:latin typeface="宋体" charset="-122"/>
                  <a:ea typeface="宋体" charset="-122"/>
                  <a:cs typeface="+mn-cs"/>
                </a:rPr>
                <a:t>设</a:t>
              </a:r>
            </a:p>
          </p:txBody>
        </p:sp>
        <p:graphicFrame>
          <p:nvGraphicFramePr>
            <p:cNvPr id="19" name="Object 4"/>
            <p:cNvGraphicFramePr>
              <a:graphicFrameLocks noChangeAspect="1"/>
            </p:cNvGraphicFramePr>
            <p:nvPr/>
          </p:nvGraphicFramePr>
          <p:xfrm>
            <a:off x="1293" y="496"/>
            <a:ext cx="1496" cy="728"/>
          </p:xfrm>
          <a:graphic>
            <a:graphicData uri="http://schemas.openxmlformats.org/presentationml/2006/ole">
              <mc:AlternateContent xmlns:mc="http://schemas.openxmlformats.org/markup-compatibility/2006">
                <mc:Choice xmlns:v="urn:schemas-microsoft-com:vml" Requires="v">
                  <p:oleObj name="Equation" r:id="rId22" imgW="2374560" imgH="1155600" progId="Equation.3">
                    <p:embed/>
                  </p:oleObj>
                </mc:Choice>
                <mc:Fallback>
                  <p:oleObj name="Equation" r:id="rId22" imgW="2374560" imgH="1155600" progId="Equation.3">
                    <p:embed/>
                    <p:pic>
                      <p:nvPicPr>
                        <p:cNvPr id="19" name="Object 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293" y="496"/>
                          <a:ext cx="1496" cy="7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5"/>
            <p:cNvGraphicFramePr>
              <a:graphicFrameLocks noChangeAspect="1"/>
            </p:cNvGraphicFramePr>
            <p:nvPr/>
          </p:nvGraphicFramePr>
          <p:xfrm>
            <a:off x="2823" y="721"/>
            <a:ext cx="672" cy="296"/>
          </p:xfrm>
          <a:graphic>
            <a:graphicData uri="http://schemas.openxmlformats.org/presentationml/2006/ole">
              <mc:AlternateContent xmlns:mc="http://schemas.openxmlformats.org/markup-compatibility/2006">
                <mc:Choice xmlns:v="urn:schemas-microsoft-com:vml" Requires="v">
                  <p:oleObj name="Equation" r:id="rId4" imgW="1066680" imgH="469800" progId="Equation.3">
                    <p:embed/>
                  </p:oleObj>
                </mc:Choice>
                <mc:Fallback>
                  <p:oleObj name="Equation" r:id="rId4" imgW="1066680" imgH="469800" progId="Equation.3">
                    <p:embed/>
                    <p:pic>
                      <p:nvPicPr>
                        <p:cNvPr id="2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23" y="721"/>
                          <a:ext cx="672" cy="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21" name="Line 8"/>
          <p:cNvSpPr>
            <a:spLocks noChangeShapeType="1"/>
          </p:cNvSpPr>
          <p:nvPr/>
        </p:nvSpPr>
        <p:spPr bwMode="auto">
          <a:xfrm>
            <a:off x="0" y="4929198"/>
            <a:ext cx="9144000" cy="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graphicFrame>
        <p:nvGraphicFramePr>
          <p:cNvPr id="12" name="Object 14"/>
          <p:cNvGraphicFramePr>
            <a:graphicFrameLocks noChangeAspect="1"/>
          </p:cNvGraphicFramePr>
          <p:nvPr/>
        </p:nvGraphicFramePr>
        <p:xfrm>
          <a:off x="4557713" y="5143500"/>
          <a:ext cx="2084387" cy="1608138"/>
        </p:xfrm>
        <a:graphic>
          <a:graphicData uri="http://schemas.openxmlformats.org/presentationml/2006/ole">
            <mc:AlternateContent xmlns:mc="http://schemas.openxmlformats.org/markup-compatibility/2006">
              <mc:Choice xmlns:v="urn:schemas-microsoft-com:vml" Requires="v">
                <p:oleObj name="Equation" r:id="rId24" imgW="914400" imgH="1257120" progId="Equation.DSMT4">
                  <p:embed/>
                </p:oleObj>
              </mc:Choice>
              <mc:Fallback>
                <p:oleObj name="Equation" r:id="rId24" imgW="914400" imgH="1257120" progId="Equation.DSMT4">
                  <p:embed/>
                  <p:pic>
                    <p:nvPicPr>
                      <p:cNvPr id="12" name="Object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4557713" y="5143500"/>
                        <a:ext cx="2084387" cy="16081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3" name="Line 8"/>
          <p:cNvSpPr>
            <a:spLocks noChangeShapeType="1"/>
          </p:cNvSpPr>
          <p:nvPr/>
        </p:nvSpPr>
        <p:spPr bwMode="auto">
          <a:xfrm>
            <a:off x="1785918" y="5357826"/>
            <a:ext cx="1500198" cy="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sp>
        <p:nvSpPr>
          <p:cNvPr id="24" name="Line 9"/>
          <p:cNvSpPr>
            <a:spLocks noChangeShapeType="1"/>
          </p:cNvSpPr>
          <p:nvPr/>
        </p:nvSpPr>
        <p:spPr bwMode="auto">
          <a:xfrm>
            <a:off x="2786050" y="5000636"/>
            <a:ext cx="0" cy="107157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sp>
        <p:nvSpPr>
          <p:cNvPr id="25" name="Line 8"/>
          <p:cNvSpPr>
            <a:spLocks noChangeShapeType="1"/>
          </p:cNvSpPr>
          <p:nvPr/>
        </p:nvSpPr>
        <p:spPr bwMode="auto">
          <a:xfrm>
            <a:off x="1785918" y="5715016"/>
            <a:ext cx="1000132" cy="0"/>
          </a:xfrm>
          <a:prstGeom prst="line">
            <a:avLst/>
          </a:prstGeom>
          <a:noFill/>
          <a:ln w="28575">
            <a:solidFill>
              <a:srgbClr val="FF0000"/>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sp>
        <p:nvSpPr>
          <p:cNvPr id="26" name="Line 9"/>
          <p:cNvSpPr>
            <a:spLocks noChangeShapeType="1"/>
          </p:cNvSpPr>
          <p:nvPr/>
        </p:nvSpPr>
        <p:spPr bwMode="auto">
          <a:xfrm>
            <a:off x="2317963" y="5357826"/>
            <a:ext cx="693" cy="716403"/>
          </a:xfrm>
          <a:prstGeom prst="line">
            <a:avLst/>
          </a:prstGeom>
          <a:noFill/>
          <a:ln w="28575">
            <a:solidFill>
              <a:srgbClr val="FF0000"/>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sp>
        <p:nvSpPr>
          <p:cNvPr id="27" name="矩形 26"/>
          <p:cNvSpPr/>
          <p:nvPr/>
        </p:nvSpPr>
        <p:spPr bwMode="auto">
          <a:xfrm>
            <a:off x="5000628" y="6215082"/>
            <a:ext cx="357190" cy="50006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8" name="矩形 27"/>
          <p:cNvSpPr/>
          <p:nvPr/>
        </p:nvSpPr>
        <p:spPr bwMode="auto">
          <a:xfrm>
            <a:off x="5000628" y="5214950"/>
            <a:ext cx="357190" cy="85725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9" name="矩形 28"/>
          <p:cNvSpPr/>
          <p:nvPr/>
        </p:nvSpPr>
        <p:spPr bwMode="auto">
          <a:xfrm>
            <a:off x="5572132" y="6357958"/>
            <a:ext cx="857256" cy="285752"/>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0" name="矩形 29"/>
          <p:cNvSpPr/>
          <p:nvPr/>
        </p:nvSpPr>
        <p:spPr bwMode="auto">
          <a:xfrm>
            <a:off x="5572132" y="5143512"/>
            <a:ext cx="285752" cy="50006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1" name="矩形 30"/>
          <p:cNvSpPr/>
          <p:nvPr/>
        </p:nvSpPr>
        <p:spPr bwMode="auto">
          <a:xfrm>
            <a:off x="6143636" y="5715016"/>
            <a:ext cx="285752" cy="50006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2" name="矩形 31"/>
          <p:cNvSpPr/>
          <p:nvPr/>
        </p:nvSpPr>
        <p:spPr bwMode="auto">
          <a:xfrm>
            <a:off x="6143636" y="5072074"/>
            <a:ext cx="285752" cy="50006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3" name="矩形 32"/>
          <p:cNvSpPr/>
          <p:nvPr/>
        </p:nvSpPr>
        <p:spPr bwMode="auto">
          <a:xfrm>
            <a:off x="5572132" y="5715016"/>
            <a:ext cx="285752" cy="500066"/>
          </a:xfrm>
          <a:prstGeom prst="rect">
            <a:avLst/>
          </a:prstGeom>
          <a:solidFill>
            <a:schemeClr val="bg1"/>
          </a:solidFill>
          <a:ln w="19050"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4" name="动作按钮: 帮助 33">
            <a:hlinkClick r:id="rId26"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4998"/>
                                        </p:tgtEl>
                                        <p:attrNameLst>
                                          <p:attrName>style.visibility</p:attrName>
                                        </p:attrNameLst>
                                      </p:cBhvr>
                                      <p:to>
                                        <p:strVal val="visible"/>
                                      </p:to>
                                    </p:set>
                                    <p:animEffect transition="in" filter="wipe(left)">
                                      <p:cBhvr>
                                        <p:cTn id="7" dur="500"/>
                                        <p:tgtEl>
                                          <p:spTgt spid="84998"/>
                                        </p:tgtEl>
                                      </p:cBhvr>
                                    </p:animEffect>
                                  </p:childTnLst>
                                </p:cTn>
                              </p:par>
                              <p:par>
                                <p:cTn id="8" presetID="22" presetClass="entr" presetSubtype="8" fill="hold" nodeType="withEffect">
                                  <p:stCondLst>
                                    <p:cond delay="0"/>
                                  </p:stCondLst>
                                  <p:childTnLst>
                                    <p:set>
                                      <p:cBhvr>
                                        <p:cTn id="9" dur="1" fill="hold">
                                          <p:stCondLst>
                                            <p:cond delay="0"/>
                                          </p:stCondLst>
                                        </p:cTn>
                                        <p:tgtEl>
                                          <p:spTgt spid="84999"/>
                                        </p:tgtEl>
                                        <p:attrNameLst>
                                          <p:attrName>style.visibility</p:attrName>
                                        </p:attrNameLst>
                                      </p:cBhvr>
                                      <p:to>
                                        <p:strVal val="visible"/>
                                      </p:to>
                                    </p:set>
                                    <p:animEffect transition="in" filter="wipe(left)">
                                      <p:cBhvr>
                                        <p:cTn id="10" dur="500"/>
                                        <p:tgtEl>
                                          <p:spTgt spid="8499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85000"/>
                                        </p:tgtEl>
                                        <p:attrNameLst>
                                          <p:attrName>style.visibility</p:attrName>
                                        </p:attrNameLst>
                                      </p:cBhvr>
                                      <p:to>
                                        <p:strVal val="visible"/>
                                      </p:to>
                                    </p:set>
                                    <p:animEffect transition="in" filter="wipe(left)">
                                      <p:cBhvr>
                                        <p:cTn id="15" dur="500"/>
                                        <p:tgtEl>
                                          <p:spTgt spid="85000"/>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85001"/>
                                        </p:tgtEl>
                                        <p:attrNameLst>
                                          <p:attrName>style.visibility</p:attrName>
                                        </p:attrNameLst>
                                      </p:cBhvr>
                                      <p:to>
                                        <p:strVal val="visible"/>
                                      </p:to>
                                    </p:set>
                                    <p:animEffect transition="in" filter="wipe(up)">
                                      <p:cBhvr>
                                        <p:cTn id="18" dur="500"/>
                                        <p:tgtEl>
                                          <p:spTgt spid="8500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85002"/>
                                        </p:tgtEl>
                                        <p:attrNameLst>
                                          <p:attrName>style.visibility</p:attrName>
                                        </p:attrNameLst>
                                      </p:cBhvr>
                                      <p:to>
                                        <p:strVal val="visible"/>
                                      </p:to>
                                    </p:set>
                                    <p:animEffect transition="in" filter="wipe(left)">
                                      <p:cBhvr>
                                        <p:cTn id="23" dur="500"/>
                                        <p:tgtEl>
                                          <p:spTgt spid="8500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85007"/>
                                        </p:tgtEl>
                                        <p:attrNameLst>
                                          <p:attrName>style.visibility</p:attrName>
                                        </p:attrNameLst>
                                      </p:cBhvr>
                                      <p:to>
                                        <p:strVal val="visible"/>
                                      </p:to>
                                    </p:set>
                                    <p:animEffect transition="in" filter="wipe(left)">
                                      <p:cBhvr>
                                        <p:cTn id="28" dur="500"/>
                                        <p:tgtEl>
                                          <p:spTgt spid="8500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85003"/>
                                        </p:tgtEl>
                                        <p:attrNameLst>
                                          <p:attrName>style.visibility</p:attrName>
                                        </p:attrNameLst>
                                      </p:cBhvr>
                                      <p:to>
                                        <p:strVal val="visible"/>
                                      </p:to>
                                    </p:set>
                                    <p:animEffect transition="in" filter="wipe(left)">
                                      <p:cBhvr>
                                        <p:cTn id="33" dur="500"/>
                                        <p:tgtEl>
                                          <p:spTgt spid="85003"/>
                                        </p:tgtEl>
                                      </p:cBhvr>
                                    </p:animEffect>
                                  </p:childTnLst>
                                </p:cTn>
                              </p:par>
                              <p:par>
                                <p:cTn id="34" presetID="22" presetClass="entr" presetSubtype="8" fill="hold" nodeType="withEffect">
                                  <p:stCondLst>
                                    <p:cond delay="0"/>
                                  </p:stCondLst>
                                  <p:childTnLst>
                                    <p:set>
                                      <p:cBhvr>
                                        <p:cTn id="35" dur="1" fill="hold">
                                          <p:stCondLst>
                                            <p:cond delay="0"/>
                                          </p:stCondLst>
                                        </p:cTn>
                                        <p:tgtEl>
                                          <p:spTgt spid="85004"/>
                                        </p:tgtEl>
                                        <p:attrNameLst>
                                          <p:attrName>style.visibility</p:attrName>
                                        </p:attrNameLst>
                                      </p:cBhvr>
                                      <p:to>
                                        <p:strVal val="visible"/>
                                      </p:to>
                                    </p:set>
                                    <p:animEffect transition="in" filter="wipe(left)">
                                      <p:cBhvr>
                                        <p:cTn id="36" dur="500"/>
                                        <p:tgtEl>
                                          <p:spTgt spid="85004"/>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85005"/>
                                        </p:tgtEl>
                                        <p:attrNameLst>
                                          <p:attrName>style.visibility</p:attrName>
                                        </p:attrNameLst>
                                      </p:cBhvr>
                                      <p:to>
                                        <p:strVal val="visible"/>
                                      </p:to>
                                    </p:set>
                                    <p:animEffect transition="in" filter="wipe(left)">
                                      <p:cBhvr>
                                        <p:cTn id="41" dur="500"/>
                                        <p:tgtEl>
                                          <p:spTgt spid="8500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85006"/>
                                        </p:tgtEl>
                                        <p:attrNameLst>
                                          <p:attrName>style.visibility</p:attrName>
                                        </p:attrNameLst>
                                      </p:cBhvr>
                                      <p:to>
                                        <p:strVal val="visible"/>
                                      </p:to>
                                    </p:set>
                                    <p:animEffect transition="in" filter="wipe(left)">
                                      <p:cBhvr>
                                        <p:cTn id="46" dur="500"/>
                                        <p:tgtEl>
                                          <p:spTgt spid="8500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85008"/>
                                        </p:tgtEl>
                                        <p:attrNameLst>
                                          <p:attrName>style.visibility</p:attrName>
                                        </p:attrNameLst>
                                      </p:cBhvr>
                                      <p:to>
                                        <p:strVal val="visible"/>
                                      </p:to>
                                    </p:set>
                                    <p:animEffect transition="in" filter="wipe(left)">
                                      <p:cBhvr>
                                        <p:cTn id="51" dur="500"/>
                                        <p:tgtEl>
                                          <p:spTgt spid="85008"/>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wipe(left)">
                                      <p:cBhvr>
                                        <p:cTn id="56" dur="500"/>
                                        <p:tgtEl>
                                          <p:spTgt spid="21"/>
                                        </p:tgtEl>
                                      </p:cBhvr>
                                    </p:animEffect>
                                  </p:childTnLst>
                                </p:cTn>
                              </p:par>
                              <p:par>
                                <p:cTn id="57" presetID="22" presetClass="entr" presetSubtype="8" fill="hold" nodeType="with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ipe(left)">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wipe(left)">
                                      <p:cBhvr>
                                        <p:cTn id="64" dur="500"/>
                                        <p:tgtEl>
                                          <p:spTgt spid="12"/>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wipe(left)">
                                      <p:cBhvr>
                                        <p:cTn id="69" dur="500"/>
                                        <p:tgtEl>
                                          <p:spTgt spid="23"/>
                                        </p:tgtEl>
                                      </p:cBhvr>
                                    </p:animEffect>
                                  </p:childTnLst>
                                </p:cTn>
                              </p:par>
                              <p:par>
                                <p:cTn id="70" presetID="22" presetClass="entr" presetSubtype="1" fill="hold" grpId="0" nodeType="withEffect">
                                  <p:stCondLst>
                                    <p:cond delay="0"/>
                                  </p:stCondLst>
                                  <p:childTnLst>
                                    <p:set>
                                      <p:cBhvr>
                                        <p:cTn id="71" dur="1" fill="hold">
                                          <p:stCondLst>
                                            <p:cond delay="0"/>
                                          </p:stCondLst>
                                        </p:cTn>
                                        <p:tgtEl>
                                          <p:spTgt spid="24"/>
                                        </p:tgtEl>
                                        <p:attrNameLst>
                                          <p:attrName>style.visibility</p:attrName>
                                        </p:attrNameLst>
                                      </p:cBhvr>
                                      <p:to>
                                        <p:strVal val="visible"/>
                                      </p:to>
                                    </p:set>
                                    <p:animEffect transition="in" filter="wipe(up)">
                                      <p:cBhvr>
                                        <p:cTn id="72" dur="500"/>
                                        <p:tgtEl>
                                          <p:spTgt spid="2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xit" presetSubtype="8" fill="hold" grpId="0" nodeType="clickEffect">
                                  <p:stCondLst>
                                    <p:cond delay="0"/>
                                  </p:stCondLst>
                                  <p:childTnLst>
                                    <p:animEffect transition="out" filter="wipe(left)">
                                      <p:cBhvr>
                                        <p:cTn id="76" dur="500"/>
                                        <p:tgtEl>
                                          <p:spTgt spid="27"/>
                                        </p:tgtEl>
                                      </p:cBhvr>
                                    </p:animEffect>
                                    <p:set>
                                      <p:cBhvr>
                                        <p:cTn id="77" dur="1" fill="hold">
                                          <p:stCondLst>
                                            <p:cond delay="499"/>
                                          </p:stCondLst>
                                        </p:cTn>
                                        <p:tgtEl>
                                          <p:spTgt spid="27"/>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xit" presetSubtype="8" fill="hold" grpId="0" nodeType="clickEffect">
                                  <p:stCondLst>
                                    <p:cond delay="0"/>
                                  </p:stCondLst>
                                  <p:childTnLst>
                                    <p:animEffect transition="out" filter="wipe(left)">
                                      <p:cBhvr>
                                        <p:cTn id="81" dur="500"/>
                                        <p:tgtEl>
                                          <p:spTgt spid="28"/>
                                        </p:tgtEl>
                                      </p:cBhvr>
                                    </p:animEffect>
                                    <p:set>
                                      <p:cBhvr>
                                        <p:cTn id="82" dur="1" fill="hold">
                                          <p:stCondLst>
                                            <p:cond delay="499"/>
                                          </p:stCondLst>
                                        </p:cTn>
                                        <p:tgtEl>
                                          <p:spTgt spid="28"/>
                                        </p:tgtEl>
                                        <p:attrNameLst>
                                          <p:attrName>style.visibility</p:attrName>
                                        </p:attrNameLst>
                                      </p:cBhvr>
                                      <p:to>
                                        <p:strVal val="hidden"/>
                                      </p:to>
                                    </p:set>
                                  </p:childTnLst>
                                </p:cTn>
                              </p:par>
                              <p:par>
                                <p:cTn id="83" presetID="22" presetClass="exit" presetSubtype="8" fill="hold" grpId="0" nodeType="withEffect">
                                  <p:stCondLst>
                                    <p:cond delay="0"/>
                                  </p:stCondLst>
                                  <p:childTnLst>
                                    <p:animEffect transition="out" filter="wipe(left)">
                                      <p:cBhvr>
                                        <p:cTn id="84" dur="500"/>
                                        <p:tgtEl>
                                          <p:spTgt spid="29"/>
                                        </p:tgtEl>
                                      </p:cBhvr>
                                    </p:animEffect>
                                    <p:set>
                                      <p:cBhvr>
                                        <p:cTn id="85" dur="1" fill="hold">
                                          <p:stCondLst>
                                            <p:cond delay="499"/>
                                          </p:stCondLst>
                                        </p:cTn>
                                        <p:tgtEl>
                                          <p:spTgt spid="29"/>
                                        </p:tgtEl>
                                        <p:attrNameLst>
                                          <p:attrName>style.visibility</p:attrName>
                                        </p:attrNameLst>
                                      </p:cBhvr>
                                      <p:to>
                                        <p:strVal val="hidden"/>
                                      </p:to>
                                    </p:se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25"/>
                                        </p:tgtEl>
                                        <p:attrNameLst>
                                          <p:attrName>style.visibility</p:attrName>
                                        </p:attrNameLst>
                                      </p:cBhvr>
                                      <p:to>
                                        <p:strVal val="visible"/>
                                      </p:to>
                                    </p:set>
                                    <p:animEffect transition="in" filter="wipe(left)">
                                      <p:cBhvr>
                                        <p:cTn id="90" dur="500"/>
                                        <p:tgtEl>
                                          <p:spTgt spid="25"/>
                                        </p:tgtEl>
                                      </p:cBhvr>
                                    </p:animEffect>
                                  </p:childTnLst>
                                </p:cTn>
                              </p:par>
                              <p:par>
                                <p:cTn id="91" presetID="22" presetClass="entr" presetSubtype="1" fill="hold" grpId="0" nodeType="with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wipe(up)">
                                      <p:cBhvr>
                                        <p:cTn id="93" dur="500"/>
                                        <p:tgtEl>
                                          <p:spTgt spid="26"/>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xit" presetSubtype="8" fill="hold" grpId="0" nodeType="clickEffect">
                                  <p:stCondLst>
                                    <p:cond delay="0"/>
                                  </p:stCondLst>
                                  <p:childTnLst>
                                    <p:animEffect transition="out" filter="wipe(left)">
                                      <p:cBhvr>
                                        <p:cTn id="97" dur="500"/>
                                        <p:tgtEl>
                                          <p:spTgt spid="30"/>
                                        </p:tgtEl>
                                      </p:cBhvr>
                                    </p:animEffect>
                                    <p:set>
                                      <p:cBhvr>
                                        <p:cTn id="98" dur="1" fill="hold">
                                          <p:stCondLst>
                                            <p:cond delay="499"/>
                                          </p:stCondLst>
                                        </p:cTn>
                                        <p:tgtEl>
                                          <p:spTgt spid="30"/>
                                        </p:tgtEl>
                                        <p:attrNameLst>
                                          <p:attrName>style.visibility</p:attrName>
                                        </p:attrNameLst>
                                      </p:cBhvr>
                                      <p:to>
                                        <p:strVal val="hidden"/>
                                      </p:to>
                                    </p:set>
                                  </p:childTnLst>
                                </p:cTn>
                              </p:par>
                              <p:par>
                                <p:cTn id="99" presetID="22" presetClass="exit" presetSubtype="8" fill="hold" grpId="0" nodeType="withEffect">
                                  <p:stCondLst>
                                    <p:cond delay="0"/>
                                  </p:stCondLst>
                                  <p:childTnLst>
                                    <p:animEffect transition="out" filter="wipe(left)">
                                      <p:cBhvr>
                                        <p:cTn id="100" dur="500"/>
                                        <p:tgtEl>
                                          <p:spTgt spid="31"/>
                                        </p:tgtEl>
                                      </p:cBhvr>
                                    </p:animEffect>
                                    <p:set>
                                      <p:cBhvr>
                                        <p:cTn id="101" dur="1" fill="hold">
                                          <p:stCondLst>
                                            <p:cond delay="499"/>
                                          </p:stCondLst>
                                        </p:cTn>
                                        <p:tgtEl>
                                          <p:spTgt spid="31"/>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22" presetClass="exit" presetSubtype="8" fill="hold" grpId="0" nodeType="clickEffect">
                                  <p:stCondLst>
                                    <p:cond delay="0"/>
                                  </p:stCondLst>
                                  <p:childTnLst>
                                    <p:animEffect transition="out" filter="wipe(left)">
                                      <p:cBhvr>
                                        <p:cTn id="105" dur="500"/>
                                        <p:tgtEl>
                                          <p:spTgt spid="32"/>
                                        </p:tgtEl>
                                      </p:cBhvr>
                                    </p:animEffect>
                                    <p:set>
                                      <p:cBhvr>
                                        <p:cTn id="106" dur="1" fill="hold">
                                          <p:stCondLst>
                                            <p:cond delay="499"/>
                                          </p:stCondLst>
                                        </p:cTn>
                                        <p:tgtEl>
                                          <p:spTgt spid="32"/>
                                        </p:tgtEl>
                                        <p:attrNameLst>
                                          <p:attrName>style.visibility</p:attrName>
                                        </p:attrNameLst>
                                      </p:cBhvr>
                                      <p:to>
                                        <p:strVal val="hidden"/>
                                      </p:to>
                                    </p:set>
                                  </p:childTnLst>
                                </p:cTn>
                              </p:par>
                              <p:par>
                                <p:cTn id="107" presetID="22" presetClass="exit" presetSubtype="8" fill="hold" grpId="0" nodeType="withEffect">
                                  <p:stCondLst>
                                    <p:cond delay="0"/>
                                  </p:stCondLst>
                                  <p:childTnLst>
                                    <p:animEffect transition="out" filter="wipe(left)">
                                      <p:cBhvr>
                                        <p:cTn id="108" dur="500"/>
                                        <p:tgtEl>
                                          <p:spTgt spid="33"/>
                                        </p:tgtEl>
                                      </p:cBhvr>
                                    </p:animEffect>
                                    <p:set>
                                      <p:cBhvr>
                                        <p:cTn id="109"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998" grpId="0" autoUpdateAnimBg="0"/>
      <p:bldP spid="85000" grpId="0" animBg="1"/>
      <p:bldP spid="85001" grpId="0" animBg="1"/>
      <p:bldP spid="21"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5" name="Text Box 3"/>
          <p:cNvSpPr txBox="1">
            <a:spLocks noChangeArrowheads="1"/>
          </p:cNvSpPr>
          <p:nvPr/>
        </p:nvSpPr>
        <p:spPr bwMode="auto">
          <a:xfrm>
            <a:off x="-36512" y="-27384"/>
            <a:ext cx="1269899" cy="52322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黑体" pitchFamily="49" charset="-122"/>
                <a:ea typeface="黑体" pitchFamily="49" charset="-122"/>
                <a:cs typeface="+mn-cs"/>
              </a:rPr>
              <a:t>例</a:t>
            </a:r>
            <a:r>
              <a:rPr kumimoji="1" lang="en-US" altLang="zh-CN" sz="2800" b="1" i="0" u="none" strike="noStrike" kern="1200" cap="none" spc="0" normalizeH="0" baseline="0" noProof="0" dirty="0">
                <a:ln>
                  <a:noFill/>
                </a:ln>
                <a:solidFill>
                  <a:srgbClr val="000000"/>
                </a:solidFill>
                <a:effectLst/>
                <a:uLnTx/>
                <a:uFillTx/>
                <a:latin typeface="黑体" pitchFamily="49" charset="-122"/>
                <a:ea typeface="黑体" pitchFamily="49" charset="-122"/>
                <a:cs typeface="+mn-cs"/>
              </a:rPr>
              <a:t> (1)</a:t>
            </a:r>
            <a:endParaRPr kumimoji="1" lang="zh-CN" altLang="en-US" sz="2800" b="1" i="0" u="none" strike="noStrike" kern="1200" cap="none" spc="0" normalizeH="0" baseline="0" noProof="0" dirty="0">
              <a:ln>
                <a:noFill/>
              </a:ln>
              <a:solidFill>
                <a:srgbClr val="000000"/>
              </a:solidFill>
              <a:effectLst/>
              <a:uLnTx/>
              <a:uFillTx/>
              <a:latin typeface="宋体" charset="-122"/>
              <a:ea typeface="宋体" charset="-122"/>
              <a:cs typeface="+mn-cs"/>
            </a:endParaRPr>
          </a:p>
        </p:txBody>
      </p:sp>
      <p:sp>
        <p:nvSpPr>
          <p:cNvPr id="84998" name="Text Box 6"/>
          <p:cNvSpPr txBox="1">
            <a:spLocks noChangeArrowheads="1"/>
          </p:cNvSpPr>
          <p:nvPr/>
        </p:nvSpPr>
        <p:spPr bwMode="auto">
          <a:xfrm>
            <a:off x="0" y="1022081"/>
            <a:ext cx="542925" cy="519113"/>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84999" name="Object 7"/>
          <p:cNvGraphicFramePr>
            <a:graphicFrameLocks noChangeAspect="1"/>
          </p:cNvGraphicFramePr>
          <p:nvPr/>
        </p:nvGraphicFramePr>
        <p:xfrm>
          <a:off x="1395727" y="-27384"/>
          <a:ext cx="5840569" cy="1376362"/>
        </p:xfrm>
        <a:graphic>
          <a:graphicData uri="http://schemas.openxmlformats.org/presentationml/2006/ole">
            <mc:AlternateContent xmlns:mc="http://schemas.openxmlformats.org/markup-compatibility/2006">
              <mc:Choice xmlns:v="urn:schemas-microsoft-com:vml" Requires="v">
                <p:oleObj name="Equation" r:id="rId2" imgW="2946240" imgH="711000" progId="Equation.DSMT4">
                  <p:embed/>
                </p:oleObj>
              </mc:Choice>
              <mc:Fallback>
                <p:oleObj name="Equation" r:id="rId2" imgW="2946240" imgH="711000" progId="Equation.DSMT4">
                  <p:embed/>
                  <p:pic>
                    <p:nvPicPr>
                      <p:cNvPr id="84999" name="Object 7"/>
                      <p:cNvPicPr>
                        <a:picLocks noChangeAspect="1" noChangeArrowheads="1"/>
                      </p:cNvPicPr>
                      <p:nvPr/>
                    </p:nvPicPr>
                    <p:blipFill>
                      <a:blip r:embed="rId3"/>
                      <a:srcRect/>
                      <a:stretch>
                        <a:fillRect/>
                      </a:stretch>
                    </p:blipFill>
                    <p:spPr bwMode="auto">
                      <a:xfrm>
                        <a:off x="1395727" y="-27384"/>
                        <a:ext cx="5840569" cy="1376362"/>
                      </a:xfrm>
                      <a:prstGeom prst="rect">
                        <a:avLst/>
                      </a:prstGeom>
                      <a:noFill/>
                    </p:spPr>
                  </p:pic>
                </p:oleObj>
              </mc:Fallback>
            </mc:AlternateContent>
          </a:graphicData>
        </a:graphic>
      </p:graphicFrame>
      <p:sp>
        <p:nvSpPr>
          <p:cNvPr id="21" name="Line 8"/>
          <p:cNvSpPr>
            <a:spLocks noChangeShapeType="1"/>
          </p:cNvSpPr>
          <p:nvPr/>
        </p:nvSpPr>
        <p:spPr bwMode="auto">
          <a:xfrm>
            <a:off x="0" y="4077072"/>
            <a:ext cx="9144000" cy="0"/>
          </a:xfrm>
          <a:prstGeom prst="line">
            <a:avLst/>
          </a:prstGeom>
          <a:noFill/>
          <a:ln w="28575">
            <a:solidFill>
              <a:srgbClr val="0000FF"/>
            </a:solidFill>
            <a:round/>
            <a:headEnd/>
            <a:tailEnd/>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3600" b="1" i="0" u="none" strike="noStrike" kern="1200" cap="none" spc="0" normalizeH="0" baseline="0" noProof="0">
              <a:ln>
                <a:noFill/>
              </a:ln>
              <a:solidFill>
                <a:srgbClr val="0000FF"/>
              </a:solidFill>
              <a:effectLst>
                <a:outerShdw blurRad="38100" dist="38100" dir="2700000" algn="tl">
                  <a:srgbClr val="000000">
                    <a:alpha val="43137"/>
                  </a:srgbClr>
                </a:outerShdw>
              </a:effectLst>
              <a:uLnTx/>
              <a:uFillTx/>
              <a:latin typeface="Times New Roman" pitchFamily="18" charset="0"/>
              <a:ea typeface="黑体" pitchFamily="49" charset="-122"/>
              <a:cs typeface="+mn-cs"/>
            </a:endParaRPr>
          </a:p>
        </p:txBody>
      </p:sp>
      <p:graphicFrame>
        <p:nvGraphicFramePr>
          <p:cNvPr id="3" name="Object 7">
            <a:extLst>
              <a:ext uri="{FF2B5EF4-FFF2-40B4-BE49-F238E27FC236}">
                <a16:creationId xmlns:a16="http://schemas.microsoft.com/office/drawing/2014/main" id="{1E1CBD06-8713-D217-6BE4-CCF45DC98AF1}"/>
              </a:ext>
            </a:extLst>
          </p:cNvPr>
          <p:cNvGraphicFramePr>
            <a:graphicFrameLocks noChangeAspect="1"/>
          </p:cNvGraphicFramePr>
          <p:nvPr/>
        </p:nvGraphicFramePr>
        <p:xfrm>
          <a:off x="236057" y="1299840"/>
          <a:ext cx="4003675" cy="1376362"/>
        </p:xfrm>
        <a:graphic>
          <a:graphicData uri="http://schemas.openxmlformats.org/presentationml/2006/ole">
            <mc:AlternateContent xmlns:mc="http://schemas.openxmlformats.org/markup-compatibility/2006">
              <mc:Choice xmlns:v="urn:schemas-microsoft-com:vml" Requires="v">
                <p:oleObj name="Equation" r:id="rId4" imgW="2019240" imgH="711000" progId="Equation.DSMT4">
                  <p:embed/>
                </p:oleObj>
              </mc:Choice>
              <mc:Fallback>
                <p:oleObj name="Equation" r:id="rId4" imgW="2019240" imgH="711000" progId="Equation.DSMT4">
                  <p:embed/>
                  <p:pic>
                    <p:nvPicPr>
                      <p:cNvPr id="3" name="Object 7">
                        <a:extLst>
                          <a:ext uri="{FF2B5EF4-FFF2-40B4-BE49-F238E27FC236}">
                            <a16:creationId xmlns:a16="http://schemas.microsoft.com/office/drawing/2014/main" id="{1E1CBD06-8713-D217-6BE4-CCF45DC98AF1}"/>
                          </a:ext>
                        </a:extLst>
                      </p:cNvPr>
                      <p:cNvPicPr>
                        <a:picLocks noChangeAspect="1" noChangeArrowheads="1"/>
                      </p:cNvPicPr>
                      <p:nvPr/>
                    </p:nvPicPr>
                    <p:blipFill>
                      <a:blip r:embed="rId5"/>
                      <a:srcRect/>
                      <a:stretch>
                        <a:fillRect/>
                      </a:stretch>
                    </p:blipFill>
                    <p:spPr bwMode="auto">
                      <a:xfrm>
                        <a:off x="236057" y="1299840"/>
                        <a:ext cx="4003675" cy="1376362"/>
                      </a:xfrm>
                      <a:prstGeom prst="rect">
                        <a:avLst/>
                      </a:prstGeom>
                      <a:noFill/>
                    </p:spPr>
                  </p:pic>
                </p:oleObj>
              </mc:Fallback>
            </mc:AlternateContent>
          </a:graphicData>
        </a:graphic>
      </p:graphicFrame>
      <p:graphicFrame>
        <p:nvGraphicFramePr>
          <p:cNvPr id="4" name="Object 7">
            <a:extLst>
              <a:ext uri="{FF2B5EF4-FFF2-40B4-BE49-F238E27FC236}">
                <a16:creationId xmlns:a16="http://schemas.microsoft.com/office/drawing/2014/main" id="{88A968EA-F7C7-15E8-C296-79B2C155C6C8}"/>
              </a:ext>
            </a:extLst>
          </p:cNvPr>
          <p:cNvGraphicFramePr>
            <a:graphicFrameLocks noChangeAspect="1"/>
          </p:cNvGraphicFramePr>
          <p:nvPr/>
        </p:nvGraphicFramePr>
        <p:xfrm>
          <a:off x="236057" y="2699186"/>
          <a:ext cx="5514975" cy="1376362"/>
        </p:xfrm>
        <a:graphic>
          <a:graphicData uri="http://schemas.openxmlformats.org/presentationml/2006/ole">
            <mc:AlternateContent xmlns:mc="http://schemas.openxmlformats.org/markup-compatibility/2006">
              <mc:Choice xmlns:v="urn:schemas-microsoft-com:vml" Requires="v">
                <p:oleObj name="Equation" r:id="rId6" imgW="2781000" imgH="711000" progId="Equation.DSMT4">
                  <p:embed/>
                </p:oleObj>
              </mc:Choice>
              <mc:Fallback>
                <p:oleObj name="Equation" r:id="rId6" imgW="2781000" imgH="711000" progId="Equation.DSMT4">
                  <p:embed/>
                  <p:pic>
                    <p:nvPicPr>
                      <p:cNvPr id="4" name="Object 7">
                        <a:extLst>
                          <a:ext uri="{FF2B5EF4-FFF2-40B4-BE49-F238E27FC236}">
                            <a16:creationId xmlns:a16="http://schemas.microsoft.com/office/drawing/2014/main" id="{88A968EA-F7C7-15E8-C296-79B2C155C6C8}"/>
                          </a:ext>
                        </a:extLst>
                      </p:cNvPr>
                      <p:cNvPicPr>
                        <a:picLocks noChangeAspect="1" noChangeArrowheads="1"/>
                      </p:cNvPicPr>
                      <p:nvPr/>
                    </p:nvPicPr>
                    <p:blipFill>
                      <a:blip r:embed="rId7"/>
                      <a:srcRect/>
                      <a:stretch>
                        <a:fillRect/>
                      </a:stretch>
                    </p:blipFill>
                    <p:spPr bwMode="auto">
                      <a:xfrm>
                        <a:off x="236057" y="2699186"/>
                        <a:ext cx="5514975" cy="1376362"/>
                      </a:xfrm>
                      <a:prstGeom prst="rect">
                        <a:avLst/>
                      </a:prstGeom>
                      <a:noFill/>
                    </p:spPr>
                  </p:pic>
                </p:oleObj>
              </mc:Fallback>
            </mc:AlternateContent>
          </a:graphicData>
        </a:graphic>
      </p:graphicFrame>
      <p:graphicFrame>
        <p:nvGraphicFramePr>
          <p:cNvPr id="5" name="Object 7">
            <a:extLst>
              <a:ext uri="{FF2B5EF4-FFF2-40B4-BE49-F238E27FC236}">
                <a16:creationId xmlns:a16="http://schemas.microsoft.com/office/drawing/2014/main" id="{7A3D176D-B738-55BC-C7EF-AEA7241DF1E6}"/>
              </a:ext>
            </a:extLst>
          </p:cNvPr>
          <p:cNvGraphicFramePr>
            <a:graphicFrameLocks noChangeAspect="1"/>
          </p:cNvGraphicFramePr>
          <p:nvPr/>
        </p:nvGraphicFramePr>
        <p:xfrm>
          <a:off x="5715008" y="2692023"/>
          <a:ext cx="1258888" cy="1373187"/>
        </p:xfrm>
        <a:graphic>
          <a:graphicData uri="http://schemas.openxmlformats.org/presentationml/2006/ole">
            <mc:AlternateContent xmlns:mc="http://schemas.openxmlformats.org/markup-compatibility/2006">
              <mc:Choice xmlns:v="urn:schemas-microsoft-com:vml" Requires="v">
                <p:oleObj name="Equation" r:id="rId8" imgW="634680" imgH="711000" progId="Equation.DSMT4">
                  <p:embed/>
                </p:oleObj>
              </mc:Choice>
              <mc:Fallback>
                <p:oleObj name="Equation" r:id="rId8" imgW="634680" imgH="711000" progId="Equation.DSMT4">
                  <p:embed/>
                  <p:pic>
                    <p:nvPicPr>
                      <p:cNvPr id="5" name="Object 7">
                        <a:extLst>
                          <a:ext uri="{FF2B5EF4-FFF2-40B4-BE49-F238E27FC236}">
                            <a16:creationId xmlns:a16="http://schemas.microsoft.com/office/drawing/2014/main" id="{7A3D176D-B738-55BC-C7EF-AEA7241DF1E6}"/>
                          </a:ext>
                        </a:extLst>
                      </p:cNvPr>
                      <p:cNvPicPr>
                        <a:picLocks noChangeAspect="1" noChangeArrowheads="1"/>
                      </p:cNvPicPr>
                      <p:nvPr/>
                    </p:nvPicPr>
                    <p:blipFill>
                      <a:blip r:embed="rId9"/>
                      <a:srcRect/>
                      <a:stretch>
                        <a:fillRect/>
                      </a:stretch>
                    </p:blipFill>
                    <p:spPr bwMode="auto">
                      <a:xfrm>
                        <a:off x="5715008" y="2692023"/>
                        <a:ext cx="1258888" cy="1373187"/>
                      </a:xfrm>
                      <a:prstGeom prst="rect">
                        <a:avLst/>
                      </a:prstGeom>
                      <a:noFill/>
                    </p:spPr>
                  </p:pic>
                </p:oleObj>
              </mc:Fallback>
            </mc:AlternateContent>
          </a:graphicData>
        </a:graphic>
      </p:graphicFrame>
      <p:graphicFrame>
        <p:nvGraphicFramePr>
          <p:cNvPr id="6" name="Object 7">
            <a:extLst>
              <a:ext uri="{FF2B5EF4-FFF2-40B4-BE49-F238E27FC236}">
                <a16:creationId xmlns:a16="http://schemas.microsoft.com/office/drawing/2014/main" id="{8BA6BB0F-35ED-7F5E-5375-7ADEB9D7D61B}"/>
              </a:ext>
            </a:extLst>
          </p:cNvPr>
          <p:cNvGraphicFramePr>
            <a:graphicFrameLocks noChangeAspect="1"/>
          </p:cNvGraphicFramePr>
          <p:nvPr/>
        </p:nvGraphicFramePr>
        <p:xfrm>
          <a:off x="6850063" y="2676936"/>
          <a:ext cx="1311275" cy="1373188"/>
        </p:xfrm>
        <a:graphic>
          <a:graphicData uri="http://schemas.openxmlformats.org/presentationml/2006/ole">
            <mc:AlternateContent xmlns:mc="http://schemas.openxmlformats.org/markup-compatibility/2006">
              <mc:Choice xmlns:v="urn:schemas-microsoft-com:vml" Requires="v">
                <p:oleObj name="Equation" r:id="rId10" imgW="660240" imgH="711000" progId="Equation.DSMT4">
                  <p:embed/>
                </p:oleObj>
              </mc:Choice>
              <mc:Fallback>
                <p:oleObj name="Equation" r:id="rId10" imgW="660240" imgH="711000" progId="Equation.DSMT4">
                  <p:embed/>
                  <p:pic>
                    <p:nvPicPr>
                      <p:cNvPr id="6" name="Object 7">
                        <a:extLst>
                          <a:ext uri="{FF2B5EF4-FFF2-40B4-BE49-F238E27FC236}">
                            <a16:creationId xmlns:a16="http://schemas.microsoft.com/office/drawing/2014/main" id="{8BA6BB0F-35ED-7F5E-5375-7ADEB9D7D61B}"/>
                          </a:ext>
                        </a:extLst>
                      </p:cNvPr>
                      <p:cNvPicPr>
                        <a:picLocks noChangeAspect="1" noChangeArrowheads="1"/>
                      </p:cNvPicPr>
                      <p:nvPr/>
                    </p:nvPicPr>
                    <p:blipFill>
                      <a:blip r:embed="rId11"/>
                      <a:srcRect/>
                      <a:stretch>
                        <a:fillRect/>
                      </a:stretch>
                    </p:blipFill>
                    <p:spPr bwMode="auto">
                      <a:xfrm>
                        <a:off x="6850063" y="2676936"/>
                        <a:ext cx="1311275" cy="1373188"/>
                      </a:xfrm>
                      <a:prstGeom prst="rect">
                        <a:avLst/>
                      </a:prstGeom>
                      <a:noFill/>
                    </p:spPr>
                  </p:pic>
                </p:oleObj>
              </mc:Fallback>
            </mc:AlternateContent>
          </a:graphicData>
        </a:graphic>
      </p:graphicFrame>
      <p:graphicFrame>
        <p:nvGraphicFramePr>
          <p:cNvPr id="7" name="Object 7">
            <a:extLst>
              <a:ext uri="{FF2B5EF4-FFF2-40B4-BE49-F238E27FC236}">
                <a16:creationId xmlns:a16="http://schemas.microsoft.com/office/drawing/2014/main" id="{74BAE571-184F-9586-A044-3D9229DB8B02}"/>
              </a:ext>
            </a:extLst>
          </p:cNvPr>
          <p:cNvGraphicFramePr>
            <a:graphicFrameLocks noChangeAspect="1"/>
          </p:cNvGraphicFramePr>
          <p:nvPr/>
        </p:nvGraphicFramePr>
        <p:xfrm>
          <a:off x="8128446" y="2676525"/>
          <a:ext cx="908050" cy="1373188"/>
        </p:xfrm>
        <a:graphic>
          <a:graphicData uri="http://schemas.openxmlformats.org/presentationml/2006/ole">
            <mc:AlternateContent xmlns:mc="http://schemas.openxmlformats.org/markup-compatibility/2006">
              <mc:Choice xmlns:v="urn:schemas-microsoft-com:vml" Requires="v">
                <p:oleObj name="Equation" r:id="rId12" imgW="457200" imgH="711000" progId="Equation.DSMT4">
                  <p:embed/>
                </p:oleObj>
              </mc:Choice>
              <mc:Fallback>
                <p:oleObj name="Equation" r:id="rId12" imgW="457200" imgH="711000" progId="Equation.DSMT4">
                  <p:embed/>
                  <p:pic>
                    <p:nvPicPr>
                      <p:cNvPr id="7" name="Object 7">
                        <a:extLst>
                          <a:ext uri="{FF2B5EF4-FFF2-40B4-BE49-F238E27FC236}">
                            <a16:creationId xmlns:a16="http://schemas.microsoft.com/office/drawing/2014/main" id="{74BAE571-184F-9586-A044-3D9229DB8B02}"/>
                          </a:ext>
                        </a:extLst>
                      </p:cNvPr>
                      <p:cNvPicPr>
                        <a:picLocks noChangeAspect="1" noChangeArrowheads="1"/>
                      </p:cNvPicPr>
                      <p:nvPr/>
                    </p:nvPicPr>
                    <p:blipFill>
                      <a:blip r:embed="rId13"/>
                      <a:srcRect/>
                      <a:stretch>
                        <a:fillRect/>
                      </a:stretch>
                    </p:blipFill>
                    <p:spPr bwMode="auto">
                      <a:xfrm>
                        <a:off x="8128446" y="2676525"/>
                        <a:ext cx="908050" cy="1373188"/>
                      </a:xfrm>
                      <a:prstGeom prst="rect">
                        <a:avLst/>
                      </a:prstGeom>
                      <a:noFill/>
                    </p:spPr>
                  </p:pic>
                </p:oleObj>
              </mc:Fallback>
            </mc:AlternateContent>
          </a:graphicData>
        </a:graphic>
      </p:graphicFrame>
      <p:sp>
        <p:nvSpPr>
          <p:cNvPr id="8" name="Text Box 3">
            <a:extLst>
              <a:ext uri="{FF2B5EF4-FFF2-40B4-BE49-F238E27FC236}">
                <a16:creationId xmlns:a16="http://schemas.microsoft.com/office/drawing/2014/main" id="{62031FA3-0DB0-14F8-4BAA-5658E86C1016}"/>
              </a:ext>
            </a:extLst>
          </p:cNvPr>
          <p:cNvSpPr txBox="1">
            <a:spLocks noChangeArrowheads="1"/>
          </p:cNvSpPr>
          <p:nvPr/>
        </p:nvSpPr>
        <p:spPr bwMode="auto">
          <a:xfrm>
            <a:off x="-71470" y="4077072"/>
            <a:ext cx="723275" cy="523220"/>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800" b="0" i="0" u="none" strike="noStrike" kern="1200" cap="none" spc="0" normalizeH="0" baseline="0" noProof="0" dirty="0">
                <a:ln>
                  <a:noFill/>
                </a:ln>
                <a:solidFill>
                  <a:srgbClr val="000000"/>
                </a:solidFill>
                <a:effectLst/>
                <a:uLnTx/>
                <a:uFillTx/>
                <a:latin typeface="黑体" pitchFamily="49" charset="-122"/>
                <a:ea typeface="宋体" pitchFamily="2" charset="-122"/>
                <a:cs typeface="+mn-cs"/>
              </a:rPr>
              <a:t>(2)</a:t>
            </a:r>
            <a:endParaRPr kumimoji="1" lang="zh-CN" altLang="en-US" sz="2800" b="0" i="0" u="none" strike="noStrike" kern="1200" cap="none" spc="0" normalizeH="0" baseline="0" noProof="0" dirty="0">
              <a:ln>
                <a:noFill/>
              </a:ln>
              <a:solidFill>
                <a:srgbClr val="000000"/>
              </a:solidFill>
              <a:effectLst/>
              <a:uLnTx/>
              <a:uFillTx/>
              <a:latin typeface="宋体" charset="-122"/>
              <a:ea typeface="宋体" charset="-122"/>
              <a:cs typeface="+mn-cs"/>
            </a:endParaRPr>
          </a:p>
        </p:txBody>
      </p:sp>
      <p:graphicFrame>
        <p:nvGraphicFramePr>
          <p:cNvPr id="9" name="Object 7">
            <a:extLst>
              <a:ext uri="{FF2B5EF4-FFF2-40B4-BE49-F238E27FC236}">
                <a16:creationId xmlns:a16="http://schemas.microsoft.com/office/drawing/2014/main" id="{1F9C08CF-DFB8-CB97-7131-19A5B7A21371}"/>
              </a:ext>
            </a:extLst>
          </p:cNvPr>
          <p:cNvGraphicFramePr>
            <a:graphicFrameLocks noChangeAspect="1"/>
          </p:cNvGraphicFramePr>
          <p:nvPr/>
        </p:nvGraphicFramePr>
        <p:xfrm>
          <a:off x="609923" y="4149080"/>
          <a:ext cx="3602037" cy="466725"/>
        </p:xfrm>
        <a:graphic>
          <a:graphicData uri="http://schemas.openxmlformats.org/presentationml/2006/ole">
            <mc:AlternateContent xmlns:mc="http://schemas.openxmlformats.org/markup-compatibility/2006">
              <mc:Choice xmlns:v="urn:schemas-microsoft-com:vml" Requires="v">
                <p:oleObj name="Equation" r:id="rId14" imgW="1815840" imgH="241200" progId="Equation.DSMT4">
                  <p:embed/>
                </p:oleObj>
              </mc:Choice>
              <mc:Fallback>
                <p:oleObj name="Equation" r:id="rId14" imgW="1815840" imgH="241200" progId="Equation.DSMT4">
                  <p:embed/>
                  <p:pic>
                    <p:nvPicPr>
                      <p:cNvPr id="9" name="Object 7">
                        <a:extLst>
                          <a:ext uri="{FF2B5EF4-FFF2-40B4-BE49-F238E27FC236}">
                            <a16:creationId xmlns:a16="http://schemas.microsoft.com/office/drawing/2014/main" id="{1F9C08CF-DFB8-CB97-7131-19A5B7A21371}"/>
                          </a:ext>
                        </a:extLst>
                      </p:cNvPr>
                      <p:cNvPicPr>
                        <a:picLocks noChangeAspect="1" noChangeArrowheads="1"/>
                      </p:cNvPicPr>
                      <p:nvPr/>
                    </p:nvPicPr>
                    <p:blipFill>
                      <a:blip r:embed="rId15"/>
                      <a:srcRect/>
                      <a:stretch>
                        <a:fillRect/>
                      </a:stretch>
                    </p:blipFill>
                    <p:spPr bwMode="auto">
                      <a:xfrm>
                        <a:off x="609923" y="4149080"/>
                        <a:ext cx="3602037" cy="466725"/>
                      </a:xfrm>
                      <a:prstGeom prst="rect">
                        <a:avLst/>
                      </a:prstGeom>
                      <a:noFill/>
                    </p:spPr>
                  </p:pic>
                </p:oleObj>
              </mc:Fallback>
            </mc:AlternateContent>
          </a:graphicData>
        </a:graphic>
      </p:graphicFrame>
      <p:sp>
        <p:nvSpPr>
          <p:cNvPr id="10" name="Text Box 6">
            <a:extLst>
              <a:ext uri="{FF2B5EF4-FFF2-40B4-BE49-F238E27FC236}">
                <a16:creationId xmlns:a16="http://schemas.microsoft.com/office/drawing/2014/main" id="{FC7E6E49-6FA9-2708-5EDF-8B94FBC2AC0A}"/>
              </a:ext>
            </a:extLst>
          </p:cNvPr>
          <p:cNvSpPr txBox="1">
            <a:spLocks noChangeArrowheads="1"/>
          </p:cNvSpPr>
          <p:nvPr/>
        </p:nvSpPr>
        <p:spPr bwMode="auto">
          <a:xfrm>
            <a:off x="-36512" y="4600292"/>
            <a:ext cx="906017" cy="52322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证明</a:t>
            </a:r>
          </a:p>
        </p:txBody>
      </p:sp>
      <p:graphicFrame>
        <p:nvGraphicFramePr>
          <p:cNvPr id="14" name="Object 7">
            <a:extLst>
              <a:ext uri="{FF2B5EF4-FFF2-40B4-BE49-F238E27FC236}">
                <a16:creationId xmlns:a16="http://schemas.microsoft.com/office/drawing/2014/main" id="{3BCC43CE-4BED-DFF5-4EF1-AF30B0469253}"/>
              </a:ext>
            </a:extLst>
          </p:cNvPr>
          <p:cNvGraphicFramePr>
            <a:graphicFrameLocks noChangeAspect="1"/>
          </p:cNvGraphicFramePr>
          <p:nvPr/>
        </p:nvGraphicFramePr>
        <p:xfrm>
          <a:off x="76200" y="4581128"/>
          <a:ext cx="8894763" cy="1820862"/>
        </p:xfrm>
        <a:graphic>
          <a:graphicData uri="http://schemas.openxmlformats.org/presentationml/2006/ole">
            <mc:AlternateContent xmlns:mc="http://schemas.openxmlformats.org/markup-compatibility/2006">
              <mc:Choice xmlns:v="urn:schemas-microsoft-com:vml" Requires="v">
                <p:oleObj name="Equation" r:id="rId16" imgW="4483080" imgH="939600" progId="Equation.DSMT4">
                  <p:embed/>
                </p:oleObj>
              </mc:Choice>
              <mc:Fallback>
                <p:oleObj name="Equation" r:id="rId16" imgW="4483080" imgH="939600" progId="Equation.DSMT4">
                  <p:embed/>
                  <p:pic>
                    <p:nvPicPr>
                      <p:cNvPr id="14" name="Object 7">
                        <a:extLst>
                          <a:ext uri="{FF2B5EF4-FFF2-40B4-BE49-F238E27FC236}">
                            <a16:creationId xmlns:a16="http://schemas.microsoft.com/office/drawing/2014/main" id="{3BCC43CE-4BED-DFF5-4EF1-AF30B0469253}"/>
                          </a:ext>
                        </a:extLst>
                      </p:cNvPr>
                      <p:cNvPicPr>
                        <a:picLocks noChangeAspect="1" noChangeArrowheads="1"/>
                      </p:cNvPicPr>
                      <p:nvPr/>
                    </p:nvPicPr>
                    <p:blipFill>
                      <a:blip r:embed="rId17"/>
                      <a:srcRect/>
                      <a:stretch>
                        <a:fillRect/>
                      </a:stretch>
                    </p:blipFill>
                    <p:spPr bwMode="auto">
                      <a:xfrm>
                        <a:off x="76200" y="4581128"/>
                        <a:ext cx="8894763" cy="1820862"/>
                      </a:xfrm>
                      <a:prstGeom prst="rect">
                        <a:avLst/>
                      </a:prstGeom>
                      <a:noFill/>
                    </p:spPr>
                  </p:pic>
                </p:oleObj>
              </mc:Fallback>
            </mc:AlternateContent>
          </a:graphicData>
        </a:graphic>
      </p:graphicFrame>
      <p:graphicFrame>
        <p:nvGraphicFramePr>
          <p:cNvPr id="15" name="Object 7">
            <a:extLst>
              <a:ext uri="{FF2B5EF4-FFF2-40B4-BE49-F238E27FC236}">
                <a16:creationId xmlns:a16="http://schemas.microsoft.com/office/drawing/2014/main" id="{F1A71855-8DBC-FF4A-992E-C09D1A2D0470}"/>
              </a:ext>
            </a:extLst>
          </p:cNvPr>
          <p:cNvGraphicFramePr>
            <a:graphicFrameLocks noChangeAspect="1"/>
          </p:cNvGraphicFramePr>
          <p:nvPr/>
        </p:nvGraphicFramePr>
        <p:xfrm>
          <a:off x="227013" y="6402388"/>
          <a:ext cx="3954462" cy="468312"/>
        </p:xfrm>
        <a:graphic>
          <a:graphicData uri="http://schemas.openxmlformats.org/presentationml/2006/ole">
            <mc:AlternateContent xmlns:mc="http://schemas.openxmlformats.org/markup-compatibility/2006">
              <mc:Choice xmlns:v="urn:schemas-microsoft-com:vml" Requires="v">
                <p:oleObj name="Equation" r:id="rId18" imgW="1993680" imgH="241200" progId="Equation.DSMT4">
                  <p:embed/>
                </p:oleObj>
              </mc:Choice>
              <mc:Fallback>
                <p:oleObj name="Equation" r:id="rId18" imgW="1993680" imgH="241200" progId="Equation.DSMT4">
                  <p:embed/>
                  <p:pic>
                    <p:nvPicPr>
                      <p:cNvPr id="15" name="Object 7">
                        <a:extLst>
                          <a:ext uri="{FF2B5EF4-FFF2-40B4-BE49-F238E27FC236}">
                            <a16:creationId xmlns:a16="http://schemas.microsoft.com/office/drawing/2014/main" id="{F1A71855-8DBC-FF4A-992E-C09D1A2D0470}"/>
                          </a:ext>
                        </a:extLst>
                      </p:cNvPr>
                      <p:cNvPicPr>
                        <a:picLocks noChangeAspect="1" noChangeArrowheads="1"/>
                      </p:cNvPicPr>
                      <p:nvPr/>
                    </p:nvPicPr>
                    <p:blipFill>
                      <a:blip r:embed="rId19"/>
                      <a:srcRect/>
                      <a:stretch>
                        <a:fillRect/>
                      </a:stretch>
                    </p:blipFill>
                    <p:spPr bwMode="auto">
                      <a:xfrm>
                        <a:off x="227013" y="6402388"/>
                        <a:ext cx="3954462" cy="468312"/>
                      </a:xfrm>
                      <a:prstGeom prst="rect">
                        <a:avLst/>
                      </a:prstGeom>
                      <a:noFill/>
                    </p:spPr>
                  </p:pic>
                </p:oleObj>
              </mc:Fallback>
            </mc:AlternateContent>
          </a:graphicData>
        </a:graphic>
      </p:graphicFrame>
      <p:graphicFrame>
        <p:nvGraphicFramePr>
          <p:cNvPr id="16" name="Object 7">
            <a:extLst>
              <a:ext uri="{FF2B5EF4-FFF2-40B4-BE49-F238E27FC236}">
                <a16:creationId xmlns:a16="http://schemas.microsoft.com/office/drawing/2014/main" id="{554CA284-8B96-BE8F-A682-36CBB7885982}"/>
              </a:ext>
            </a:extLst>
          </p:cNvPr>
          <p:cNvGraphicFramePr>
            <a:graphicFrameLocks noChangeAspect="1"/>
          </p:cNvGraphicFramePr>
          <p:nvPr/>
        </p:nvGraphicFramePr>
        <p:xfrm>
          <a:off x="4239732" y="6437733"/>
          <a:ext cx="1436687" cy="468312"/>
        </p:xfrm>
        <a:graphic>
          <a:graphicData uri="http://schemas.openxmlformats.org/presentationml/2006/ole">
            <mc:AlternateContent xmlns:mc="http://schemas.openxmlformats.org/markup-compatibility/2006">
              <mc:Choice xmlns:v="urn:schemas-microsoft-com:vml" Requires="v">
                <p:oleObj name="Equation" r:id="rId20" imgW="723600" imgH="241200" progId="Equation.DSMT4">
                  <p:embed/>
                </p:oleObj>
              </mc:Choice>
              <mc:Fallback>
                <p:oleObj name="Equation" r:id="rId20" imgW="723600" imgH="241200" progId="Equation.DSMT4">
                  <p:embed/>
                  <p:pic>
                    <p:nvPicPr>
                      <p:cNvPr id="16" name="Object 7">
                        <a:extLst>
                          <a:ext uri="{FF2B5EF4-FFF2-40B4-BE49-F238E27FC236}">
                            <a16:creationId xmlns:a16="http://schemas.microsoft.com/office/drawing/2014/main" id="{554CA284-8B96-BE8F-A682-36CBB7885982}"/>
                          </a:ext>
                        </a:extLst>
                      </p:cNvPr>
                      <p:cNvPicPr>
                        <a:picLocks noChangeAspect="1" noChangeArrowheads="1"/>
                      </p:cNvPicPr>
                      <p:nvPr/>
                    </p:nvPicPr>
                    <p:blipFill>
                      <a:blip r:embed="rId21"/>
                      <a:srcRect/>
                      <a:stretch>
                        <a:fillRect/>
                      </a:stretch>
                    </p:blipFill>
                    <p:spPr bwMode="auto">
                      <a:xfrm>
                        <a:off x="4239732" y="6437733"/>
                        <a:ext cx="1436687" cy="468312"/>
                      </a:xfrm>
                      <a:prstGeom prst="rect">
                        <a:avLst/>
                      </a:prstGeom>
                      <a:noFill/>
                    </p:spPr>
                  </p:pic>
                </p:oleObj>
              </mc:Fallback>
            </mc:AlternateContent>
          </a:graphicData>
        </a:graphic>
      </p:graphicFrame>
      <p:graphicFrame>
        <p:nvGraphicFramePr>
          <p:cNvPr id="22" name="Object 7">
            <a:extLst>
              <a:ext uri="{FF2B5EF4-FFF2-40B4-BE49-F238E27FC236}">
                <a16:creationId xmlns:a16="http://schemas.microsoft.com/office/drawing/2014/main" id="{B5A89A24-B987-99D1-39B8-B358F3FE3E3B}"/>
              </a:ext>
            </a:extLst>
          </p:cNvPr>
          <p:cNvGraphicFramePr>
            <a:graphicFrameLocks noChangeAspect="1"/>
          </p:cNvGraphicFramePr>
          <p:nvPr/>
        </p:nvGraphicFramePr>
        <p:xfrm>
          <a:off x="5715008" y="6464300"/>
          <a:ext cx="1235075" cy="344487"/>
        </p:xfrm>
        <a:graphic>
          <a:graphicData uri="http://schemas.openxmlformats.org/presentationml/2006/ole">
            <mc:AlternateContent xmlns:mc="http://schemas.openxmlformats.org/markup-compatibility/2006">
              <mc:Choice xmlns:v="urn:schemas-microsoft-com:vml" Requires="v">
                <p:oleObj name="Equation" r:id="rId22" imgW="622080" imgH="177480" progId="Equation.DSMT4">
                  <p:embed/>
                </p:oleObj>
              </mc:Choice>
              <mc:Fallback>
                <p:oleObj name="Equation" r:id="rId22" imgW="622080" imgH="177480" progId="Equation.DSMT4">
                  <p:embed/>
                  <p:pic>
                    <p:nvPicPr>
                      <p:cNvPr id="22" name="Object 7">
                        <a:extLst>
                          <a:ext uri="{FF2B5EF4-FFF2-40B4-BE49-F238E27FC236}">
                            <a16:creationId xmlns:a16="http://schemas.microsoft.com/office/drawing/2014/main" id="{B5A89A24-B987-99D1-39B8-B358F3FE3E3B}"/>
                          </a:ext>
                        </a:extLst>
                      </p:cNvPr>
                      <p:cNvPicPr>
                        <a:picLocks noChangeAspect="1" noChangeArrowheads="1"/>
                      </p:cNvPicPr>
                      <p:nvPr/>
                    </p:nvPicPr>
                    <p:blipFill>
                      <a:blip r:embed="rId23"/>
                      <a:srcRect/>
                      <a:stretch>
                        <a:fillRect/>
                      </a:stretch>
                    </p:blipFill>
                    <p:spPr bwMode="auto">
                      <a:xfrm>
                        <a:off x="5715008" y="6464300"/>
                        <a:ext cx="1235075" cy="344487"/>
                      </a:xfrm>
                      <a:prstGeom prst="rect">
                        <a:avLst/>
                      </a:prstGeom>
                      <a:noFill/>
                    </p:spPr>
                  </p:pic>
                </p:oleObj>
              </mc:Fallback>
            </mc:AlternateContent>
          </a:graphicData>
        </a:graphic>
      </p:graphicFrame>
    </p:spTree>
    <p:extLst>
      <p:ext uri="{BB962C8B-B14F-4D97-AF65-F5344CB8AC3E}">
        <p14:creationId xmlns:p14="http://schemas.microsoft.com/office/powerpoint/2010/main" val="1009778981"/>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4998"/>
                                        </p:tgtEl>
                                        <p:attrNameLst>
                                          <p:attrName>style.visibility</p:attrName>
                                        </p:attrNameLst>
                                      </p:cBhvr>
                                      <p:to>
                                        <p:strVal val="visible"/>
                                      </p:to>
                                    </p:set>
                                    <p:animEffect transition="in" filter="wipe(left)">
                                      <p:cBhvr>
                                        <p:cTn id="7" dur="500"/>
                                        <p:tgtEl>
                                          <p:spTgt spid="84998"/>
                                        </p:tgtEl>
                                      </p:cBhvr>
                                    </p:animEffect>
                                  </p:childTnLst>
                                </p:cTn>
                              </p:par>
                              <p:par>
                                <p:cTn id="8" presetID="22" presetClass="entr" presetSubtype="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left)">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left)">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par>
                                <p:cTn id="36" presetID="22" presetClass="entr" presetSubtype="8" fill="hold"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wipe(left)">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wipe(left)">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wipe(left)">
                                      <p:cBhvr>
                                        <p:cTn id="5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998" grpId="0" autoUpdateAnimBg="0"/>
      <p:bldP spid="10"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357" name="Object 5"/>
          <p:cNvGraphicFramePr>
            <a:graphicFrameLocks noGrp="1" noChangeAspect="1"/>
          </p:cNvGraphicFramePr>
          <p:nvPr>
            <p:ph sz="half" idx="4294967295"/>
          </p:nvPr>
        </p:nvGraphicFramePr>
        <p:xfrm>
          <a:off x="1546225" y="0"/>
          <a:ext cx="3097213" cy="1457325"/>
        </p:xfrm>
        <a:graphic>
          <a:graphicData uri="http://schemas.openxmlformats.org/presentationml/2006/ole">
            <mc:AlternateContent xmlns:mc="http://schemas.openxmlformats.org/markup-compatibility/2006">
              <mc:Choice xmlns:v="urn:schemas-microsoft-com:vml" Requires="v">
                <p:oleObj name="公式" r:id="rId2" imgW="1511280" imgH="711000" progId="Equation.3">
                  <p:embed/>
                </p:oleObj>
              </mc:Choice>
              <mc:Fallback>
                <p:oleObj name="公式" r:id="rId2" imgW="1511280" imgH="711000" progId="Equation.3">
                  <p:embed/>
                  <p:pic>
                    <p:nvPicPr>
                      <p:cNvPr id="228357"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225" y="0"/>
                        <a:ext cx="3097213" cy="1457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8356" name="Text Box 4"/>
          <p:cNvSpPr txBox="1">
            <a:spLocks noChangeArrowheads="1"/>
          </p:cNvSpPr>
          <p:nvPr/>
        </p:nvSpPr>
        <p:spPr bwMode="auto">
          <a:xfrm>
            <a:off x="0" y="0"/>
            <a:ext cx="1266693" cy="52322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3333FF"/>
                </a:solidFill>
                <a:effectLst/>
                <a:uLnTx/>
                <a:uFillTx/>
                <a:latin typeface="Tahoma" pitchFamily="34" charset="0"/>
                <a:ea typeface="宋体" pitchFamily="2" charset="-122"/>
                <a:cs typeface="+mn-cs"/>
              </a:rPr>
              <a:t>例：</a:t>
            </a:r>
            <a:r>
              <a:rPr kumimoji="0" lang="zh-CN" altLang="en-US" sz="2800" b="1" i="0" u="none" strike="noStrike" kern="1200" cap="none" spc="0" normalizeH="0" baseline="0" noProof="0" dirty="0">
                <a:ln>
                  <a:noFill/>
                </a:ln>
                <a:solidFill>
                  <a:srgbClr val="1C1C1C"/>
                </a:solidFill>
                <a:effectLst/>
                <a:uLnTx/>
                <a:uFillTx/>
                <a:latin typeface="Tahoma" pitchFamily="34" charset="0"/>
                <a:ea typeface="宋体" pitchFamily="2" charset="-122"/>
                <a:cs typeface="+mn-cs"/>
              </a:rPr>
              <a:t>设</a:t>
            </a:r>
          </a:p>
        </p:txBody>
      </p:sp>
      <p:graphicFrame>
        <p:nvGraphicFramePr>
          <p:cNvPr id="228362" name="Object 10"/>
          <p:cNvGraphicFramePr>
            <a:graphicFrameLocks noChangeAspect="1"/>
          </p:cNvGraphicFramePr>
          <p:nvPr/>
        </p:nvGraphicFramePr>
        <p:xfrm>
          <a:off x="785786" y="1428736"/>
          <a:ext cx="5572125" cy="1504950"/>
        </p:xfrm>
        <a:graphic>
          <a:graphicData uri="http://schemas.openxmlformats.org/presentationml/2006/ole">
            <mc:AlternateContent xmlns:mc="http://schemas.openxmlformats.org/markup-compatibility/2006">
              <mc:Choice xmlns:v="urn:schemas-microsoft-com:vml" Requires="v">
                <p:oleObj name="Equation" r:id="rId4" imgW="2641320" imgH="711000" progId="Equation.DSMT4">
                  <p:embed/>
                </p:oleObj>
              </mc:Choice>
              <mc:Fallback>
                <p:oleObj name="Equation" r:id="rId4" imgW="2641320" imgH="711000" progId="Equation.DSMT4">
                  <p:embed/>
                  <p:pic>
                    <p:nvPicPr>
                      <p:cNvPr id="228362" name="Object 10"/>
                      <p:cNvPicPr>
                        <a:picLocks noChangeAspect="1" noChangeArrowheads="1"/>
                      </p:cNvPicPr>
                      <p:nvPr/>
                    </p:nvPicPr>
                    <p:blipFill>
                      <a:blip r:embed="rId5">
                        <a:lum bright="-80000"/>
                        <a:extLst>
                          <a:ext uri="{28A0092B-C50C-407E-A947-70E740481C1C}">
                            <a14:useLocalDpi xmlns:a14="http://schemas.microsoft.com/office/drawing/2010/main" val="0"/>
                          </a:ext>
                        </a:extLst>
                      </a:blip>
                      <a:srcRect/>
                      <a:stretch>
                        <a:fillRect/>
                      </a:stretch>
                    </p:blipFill>
                    <p:spPr bwMode="auto">
                      <a:xfrm>
                        <a:off x="785786" y="1428736"/>
                        <a:ext cx="5572125" cy="1504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8363" name="Text Box 11"/>
          <p:cNvSpPr txBox="1">
            <a:spLocks noChangeArrowheads="1"/>
          </p:cNvSpPr>
          <p:nvPr/>
        </p:nvSpPr>
        <p:spPr bwMode="auto">
          <a:xfrm>
            <a:off x="4668845" y="428604"/>
            <a:ext cx="539750" cy="519112"/>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1C1C1C"/>
                </a:solidFill>
                <a:effectLst/>
                <a:uLnTx/>
                <a:uFillTx/>
                <a:latin typeface="Tahoma" pitchFamily="34" charset="0"/>
                <a:ea typeface="宋体" pitchFamily="2" charset="-122"/>
                <a:cs typeface="+mn-cs"/>
              </a:rPr>
              <a:t>求</a:t>
            </a:r>
          </a:p>
        </p:txBody>
      </p:sp>
      <p:graphicFrame>
        <p:nvGraphicFramePr>
          <p:cNvPr id="228364" name="Object 12"/>
          <p:cNvGraphicFramePr>
            <a:graphicFrameLocks noChangeAspect="1"/>
          </p:cNvGraphicFramePr>
          <p:nvPr/>
        </p:nvGraphicFramePr>
        <p:xfrm>
          <a:off x="5210183" y="444479"/>
          <a:ext cx="504825" cy="465137"/>
        </p:xfrm>
        <a:graphic>
          <a:graphicData uri="http://schemas.openxmlformats.org/presentationml/2006/ole">
            <mc:AlternateContent xmlns:mc="http://schemas.openxmlformats.org/markup-compatibility/2006">
              <mc:Choice xmlns:v="urn:schemas-microsoft-com:vml" Requires="v">
                <p:oleObj name="公式" r:id="rId6" imgW="215640" imgH="190440" progId="Equation.3">
                  <p:embed/>
                </p:oleObj>
              </mc:Choice>
              <mc:Fallback>
                <p:oleObj name="公式" r:id="rId6" imgW="215640" imgH="190440" progId="Equation.3">
                  <p:embed/>
                  <p:pic>
                    <p:nvPicPr>
                      <p:cNvPr id="228364" name="Object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0183" y="444479"/>
                        <a:ext cx="504825" cy="465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8374" name="Object 22"/>
          <p:cNvGraphicFramePr>
            <a:graphicFrameLocks noChangeAspect="1"/>
          </p:cNvGraphicFramePr>
          <p:nvPr/>
        </p:nvGraphicFramePr>
        <p:xfrm>
          <a:off x="1373188" y="1395411"/>
          <a:ext cx="5305425" cy="1531938"/>
        </p:xfrm>
        <a:graphic>
          <a:graphicData uri="http://schemas.openxmlformats.org/presentationml/2006/ole">
            <mc:AlternateContent xmlns:mc="http://schemas.openxmlformats.org/markup-compatibility/2006">
              <mc:Choice xmlns:v="urn:schemas-microsoft-com:vml" Requires="v">
                <p:oleObj name="Equation" r:id="rId8" imgW="1841400" imgH="723600" progId="Equation.DSMT4">
                  <p:embed/>
                </p:oleObj>
              </mc:Choice>
              <mc:Fallback>
                <p:oleObj name="Equation" r:id="rId8" imgW="1841400" imgH="723600" progId="Equation.DSMT4">
                  <p:embed/>
                  <p:pic>
                    <p:nvPicPr>
                      <p:cNvPr id="228374" name="Object 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3188" y="1395411"/>
                        <a:ext cx="5305425" cy="1531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Text Box 11"/>
          <p:cNvSpPr txBox="1">
            <a:spLocks noChangeArrowheads="1"/>
          </p:cNvSpPr>
          <p:nvPr/>
        </p:nvSpPr>
        <p:spPr bwMode="auto">
          <a:xfrm>
            <a:off x="0" y="1428736"/>
            <a:ext cx="906017" cy="52322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1C1C1C"/>
                </a:solidFill>
                <a:effectLst/>
                <a:uLnTx/>
                <a:uFillTx/>
                <a:latin typeface="Tahoma" pitchFamily="34" charset="0"/>
                <a:ea typeface="宋体" pitchFamily="2" charset="-122"/>
                <a:cs typeface="+mn-cs"/>
              </a:rPr>
              <a:t>解：</a:t>
            </a:r>
          </a:p>
        </p:txBody>
      </p:sp>
      <p:graphicFrame>
        <p:nvGraphicFramePr>
          <p:cNvPr id="232454" name="Object 6"/>
          <p:cNvGraphicFramePr>
            <a:graphicFrameLocks noChangeAspect="1"/>
          </p:cNvGraphicFramePr>
          <p:nvPr/>
        </p:nvGraphicFramePr>
        <p:xfrm>
          <a:off x="641344" y="3000372"/>
          <a:ext cx="7464425" cy="1574800"/>
        </p:xfrm>
        <a:graphic>
          <a:graphicData uri="http://schemas.openxmlformats.org/presentationml/2006/ole">
            <mc:AlternateContent xmlns:mc="http://schemas.openxmlformats.org/markup-compatibility/2006">
              <mc:Choice xmlns:v="urn:schemas-microsoft-com:vml" Requires="v">
                <p:oleObj name="公式" r:id="rId10" imgW="3606480" imgH="711000" progId="Equation.3">
                  <p:embed/>
                </p:oleObj>
              </mc:Choice>
              <mc:Fallback>
                <p:oleObj name="公式" r:id="rId10" imgW="3606480" imgH="711000" progId="Equation.3">
                  <p:embed/>
                  <p:pic>
                    <p:nvPicPr>
                      <p:cNvPr id="232454" name="Object 6"/>
                      <p:cNvPicPr>
                        <a:picLocks noChangeAspect="1" noChangeArrowheads="1"/>
                      </p:cNvPicPr>
                      <p:nvPr/>
                    </p:nvPicPr>
                    <p:blipFill>
                      <a:blip r:embed="rId11">
                        <a:grayscl/>
                        <a:biLevel thresh="50000"/>
                        <a:extLst>
                          <a:ext uri="{28A0092B-C50C-407E-A947-70E740481C1C}">
                            <a14:useLocalDpi xmlns:a14="http://schemas.microsoft.com/office/drawing/2010/main" val="0"/>
                          </a:ext>
                        </a:extLst>
                      </a:blip>
                      <a:srcRect/>
                      <a:stretch>
                        <a:fillRect/>
                      </a:stretch>
                    </p:blipFill>
                    <p:spPr bwMode="auto">
                      <a:xfrm>
                        <a:off x="641344" y="3000372"/>
                        <a:ext cx="7464425" cy="1574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2455" name="Object 7"/>
          <p:cNvGraphicFramePr>
            <a:graphicFrameLocks noChangeAspect="1"/>
          </p:cNvGraphicFramePr>
          <p:nvPr/>
        </p:nvGraphicFramePr>
        <p:xfrm>
          <a:off x="703273" y="4643446"/>
          <a:ext cx="4583107" cy="1447800"/>
        </p:xfrm>
        <a:graphic>
          <a:graphicData uri="http://schemas.openxmlformats.org/presentationml/2006/ole">
            <mc:AlternateContent xmlns:mc="http://schemas.openxmlformats.org/markup-compatibility/2006">
              <mc:Choice xmlns:v="urn:schemas-microsoft-com:vml" Requires="v">
                <p:oleObj name="Equation" r:id="rId12" imgW="2603160" imgH="711000" progId="Equation.DSMT4">
                  <p:embed/>
                </p:oleObj>
              </mc:Choice>
              <mc:Fallback>
                <p:oleObj name="Equation" r:id="rId12" imgW="2603160" imgH="711000" progId="Equation.DSMT4">
                  <p:embed/>
                  <p:pic>
                    <p:nvPicPr>
                      <p:cNvPr id="232455" name="Object 7"/>
                      <p:cNvPicPr>
                        <a:picLocks noChangeAspect="1" noChangeArrowheads="1"/>
                      </p:cNvPicPr>
                      <p:nvPr/>
                    </p:nvPicPr>
                    <p:blipFill>
                      <a:blip r:embed="rId13">
                        <a:grayscl/>
                        <a:biLevel thresh="50000"/>
                        <a:extLst>
                          <a:ext uri="{28A0092B-C50C-407E-A947-70E740481C1C}">
                            <a14:useLocalDpi xmlns:a14="http://schemas.microsoft.com/office/drawing/2010/main" val="0"/>
                          </a:ext>
                        </a:extLst>
                      </a:blip>
                      <a:srcRect/>
                      <a:stretch>
                        <a:fillRect/>
                      </a:stretch>
                    </p:blipFill>
                    <p:spPr bwMode="auto">
                      <a:xfrm>
                        <a:off x="703273" y="4643446"/>
                        <a:ext cx="4583107" cy="144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2456" name="Object 8"/>
          <p:cNvGraphicFramePr>
            <a:graphicFrameLocks noChangeAspect="1"/>
          </p:cNvGraphicFramePr>
          <p:nvPr/>
        </p:nvGraphicFramePr>
        <p:xfrm>
          <a:off x="1446213" y="3014661"/>
          <a:ext cx="2519362" cy="1549400"/>
        </p:xfrm>
        <a:graphic>
          <a:graphicData uri="http://schemas.openxmlformats.org/presentationml/2006/ole">
            <mc:AlternateContent xmlns:mc="http://schemas.openxmlformats.org/markup-compatibility/2006">
              <mc:Choice xmlns:v="urn:schemas-microsoft-com:vml" Requires="v">
                <p:oleObj name="Equation" r:id="rId14" imgW="914400" imgH="698400" progId="Equation.DSMT4">
                  <p:embed/>
                </p:oleObj>
              </mc:Choice>
              <mc:Fallback>
                <p:oleObj name="Equation" r:id="rId14" imgW="914400" imgH="698400" progId="Equation.DSMT4">
                  <p:embed/>
                  <p:pic>
                    <p:nvPicPr>
                      <p:cNvPr id="232456"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46213" y="3014661"/>
                        <a:ext cx="2519362" cy="1549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2457" name="Object 9"/>
          <p:cNvGraphicFramePr>
            <a:graphicFrameLocks noChangeAspect="1"/>
          </p:cNvGraphicFramePr>
          <p:nvPr/>
        </p:nvGraphicFramePr>
        <p:xfrm>
          <a:off x="3746500" y="3014661"/>
          <a:ext cx="2889250" cy="1549400"/>
        </p:xfrm>
        <a:graphic>
          <a:graphicData uri="http://schemas.openxmlformats.org/presentationml/2006/ole">
            <mc:AlternateContent xmlns:mc="http://schemas.openxmlformats.org/markup-compatibility/2006">
              <mc:Choice xmlns:v="urn:schemas-microsoft-com:vml" Requires="v">
                <p:oleObj name="Equation" r:id="rId16" imgW="914400" imgH="698400" progId="Equation.DSMT4">
                  <p:embed/>
                </p:oleObj>
              </mc:Choice>
              <mc:Fallback>
                <p:oleObj name="Equation" r:id="rId16" imgW="914400" imgH="698400" progId="Equation.DSMT4">
                  <p:embed/>
                  <p:pic>
                    <p:nvPicPr>
                      <p:cNvPr id="232457"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746500" y="3014661"/>
                        <a:ext cx="2889250" cy="1549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Line 25"/>
          <p:cNvSpPr>
            <a:spLocks noChangeShapeType="1"/>
          </p:cNvSpPr>
          <p:nvPr/>
        </p:nvSpPr>
        <p:spPr bwMode="auto">
          <a:xfrm>
            <a:off x="0" y="1357298"/>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5" name="动作按钮: 帮助 14">
            <a:hlinkClick r:id="rId18"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graphicFrame>
        <p:nvGraphicFramePr>
          <p:cNvPr id="16" name="Object 7"/>
          <p:cNvGraphicFramePr>
            <a:graphicFrameLocks noChangeAspect="1"/>
          </p:cNvGraphicFramePr>
          <p:nvPr/>
        </p:nvGraphicFramePr>
        <p:xfrm>
          <a:off x="3071802" y="5357826"/>
          <a:ext cx="5505450" cy="1447800"/>
        </p:xfrm>
        <a:graphic>
          <a:graphicData uri="http://schemas.openxmlformats.org/presentationml/2006/ole">
            <mc:AlternateContent xmlns:mc="http://schemas.openxmlformats.org/markup-compatibility/2006">
              <mc:Choice xmlns:v="urn:schemas-microsoft-com:vml" Requires="v">
                <p:oleObj name="Equation" r:id="rId19" imgW="2705040" imgH="711000" progId="Equation.DSMT4">
                  <p:embed/>
                </p:oleObj>
              </mc:Choice>
              <mc:Fallback>
                <p:oleObj name="Equation" r:id="rId19" imgW="2705040" imgH="711000" progId="Equation.DSMT4">
                  <p:embed/>
                  <p:pic>
                    <p:nvPicPr>
                      <p:cNvPr id="16" name="Object 7"/>
                      <p:cNvPicPr>
                        <a:picLocks noChangeAspect="1" noChangeArrowheads="1"/>
                      </p:cNvPicPr>
                      <p:nvPr/>
                    </p:nvPicPr>
                    <p:blipFill>
                      <a:blip r:embed="rId20">
                        <a:grayscl/>
                        <a:biLevel thresh="50000"/>
                        <a:extLst>
                          <a:ext uri="{28A0092B-C50C-407E-A947-70E740481C1C}">
                            <a14:useLocalDpi xmlns:a14="http://schemas.microsoft.com/office/drawing/2010/main" val="0"/>
                          </a:ext>
                        </a:extLst>
                      </a:blip>
                      <a:srcRect/>
                      <a:stretch>
                        <a:fillRect/>
                      </a:stretch>
                    </p:blipFill>
                    <p:spPr bwMode="auto">
                      <a:xfrm>
                        <a:off x="3071802" y="5357826"/>
                        <a:ext cx="5505450" cy="144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Text Box 28">
            <a:extLst>
              <a:ext uri="{FF2B5EF4-FFF2-40B4-BE49-F238E27FC236}">
                <a16:creationId xmlns:a16="http://schemas.microsoft.com/office/drawing/2014/main" id="{9FF7EEE6-9A1E-3A98-50CA-25291403202F}"/>
              </a:ext>
            </a:extLst>
          </p:cNvPr>
          <p:cNvSpPr txBox="1">
            <a:spLocks noChangeArrowheads="1"/>
          </p:cNvSpPr>
          <p:nvPr/>
        </p:nvSpPr>
        <p:spPr bwMode="auto">
          <a:xfrm>
            <a:off x="5416550" y="4929198"/>
            <a:ext cx="3727450" cy="1892826"/>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处理</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n</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问题</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判定</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是否</a:t>
            </a:r>
            <a:r>
              <a:rPr lang="zh-CN" altLang="en-US" sz="1800" b="1" noProof="0" dirty="0">
                <a:solidFill>
                  <a:srgbClr val="FFFF00"/>
                </a:solidFill>
                <a:latin typeface="微软雅黑" pitchFamily="34" charset="-122"/>
                <a:ea typeface="微软雅黑" pitchFamily="34" charset="-122"/>
              </a:rPr>
              <a:t>各行及各列都对应成比例</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若成比例，则分解为</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R="0" lvl="0" algn="l" defTabSz="914400" rtl="0" eaLnBrk="1" fontAlgn="base" latinLnBrk="0" hangingPunct="1">
              <a:lnSpc>
                <a:spcPct val="100000"/>
              </a:lnSpc>
              <a:spcBef>
                <a:spcPct val="50000"/>
              </a:spcBef>
              <a:spcAft>
                <a:spcPct val="0"/>
              </a:spcAft>
              <a:buClrTx/>
              <a:buSzTx/>
              <a:tabLst/>
              <a:defRPr/>
            </a:pPr>
            <a:r>
              <a:rPr lang="en-US" altLang="zh-CN" sz="1800" b="1" dirty="0">
                <a:solidFill>
                  <a:srgbClr val="FFFF00"/>
                </a:solidFill>
                <a:latin typeface="微软雅黑" pitchFamily="34" charset="-122"/>
                <a:ea typeface="微软雅黑" pitchFamily="34" charset="-122"/>
              </a:rPr>
              <a:t>                            </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列向量</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行向量</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28362"/>
                                        </p:tgtEl>
                                        <p:attrNameLst>
                                          <p:attrName>style.visibility</p:attrName>
                                        </p:attrNameLst>
                                      </p:cBhvr>
                                      <p:to>
                                        <p:strVal val="visible"/>
                                      </p:to>
                                    </p:set>
                                    <p:animEffect transition="in" filter="wipe(left)">
                                      <p:cBhvr>
                                        <p:cTn id="7" dur="500"/>
                                        <p:tgtEl>
                                          <p:spTgt spid="22836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8374"/>
                                        </p:tgtEl>
                                        <p:attrNameLst>
                                          <p:attrName>style.visibility</p:attrName>
                                        </p:attrNameLst>
                                      </p:cBhvr>
                                      <p:to>
                                        <p:strVal val="visible"/>
                                      </p:to>
                                    </p:set>
                                    <p:animEffect transition="in" filter="wipe(left)">
                                      <p:cBhvr>
                                        <p:cTn id="12" dur="500"/>
                                        <p:tgtEl>
                                          <p:spTgt spid="22837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32454"/>
                                        </p:tgtEl>
                                        <p:attrNameLst>
                                          <p:attrName>style.visibility</p:attrName>
                                        </p:attrNameLst>
                                      </p:cBhvr>
                                      <p:to>
                                        <p:strVal val="visible"/>
                                      </p:to>
                                    </p:set>
                                    <p:animEffect transition="in" filter="wipe(left)">
                                      <p:cBhvr>
                                        <p:cTn id="17" dur="500"/>
                                        <p:tgtEl>
                                          <p:spTgt spid="23245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32456"/>
                                        </p:tgtEl>
                                        <p:attrNameLst>
                                          <p:attrName>style.visibility</p:attrName>
                                        </p:attrNameLst>
                                      </p:cBhvr>
                                      <p:to>
                                        <p:strVal val="visible"/>
                                      </p:to>
                                    </p:set>
                                    <p:animEffect transition="in" filter="wipe(left)">
                                      <p:cBhvr>
                                        <p:cTn id="22" dur="500"/>
                                        <p:tgtEl>
                                          <p:spTgt spid="2324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32457"/>
                                        </p:tgtEl>
                                        <p:attrNameLst>
                                          <p:attrName>style.visibility</p:attrName>
                                        </p:attrNameLst>
                                      </p:cBhvr>
                                      <p:to>
                                        <p:strVal val="visible"/>
                                      </p:to>
                                    </p:set>
                                    <p:animEffect transition="in" filter="wipe(left)">
                                      <p:cBhvr>
                                        <p:cTn id="27" dur="500"/>
                                        <p:tgtEl>
                                          <p:spTgt spid="23245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32455"/>
                                        </p:tgtEl>
                                        <p:attrNameLst>
                                          <p:attrName>style.visibility</p:attrName>
                                        </p:attrNameLst>
                                      </p:cBhvr>
                                      <p:to>
                                        <p:strVal val="visible"/>
                                      </p:to>
                                    </p:set>
                                    <p:animEffect transition="in" filter="wipe(left)">
                                      <p:cBhvr>
                                        <p:cTn id="32" dur="500"/>
                                        <p:tgtEl>
                                          <p:spTgt spid="23245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left)">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
                                            <p:bg/>
                                          </p:spTgt>
                                        </p:tgtEl>
                                        <p:attrNameLst>
                                          <p:attrName>style.visibility</p:attrName>
                                        </p:attrNameLst>
                                      </p:cBhvr>
                                      <p:to>
                                        <p:strVal val="visible"/>
                                      </p:to>
                                    </p:set>
                                    <p:animEffect transition="in" filter="wipe(left)">
                                      <p:cBhvr>
                                        <p:cTn id="42" dur="500"/>
                                        <p:tgtEl>
                                          <p:spTgt spid="2">
                                            <p:bg/>
                                          </p:spTgt>
                                        </p:tgtEl>
                                      </p:cBhvr>
                                    </p:animEffect>
                                  </p:childTnLst>
                                </p:cTn>
                              </p:par>
                              <p:par>
                                <p:cTn id="43" presetID="22" presetClass="entr" presetSubtype="8" fill="hold" nodeType="withEffect">
                                  <p:stCondLst>
                                    <p:cond delay="0"/>
                                  </p:stCondLst>
                                  <p:childTnLst>
                                    <p:set>
                                      <p:cBhvr>
                                        <p:cTn id="44" dur="1" fill="hold">
                                          <p:stCondLst>
                                            <p:cond delay="0"/>
                                          </p:stCondLst>
                                        </p:cTn>
                                        <p:tgtEl>
                                          <p:spTgt spid="2">
                                            <p:txEl>
                                              <p:pRg st="0" end="0"/>
                                            </p:txEl>
                                          </p:spTgt>
                                        </p:tgtEl>
                                        <p:attrNameLst>
                                          <p:attrName>style.visibility</p:attrName>
                                        </p:attrNameLst>
                                      </p:cBhvr>
                                      <p:to>
                                        <p:strVal val="visible"/>
                                      </p:to>
                                    </p:set>
                                    <p:animEffect transition="in" filter="wipe(left)">
                                      <p:cBhvr>
                                        <p:cTn id="45" dur="500"/>
                                        <p:tgtEl>
                                          <p:spTgt spid="2">
                                            <p:txEl>
                                              <p:pRg st="0" end="0"/>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2">
                                            <p:txEl>
                                              <p:pRg st="1" end="1"/>
                                            </p:txEl>
                                          </p:spTgt>
                                        </p:tgtEl>
                                        <p:attrNameLst>
                                          <p:attrName>style.visibility</p:attrName>
                                        </p:attrNameLst>
                                      </p:cBhvr>
                                      <p:to>
                                        <p:strVal val="visible"/>
                                      </p:to>
                                    </p:set>
                                    <p:animEffect transition="in" filter="wipe(left)">
                                      <p:cBhvr>
                                        <p:cTn id="50" dur="500"/>
                                        <p:tgtEl>
                                          <p:spTgt spid="2">
                                            <p:txEl>
                                              <p:pRg st="1" end="1"/>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
                                            <p:txEl>
                                              <p:pRg st="2" end="2"/>
                                            </p:txEl>
                                          </p:spTgt>
                                        </p:tgtEl>
                                        <p:attrNameLst>
                                          <p:attrName>style.visibility</p:attrName>
                                        </p:attrNameLst>
                                      </p:cBhvr>
                                      <p:to>
                                        <p:strVal val="visible"/>
                                      </p:to>
                                    </p:set>
                                    <p:animEffect transition="in" filter="wipe(left)">
                                      <p:cBhvr>
                                        <p:cTn id="55" dur="500"/>
                                        <p:tgtEl>
                                          <p:spTgt spid="2">
                                            <p:txEl>
                                              <p:pRg st="2" end="2"/>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
                                            <p:txEl>
                                              <p:pRg st="3" end="3"/>
                                            </p:txEl>
                                          </p:spTgt>
                                        </p:tgtEl>
                                        <p:attrNameLst>
                                          <p:attrName>style.visibility</p:attrName>
                                        </p:attrNameLst>
                                      </p:cBhvr>
                                      <p:to>
                                        <p:strVal val="visible"/>
                                      </p:to>
                                    </p:set>
                                    <p:animEffect transition="in" filter="wipe(left)">
                                      <p:cBhvr>
                                        <p:cTn id="60"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allAtOnce"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 name="Object 17"/>
          <p:cNvGraphicFramePr>
            <a:graphicFrameLocks noChangeAspect="1"/>
          </p:cNvGraphicFramePr>
          <p:nvPr/>
        </p:nvGraphicFramePr>
        <p:xfrm>
          <a:off x="2285984" y="3500438"/>
          <a:ext cx="1627188" cy="1036638"/>
        </p:xfrm>
        <a:graphic>
          <a:graphicData uri="http://schemas.openxmlformats.org/presentationml/2006/ole">
            <mc:AlternateContent xmlns:mc="http://schemas.openxmlformats.org/markup-compatibility/2006">
              <mc:Choice xmlns:v="urn:schemas-microsoft-com:vml" Requires="v">
                <p:oleObj name="Equation" r:id="rId2" imgW="736560" imgH="469800" progId="Equation.DSMT4">
                  <p:embed/>
                </p:oleObj>
              </mc:Choice>
              <mc:Fallback>
                <p:oleObj name="Equation" r:id="rId2" imgW="736560" imgH="469800" progId="Equation.DSMT4">
                  <p:embed/>
                  <p:pic>
                    <p:nvPicPr>
                      <p:cNvPr id="35" name="Object 1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5984" y="3500438"/>
                        <a:ext cx="1627188" cy="1036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 name="Object 11"/>
          <p:cNvGraphicFramePr>
            <a:graphicFrameLocks noChangeAspect="1"/>
          </p:cNvGraphicFramePr>
          <p:nvPr/>
        </p:nvGraphicFramePr>
        <p:xfrm>
          <a:off x="1504970" y="-71462"/>
          <a:ext cx="5995988" cy="1036638"/>
        </p:xfrm>
        <a:graphic>
          <a:graphicData uri="http://schemas.openxmlformats.org/presentationml/2006/ole">
            <mc:AlternateContent xmlns:mc="http://schemas.openxmlformats.org/markup-compatibility/2006">
              <mc:Choice xmlns:v="urn:schemas-microsoft-com:vml" Requires="v">
                <p:oleObj name="Equation" r:id="rId4" imgW="2222280" imgH="469800" progId="Equation.DSMT4">
                  <p:embed/>
                </p:oleObj>
              </mc:Choice>
              <mc:Fallback>
                <p:oleObj name="Equation" r:id="rId4" imgW="2222280" imgH="469800" progId="Equation.DSMT4">
                  <p:embed/>
                  <p:pic>
                    <p:nvPicPr>
                      <p:cNvPr id="37" name="Object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04970" y="-71462"/>
                        <a:ext cx="5995988" cy="1036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 name="矩形 37"/>
          <p:cNvSpPr/>
          <p:nvPr/>
        </p:nvSpPr>
        <p:spPr bwMode="auto">
          <a:xfrm>
            <a:off x="0" y="4714884"/>
            <a:ext cx="9144000" cy="2143116"/>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练习：</a:t>
            </a:r>
          </a:p>
        </p:txBody>
      </p:sp>
      <p:graphicFrame>
        <p:nvGraphicFramePr>
          <p:cNvPr id="39" name="Object 14"/>
          <p:cNvGraphicFramePr>
            <a:graphicFrameLocks noChangeAspect="1"/>
          </p:cNvGraphicFramePr>
          <p:nvPr/>
        </p:nvGraphicFramePr>
        <p:xfrm>
          <a:off x="428596" y="5143512"/>
          <a:ext cx="3563938" cy="1541462"/>
        </p:xfrm>
        <a:graphic>
          <a:graphicData uri="http://schemas.openxmlformats.org/presentationml/2006/ole">
            <mc:AlternateContent xmlns:mc="http://schemas.openxmlformats.org/markup-compatibility/2006">
              <mc:Choice xmlns:v="urn:schemas-microsoft-com:vml" Requires="v">
                <p:oleObj name="Equation" r:id="rId6" imgW="1612800" imgH="698400" progId="Equation.DSMT4">
                  <p:embed/>
                </p:oleObj>
              </mc:Choice>
              <mc:Fallback>
                <p:oleObj name="Equation" r:id="rId6" imgW="1612800" imgH="698400" progId="Equation.DSMT4">
                  <p:embed/>
                  <p:pic>
                    <p:nvPicPr>
                      <p:cNvPr id="39" name="Object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8596" y="5143512"/>
                        <a:ext cx="3563938" cy="15414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 name="Object 17"/>
          <p:cNvGraphicFramePr>
            <a:graphicFrameLocks noChangeAspect="1"/>
          </p:cNvGraphicFramePr>
          <p:nvPr/>
        </p:nvGraphicFramePr>
        <p:xfrm>
          <a:off x="71407" y="857232"/>
          <a:ext cx="3143272" cy="1149350"/>
        </p:xfrm>
        <a:graphic>
          <a:graphicData uri="http://schemas.openxmlformats.org/presentationml/2006/ole">
            <mc:AlternateContent xmlns:mc="http://schemas.openxmlformats.org/markup-compatibility/2006">
              <mc:Choice xmlns:v="urn:schemas-microsoft-com:vml" Requires="v">
                <p:oleObj name="Equation" r:id="rId8" imgW="1650960" imgH="520560" progId="Equation.DSMT4">
                  <p:embed/>
                </p:oleObj>
              </mc:Choice>
              <mc:Fallback>
                <p:oleObj name="Equation" r:id="rId8" imgW="1650960" imgH="520560" progId="Equation.DSMT4">
                  <p:embed/>
                  <p:pic>
                    <p:nvPicPr>
                      <p:cNvPr id="40" name="Object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07" y="857232"/>
                        <a:ext cx="3143272" cy="1149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Object 17"/>
          <p:cNvGraphicFramePr>
            <a:graphicFrameLocks noChangeAspect="1"/>
          </p:cNvGraphicFramePr>
          <p:nvPr/>
        </p:nvGraphicFramePr>
        <p:xfrm>
          <a:off x="3079763" y="1098538"/>
          <a:ext cx="1824037" cy="615950"/>
        </p:xfrm>
        <a:graphic>
          <a:graphicData uri="http://schemas.openxmlformats.org/presentationml/2006/ole">
            <mc:AlternateContent xmlns:mc="http://schemas.openxmlformats.org/markup-compatibility/2006">
              <mc:Choice xmlns:v="urn:schemas-microsoft-com:vml" Requires="v">
                <p:oleObj name="Equation" r:id="rId10" imgW="825480" imgH="279360" progId="Equation.DSMT4">
                  <p:embed/>
                </p:oleObj>
              </mc:Choice>
              <mc:Fallback>
                <p:oleObj name="Equation" r:id="rId10" imgW="825480" imgH="279360" progId="Equation.DSMT4">
                  <p:embed/>
                  <p:pic>
                    <p:nvPicPr>
                      <p:cNvPr id="41" name="Object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79763" y="1098538"/>
                        <a:ext cx="1824037" cy="615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2" name="Object 17"/>
          <p:cNvGraphicFramePr>
            <a:graphicFrameLocks noChangeAspect="1"/>
          </p:cNvGraphicFramePr>
          <p:nvPr/>
        </p:nvGraphicFramePr>
        <p:xfrm>
          <a:off x="4805383" y="904875"/>
          <a:ext cx="2695575" cy="952500"/>
        </p:xfrm>
        <a:graphic>
          <a:graphicData uri="http://schemas.openxmlformats.org/presentationml/2006/ole">
            <mc:AlternateContent xmlns:mc="http://schemas.openxmlformats.org/markup-compatibility/2006">
              <mc:Choice xmlns:v="urn:schemas-microsoft-com:vml" Requires="v">
                <p:oleObj name="Equation" r:id="rId12" imgW="1511280" imgH="431640" progId="Equation.DSMT4">
                  <p:embed/>
                </p:oleObj>
              </mc:Choice>
              <mc:Fallback>
                <p:oleObj name="Equation" r:id="rId12" imgW="1511280" imgH="431640" progId="Equation.DSMT4">
                  <p:embed/>
                  <p:pic>
                    <p:nvPicPr>
                      <p:cNvPr id="42" name="Object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05383" y="904875"/>
                        <a:ext cx="2695575" cy="952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 name="Object 17"/>
          <p:cNvGraphicFramePr>
            <a:graphicFrameLocks noChangeAspect="1"/>
          </p:cNvGraphicFramePr>
          <p:nvPr/>
        </p:nvGraphicFramePr>
        <p:xfrm>
          <a:off x="3143240" y="1895468"/>
          <a:ext cx="5745162" cy="533400"/>
        </p:xfrm>
        <a:graphic>
          <a:graphicData uri="http://schemas.openxmlformats.org/presentationml/2006/ole">
            <mc:AlternateContent xmlns:mc="http://schemas.openxmlformats.org/markup-compatibility/2006">
              <mc:Choice xmlns:v="urn:schemas-microsoft-com:vml" Requires="v">
                <p:oleObj name="Equation" r:id="rId14" imgW="2831760" imgH="241200" progId="Equation.DSMT4">
                  <p:embed/>
                </p:oleObj>
              </mc:Choice>
              <mc:Fallback>
                <p:oleObj name="Equation" r:id="rId14" imgW="2831760" imgH="241200" progId="Equation.DSMT4">
                  <p:embed/>
                  <p:pic>
                    <p:nvPicPr>
                      <p:cNvPr id="43" name="Object 1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43240" y="1895468"/>
                        <a:ext cx="5745162"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 name="Object 17"/>
          <p:cNvGraphicFramePr>
            <a:graphicFrameLocks noChangeAspect="1"/>
          </p:cNvGraphicFramePr>
          <p:nvPr/>
        </p:nvGraphicFramePr>
        <p:xfrm>
          <a:off x="58751" y="2357438"/>
          <a:ext cx="6442075" cy="1093787"/>
        </p:xfrm>
        <a:graphic>
          <a:graphicData uri="http://schemas.openxmlformats.org/presentationml/2006/ole">
            <mc:AlternateContent xmlns:mc="http://schemas.openxmlformats.org/markup-compatibility/2006">
              <mc:Choice xmlns:v="urn:schemas-microsoft-com:vml" Requires="v">
                <p:oleObj name="Equation" r:id="rId16" imgW="3174840" imgH="495000" progId="Equation.DSMT4">
                  <p:embed/>
                </p:oleObj>
              </mc:Choice>
              <mc:Fallback>
                <p:oleObj name="Equation" r:id="rId16" imgW="3174840" imgH="495000" progId="Equation.DSMT4">
                  <p:embed/>
                  <p:pic>
                    <p:nvPicPr>
                      <p:cNvPr id="44" name="Object 1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8751" y="2357438"/>
                        <a:ext cx="6442075" cy="10937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 name="Object 17"/>
          <p:cNvGraphicFramePr>
            <a:graphicFrameLocks noChangeAspect="1"/>
          </p:cNvGraphicFramePr>
          <p:nvPr/>
        </p:nvGraphicFramePr>
        <p:xfrm>
          <a:off x="5013325" y="4714875"/>
          <a:ext cx="4102100" cy="2319338"/>
        </p:xfrm>
        <a:graphic>
          <a:graphicData uri="http://schemas.openxmlformats.org/presentationml/2006/ole">
            <mc:AlternateContent xmlns:mc="http://schemas.openxmlformats.org/markup-compatibility/2006">
              <mc:Choice xmlns:v="urn:schemas-microsoft-com:vml" Requires="v">
                <p:oleObj name="Equation" r:id="rId18" imgW="1968480" imgH="1066680" progId="Equation.DSMT4">
                  <p:embed/>
                </p:oleObj>
              </mc:Choice>
              <mc:Fallback>
                <p:oleObj name="Equation" r:id="rId18" imgW="1968480" imgH="1066680" progId="Equation.DSMT4">
                  <p:embed/>
                  <p:pic>
                    <p:nvPicPr>
                      <p:cNvPr id="36" name="Object 17"/>
                      <p:cNvPicPr>
                        <a:picLocks noChangeAspect="1" noChangeArrowheads="1"/>
                      </p:cNvPicPr>
                      <p:nvPr/>
                    </p:nvPicPr>
                    <p:blipFill>
                      <a:blip r:embed="rId19"/>
                      <a:srcRect/>
                      <a:stretch>
                        <a:fillRect/>
                      </a:stretch>
                    </p:blipFill>
                    <p:spPr bwMode="auto">
                      <a:xfrm>
                        <a:off x="5013325" y="4714875"/>
                        <a:ext cx="4102100" cy="23193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 name="Object 17"/>
          <p:cNvGraphicFramePr>
            <a:graphicFrameLocks noChangeAspect="1"/>
          </p:cNvGraphicFramePr>
          <p:nvPr/>
        </p:nvGraphicFramePr>
        <p:xfrm>
          <a:off x="122221" y="3786190"/>
          <a:ext cx="2163763" cy="449262"/>
        </p:xfrm>
        <a:graphic>
          <a:graphicData uri="http://schemas.openxmlformats.org/presentationml/2006/ole">
            <mc:AlternateContent xmlns:mc="http://schemas.openxmlformats.org/markup-compatibility/2006">
              <mc:Choice xmlns:v="urn:schemas-microsoft-com:vml" Requires="v">
                <p:oleObj name="Equation" r:id="rId20" imgW="1066680" imgH="203040" progId="Equation.DSMT4">
                  <p:embed/>
                </p:oleObj>
              </mc:Choice>
              <mc:Fallback>
                <p:oleObj name="Equation" r:id="rId20" imgW="1066680" imgH="203040" progId="Equation.DSMT4">
                  <p:embed/>
                  <p:pic>
                    <p:nvPicPr>
                      <p:cNvPr id="46" name="Object 1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22221" y="3786190"/>
                        <a:ext cx="2163763"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7" name="Text Box 4"/>
          <p:cNvSpPr txBox="1">
            <a:spLocks noChangeArrowheads="1"/>
          </p:cNvSpPr>
          <p:nvPr/>
        </p:nvSpPr>
        <p:spPr bwMode="auto">
          <a:xfrm>
            <a:off x="0" y="0"/>
            <a:ext cx="545342" cy="52322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3333FF"/>
                </a:solidFill>
                <a:effectLst/>
                <a:uLnTx/>
                <a:uFillTx/>
                <a:latin typeface="Tahoma" pitchFamily="34" charset="0"/>
                <a:ea typeface="宋体" pitchFamily="2" charset="-122"/>
                <a:cs typeface="+mn-cs"/>
              </a:rPr>
              <a:t>例</a:t>
            </a:r>
            <a:endParaRPr kumimoji="0" lang="zh-CN" altLang="en-US" sz="2800" b="1" i="0" u="none" strike="noStrike" kern="1200" cap="none" spc="0" normalizeH="0" baseline="0" noProof="0" dirty="0">
              <a:ln>
                <a:noFill/>
              </a:ln>
              <a:solidFill>
                <a:srgbClr val="1C1C1C"/>
              </a:solidFill>
              <a:effectLst/>
              <a:uLnTx/>
              <a:uFillTx/>
              <a:latin typeface="Tahoma" pitchFamily="34" charset="0"/>
              <a:ea typeface="宋体" pitchFamily="2" charset="-122"/>
              <a:cs typeface="+mn-cs"/>
            </a:endParaRPr>
          </a:p>
        </p:txBody>
      </p:sp>
      <p:sp>
        <p:nvSpPr>
          <p:cNvPr id="48" name="Line 25"/>
          <p:cNvSpPr>
            <a:spLocks noChangeShapeType="1"/>
          </p:cNvSpPr>
          <p:nvPr/>
        </p:nvSpPr>
        <p:spPr bwMode="auto">
          <a:xfrm>
            <a:off x="0" y="92867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 name="Text Box 28">
            <a:extLst>
              <a:ext uri="{FF2B5EF4-FFF2-40B4-BE49-F238E27FC236}">
                <a16:creationId xmlns:a16="http://schemas.microsoft.com/office/drawing/2014/main" id="{97563516-DF61-AB76-5AEC-63F35809DFD5}"/>
              </a:ext>
            </a:extLst>
          </p:cNvPr>
          <p:cNvSpPr txBox="1">
            <a:spLocks noChangeArrowheads="1"/>
          </p:cNvSpPr>
          <p:nvPr/>
        </p:nvSpPr>
        <p:spPr bwMode="auto">
          <a:xfrm>
            <a:off x="5387975" y="4697166"/>
            <a:ext cx="3727450" cy="2169825"/>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处理</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n</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问题</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判定</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是否</a:t>
            </a:r>
            <a:r>
              <a:rPr lang="zh-CN" altLang="en-US" sz="1800" b="1" noProof="0" dirty="0">
                <a:solidFill>
                  <a:srgbClr val="FFFF00"/>
                </a:solidFill>
                <a:latin typeface="微软雅黑" pitchFamily="34" charset="-122"/>
                <a:ea typeface="微软雅黑" pitchFamily="34" charset="-122"/>
              </a:rPr>
              <a:t>可分解为</a:t>
            </a:r>
            <a:r>
              <a:rPr lang="en-US" altLang="zh-CN" sz="1800" b="1" noProof="0" dirty="0">
                <a:solidFill>
                  <a:srgbClr val="FFFF00"/>
                </a:solidFill>
                <a:latin typeface="微软雅黑" pitchFamily="34" charset="-122"/>
                <a:ea typeface="微软雅黑" pitchFamily="34" charset="-122"/>
              </a:rPr>
              <a:t>E</a:t>
            </a:r>
            <a:r>
              <a:rPr lang="zh-CN" altLang="en-US" sz="1800" b="1" noProof="0" dirty="0">
                <a:solidFill>
                  <a:srgbClr val="FFFF00"/>
                </a:solidFill>
                <a:latin typeface="微软雅黑" pitchFamily="34" charset="-122"/>
                <a:ea typeface="微软雅黑" pitchFamily="34" charset="-122"/>
              </a:rPr>
              <a:t>与简单阵的和</a:t>
            </a:r>
            <a:endParaRPr lang="en-US" altLang="zh-CN" sz="1800" b="1" noProof="0" dirty="0">
              <a:solidFill>
                <a:srgbClr val="FFFF00"/>
              </a:solidFill>
              <a:latin typeface="微软雅黑" pitchFamily="34" charset="-122"/>
              <a:ea typeface="微软雅黑" pitchFamily="34" charset="-122"/>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若可分解，则可应用牛顿二项展开式求解</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extLst>
      <p:ext uri="{BB962C8B-B14F-4D97-AF65-F5344CB8AC3E}">
        <p14:creationId xmlns:p14="http://schemas.microsoft.com/office/powerpoint/2010/main" val="3336088429"/>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left)">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wipe(left)">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wipe(left)">
                                      <p:cBhvr>
                                        <p:cTn id="22" dur="500"/>
                                        <p:tgtEl>
                                          <p:spTgt spid="4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wipe(left)">
                                      <p:cBhvr>
                                        <p:cTn id="27" dur="500"/>
                                        <p:tgtEl>
                                          <p:spTgt spid="4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46"/>
                                        </p:tgtEl>
                                        <p:attrNameLst>
                                          <p:attrName>style.visibility</p:attrName>
                                        </p:attrNameLst>
                                      </p:cBhvr>
                                      <p:to>
                                        <p:strVal val="visible"/>
                                      </p:to>
                                    </p:set>
                                    <p:animEffect transition="in" filter="wipe(left)">
                                      <p:cBhvr>
                                        <p:cTn id="32" dur="500"/>
                                        <p:tgtEl>
                                          <p:spTgt spid="4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wipe(left)">
                                      <p:cBhvr>
                                        <p:cTn id="37" dur="500"/>
                                        <p:tgtEl>
                                          <p:spTgt spid="35"/>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wipe(left)">
                                      <p:cBhvr>
                                        <p:cTn id="42" dur="500"/>
                                        <p:tgtEl>
                                          <p:spTgt spid="38"/>
                                        </p:tgtEl>
                                      </p:cBhvr>
                                    </p:animEffect>
                                  </p:childTnLst>
                                </p:cTn>
                              </p:par>
                              <p:par>
                                <p:cTn id="43" presetID="22" presetClass="entr" presetSubtype="8" fill="hold"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wipe(left)">
                                      <p:cBhvr>
                                        <p:cTn id="45" dur="500"/>
                                        <p:tgtEl>
                                          <p:spTgt spid="39"/>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wipe(left)">
                                      <p:cBhvr>
                                        <p:cTn id="50" dur="500"/>
                                        <p:tgtEl>
                                          <p:spTgt spid="36"/>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2">
                                            <p:bg/>
                                          </p:spTgt>
                                        </p:tgtEl>
                                        <p:attrNameLst>
                                          <p:attrName>style.visibility</p:attrName>
                                        </p:attrNameLst>
                                      </p:cBhvr>
                                      <p:to>
                                        <p:strVal val="visible"/>
                                      </p:to>
                                    </p:set>
                                    <p:animEffect transition="in" filter="wipe(left)">
                                      <p:cBhvr>
                                        <p:cTn id="55" dur="500"/>
                                        <p:tgtEl>
                                          <p:spTgt spid="2">
                                            <p:bg/>
                                          </p:spTgt>
                                        </p:tgtEl>
                                      </p:cBhvr>
                                    </p:animEffect>
                                  </p:childTnLst>
                                </p:cTn>
                              </p:par>
                              <p:par>
                                <p:cTn id="56" presetID="22" presetClass="entr" presetSubtype="8" fill="hold" nodeType="withEffect">
                                  <p:stCondLst>
                                    <p:cond delay="0"/>
                                  </p:stCondLst>
                                  <p:childTnLst>
                                    <p:set>
                                      <p:cBhvr>
                                        <p:cTn id="57" dur="1" fill="hold">
                                          <p:stCondLst>
                                            <p:cond delay="0"/>
                                          </p:stCondLst>
                                        </p:cTn>
                                        <p:tgtEl>
                                          <p:spTgt spid="2">
                                            <p:txEl>
                                              <p:pRg st="0" end="0"/>
                                            </p:txEl>
                                          </p:spTgt>
                                        </p:tgtEl>
                                        <p:attrNameLst>
                                          <p:attrName>style.visibility</p:attrName>
                                        </p:attrNameLst>
                                      </p:cBhvr>
                                      <p:to>
                                        <p:strVal val="visible"/>
                                      </p:to>
                                    </p:set>
                                    <p:animEffect transition="in" filter="wipe(left)">
                                      <p:cBhvr>
                                        <p:cTn id="58" dur="500"/>
                                        <p:tgtEl>
                                          <p:spTgt spid="2">
                                            <p:txEl>
                                              <p:pRg st="0" end="0"/>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2">
                                            <p:txEl>
                                              <p:pRg st="1" end="1"/>
                                            </p:txEl>
                                          </p:spTgt>
                                        </p:tgtEl>
                                        <p:attrNameLst>
                                          <p:attrName>style.visibility</p:attrName>
                                        </p:attrNameLst>
                                      </p:cBhvr>
                                      <p:to>
                                        <p:strVal val="visible"/>
                                      </p:to>
                                    </p:set>
                                    <p:animEffect transition="in" filter="wipe(left)">
                                      <p:cBhvr>
                                        <p:cTn id="63" dur="500"/>
                                        <p:tgtEl>
                                          <p:spTgt spid="2">
                                            <p:txEl>
                                              <p:pRg st="1" end="1"/>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2">
                                            <p:txEl>
                                              <p:pRg st="3" end="3"/>
                                            </p:txEl>
                                          </p:spTgt>
                                        </p:tgtEl>
                                        <p:attrNameLst>
                                          <p:attrName>style.visibility</p:attrName>
                                        </p:attrNameLst>
                                      </p:cBhvr>
                                      <p:to>
                                        <p:strVal val="visible"/>
                                      </p:to>
                                    </p:set>
                                    <p:animEffect transition="in" filter="wipe(left)">
                                      <p:cBhvr>
                                        <p:cTn id="68"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2" grpId="0" build="allAtOnce"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44" name="Text Box 2"/>
          <p:cNvSpPr txBox="1">
            <a:spLocks noChangeArrowheads="1"/>
          </p:cNvSpPr>
          <p:nvPr/>
        </p:nvSpPr>
        <p:spPr bwMode="auto">
          <a:xfrm>
            <a:off x="0" y="228600"/>
            <a:ext cx="1524000" cy="519113"/>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endParaRPr kumimoji="1" lang="en-US" altLang="zh-CN"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9945" name="Text Box 3"/>
          <p:cNvSpPr txBox="1">
            <a:spLocks noChangeArrowheads="1"/>
          </p:cNvSpPr>
          <p:nvPr/>
        </p:nvSpPr>
        <p:spPr bwMode="auto">
          <a:xfrm>
            <a:off x="1066800" y="152400"/>
            <a:ext cx="4800600" cy="519113"/>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zh-CN" altLang="zh-CN" sz="28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39938" name="Object 2"/>
          <p:cNvGraphicFramePr>
            <a:graphicFrameLocks noChangeAspect="1"/>
          </p:cNvGraphicFramePr>
          <p:nvPr/>
        </p:nvGraphicFramePr>
        <p:xfrm>
          <a:off x="1068388" y="-15875"/>
          <a:ext cx="3146425" cy="995363"/>
        </p:xfrm>
        <a:graphic>
          <a:graphicData uri="http://schemas.openxmlformats.org/presentationml/2006/ole">
            <mc:AlternateContent xmlns:mc="http://schemas.openxmlformats.org/markup-compatibility/2006">
              <mc:Choice xmlns:v="urn:schemas-microsoft-com:vml" Requires="v">
                <p:oleObj name="Equation" r:id="rId3" imgW="1485720" imgH="469800" progId="Equation.DSMT4">
                  <p:embed/>
                </p:oleObj>
              </mc:Choice>
              <mc:Fallback>
                <p:oleObj name="Equation" r:id="rId3" imgW="1485720" imgH="469800" progId="Equation.DSMT4">
                  <p:embed/>
                  <p:pic>
                    <p:nvPicPr>
                      <p:cNvPr id="3993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388" y="-15875"/>
                        <a:ext cx="3146425" cy="9953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6" name="Text Box 5"/>
          <p:cNvSpPr txBox="1">
            <a:spLocks noChangeArrowheads="1"/>
          </p:cNvSpPr>
          <p:nvPr/>
        </p:nvSpPr>
        <p:spPr bwMode="auto">
          <a:xfrm>
            <a:off x="0" y="928688"/>
            <a:ext cx="4876800" cy="519112"/>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r>
              <a:rPr kumimoji="1" lang="en-US" altLang="zh-CN" sz="28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 </a:t>
            </a:r>
          </a:p>
        </p:txBody>
      </p:sp>
      <p:graphicFrame>
        <p:nvGraphicFramePr>
          <p:cNvPr id="574470" name="Object 3"/>
          <p:cNvGraphicFramePr>
            <a:graphicFrameLocks noChangeAspect="1"/>
          </p:cNvGraphicFramePr>
          <p:nvPr/>
        </p:nvGraphicFramePr>
        <p:xfrm>
          <a:off x="571500" y="928688"/>
          <a:ext cx="5597525" cy="985837"/>
        </p:xfrm>
        <a:graphic>
          <a:graphicData uri="http://schemas.openxmlformats.org/presentationml/2006/ole">
            <mc:AlternateContent xmlns:mc="http://schemas.openxmlformats.org/markup-compatibility/2006">
              <mc:Choice xmlns:v="urn:schemas-microsoft-com:vml" Requires="v">
                <p:oleObj name="Equation" r:id="rId5" imgW="2666880" imgH="469800" progId="Equation.DSMT4">
                  <p:embed/>
                </p:oleObj>
              </mc:Choice>
              <mc:Fallback>
                <p:oleObj name="Equation" r:id="rId5" imgW="2666880" imgH="469800" progId="Equation.DSMT4">
                  <p:embed/>
                  <p:pic>
                    <p:nvPicPr>
                      <p:cNvPr id="57447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500" y="928688"/>
                        <a:ext cx="5597525" cy="9858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4471" name="Object 4"/>
          <p:cNvGraphicFramePr>
            <a:graphicFrameLocks noChangeAspect="1"/>
          </p:cNvGraphicFramePr>
          <p:nvPr/>
        </p:nvGraphicFramePr>
        <p:xfrm>
          <a:off x="6215063" y="1143000"/>
          <a:ext cx="2290762" cy="469900"/>
        </p:xfrm>
        <a:graphic>
          <a:graphicData uri="http://schemas.openxmlformats.org/presentationml/2006/ole">
            <mc:AlternateContent xmlns:mc="http://schemas.openxmlformats.org/markup-compatibility/2006">
              <mc:Choice xmlns:v="urn:schemas-microsoft-com:vml" Requires="v">
                <p:oleObj name="公式" r:id="rId7" imgW="1054080" imgH="215640" progId="Equation.3">
                  <p:embed/>
                </p:oleObj>
              </mc:Choice>
              <mc:Fallback>
                <p:oleObj name="公式" r:id="rId7" imgW="1054080" imgH="215640" progId="Equation.3">
                  <p:embed/>
                  <p:pic>
                    <p:nvPicPr>
                      <p:cNvPr id="574471"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5063" y="1143000"/>
                        <a:ext cx="2290762"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4472" name="Object 5"/>
          <p:cNvGraphicFramePr>
            <a:graphicFrameLocks noChangeAspect="1"/>
          </p:cNvGraphicFramePr>
          <p:nvPr/>
        </p:nvGraphicFramePr>
        <p:xfrm>
          <a:off x="5214938" y="1714500"/>
          <a:ext cx="3727450" cy="938213"/>
        </p:xfrm>
        <a:graphic>
          <a:graphicData uri="http://schemas.openxmlformats.org/presentationml/2006/ole">
            <mc:AlternateContent xmlns:mc="http://schemas.openxmlformats.org/markup-compatibility/2006">
              <mc:Choice xmlns:v="urn:schemas-microsoft-com:vml" Requires="v">
                <p:oleObj name="公式" r:id="rId9" imgW="1815840" imgH="457200" progId="Equation.3">
                  <p:embed/>
                </p:oleObj>
              </mc:Choice>
              <mc:Fallback>
                <p:oleObj name="公式" r:id="rId9" imgW="1815840" imgH="457200" progId="Equation.3">
                  <p:embed/>
                  <p:pic>
                    <p:nvPicPr>
                      <p:cNvPr id="574472"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14938" y="1714500"/>
                        <a:ext cx="3727450"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4473" name="Object 6"/>
          <p:cNvGraphicFramePr>
            <a:graphicFrameLocks noChangeAspect="1"/>
          </p:cNvGraphicFramePr>
          <p:nvPr/>
        </p:nvGraphicFramePr>
        <p:xfrm>
          <a:off x="71406" y="2514600"/>
          <a:ext cx="6096000" cy="2179638"/>
        </p:xfrm>
        <a:graphic>
          <a:graphicData uri="http://schemas.openxmlformats.org/presentationml/2006/ole">
            <mc:AlternateContent xmlns:mc="http://schemas.openxmlformats.org/markup-compatibility/2006">
              <mc:Choice xmlns:v="urn:schemas-microsoft-com:vml" Requires="v">
                <p:oleObj name="Equation" r:id="rId11" imgW="2628720" imgH="939600" progId="Equation.3">
                  <p:embed/>
                </p:oleObj>
              </mc:Choice>
              <mc:Fallback>
                <p:oleObj name="Equation" r:id="rId11" imgW="2628720" imgH="939600" progId="Equation.3">
                  <p:embed/>
                  <p:pic>
                    <p:nvPicPr>
                      <p:cNvPr id="574473"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406" y="2514600"/>
                        <a:ext cx="6096000" cy="2179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7" name="Text Box 10"/>
          <p:cNvSpPr txBox="1">
            <a:spLocks noChangeArrowheads="1"/>
          </p:cNvSpPr>
          <p:nvPr/>
        </p:nvSpPr>
        <p:spPr bwMode="auto">
          <a:xfrm>
            <a:off x="1600200" y="6350000"/>
            <a:ext cx="5181600" cy="519113"/>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zh-CN" altLang="zh-CN" sz="28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574475" name="Object 7"/>
          <p:cNvGraphicFramePr>
            <a:graphicFrameLocks noChangeAspect="1"/>
          </p:cNvGraphicFramePr>
          <p:nvPr/>
        </p:nvGraphicFramePr>
        <p:xfrm>
          <a:off x="73018" y="4714884"/>
          <a:ext cx="3570288" cy="1011238"/>
        </p:xfrm>
        <a:graphic>
          <a:graphicData uri="http://schemas.openxmlformats.org/presentationml/2006/ole">
            <mc:AlternateContent xmlns:mc="http://schemas.openxmlformats.org/markup-compatibility/2006">
              <mc:Choice xmlns:v="urn:schemas-microsoft-com:vml" Requires="v">
                <p:oleObj name="Equation" r:id="rId13" imgW="1701720" imgH="482400" progId="Equation.DSMT4">
                  <p:embed/>
                </p:oleObj>
              </mc:Choice>
              <mc:Fallback>
                <p:oleObj name="Equation" r:id="rId13" imgW="1701720" imgH="482400" progId="Equation.DSMT4">
                  <p:embed/>
                  <p:pic>
                    <p:nvPicPr>
                      <p:cNvPr id="574475"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018" y="4714884"/>
                        <a:ext cx="3570288" cy="1011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8" name="Line 21"/>
          <p:cNvSpPr>
            <a:spLocks noChangeShapeType="1"/>
          </p:cNvSpPr>
          <p:nvPr/>
        </p:nvSpPr>
        <p:spPr bwMode="auto">
          <a:xfrm>
            <a:off x="0" y="92868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4" name="Object 7"/>
          <p:cNvGraphicFramePr>
            <a:graphicFrameLocks noChangeAspect="1"/>
          </p:cNvGraphicFramePr>
          <p:nvPr/>
        </p:nvGraphicFramePr>
        <p:xfrm>
          <a:off x="11116" y="5702323"/>
          <a:ext cx="5060950" cy="1012825"/>
        </p:xfrm>
        <a:graphic>
          <a:graphicData uri="http://schemas.openxmlformats.org/presentationml/2006/ole">
            <mc:AlternateContent xmlns:mc="http://schemas.openxmlformats.org/markup-compatibility/2006">
              <mc:Choice xmlns:v="urn:schemas-microsoft-com:vml" Requires="v">
                <p:oleObj name="Equation" r:id="rId15" imgW="2412720" imgH="482400" progId="Equation.DSMT4">
                  <p:embed/>
                </p:oleObj>
              </mc:Choice>
              <mc:Fallback>
                <p:oleObj name="Equation" r:id="rId15" imgW="2412720" imgH="482400" progId="Equation.DSMT4">
                  <p:embed/>
                  <p:pic>
                    <p:nvPicPr>
                      <p:cNvPr id="14" name="Object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116" y="5702323"/>
                        <a:ext cx="5060950" cy="1012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7"/>
          <p:cNvGraphicFramePr>
            <a:graphicFrameLocks noChangeAspect="1"/>
          </p:cNvGraphicFramePr>
          <p:nvPr/>
        </p:nvGraphicFramePr>
        <p:xfrm>
          <a:off x="3643306" y="4714884"/>
          <a:ext cx="2451100" cy="1011238"/>
        </p:xfrm>
        <a:graphic>
          <a:graphicData uri="http://schemas.openxmlformats.org/presentationml/2006/ole">
            <mc:AlternateContent xmlns:mc="http://schemas.openxmlformats.org/markup-compatibility/2006">
              <mc:Choice xmlns:v="urn:schemas-microsoft-com:vml" Requires="v">
                <p:oleObj name="Equation" r:id="rId17" imgW="1168200" imgH="482400" progId="Equation.DSMT4">
                  <p:embed/>
                </p:oleObj>
              </mc:Choice>
              <mc:Fallback>
                <p:oleObj name="Equation" r:id="rId17" imgW="1168200" imgH="482400" progId="Equation.DSMT4">
                  <p:embed/>
                  <p:pic>
                    <p:nvPicPr>
                      <p:cNvPr id="15" name="Object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43306" y="4714884"/>
                        <a:ext cx="2451100" cy="1011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Text Box 28"/>
          <p:cNvSpPr txBox="1">
            <a:spLocks noChangeArrowheads="1"/>
          </p:cNvSpPr>
          <p:nvPr/>
        </p:nvSpPr>
        <p:spPr bwMode="auto">
          <a:xfrm>
            <a:off x="5416550" y="4929198"/>
            <a:ext cx="3727450" cy="1938992"/>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处理</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n</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问题</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判定</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是否相似于对角阵</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Λ</a:t>
            </a: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若可对角化，则求</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Λ</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及相应的相似变换矩阵</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使</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 </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Symbol" pitchFamily="18" charset="2"/>
              </a:rPr>
              <a:t></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 </a:t>
            </a:r>
            <a:r>
              <a:rPr kumimoji="1" lang="en-US" altLang="zh-CN" sz="1800" b="1" i="1"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由</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 </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Symbol" pitchFamily="18" charset="2"/>
              </a:rPr>
              <a:t></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 </a:t>
            </a:r>
            <a:r>
              <a:rPr kumimoji="1" lang="en-US" altLang="zh-CN" sz="1800" b="1" i="1"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得</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a:t>
            </a:r>
            <a:r>
              <a:rPr kumimoji="1" lang="en-US" altLang="zh-CN" sz="18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P</a:t>
            </a:r>
            <a:r>
              <a:rPr kumimoji="1" lang="en-US" altLang="zh-CN" sz="2000" b="1" i="1"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Symbol" pitchFamily="18" charset="2"/>
              </a:rPr>
              <a:t></a:t>
            </a:r>
            <a:r>
              <a:rPr kumimoji="1" lang="en-US" altLang="zh-CN" sz="2000" b="1" i="0" u="none" strike="noStrike" kern="1200" cap="none" spc="0" normalizeH="0" baseline="3000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n</a:t>
            </a:r>
            <a:r>
              <a:rPr kumimoji="1" lang="en-US" altLang="zh-CN" sz="18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P</a:t>
            </a:r>
            <a:r>
              <a:rPr kumimoji="1" lang="en-US" altLang="zh-CN" sz="18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extLst>
      <p:ext uri="{BB962C8B-B14F-4D97-AF65-F5344CB8AC3E}">
        <p14:creationId xmlns:p14="http://schemas.microsoft.com/office/powerpoint/2010/main" val="2036125404"/>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74470"/>
                                        </p:tgtEl>
                                        <p:attrNameLst>
                                          <p:attrName>style.visibility</p:attrName>
                                        </p:attrNameLst>
                                      </p:cBhvr>
                                      <p:to>
                                        <p:strVal val="visible"/>
                                      </p:to>
                                    </p:set>
                                    <p:animEffect transition="in" filter="wipe(left)">
                                      <p:cBhvr>
                                        <p:cTn id="7" dur="500"/>
                                        <p:tgtEl>
                                          <p:spTgt spid="5744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74471"/>
                                        </p:tgtEl>
                                        <p:attrNameLst>
                                          <p:attrName>style.visibility</p:attrName>
                                        </p:attrNameLst>
                                      </p:cBhvr>
                                      <p:to>
                                        <p:strVal val="visible"/>
                                      </p:to>
                                    </p:set>
                                    <p:animEffect transition="in" filter="wipe(left)">
                                      <p:cBhvr>
                                        <p:cTn id="12" dur="500"/>
                                        <p:tgtEl>
                                          <p:spTgt spid="5744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574472"/>
                                        </p:tgtEl>
                                        <p:attrNameLst>
                                          <p:attrName>style.visibility</p:attrName>
                                        </p:attrNameLst>
                                      </p:cBhvr>
                                      <p:to>
                                        <p:strVal val="visible"/>
                                      </p:to>
                                    </p:set>
                                    <p:animEffect transition="in" filter="wipe(left)">
                                      <p:cBhvr>
                                        <p:cTn id="17" dur="500"/>
                                        <p:tgtEl>
                                          <p:spTgt spid="57447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74473"/>
                                        </p:tgtEl>
                                        <p:attrNameLst>
                                          <p:attrName>style.visibility</p:attrName>
                                        </p:attrNameLst>
                                      </p:cBhvr>
                                      <p:to>
                                        <p:strVal val="visible"/>
                                      </p:to>
                                    </p:set>
                                    <p:animEffect transition="in" filter="wipe(left)">
                                      <p:cBhvr>
                                        <p:cTn id="22" dur="500"/>
                                        <p:tgtEl>
                                          <p:spTgt spid="57447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74475"/>
                                        </p:tgtEl>
                                        <p:attrNameLst>
                                          <p:attrName>style.visibility</p:attrName>
                                        </p:attrNameLst>
                                      </p:cBhvr>
                                      <p:to>
                                        <p:strVal val="visible"/>
                                      </p:to>
                                    </p:set>
                                    <p:animEffect transition="in" filter="wipe(left)">
                                      <p:cBhvr>
                                        <p:cTn id="27" dur="500"/>
                                        <p:tgtEl>
                                          <p:spTgt spid="57447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left)">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3">
                                            <p:bg/>
                                          </p:spTgt>
                                        </p:tgtEl>
                                        <p:attrNameLst>
                                          <p:attrName>style.visibility</p:attrName>
                                        </p:attrNameLst>
                                      </p:cBhvr>
                                      <p:to>
                                        <p:strVal val="visible"/>
                                      </p:to>
                                    </p:set>
                                    <p:animEffect transition="in" filter="wipe(left)">
                                      <p:cBhvr>
                                        <p:cTn id="42" dur="500"/>
                                        <p:tgtEl>
                                          <p:spTgt spid="13">
                                            <p:bg/>
                                          </p:spTgt>
                                        </p:tgtEl>
                                      </p:cBhvr>
                                    </p:animEffect>
                                  </p:childTnLst>
                                </p:cTn>
                              </p:par>
                              <p:par>
                                <p:cTn id="43" presetID="22" presetClass="entr" presetSubtype="8" fill="hold" nodeType="withEffect">
                                  <p:stCondLst>
                                    <p:cond delay="0"/>
                                  </p:stCondLst>
                                  <p:childTnLst>
                                    <p:set>
                                      <p:cBhvr>
                                        <p:cTn id="44" dur="1" fill="hold">
                                          <p:stCondLst>
                                            <p:cond delay="0"/>
                                          </p:stCondLst>
                                        </p:cTn>
                                        <p:tgtEl>
                                          <p:spTgt spid="13">
                                            <p:txEl>
                                              <p:pRg st="0" end="0"/>
                                            </p:txEl>
                                          </p:spTgt>
                                        </p:tgtEl>
                                        <p:attrNameLst>
                                          <p:attrName>style.visibility</p:attrName>
                                        </p:attrNameLst>
                                      </p:cBhvr>
                                      <p:to>
                                        <p:strVal val="visible"/>
                                      </p:to>
                                    </p:set>
                                    <p:animEffect transition="in" filter="wipe(left)">
                                      <p:cBhvr>
                                        <p:cTn id="45" dur="500"/>
                                        <p:tgtEl>
                                          <p:spTgt spid="13">
                                            <p:txEl>
                                              <p:pRg st="0" end="0"/>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13">
                                            <p:txEl>
                                              <p:pRg st="1" end="1"/>
                                            </p:txEl>
                                          </p:spTgt>
                                        </p:tgtEl>
                                        <p:attrNameLst>
                                          <p:attrName>style.visibility</p:attrName>
                                        </p:attrNameLst>
                                      </p:cBhvr>
                                      <p:to>
                                        <p:strVal val="visible"/>
                                      </p:to>
                                    </p:set>
                                    <p:animEffect transition="in" filter="wipe(left)">
                                      <p:cBhvr>
                                        <p:cTn id="50" dur="500"/>
                                        <p:tgtEl>
                                          <p:spTgt spid="13">
                                            <p:txEl>
                                              <p:pRg st="1" end="1"/>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13">
                                            <p:txEl>
                                              <p:pRg st="2" end="2"/>
                                            </p:txEl>
                                          </p:spTgt>
                                        </p:tgtEl>
                                        <p:attrNameLst>
                                          <p:attrName>style.visibility</p:attrName>
                                        </p:attrNameLst>
                                      </p:cBhvr>
                                      <p:to>
                                        <p:strVal val="visible"/>
                                      </p:to>
                                    </p:set>
                                    <p:animEffect transition="in" filter="wipe(left)">
                                      <p:cBhvr>
                                        <p:cTn id="55" dur="500"/>
                                        <p:tgtEl>
                                          <p:spTgt spid="13">
                                            <p:txEl>
                                              <p:pRg st="2" end="2"/>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3">
                                            <p:txEl>
                                              <p:pRg st="3" end="3"/>
                                            </p:txEl>
                                          </p:spTgt>
                                        </p:tgtEl>
                                        <p:attrNameLst>
                                          <p:attrName>style.visibility</p:attrName>
                                        </p:attrNameLst>
                                      </p:cBhvr>
                                      <p:to>
                                        <p:strVal val="visible"/>
                                      </p:to>
                                    </p:set>
                                    <p:animEffect transition="in" filter="wipe(left)">
                                      <p:cBhvr>
                                        <p:cTn id="60" dur="500"/>
                                        <p:tgtEl>
                                          <p:spTgt spid="1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allAtOnce"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bwMode="auto">
          <a:xfrm>
            <a:off x="0" y="0"/>
            <a:ext cx="9144000" cy="1142984"/>
          </a:xfrm>
          <a:prstGeom prst="rect">
            <a:avLst/>
          </a:prstGeom>
          <a:solidFill>
            <a:schemeClr val="accent2">
              <a:lumMod val="20000"/>
              <a:lumOff val="80000"/>
            </a:schemeClr>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595970" name="Object 2"/>
          <p:cNvGraphicFramePr>
            <a:graphicFrameLocks noChangeAspect="1"/>
          </p:cNvGraphicFramePr>
          <p:nvPr/>
        </p:nvGraphicFramePr>
        <p:xfrm>
          <a:off x="719105" y="1258872"/>
          <a:ext cx="2736850" cy="379412"/>
        </p:xfrm>
        <a:graphic>
          <a:graphicData uri="http://schemas.openxmlformats.org/presentationml/2006/ole">
            <mc:AlternateContent xmlns:mc="http://schemas.openxmlformats.org/markup-compatibility/2006">
              <mc:Choice xmlns:v="urn:schemas-microsoft-com:vml" Requires="v">
                <p:oleObj name="公式" r:id="rId3" imgW="2717640" imgH="368280" progId="Equation.3">
                  <p:embed/>
                </p:oleObj>
              </mc:Choice>
              <mc:Fallback>
                <p:oleObj name="公式" r:id="rId3" imgW="2717640" imgH="368280" progId="Equation.3">
                  <p:embed/>
                  <p:pic>
                    <p:nvPicPr>
                      <p:cNvPr id="59597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9105" y="1258872"/>
                        <a:ext cx="2736850" cy="379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71" name="Object 3"/>
          <p:cNvGraphicFramePr>
            <a:graphicFrameLocks noChangeAspect="1"/>
          </p:cNvGraphicFramePr>
          <p:nvPr/>
        </p:nvGraphicFramePr>
        <p:xfrm>
          <a:off x="749305" y="2024047"/>
          <a:ext cx="1441450" cy="354012"/>
        </p:xfrm>
        <a:graphic>
          <a:graphicData uri="http://schemas.openxmlformats.org/presentationml/2006/ole">
            <mc:AlternateContent xmlns:mc="http://schemas.openxmlformats.org/markup-compatibility/2006">
              <mc:Choice xmlns:v="urn:schemas-microsoft-com:vml" Requires="v">
                <p:oleObj name="公式" r:id="rId5" imgW="1396800" imgH="355320" progId="Equation.3">
                  <p:embed/>
                </p:oleObj>
              </mc:Choice>
              <mc:Fallback>
                <p:oleObj name="公式" r:id="rId5" imgW="1396800" imgH="355320" progId="Equation.3">
                  <p:embed/>
                  <p:pic>
                    <p:nvPicPr>
                      <p:cNvPr id="595971"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9305" y="2024047"/>
                        <a:ext cx="1441450" cy="354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72" name="Object 4"/>
          <p:cNvGraphicFramePr>
            <a:graphicFrameLocks noChangeAspect="1"/>
          </p:cNvGraphicFramePr>
          <p:nvPr/>
        </p:nvGraphicFramePr>
        <p:xfrm>
          <a:off x="744534" y="2484422"/>
          <a:ext cx="3182938" cy="879475"/>
        </p:xfrm>
        <a:graphic>
          <a:graphicData uri="http://schemas.openxmlformats.org/presentationml/2006/ole">
            <mc:AlternateContent xmlns:mc="http://schemas.openxmlformats.org/markup-compatibility/2006">
              <mc:Choice xmlns:v="urn:schemas-microsoft-com:vml" Requires="v">
                <p:oleObj name="公式" r:id="rId7" imgW="1269720" imgH="406080" progId="Equation.3">
                  <p:embed/>
                </p:oleObj>
              </mc:Choice>
              <mc:Fallback>
                <p:oleObj name="公式" r:id="rId7" imgW="1269720" imgH="406080" progId="Equation.3">
                  <p:embed/>
                  <p:pic>
                    <p:nvPicPr>
                      <p:cNvPr id="595972"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4534" y="2484422"/>
                        <a:ext cx="3182938" cy="879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73" name="Object 5"/>
          <p:cNvGraphicFramePr>
            <a:graphicFrameLocks noChangeAspect="1"/>
          </p:cNvGraphicFramePr>
          <p:nvPr/>
        </p:nvGraphicFramePr>
        <p:xfrm>
          <a:off x="903541" y="0"/>
          <a:ext cx="7954739" cy="1084224"/>
        </p:xfrm>
        <a:graphic>
          <a:graphicData uri="http://schemas.openxmlformats.org/presentationml/2006/ole">
            <mc:AlternateContent xmlns:mc="http://schemas.openxmlformats.org/markup-compatibility/2006">
              <mc:Choice xmlns:v="urn:schemas-microsoft-com:vml" Requires="v">
                <p:oleObj name="Equation" r:id="rId9" imgW="3327120" imgH="457200" progId="Equation.DSMT4">
                  <p:embed/>
                </p:oleObj>
              </mc:Choice>
              <mc:Fallback>
                <p:oleObj name="Equation" r:id="rId9" imgW="3327120" imgH="457200" progId="Equation.DSMT4">
                  <p:embed/>
                  <p:pic>
                    <p:nvPicPr>
                      <p:cNvPr id="595973"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3541" y="0"/>
                        <a:ext cx="7954739" cy="108422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74" name="Object 6"/>
          <p:cNvGraphicFramePr>
            <a:graphicFrameLocks noChangeAspect="1"/>
          </p:cNvGraphicFramePr>
          <p:nvPr/>
        </p:nvGraphicFramePr>
        <p:xfrm>
          <a:off x="1312879" y="3492484"/>
          <a:ext cx="2286000" cy="409575"/>
        </p:xfrm>
        <a:graphic>
          <a:graphicData uri="http://schemas.openxmlformats.org/presentationml/2006/ole">
            <mc:AlternateContent xmlns:mc="http://schemas.openxmlformats.org/markup-compatibility/2006">
              <mc:Choice xmlns:v="urn:schemas-microsoft-com:vml" Requires="v">
                <p:oleObj name="公式" r:id="rId11" imgW="2031840" imgH="393480" progId="Equation.3">
                  <p:embed/>
                </p:oleObj>
              </mc:Choice>
              <mc:Fallback>
                <p:oleObj name="公式" r:id="rId11" imgW="2031840" imgH="393480" progId="Equation.3">
                  <p:embed/>
                  <p:pic>
                    <p:nvPicPr>
                      <p:cNvPr id="595974"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12879" y="3492484"/>
                        <a:ext cx="2286000" cy="409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75" name="Object 7"/>
          <p:cNvGraphicFramePr>
            <a:graphicFrameLocks noChangeAspect="1"/>
          </p:cNvGraphicFramePr>
          <p:nvPr/>
        </p:nvGraphicFramePr>
        <p:xfrm>
          <a:off x="3544904" y="3276584"/>
          <a:ext cx="2881313" cy="849313"/>
        </p:xfrm>
        <a:graphic>
          <a:graphicData uri="http://schemas.openxmlformats.org/presentationml/2006/ole">
            <mc:AlternateContent xmlns:mc="http://schemas.openxmlformats.org/markup-compatibility/2006">
              <mc:Choice xmlns:v="urn:schemas-microsoft-com:vml" Requires="v">
                <p:oleObj name="公式" r:id="rId13" imgW="2247840" imgH="825480" progId="Equation.3">
                  <p:embed/>
                </p:oleObj>
              </mc:Choice>
              <mc:Fallback>
                <p:oleObj name="公式" r:id="rId13" imgW="2247840" imgH="825480" progId="Equation.3">
                  <p:embed/>
                  <p:pic>
                    <p:nvPicPr>
                      <p:cNvPr id="595975"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44904" y="3276584"/>
                        <a:ext cx="2881313" cy="849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95976" name="Text Box 8"/>
          <p:cNvSpPr txBox="1">
            <a:spLocks noChangeArrowheads="1"/>
          </p:cNvSpPr>
          <p:nvPr/>
        </p:nvSpPr>
        <p:spPr bwMode="auto">
          <a:xfrm>
            <a:off x="-12726" y="-24"/>
            <a:ext cx="941388" cy="544765"/>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练习</a:t>
            </a:r>
            <a:endPar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endParaRPr>
          </a:p>
        </p:txBody>
      </p:sp>
      <p:sp>
        <p:nvSpPr>
          <p:cNvPr id="595977" name="Text Box 9"/>
          <p:cNvSpPr txBox="1">
            <a:spLocks noChangeArrowheads="1"/>
          </p:cNvSpPr>
          <p:nvPr/>
        </p:nvSpPr>
        <p:spPr bwMode="auto">
          <a:xfrm>
            <a:off x="-32" y="1142984"/>
            <a:ext cx="719137" cy="517129"/>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证</a:t>
            </a:r>
            <a:r>
              <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a:t>
            </a:r>
          </a:p>
        </p:txBody>
      </p:sp>
      <p:graphicFrame>
        <p:nvGraphicFramePr>
          <p:cNvPr id="595978" name="Object 10"/>
          <p:cNvGraphicFramePr>
            <a:graphicFrameLocks noChangeAspect="1"/>
          </p:cNvGraphicFramePr>
          <p:nvPr/>
        </p:nvGraphicFramePr>
        <p:xfrm>
          <a:off x="2333630" y="2051034"/>
          <a:ext cx="2736850" cy="398463"/>
        </p:xfrm>
        <a:graphic>
          <a:graphicData uri="http://schemas.openxmlformats.org/presentationml/2006/ole">
            <mc:AlternateContent xmlns:mc="http://schemas.openxmlformats.org/markup-compatibility/2006">
              <mc:Choice xmlns:v="urn:schemas-microsoft-com:vml" Requires="v">
                <p:oleObj name="公式" r:id="rId15" imgW="2539800" imgH="393480" progId="Equation.3">
                  <p:embed/>
                </p:oleObj>
              </mc:Choice>
              <mc:Fallback>
                <p:oleObj name="公式" r:id="rId15" imgW="2539800" imgH="393480" progId="Equation.3">
                  <p:embed/>
                  <p:pic>
                    <p:nvPicPr>
                      <p:cNvPr id="595978" name="Object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33630" y="2051034"/>
                        <a:ext cx="2736850" cy="398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95979" name="Oval 11"/>
          <p:cNvSpPr>
            <a:spLocks noChangeArrowheads="1"/>
          </p:cNvSpPr>
          <p:nvPr/>
        </p:nvSpPr>
        <p:spPr bwMode="auto">
          <a:xfrm>
            <a:off x="1484305" y="2484422"/>
            <a:ext cx="1800225" cy="1008062"/>
          </a:xfrm>
          <a:prstGeom prst="ellipse">
            <a:avLst/>
          </a:prstGeom>
          <a:noFill/>
          <a:ln w="19050">
            <a:solidFill>
              <a:srgbClr val="000080"/>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charset="-122"/>
              <a:cs typeface="+mn-cs"/>
            </a:endParaRPr>
          </a:p>
        </p:txBody>
      </p:sp>
      <p:graphicFrame>
        <p:nvGraphicFramePr>
          <p:cNvPr id="595980" name="Object 12"/>
          <p:cNvGraphicFramePr>
            <a:graphicFrameLocks noChangeAspect="1"/>
          </p:cNvGraphicFramePr>
          <p:nvPr/>
        </p:nvGraphicFramePr>
        <p:xfrm>
          <a:off x="714348" y="5399066"/>
          <a:ext cx="5041900" cy="561975"/>
        </p:xfrm>
        <a:graphic>
          <a:graphicData uri="http://schemas.openxmlformats.org/presentationml/2006/ole">
            <mc:AlternateContent xmlns:mc="http://schemas.openxmlformats.org/markup-compatibility/2006">
              <mc:Choice xmlns:v="urn:schemas-microsoft-com:vml" Requires="v">
                <p:oleObj name="公式" r:id="rId17" imgW="1942920" imgH="228600" progId="Equation.3">
                  <p:embed/>
                </p:oleObj>
              </mc:Choice>
              <mc:Fallback>
                <p:oleObj name="公式" r:id="rId17" imgW="1942920" imgH="228600" progId="Equation.3">
                  <p:embed/>
                  <p:pic>
                    <p:nvPicPr>
                      <p:cNvPr id="595980" name="Object 1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4348" y="5399066"/>
                        <a:ext cx="5041900" cy="561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81" name="Object 13"/>
          <p:cNvGraphicFramePr>
            <a:graphicFrameLocks noChangeAspect="1"/>
          </p:cNvGraphicFramePr>
          <p:nvPr/>
        </p:nvGraphicFramePr>
        <p:xfrm>
          <a:off x="736617" y="4211622"/>
          <a:ext cx="3241675" cy="373062"/>
        </p:xfrm>
        <a:graphic>
          <a:graphicData uri="http://schemas.openxmlformats.org/presentationml/2006/ole">
            <mc:AlternateContent xmlns:mc="http://schemas.openxmlformats.org/markup-compatibility/2006">
              <mc:Choice xmlns:v="urn:schemas-microsoft-com:vml" Requires="v">
                <p:oleObj name="公式" r:id="rId19" imgW="3136680" imgH="368280" progId="Equation.3">
                  <p:embed/>
                </p:oleObj>
              </mc:Choice>
              <mc:Fallback>
                <p:oleObj name="公式" r:id="rId19" imgW="3136680" imgH="368280" progId="Equation.3">
                  <p:embed/>
                  <p:pic>
                    <p:nvPicPr>
                      <p:cNvPr id="595981" name="Object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36617" y="4211622"/>
                        <a:ext cx="3241675" cy="3730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82" name="Object 14"/>
          <p:cNvGraphicFramePr>
            <a:graphicFrameLocks noChangeAspect="1"/>
          </p:cNvGraphicFramePr>
          <p:nvPr/>
        </p:nvGraphicFramePr>
        <p:xfrm>
          <a:off x="714348" y="4786322"/>
          <a:ext cx="2592388" cy="484188"/>
        </p:xfrm>
        <a:graphic>
          <a:graphicData uri="http://schemas.openxmlformats.org/presentationml/2006/ole">
            <mc:AlternateContent xmlns:mc="http://schemas.openxmlformats.org/markup-compatibility/2006">
              <mc:Choice xmlns:v="urn:schemas-microsoft-com:vml" Requires="v">
                <p:oleObj name="公式" r:id="rId21" imgW="965160" imgH="190440" progId="Equation.3">
                  <p:embed/>
                </p:oleObj>
              </mc:Choice>
              <mc:Fallback>
                <p:oleObj name="公式" r:id="rId21" imgW="965160" imgH="190440" progId="Equation.3">
                  <p:embed/>
                  <p:pic>
                    <p:nvPicPr>
                      <p:cNvPr id="595982" name="Object 1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4348" y="4786322"/>
                        <a:ext cx="2592388" cy="4841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5983" name="Object 15"/>
          <p:cNvGraphicFramePr>
            <a:graphicFrameLocks noChangeAspect="1"/>
          </p:cNvGraphicFramePr>
          <p:nvPr/>
        </p:nvGraphicFramePr>
        <p:xfrm>
          <a:off x="2911478" y="5892800"/>
          <a:ext cx="2160588" cy="965200"/>
        </p:xfrm>
        <a:graphic>
          <a:graphicData uri="http://schemas.openxmlformats.org/presentationml/2006/ole">
            <mc:AlternateContent xmlns:mc="http://schemas.openxmlformats.org/markup-compatibility/2006">
              <mc:Choice xmlns:v="urn:schemas-microsoft-com:vml" Requires="v">
                <p:oleObj name="公式" r:id="rId23" imgW="825480" imgH="406080" progId="Equation.3">
                  <p:embed/>
                </p:oleObj>
              </mc:Choice>
              <mc:Fallback>
                <p:oleObj name="公式" r:id="rId23" imgW="825480" imgH="406080" progId="Equation.3">
                  <p:embed/>
                  <p:pic>
                    <p:nvPicPr>
                      <p:cNvPr id="595983" name="Object 15"/>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911478" y="5892800"/>
                        <a:ext cx="2160588"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Line 25"/>
          <p:cNvSpPr>
            <a:spLocks noChangeShapeType="1"/>
          </p:cNvSpPr>
          <p:nvPr/>
        </p:nvSpPr>
        <p:spPr bwMode="auto">
          <a:xfrm>
            <a:off x="0" y="1142984"/>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9" name="Text Box 28"/>
          <p:cNvSpPr txBox="1">
            <a:spLocks noChangeArrowheads="1"/>
          </p:cNvSpPr>
          <p:nvPr/>
        </p:nvSpPr>
        <p:spPr bwMode="auto">
          <a:xfrm>
            <a:off x="5214973" y="1255928"/>
            <a:ext cx="3857621" cy="1815882"/>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凑项法：</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）消项：左乘或右乘</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消去</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）移项：将方程整理成</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3</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）凑项：因式分解，将方程化为</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×□=E</a:t>
            </a:r>
          </a:p>
        </p:txBody>
      </p:sp>
      <p:sp>
        <p:nvSpPr>
          <p:cNvPr id="20" name="动作按钮: 帮助 19">
            <a:hlinkClick r:id="rId25"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95977"/>
                                        </p:tgtEl>
                                        <p:attrNameLst>
                                          <p:attrName>style.visibility</p:attrName>
                                        </p:attrNameLst>
                                      </p:cBhvr>
                                      <p:to>
                                        <p:strVal val="visible"/>
                                      </p:to>
                                    </p:set>
                                    <p:animEffect transition="in" filter="wipe(left)">
                                      <p:cBhvr>
                                        <p:cTn id="7" dur="500"/>
                                        <p:tgtEl>
                                          <p:spTgt spid="595977"/>
                                        </p:tgtEl>
                                      </p:cBhvr>
                                    </p:animEffect>
                                  </p:childTnLst>
                                </p:cTn>
                              </p:par>
                              <p:par>
                                <p:cTn id="8" presetID="22" presetClass="entr" presetSubtype="8" fill="hold" nodeType="withEffect">
                                  <p:stCondLst>
                                    <p:cond delay="0"/>
                                  </p:stCondLst>
                                  <p:childTnLst>
                                    <p:set>
                                      <p:cBhvr>
                                        <p:cTn id="9" dur="1" fill="hold">
                                          <p:stCondLst>
                                            <p:cond delay="0"/>
                                          </p:stCondLst>
                                        </p:cTn>
                                        <p:tgtEl>
                                          <p:spTgt spid="595970"/>
                                        </p:tgtEl>
                                        <p:attrNameLst>
                                          <p:attrName>style.visibility</p:attrName>
                                        </p:attrNameLst>
                                      </p:cBhvr>
                                      <p:to>
                                        <p:strVal val="visible"/>
                                      </p:to>
                                    </p:set>
                                    <p:animEffect transition="in" filter="wipe(left)">
                                      <p:cBhvr>
                                        <p:cTn id="10" dur="500"/>
                                        <p:tgtEl>
                                          <p:spTgt spid="59597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95971"/>
                                        </p:tgtEl>
                                        <p:attrNameLst>
                                          <p:attrName>style.visibility</p:attrName>
                                        </p:attrNameLst>
                                      </p:cBhvr>
                                      <p:to>
                                        <p:strVal val="visible"/>
                                      </p:to>
                                    </p:set>
                                    <p:animEffect transition="in" filter="wipe(left)">
                                      <p:cBhvr>
                                        <p:cTn id="15" dur="500"/>
                                        <p:tgtEl>
                                          <p:spTgt spid="59597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595978"/>
                                        </p:tgtEl>
                                        <p:attrNameLst>
                                          <p:attrName>style.visibility</p:attrName>
                                        </p:attrNameLst>
                                      </p:cBhvr>
                                      <p:to>
                                        <p:strVal val="visible"/>
                                      </p:to>
                                    </p:set>
                                    <p:animEffect transition="in" filter="wipe(left)">
                                      <p:cBhvr>
                                        <p:cTn id="20" dur="500"/>
                                        <p:tgtEl>
                                          <p:spTgt spid="59597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95972"/>
                                        </p:tgtEl>
                                        <p:attrNameLst>
                                          <p:attrName>style.visibility</p:attrName>
                                        </p:attrNameLst>
                                      </p:cBhvr>
                                      <p:to>
                                        <p:strVal val="visible"/>
                                      </p:to>
                                    </p:set>
                                    <p:animEffect transition="in" filter="wipe(left)">
                                      <p:cBhvr>
                                        <p:cTn id="25" dur="500"/>
                                        <p:tgtEl>
                                          <p:spTgt spid="59597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595979"/>
                                        </p:tgtEl>
                                        <p:attrNameLst>
                                          <p:attrName>style.visibility</p:attrName>
                                        </p:attrNameLst>
                                      </p:cBhvr>
                                      <p:to>
                                        <p:strVal val="visible"/>
                                      </p:to>
                                    </p:set>
                                    <p:animEffect transition="in" filter="wipe(left)">
                                      <p:cBhvr>
                                        <p:cTn id="30" dur="500"/>
                                        <p:tgtEl>
                                          <p:spTgt spid="59597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595974"/>
                                        </p:tgtEl>
                                        <p:attrNameLst>
                                          <p:attrName>style.visibility</p:attrName>
                                        </p:attrNameLst>
                                      </p:cBhvr>
                                      <p:to>
                                        <p:strVal val="visible"/>
                                      </p:to>
                                    </p:set>
                                    <p:animEffect transition="in" filter="wipe(left)">
                                      <p:cBhvr>
                                        <p:cTn id="35" dur="500"/>
                                        <p:tgtEl>
                                          <p:spTgt spid="595974"/>
                                        </p:tgtEl>
                                      </p:cBhvr>
                                    </p:animEffect>
                                  </p:childTnLst>
                                </p:cTn>
                              </p:par>
                            </p:childTnLst>
                          </p:cTn>
                        </p:par>
                      </p:childTnLst>
                    </p:cTn>
                  </p:par>
                  <p:par>
                    <p:cTn id="36" fill="hold">
                      <p:stCondLst>
                        <p:cond delay="indefinite"/>
                      </p:stCondLst>
                      <p:childTnLst>
                        <p:par>
                          <p:cTn id="37" fill="hold">
                            <p:stCondLst>
                              <p:cond delay="0"/>
                            </p:stCondLst>
                            <p:childTnLst>
                              <p:par>
                                <p:cTn id="38" presetID="18" presetClass="entr" presetSubtype="6" fill="hold" nodeType="clickEffect">
                                  <p:stCondLst>
                                    <p:cond delay="0"/>
                                  </p:stCondLst>
                                  <p:childTnLst>
                                    <p:set>
                                      <p:cBhvr>
                                        <p:cTn id="39" dur="1" fill="hold">
                                          <p:stCondLst>
                                            <p:cond delay="0"/>
                                          </p:stCondLst>
                                        </p:cTn>
                                        <p:tgtEl>
                                          <p:spTgt spid="595975"/>
                                        </p:tgtEl>
                                        <p:attrNameLst>
                                          <p:attrName>style.visibility</p:attrName>
                                        </p:attrNameLst>
                                      </p:cBhvr>
                                      <p:to>
                                        <p:strVal val="visible"/>
                                      </p:to>
                                    </p:set>
                                    <p:animEffect transition="in" filter="strips(downRight)">
                                      <p:cBhvr>
                                        <p:cTn id="40" dur="500"/>
                                        <p:tgtEl>
                                          <p:spTgt spid="595975"/>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595981"/>
                                        </p:tgtEl>
                                        <p:attrNameLst>
                                          <p:attrName>style.visibility</p:attrName>
                                        </p:attrNameLst>
                                      </p:cBhvr>
                                      <p:to>
                                        <p:strVal val="visible"/>
                                      </p:to>
                                    </p:set>
                                    <p:animEffect transition="in" filter="wipe(left)">
                                      <p:cBhvr>
                                        <p:cTn id="45" dur="500"/>
                                        <p:tgtEl>
                                          <p:spTgt spid="595981"/>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595982"/>
                                        </p:tgtEl>
                                        <p:attrNameLst>
                                          <p:attrName>style.visibility</p:attrName>
                                        </p:attrNameLst>
                                      </p:cBhvr>
                                      <p:to>
                                        <p:strVal val="visible"/>
                                      </p:to>
                                    </p:set>
                                    <p:animEffect transition="in" filter="wipe(left)">
                                      <p:cBhvr>
                                        <p:cTn id="50" dur="500"/>
                                        <p:tgtEl>
                                          <p:spTgt spid="595982"/>
                                        </p:tgtEl>
                                      </p:cBhvr>
                                    </p:animEffect>
                                  </p:childTnLst>
                                </p:cTn>
                              </p:par>
                            </p:childTnLst>
                          </p:cTn>
                        </p:par>
                      </p:childTnLst>
                    </p:cTn>
                  </p:par>
                  <p:par>
                    <p:cTn id="51" fill="hold">
                      <p:stCondLst>
                        <p:cond delay="indefinite"/>
                      </p:stCondLst>
                      <p:childTnLst>
                        <p:par>
                          <p:cTn id="52" fill="hold">
                            <p:stCondLst>
                              <p:cond delay="0"/>
                            </p:stCondLst>
                            <p:childTnLst>
                              <p:par>
                                <p:cTn id="53" presetID="18" presetClass="entr" presetSubtype="6" fill="hold" nodeType="clickEffect">
                                  <p:stCondLst>
                                    <p:cond delay="0"/>
                                  </p:stCondLst>
                                  <p:childTnLst>
                                    <p:set>
                                      <p:cBhvr>
                                        <p:cTn id="54" dur="1" fill="hold">
                                          <p:stCondLst>
                                            <p:cond delay="0"/>
                                          </p:stCondLst>
                                        </p:cTn>
                                        <p:tgtEl>
                                          <p:spTgt spid="595980"/>
                                        </p:tgtEl>
                                        <p:attrNameLst>
                                          <p:attrName>style.visibility</p:attrName>
                                        </p:attrNameLst>
                                      </p:cBhvr>
                                      <p:to>
                                        <p:strVal val="visible"/>
                                      </p:to>
                                    </p:set>
                                    <p:animEffect transition="in" filter="strips(downRight)">
                                      <p:cBhvr>
                                        <p:cTn id="55" dur="500"/>
                                        <p:tgtEl>
                                          <p:spTgt spid="595980"/>
                                        </p:tgtEl>
                                      </p:cBhvr>
                                    </p:animEffect>
                                  </p:childTnLst>
                                </p:cTn>
                              </p:par>
                            </p:childTnLst>
                          </p:cTn>
                        </p:par>
                      </p:childTnLst>
                    </p:cTn>
                  </p:par>
                  <p:par>
                    <p:cTn id="56" fill="hold">
                      <p:stCondLst>
                        <p:cond delay="indefinite"/>
                      </p:stCondLst>
                      <p:childTnLst>
                        <p:par>
                          <p:cTn id="57" fill="hold">
                            <p:stCondLst>
                              <p:cond delay="0"/>
                            </p:stCondLst>
                            <p:childTnLst>
                              <p:par>
                                <p:cTn id="58" presetID="18" presetClass="entr" presetSubtype="6" fill="hold" nodeType="clickEffect">
                                  <p:stCondLst>
                                    <p:cond delay="0"/>
                                  </p:stCondLst>
                                  <p:childTnLst>
                                    <p:set>
                                      <p:cBhvr>
                                        <p:cTn id="59" dur="1" fill="hold">
                                          <p:stCondLst>
                                            <p:cond delay="0"/>
                                          </p:stCondLst>
                                        </p:cTn>
                                        <p:tgtEl>
                                          <p:spTgt spid="595983"/>
                                        </p:tgtEl>
                                        <p:attrNameLst>
                                          <p:attrName>style.visibility</p:attrName>
                                        </p:attrNameLst>
                                      </p:cBhvr>
                                      <p:to>
                                        <p:strVal val="visible"/>
                                      </p:to>
                                    </p:set>
                                    <p:animEffect transition="in" filter="strips(downRight)">
                                      <p:cBhvr>
                                        <p:cTn id="60" dur="500"/>
                                        <p:tgtEl>
                                          <p:spTgt spid="5959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5977" grpId="0" autoUpdateAnimBg="0"/>
      <p:bldP spid="59597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6" name="Text Box 8"/>
          <p:cNvSpPr txBox="1">
            <a:spLocks noChangeArrowheads="1"/>
          </p:cNvSpPr>
          <p:nvPr/>
        </p:nvSpPr>
        <p:spPr bwMode="auto">
          <a:xfrm>
            <a:off x="-12726" y="-24"/>
            <a:ext cx="869950" cy="517129"/>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例</a:t>
            </a:r>
            <a:endPar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endParaRPr>
          </a:p>
        </p:txBody>
      </p:sp>
      <p:sp>
        <p:nvSpPr>
          <p:cNvPr id="595977" name="Text Box 9"/>
          <p:cNvSpPr txBox="1">
            <a:spLocks noChangeArrowheads="1"/>
          </p:cNvSpPr>
          <p:nvPr/>
        </p:nvSpPr>
        <p:spPr bwMode="auto">
          <a:xfrm>
            <a:off x="-32" y="1000108"/>
            <a:ext cx="719137" cy="517129"/>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5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证</a:t>
            </a:r>
            <a:r>
              <a:rPr kumimoji="1" lang="en-US" altLang="zh-CN" sz="28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a:t>
            </a:r>
          </a:p>
        </p:txBody>
      </p:sp>
      <p:sp>
        <p:nvSpPr>
          <p:cNvPr id="16" name="Line 25"/>
          <p:cNvSpPr>
            <a:spLocks noChangeShapeType="1"/>
          </p:cNvSpPr>
          <p:nvPr/>
        </p:nvSpPr>
        <p:spPr bwMode="auto">
          <a:xfrm>
            <a:off x="0" y="1071546"/>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7" name="Text Box 28"/>
          <p:cNvSpPr txBox="1">
            <a:spLocks noChangeArrowheads="1"/>
          </p:cNvSpPr>
          <p:nvPr/>
        </p:nvSpPr>
        <p:spPr bwMode="auto">
          <a:xfrm>
            <a:off x="5072066" y="1142984"/>
            <a:ext cx="3912269" cy="341632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由抽象矩阵方程求抽象矩阵的逆，即凑项法：</a:t>
            </a:r>
            <a:endPar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1</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）消项：左乘或右乘</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消去多余元素，通常为</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a:t>
            </a:r>
            <a:r>
              <a:rPr kumimoji="1" lang="en-US" altLang="zh-CN" sz="1800" b="1" i="0" u="none" strike="noStrike" kern="1200" cap="none" spc="0" normalizeH="0" baseline="30000" noProof="0" dirty="0">
                <a:ln>
                  <a:noFill/>
                </a:ln>
                <a:solidFill>
                  <a:srgbClr val="FFFF00"/>
                </a:solidFill>
                <a:effectLst/>
                <a:uLnTx/>
                <a:uFillTx/>
                <a:latin typeface="Times New Roman" pitchFamily="18" charset="0"/>
                <a:ea typeface="黑体" pitchFamily="49" charset="-122"/>
                <a:cs typeface="+mn-cs"/>
              </a:rPr>
              <a:t>-1</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a:t>
            </a:r>
            <a:r>
              <a:rPr kumimoji="1" lang="en-US" altLang="zh-CN" sz="1800" b="1" i="0" u="none" strike="noStrike" kern="1200" cap="none" spc="0" normalizeH="0" baseline="30000" noProof="0" dirty="0">
                <a:ln>
                  <a:noFill/>
                </a:ln>
                <a:solidFill>
                  <a:srgbClr val="FFFF00"/>
                </a:solidFill>
                <a:effectLst/>
                <a:uLnTx/>
                <a:uFillTx/>
                <a:latin typeface="Times New Roman" pitchFamily="18" charset="0"/>
                <a:ea typeface="黑体" pitchFamily="49" charset="-122"/>
                <a:cs typeface="+mn-cs"/>
              </a:rPr>
              <a:t>*</a:t>
            </a:r>
            <a:endPar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2</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）移项：将方程整理成</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▲=0</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3</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）凑项：因式分解，将方程化为</a:t>
            </a:r>
            <a:endPar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×□=E</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其中：</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为已知的待求逆矩阵</a:t>
            </a:r>
            <a:endPar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                   </a:t>
            </a:r>
            <a:r>
              <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即为所求   </a:t>
            </a:r>
          </a:p>
        </p:txBody>
      </p:sp>
      <p:graphicFrame>
        <p:nvGraphicFramePr>
          <p:cNvPr id="419853" name="Object 23"/>
          <p:cNvGraphicFramePr>
            <a:graphicFrameLocks noChangeAspect="1"/>
          </p:cNvGraphicFramePr>
          <p:nvPr/>
        </p:nvGraphicFramePr>
        <p:xfrm>
          <a:off x="928662" y="-24"/>
          <a:ext cx="5294312" cy="1028701"/>
        </p:xfrm>
        <a:graphic>
          <a:graphicData uri="http://schemas.openxmlformats.org/presentationml/2006/ole">
            <mc:AlternateContent xmlns:mc="http://schemas.openxmlformats.org/markup-compatibility/2006">
              <mc:Choice xmlns:v="urn:schemas-microsoft-com:vml" Requires="v">
                <p:oleObj name="Equation" r:id="rId3" imgW="5016240" imgH="1066680" progId="Equation.DSMT4">
                  <p:embed/>
                </p:oleObj>
              </mc:Choice>
              <mc:Fallback>
                <p:oleObj name="Equation" r:id="rId3" imgW="5016240" imgH="1066680" progId="Equation.DSMT4">
                  <p:embed/>
                  <p:pic>
                    <p:nvPicPr>
                      <p:cNvPr id="419853" name="Object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8662" y="-24"/>
                        <a:ext cx="5294312" cy="10287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 name="Object 23"/>
          <p:cNvGraphicFramePr>
            <a:graphicFrameLocks noChangeAspect="1"/>
          </p:cNvGraphicFramePr>
          <p:nvPr/>
        </p:nvGraphicFramePr>
        <p:xfrm>
          <a:off x="558801" y="1088609"/>
          <a:ext cx="4222750" cy="1004888"/>
        </p:xfrm>
        <a:graphic>
          <a:graphicData uri="http://schemas.openxmlformats.org/presentationml/2006/ole">
            <mc:AlternateContent xmlns:mc="http://schemas.openxmlformats.org/markup-compatibility/2006">
              <mc:Choice xmlns:v="urn:schemas-microsoft-com:vml" Requires="v">
                <p:oleObj name="Equation" r:id="rId5" imgW="4000320" imgH="1041120" progId="Equation.DSMT4">
                  <p:embed/>
                </p:oleObj>
              </mc:Choice>
              <mc:Fallback>
                <p:oleObj name="Equation" r:id="rId5" imgW="4000320" imgH="1041120" progId="Equation.DSMT4">
                  <p:embed/>
                  <p:pic>
                    <p:nvPicPr>
                      <p:cNvPr id="19" name="Object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8801" y="1088609"/>
                        <a:ext cx="4222750" cy="1004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0" name="Object 23"/>
          <p:cNvGraphicFramePr>
            <a:graphicFrameLocks noChangeAspect="1"/>
          </p:cNvGraphicFramePr>
          <p:nvPr/>
        </p:nvGraphicFramePr>
        <p:xfrm>
          <a:off x="558801" y="2303055"/>
          <a:ext cx="4156075" cy="490538"/>
        </p:xfrm>
        <a:graphic>
          <a:graphicData uri="http://schemas.openxmlformats.org/presentationml/2006/ole">
            <mc:AlternateContent xmlns:mc="http://schemas.openxmlformats.org/markup-compatibility/2006">
              <mc:Choice xmlns:v="urn:schemas-microsoft-com:vml" Requires="v">
                <p:oleObj name="Equation" r:id="rId7" imgW="3936960" imgH="507960" progId="Equation.DSMT4">
                  <p:embed/>
                </p:oleObj>
              </mc:Choice>
              <mc:Fallback>
                <p:oleObj name="Equation" r:id="rId7" imgW="3936960" imgH="507960" progId="Equation.DSMT4">
                  <p:embed/>
                  <p:pic>
                    <p:nvPicPr>
                      <p:cNvPr id="20" name="Object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8801" y="2303055"/>
                        <a:ext cx="4156075" cy="49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1" name="Object 23"/>
          <p:cNvGraphicFramePr>
            <a:graphicFrameLocks noChangeAspect="1"/>
          </p:cNvGraphicFramePr>
          <p:nvPr/>
        </p:nvGraphicFramePr>
        <p:xfrm>
          <a:off x="558801" y="2945999"/>
          <a:ext cx="3498850" cy="490537"/>
        </p:xfrm>
        <a:graphic>
          <a:graphicData uri="http://schemas.openxmlformats.org/presentationml/2006/ole">
            <mc:AlternateContent xmlns:mc="http://schemas.openxmlformats.org/markup-compatibility/2006">
              <mc:Choice xmlns:v="urn:schemas-microsoft-com:vml" Requires="v">
                <p:oleObj name="Equation" r:id="rId9" imgW="3314520" imgH="507960" progId="Equation.DSMT4">
                  <p:embed/>
                </p:oleObj>
              </mc:Choice>
              <mc:Fallback>
                <p:oleObj name="Equation" r:id="rId9" imgW="3314520" imgH="507960" progId="Equation.DSMT4">
                  <p:embed/>
                  <p:pic>
                    <p:nvPicPr>
                      <p:cNvPr id="21" name="Object 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8801" y="2945999"/>
                        <a:ext cx="3498850" cy="490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2" name="Object 23"/>
          <p:cNvGraphicFramePr>
            <a:graphicFrameLocks noChangeAspect="1"/>
          </p:cNvGraphicFramePr>
          <p:nvPr/>
        </p:nvGraphicFramePr>
        <p:xfrm>
          <a:off x="558801" y="3588939"/>
          <a:ext cx="4008438" cy="490537"/>
        </p:xfrm>
        <a:graphic>
          <a:graphicData uri="http://schemas.openxmlformats.org/presentationml/2006/ole">
            <mc:AlternateContent xmlns:mc="http://schemas.openxmlformats.org/markup-compatibility/2006">
              <mc:Choice xmlns:v="urn:schemas-microsoft-com:vml" Requires="v">
                <p:oleObj name="Equation" r:id="rId11" imgW="3797280" imgH="507960" progId="Equation.DSMT4">
                  <p:embed/>
                </p:oleObj>
              </mc:Choice>
              <mc:Fallback>
                <p:oleObj name="Equation" r:id="rId11" imgW="3797280" imgH="507960" progId="Equation.DSMT4">
                  <p:embed/>
                  <p:pic>
                    <p:nvPicPr>
                      <p:cNvPr id="22" name="Object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8801" y="3588939"/>
                        <a:ext cx="4008438" cy="490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 name="Object 23"/>
          <p:cNvGraphicFramePr>
            <a:graphicFrameLocks noChangeAspect="1"/>
          </p:cNvGraphicFramePr>
          <p:nvPr/>
        </p:nvGraphicFramePr>
        <p:xfrm>
          <a:off x="558801" y="5446327"/>
          <a:ext cx="4464050" cy="525463"/>
        </p:xfrm>
        <a:graphic>
          <a:graphicData uri="http://schemas.openxmlformats.org/presentationml/2006/ole">
            <mc:AlternateContent xmlns:mc="http://schemas.openxmlformats.org/markup-compatibility/2006">
              <mc:Choice xmlns:v="urn:schemas-microsoft-com:vml" Requires="v">
                <p:oleObj name="Equation" r:id="rId13" imgW="4228920" imgH="507960" progId="Equation.DSMT4">
                  <p:embed/>
                </p:oleObj>
              </mc:Choice>
              <mc:Fallback>
                <p:oleObj name="Equation" r:id="rId13" imgW="4228920" imgH="507960" progId="Equation.DSMT4">
                  <p:embed/>
                  <p:pic>
                    <p:nvPicPr>
                      <p:cNvPr id="23" name="Object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801" y="5446327"/>
                        <a:ext cx="446405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 name="Object 23"/>
          <p:cNvGraphicFramePr>
            <a:graphicFrameLocks noChangeAspect="1"/>
          </p:cNvGraphicFramePr>
          <p:nvPr/>
        </p:nvGraphicFramePr>
        <p:xfrm>
          <a:off x="558801" y="4231881"/>
          <a:ext cx="4156075" cy="490538"/>
        </p:xfrm>
        <a:graphic>
          <a:graphicData uri="http://schemas.openxmlformats.org/presentationml/2006/ole">
            <mc:AlternateContent xmlns:mc="http://schemas.openxmlformats.org/markup-compatibility/2006">
              <mc:Choice xmlns:v="urn:schemas-microsoft-com:vml" Requires="v">
                <p:oleObj name="Equation" r:id="rId15" imgW="3936960" imgH="507960" progId="Equation.DSMT4">
                  <p:embed/>
                </p:oleObj>
              </mc:Choice>
              <mc:Fallback>
                <p:oleObj name="Equation" r:id="rId15" imgW="3936960" imgH="507960" progId="Equation.DSMT4">
                  <p:embed/>
                  <p:pic>
                    <p:nvPicPr>
                      <p:cNvPr id="24" name="Object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8801" y="4231881"/>
                        <a:ext cx="4156075" cy="49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 name="Object 23"/>
          <p:cNvGraphicFramePr>
            <a:graphicFrameLocks noChangeAspect="1"/>
          </p:cNvGraphicFramePr>
          <p:nvPr/>
        </p:nvGraphicFramePr>
        <p:xfrm>
          <a:off x="558801" y="4884352"/>
          <a:ext cx="5672138" cy="490537"/>
        </p:xfrm>
        <a:graphic>
          <a:graphicData uri="http://schemas.openxmlformats.org/presentationml/2006/ole">
            <mc:AlternateContent xmlns:mc="http://schemas.openxmlformats.org/markup-compatibility/2006">
              <mc:Choice xmlns:v="urn:schemas-microsoft-com:vml" Requires="v">
                <p:oleObj name="Equation" r:id="rId17" imgW="5371920" imgH="507960" progId="Equation.DSMT4">
                  <p:embed/>
                </p:oleObj>
              </mc:Choice>
              <mc:Fallback>
                <p:oleObj name="Equation" r:id="rId17" imgW="5371920" imgH="507960" progId="Equation.DSMT4">
                  <p:embed/>
                  <p:pic>
                    <p:nvPicPr>
                      <p:cNvPr id="25" name="Object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8801" y="4884352"/>
                        <a:ext cx="5672138" cy="490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 name="Object 23"/>
          <p:cNvGraphicFramePr>
            <a:graphicFrameLocks noChangeAspect="1"/>
          </p:cNvGraphicFramePr>
          <p:nvPr/>
        </p:nvGraphicFramePr>
        <p:xfrm>
          <a:off x="2622551" y="5402280"/>
          <a:ext cx="2092325" cy="527050"/>
        </p:xfrm>
        <a:graphic>
          <a:graphicData uri="http://schemas.openxmlformats.org/presentationml/2006/ole">
            <mc:AlternateContent xmlns:mc="http://schemas.openxmlformats.org/markup-compatibility/2006">
              <mc:Choice xmlns:v="urn:schemas-microsoft-com:vml" Requires="v">
                <p:oleObj name="Equation" r:id="rId19" imgW="1981080" imgH="507960" progId="Equation.DSMT4">
                  <p:embed/>
                </p:oleObj>
              </mc:Choice>
              <mc:Fallback>
                <p:oleObj name="Equation" r:id="rId19" imgW="1981080" imgH="507960" progId="Equation.DSMT4">
                  <p:embed/>
                  <p:pic>
                    <p:nvPicPr>
                      <p:cNvPr id="26" name="Object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622551" y="5402280"/>
                        <a:ext cx="2092325" cy="52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 name="Object 23"/>
          <p:cNvGraphicFramePr>
            <a:graphicFrameLocks noChangeAspect="1"/>
          </p:cNvGraphicFramePr>
          <p:nvPr/>
        </p:nvGraphicFramePr>
        <p:xfrm>
          <a:off x="558801" y="5929330"/>
          <a:ext cx="4035425" cy="928694"/>
        </p:xfrm>
        <a:graphic>
          <a:graphicData uri="http://schemas.openxmlformats.org/presentationml/2006/ole">
            <mc:AlternateContent xmlns:mc="http://schemas.openxmlformats.org/markup-compatibility/2006">
              <mc:Choice xmlns:v="urn:schemas-microsoft-com:vml" Requires="v">
                <p:oleObj name="Equation" r:id="rId21" imgW="3822480" imgH="952200" progId="Equation.DSMT4">
                  <p:embed/>
                </p:oleObj>
              </mc:Choice>
              <mc:Fallback>
                <p:oleObj name="Equation" r:id="rId21" imgW="3822480" imgH="952200" progId="Equation.DSMT4">
                  <p:embed/>
                  <p:pic>
                    <p:nvPicPr>
                      <p:cNvPr id="27" name="Object 2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8801" y="5929330"/>
                        <a:ext cx="4035425" cy="9286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 name="Object 23"/>
          <p:cNvGraphicFramePr>
            <a:graphicFrameLocks noChangeAspect="1"/>
          </p:cNvGraphicFramePr>
          <p:nvPr/>
        </p:nvGraphicFramePr>
        <p:xfrm>
          <a:off x="4924425" y="5872187"/>
          <a:ext cx="3902075" cy="985837"/>
        </p:xfrm>
        <a:graphic>
          <a:graphicData uri="http://schemas.openxmlformats.org/presentationml/2006/ole">
            <mc:AlternateContent xmlns:mc="http://schemas.openxmlformats.org/markup-compatibility/2006">
              <mc:Choice xmlns:v="urn:schemas-microsoft-com:vml" Requires="v">
                <p:oleObj name="Equation" r:id="rId23" imgW="3695400" imgH="952200" progId="Equation.DSMT4">
                  <p:embed/>
                </p:oleObj>
              </mc:Choice>
              <mc:Fallback>
                <p:oleObj name="Equation" r:id="rId23" imgW="3695400" imgH="952200" progId="Equation.DSMT4">
                  <p:embed/>
                  <p:pic>
                    <p:nvPicPr>
                      <p:cNvPr id="28" name="Object 2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924425" y="5872187"/>
                        <a:ext cx="3902075" cy="985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 name="动作按钮: 帮助 28">
            <a:hlinkClick r:id="rId25" action="ppaction://hlinksldjump" highlightClick="1"/>
          </p:cNvPr>
          <p:cNvSpPr/>
          <p:nvPr/>
        </p:nvSpPr>
        <p:spPr bwMode="auto">
          <a:xfrm>
            <a:off x="8724868" y="0"/>
            <a:ext cx="419132" cy="357190"/>
          </a:xfrm>
          <a:prstGeom prst="actionButtonHelp">
            <a:avLst/>
          </a:prstGeom>
          <a:solidFill>
            <a:srgbClr val="FFC000"/>
          </a:solidFill>
          <a:ln>
            <a:noFill/>
            <a:headEnd type="none" w="med" len="med"/>
            <a:tailEnd type="none" w="med" len="med"/>
          </a:ln>
          <a:scene3d>
            <a:camera prst="orthographicFront"/>
            <a:lightRig rig="threePt" dir="t"/>
          </a:scene3d>
          <a:sp3d>
            <a:bevelT w="152400" h="50800" prst="softRound"/>
          </a:sp3d>
        </p:spPr>
        <p:style>
          <a:lnRef idx="1">
            <a:schemeClr val="accent6"/>
          </a:lnRef>
          <a:fillRef idx="3">
            <a:schemeClr val="accent6"/>
          </a:fillRef>
          <a:effectRef idx="2">
            <a:schemeClr val="accent6"/>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bg/>
                                          </p:spTgt>
                                        </p:tgtEl>
                                        <p:attrNameLst>
                                          <p:attrName>style.visibility</p:attrName>
                                        </p:attrNameLst>
                                      </p:cBhvr>
                                      <p:to>
                                        <p:strVal val="visible"/>
                                      </p:to>
                                    </p:set>
                                    <p:animEffect transition="in" filter="wipe(left)">
                                      <p:cBhvr>
                                        <p:cTn id="7" dur="500"/>
                                        <p:tgtEl>
                                          <p:spTgt spid="17">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7">
                                            <p:txEl>
                                              <p:pRg st="0" end="0"/>
                                            </p:txEl>
                                          </p:spTgt>
                                        </p:tgtEl>
                                        <p:attrNameLst>
                                          <p:attrName>style.visibility</p:attrName>
                                        </p:attrNameLst>
                                      </p:cBhvr>
                                      <p:to>
                                        <p:strVal val="visible"/>
                                      </p:to>
                                    </p:set>
                                    <p:animEffect transition="in" filter="wipe(left)">
                                      <p:cBhvr>
                                        <p:cTn id="10" dur="500"/>
                                        <p:tgtEl>
                                          <p:spTgt spid="17">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7">
                                            <p:txEl>
                                              <p:pRg st="1" end="1"/>
                                            </p:txEl>
                                          </p:spTgt>
                                        </p:tgtEl>
                                        <p:attrNameLst>
                                          <p:attrName>style.visibility</p:attrName>
                                        </p:attrNameLst>
                                      </p:cBhvr>
                                      <p:to>
                                        <p:strVal val="visible"/>
                                      </p:to>
                                    </p:set>
                                    <p:animEffect transition="in" filter="wipe(left)">
                                      <p:cBhvr>
                                        <p:cTn id="15" dur="500"/>
                                        <p:tgtEl>
                                          <p:spTgt spid="17">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595977"/>
                                        </p:tgtEl>
                                        <p:attrNameLst>
                                          <p:attrName>style.visibility</p:attrName>
                                        </p:attrNameLst>
                                      </p:cBhvr>
                                      <p:to>
                                        <p:strVal val="visible"/>
                                      </p:to>
                                    </p:set>
                                    <p:animEffect transition="in" filter="wipe(left)">
                                      <p:cBhvr>
                                        <p:cTn id="20" dur="500"/>
                                        <p:tgtEl>
                                          <p:spTgt spid="595977"/>
                                        </p:tgtEl>
                                      </p:cBhvr>
                                    </p:animEffect>
                                  </p:childTnLst>
                                </p:cTn>
                              </p:par>
                              <p:par>
                                <p:cTn id="21" presetID="22" presetClass="entr" presetSubtype="8"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wipe(left)">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wipe(left)">
                                      <p:cBhvr>
                                        <p:cTn id="28" dur="500"/>
                                        <p:tgtEl>
                                          <p:spTgt spid="20"/>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5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7">
                                            <p:txEl>
                                              <p:pRg st="2" end="2"/>
                                            </p:txEl>
                                          </p:spTgt>
                                        </p:tgtEl>
                                        <p:attrNameLst>
                                          <p:attrName>style.visibility</p:attrName>
                                        </p:attrNameLst>
                                      </p:cBhvr>
                                      <p:to>
                                        <p:strVal val="visible"/>
                                      </p:to>
                                    </p:set>
                                    <p:animEffect transition="in" filter="wipe(left)">
                                      <p:cBhvr>
                                        <p:cTn id="38" dur="500"/>
                                        <p:tgtEl>
                                          <p:spTgt spid="17">
                                            <p:txEl>
                                              <p:pRg st="2" end="2"/>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wipe(left)">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7">
                                            <p:txEl>
                                              <p:pRg st="3" end="3"/>
                                            </p:txEl>
                                          </p:spTgt>
                                        </p:tgtEl>
                                        <p:attrNameLst>
                                          <p:attrName>style.visibility</p:attrName>
                                        </p:attrNameLst>
                                      </p:cBhvr>
                                      <p:to>
                                        <p:strVal val="visible"/>
                                      </p:to>
                                    </p:set>
                                    <p:animEffect transition="in" filter="wipe(left)">
                                      <p:cBhvr>
                                        <p:cTn id="48" dur="500"/>
                                        <p:tgtEl>
                                          <p:spTgt spid="17">
                                            <p:txEl>
                                              <p:pRg st="3" end="3"/>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17">
                                            <p:txEl>
                                              <p:pRg st="4" end="4"/>
                                            </p:txEl>
                                          </p:spTgt>
                                        </p:tgtEl>
                                        <p:attrNameLst>
                                          <p:attrName>style.visibility</p:attrName>
                                        </p:attrNameLst>
                                      </p:cBhvr>
                                      <p:to>
                                        <p:strVal val="visible"/>
                                      </p:to>
                                    </p:set>
                                    <p:animEffect transition="in" filter="wipe(left)">
                                      <p:cBhvr>
                                        <p:cTn id="53" dur="500"/>
                                        <p:tgtEl>
                                          <p:spTgt spid="17">
                                            <p:txEl>
                                              <p:pRg st="4" end="4"/>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17">
                                            <p:txEl>
                                              <p:pRg st="5" end="5"/>
                                            </p:txEl>
                                          </p:spTgt>
                                        </p:tgtEl>
                                        <p:attrNameLst>
                                          <p:attrName>style.visibility</p:attrName>
                                        </p:attrNameLst>
                                      </p:cBhvr>
                                      <p:to>
                                        <p:strVal val="visible"/>
                                      </p:to>
                                    </p:set>
                                    <p:animEffect transition="in" filter="wipe(left)">
                                      <p:cBhvr>
                                        <p:cTn id="58" dur="500"/>
                                        <p:tgtEl>
                                          <p:spTgt spid="17">
                                            <p:txEl>
                                              <p:pRg st="5" end="5"/>
                                            </p:txEl>
                                          </p:spTgt>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17">
                                            <p:txEl>
                                              <p:pRg st="6" end="6"/>
                                            </p:txEl>
                                          </p:spTgt>
                                        </p:tgtEl>
                                        <p:attrNameLst>
                                          <p:attrName>style.visibility</p:attrName>
                                        </p:attrNameLst>
                                      </p:cBhvr>
                                      <p:to>
                                        <p:strVal val="visible"/>
                                      </p:to>
                                    </p:set>
                                    <p:animEffect transition="in" filter="wipe(left)">
                                      <p:cBhvr>
                                        <p:cTn id="61" dur="500"/>
                                        <p:tgtEl>
                                          <p:spTgt spid="17">
                                            <p:txEl>
                                              <p:pRg st="6" end="6"/>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wipe(left)">
                                      <p:cBhvr>
                                        <p:cTn id="66" dur="500"/>
                                        <p:tgtEl>
                                          <p:spTgt spid="23"/>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wipe(left)">
                                      <p:cBhvr>
                                        <p:cTn id="71" dur="500"/>
                                        <p:tgtEl>
                                          <p:spTgt spid="24"/>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25"/>
                                        </p:tgtEl>
                                        <p:attrNameLst>
                                          <p:attrName>style.visibility</p:attrName>
                                        </p:attrNameLst>
                                      </p:cBhvr>
                                      <p:to>
                                        <p:strVal val="visible"/>
                                      </p:to>
                                    </p:set>
                                    <p:animEffect transition="in" filter="wipe(left)">
                                      <p:cBhvr>
                                        <p:cTn id="76" dur="500"/>
                                        <p:tgtEl>
                                          <p:spTgt spid="25"/>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nodeType="clickEffect">
                                  <p:stCondLst>
                                    <p:cond delay="0"/>
                                  </p:stCondLst>
                                  <p:childTnLst>
                                    <p:set>
                                      <p:cBhvr>
                                        <p:cTn id="80" dur="1" fill="hold">
                                          <p:stCondLst>
                                            <p:cond delay="0"/>
                                          </p:stCondLst>
                                        </p:cTn>
                                        <p:tgtEl>
                                          <p:spTgt spid="26"/>
                                        </p:tgtEl>
                                        <p:attrNameLst>
                                          <p:attrName>style.visibility</p:attrName>
                                        </p:attrNameLst>
                                      </p:cBhvr>
                                      <p:to>
                                        <p:strVal val="visible"/>
                                      </p:to>
                                    </p:set>
                                    <p:animEffect transition="in" filter="wipe(left)">
                                      <p:cBhvr>
                                        <p:cTn id="81" dur="500"/>
                                        <p:tgtEl>
                                          <p:spTgt spid="26"/>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27"/>
                                        </p:tgtEl>
                                        <p:attrNameLst>
                                          <p:attrName>style.visibility</p:attrName>
                                        </p:attrNameLst>
                                      </p:cBhvr>
                                      <p:to>
                                        <p:strVal val="visible"/>
                                      </p:to>
                                    </p:set>
                                    <p:animEffect transition="in" filter="wipe(left)">
                                      <p:cBhvr>
                                        <p:cTn id="86" dur="500"/>
                                        <p:tgtEl>
                                          <p:spTgt spid="27"/>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wipe(left)">
                                      <p:cBhvr>
                                        <p:cTn id="9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5977" grpId="0" autoUpdateAnimBg="0"/>
      <p:bldP spid="17" grpId="0" uiExpand="1" build="allAtOnce" animBg="1"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7" name="WordArt 9"/>
          <p:cNvSpPr>
            <a:spLocks noChangeArrowheads="1" noChangeShapeType="1" noTextEdit="1"/>
          </p:cNvSpPr>
          <p:nvPr/>
        </p:nvSpPr>
        <p:spPr bwMode="auto">
          <a:xfrm>
            <a:off x="2786050" y="2000240"/>
            <a:ext cx="3571900" cy="785818"/>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第  三  章</a:t>
            </a:r>
          </a:p>
        </p:txBody>
      </p:sp>
      <p:sp>
        <p:nvSpPr>
          <p:cNvPr id="3" name="WordArt 9"/>
          <p:cNvSpPr>
            <a:spLocks noChangeArrowheads="1" noChangeShapeType="1" noTextEdit="1"/>
          </p:cNvSpPr>
          <p:nvPr/>
        </p:nvSpPr>
        <p:spPr bwMode="auto">
          <a:xfrm>
            <a:off x="1643042" y="3214685"/>
            <a:ext cx="6215106" cy="857257"/>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矩阵的初等变换与线性方程组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0" fill="hold" grpId="0" nodeType="afterEffect">
                                  <p:stCondLst>
                                    <p:cond delay="0"/>
                                  </p:stCondLst>
                                  <p:childTnLst>
                                    <p:set>
                                      <p:cBhvr>
                                        <p:cTn id="6" dur="1" fill="hold">
                                          <p:stCondLst>
                                            <p:cond delay="0"/>
                                          </p:stCondLst>
                                        </p:cTn>
                                        <p:tgtEl>
                                          <p:spTgt spid="201737"/>
                                        </p:tgtEl>
                                        <p:attrNameLst>
                                          <p:attrName>style.visibility</p:attrName>
                                        </p:attrNameLst>
                                      </p:cBhvr>
                                      <p:to>
                                        <p:strVal val="visible"/>
                                      </p:to>
                                    </p:set>
                                  </p:childTnLst>
                                </p:cTn>
                              </p:par>
                            </p:childTnLst>
                          </p:cTn>
                        </p:par>
                        <p:par>
                          <p:cTn id="7" fill="hold">
                            <p:stCondLst>
                              <p:cond delay="0"/>
                            </p:stCondLst>
                            <p:childTnLst>
                              <p:par>
                                <p:cTn id="8" presetID="3" presetClass="entr" presetSubtype="0" fill="hold" grpId="0" nodeType="afterEffect">
                                  <p:stCondLst>
                                    <p:cond delay="0"/>
                                  </p:stCondLst>
                                  <p:childTnLst>
                                    <p:set>
                                      <p:cBhvr>
                                        <p:cTn id="9" dur="1" fill="hold">
                                          <p:stCondLst>
                                            <p:cond delay="0"/>
                                          </p:stCondLst>
                                        </p:cTn>
                                        <p:tgtEl>
                                          <p:spTgt spid="3"/>
                                        </p:tgtEl>
                                        <p:attrNameLst>
                                          <p:attrName>style.visibility</p:attrName>
                                        </p:attrNameLst>
                                      </p:cBhvr>
                                      <p:to>
                                        <p:strVal val="visible"/>
                                      </p:to>
                                    </p:set>
                                  </p:childTnLst>
                                </p:cTn>
                              </p:par>
                            </p:childTnLst>
                          </p:cTn>
                        </p:par>
                        <p:par>
                          <p:cTn id="10" fill="hold">
                            <p:stCondLst>
                              <p:cond delay="0"/>
                            </p:stCondLst>
                            <p:childTnLst>
                              <p:par>
                                <p:cTn id="11" presetID="9" presetClass="exit" presetSubtype="0" fill="hold" grpId="1" nodeType="afterEffect">
                                  <p:stCondLst>
                                    <p:cond delay="1000"/>
                                  </p:stCondLst>
                                  <p:childTnLst>
                                    <p:animEffect transition="out" filter="dissolve">
                                      <p:cBhvr>
                                        <p:cTn id="12" dur="500"/>
                                        <p:tgtEl>
                                          <p:spTgt spid="3"/>
                                        </p:tgtEl>
                                      </p:cBhvr>
                                    </p:animEffect>
                                    <p:set>
                                      <p:cBhvr>
                                        <p:cTn id="13" dur="1" fill="hold">
                                          <p:stCondLst>
                                            <p:cond delay="499"/>
                                          </p:stCondLst>
                                        </p:cTn>
                                        <p:tgtEl>
                                          <p:spTgt spid="3"/>
                                        </p:tgtEl>
                                        <p:attrNameLst>
                                          <p:attrName>style.visibility</p:attrName>
                                        </p:attrNameLst>
                                      </p:cBhvr>
                                      <p:to>
                                        <p:strVal val="hidden"/>
                                      </p:to>
                                    </p:set>
                                  </p:childTnLst>
                                </p:cTn>
                              </p:par>
                            </p:childTnLst>
                          </p:cTn>
                        </p:par>
                        <p:par>
                          <p:cTn id="14" fill="hold">
                            <p:stCondLst>
                              <p:cond delay="1500"/>
                            </p:stCondLst>
                            <p:childTnLst>
                              <p:par>
                                <p:cTn id="15" presetID="20" presetClass="entr" presetSubtype="0" fill="hold" grpId="2"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edge">
                                      <p:cBhvr>
                                        <p:cTn id="1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7" grpId="0"/>
      <p:bldP spid="3" grpId="0"/>
      <p:bldP spid="3" grpId="1"/>
      <p:bldP spid="3" grpId="2"/>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8"/>
          <p:cNvSpPr>
            <a:spLocks noChangeArrowheads="1"/>
          </p:cNvSpPr>
          <p:nvPr/>
        </p:nvSpPr>
        <p:spPr bwMode="auto">
          <a:xfrm>
            <a:off x="571472" y="785794"/>
            <a:ext cx="8388350" cy="3732222"/>
          </a:xfrm>
          <a:prstGeom prst="rect">
            <a:avLst/>
          </a:prstGeom>
          <a:noFill/>
          <a:ln w="9525">
            <a:noFill/>
            <a:miter lim="800000"/>
            <a:headEnd/>
            <a:tailEnd/>
          </a:ln>
        </p:spPr>
        <p:txBody>
          <a:bodyPr anchor="t" anchorCtr="0"/>
          <a:lstStyle/>
          <a:p>
            <a:pPr marL="742950" marR="0" lvl="0" indent="-742950" algn="l" defTabSz="914400" rtl="0" eaLnBrk="1" fontAlgn="base" latinLnBrk="0" hangingPunct="1">
              <a:lnSpc>
                <a:spcPct val="200000"/>
              </a:lnSpc>
              <a:spcBef>
                <a:spcPct val="0"/>
              </a:spcBef>
              <a:spcAft>
                <a:spcPct val="0"/>
              </a:spcAft>
              <a:buClrTx/>
              <a:buSzTx/>
              <a:buFont typeface="+mj-lt"/>
              <a:buAutoNum type="arabicPeriod"/>
              <a:tabLst/>
              <a:defRPr/>
            </a:pPr>
            <a:r>
              <a:rPr kumimoji="0"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初等变换，与初等矩阵</a:t>
            </a:r>
            <a:endParaRPr kumimoji="0"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200000"/>
              </a:lnSpc>
              <a:spcBef>
                <a:spcPct val="0"/>
              </a:spcBef>
              <a:spcAft>
                <a:spcPct val="0"/>
              </a:spcAft>
              <a:buClrTx/>
              <a:buSzTx/>
              <a:buFont typeface="+mj-lt"/>
              <a:buAutoNum type="arabicPeriod"/>
              <a:tabLst/>
              <a:defRPr/>
            </a:pP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矩阵等价，记作：</a:t>
            </a: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a:t>
            </a:r>
          </a:p>
          <a:p>
            <a:pPr marL="742950" marR="0" lvl="0" indent="-742950" algn="l" defTabSz="914400" rtl="0" eaLnBrk="1" fontAlgn="base" latinLnBrk="0" hangingPunct="1">
              <a:lnSpc>
                <a:spcPct val="200000"/>
              </a:lnSpc>
              <a:spcBef>
                <a:spcPct val="0"/>
              </a:spcBef>
              <a:spcAft>
                <a:spcPct val="0"/>
              </a:spcAft>
              <a:buClrTx/>
              <a:buSzTx/>
              <a:buFontTx/>
              <a:buNone/>
              <a:tabLst/>
              <a:defRPr/>
            </a:pP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充要条件：</a:t>
            </a:r>
            <a:r>
              <a:rPr kumimoji="1" lang="en-US" altLang="zh-CN"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B=PAQ</a:t>
            </a:r>
            <a:r>
              <a:rPr kumimoji="1" lang="zh-CN" altLang="en-US"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，其中</a:t>
            </a:r>
            <a:r>
              <a:rPr kumimoji="1" lang="en-US" altLang="zh-CN"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P,Q</a:t>
            </a:r>
            <a:r>
              <a:rPr kumimoji="1" lang="zh-CN" altLang="en-US"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为可逆阵；</a:t>
            </a:r>
            <a:endParaRPr kumimoji="1" lang="en-US" altLang="zh-CN" sz="32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200000"/>
              </a:lnSpc>
              <a:spcBef>
                <a:spcPct val="0"/>
              </a:spcBef>
              <a:spcAft>
                <a:spcPct val="0"/>
              </a:spcAft>
              <a:buClrTx/>
              <a:buSzTx/>
              <a:buFontTx/>
              <a:buNone/>
              <a:tabLst/>
              <a:defRPr/>
            </a:pP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具       有：反身性</a:t>
            </a: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；对称性；传递性 </a:t>
            </a:r>
            <a:endParaRPr kumimoji="0"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200000"/>
              </a:lnSpc>
              <a:spcBef>
                <a:spcPct val="0"/>
              </a:spcBef>
              <a:spcAft>
                <a:spcPct val="0"/>
              </a:spcAft>
              <a:buClrTx/>
              <a:buSzTx/>
              <a:buFont typeface="+mj-lt"/>
              <a:buAutoNum type="arabicPeriod" startAt="3"/>
              <a:tabLst/>
              <a:defRPr/>
            </a:pP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行阶梯形矩阵，行最简形矩阵，标准形</a:t>
            </a:r>
            <a:endPar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200000"/>
              </a:lnSpc>
              <a:spcBef>
                <a:spcPct val="0"/>
              </a:spcBef>
              <a:spcAft>
                <a:spcPct val="0"/>
              </a:spcAft>
              <a:buClrTx/>
              <a:buSzTx/>
              <a:buFont typeface="+mj-lt"/>
              <a:buAutoNum type="arabicPeriod" startAt="3"/>
              <a:tabLst/>
              <a:defRPr/>
            </a:pP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K</a:t>
            </a: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阶子式，最高阶非零子式，</a:t>
            </a:r>
            <a:r>
              <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32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a:t>
            </a:r>
            <a:r>
              <a:rPr kumimoji="1" lang="en-US" altLang="zh-CN" sz="32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m×n</a:t>
            </a:r>
            <a:r>
              <a:rPr kumimoji="1"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的秩</a:t>
            </a:r>
            <a:endParaRPr kumimoji="0" lang="zh-CN" altLang="en-US"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7" name="WordArt 2"/>
          <p:cNvSpPr>
            <a:spLocks noChangeArrowheads="1" noChangeShapeType="1" noTextEdit="1"/>
          </p:cNvSpPr>
          <p:nvPr/>
        </p:nvSpPr>
        <p:spPr bwMode="auto">
          <a:xfrm>
            <a:off x="642910" y="-24"/>
            <a:ext cx="6000792"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一</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定义：</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411" name="Rectangle 3"/>
          <p:cNvSpPr>
            <a:spLocks noChangeArrowheads="1"/>
          </p:cNvSpPr>
          <p:nvPr/>
        </p:nvSpPr>
        <p:spPr bwMode="auto">
          <a:xfrm>
            <a:off x="1608138" y="4738688"/>
            <a:ext cx="1797050" cy="2146300"/>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57412" name="Rectangle 4"/>
          <p:cNvSpPr>
            <a:spLocks noChangeArrowheads="1"/>
          </p:cNvSpPr>
          <p:nvPr/>
        </p:nvSpPr>
        <p:spPr bwMode="auto">
          <a:xfrm>
            <a:off x="1608138" y="2689225"/>
            <a:ext cx="1797050" cy="2049463"/>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57413" name="Rectangle 5"/>
          <p:cNvSpPr>
            <a:spLocks noChangeArrowheads="1"/>
          </p:cNvSpPr>
          <p:nvPr/>
        </p:nvSpPr>
        <p:spPr bwMode="auto">
          <a:xfrm>
            <a:off x="1608138" y="893763"/>
            <a:ext cx="1797050" cy="1795462"/>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zh-CN"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57414" name="Rectangle 6"/>
          <p:cNvSpPr>
            <a:spLocks noChangeArrowheads="1"/>
          </p:cNvSpPr>
          <p:nvPr/>
        </p:nvSpPr>
        <p:spPr bwMode="auto">
          <a:xfrm>
            <a:off x="1608138" y="-26988"/>
            <a:ext cx="1797050" cy="920751"/>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形式</a:t>
            </a:r>
          </a:p>
        </p:txBody>
      </p:sp>
      <p:sp>
        <p:nvSpPr>
          <p:cNvPr id="657415" name="Rectangle 7"/>
          <p:cNvSpPr>
            <a:spLocks noChangeArrowheads="1"/>
          </p:cNvSpPr>
          <p:nvPr/>
        </p:nvSpPr>
        <p:spPr bwMode="auto">
          <a:xfrm>
            <a:off x="3405188" y="4738688"/>
            <a:ext cx="1527175" cy="2146300"/>
          </a:xfrm>
          <a:prstGeom prst="rect">
            <a:avLst/>
          </a:prstGeom>
          <a:solidFill>
            <a:srgbClr val="FFFFCC"/>
          </a:solidFill>
          <a:ln w="9525">
            <a:noFill/>
            <a:miter lim="800000"/>
            <a:headEnd/>
            <a:tailEnd/>
          </a:ln>
          <a:effectLst/>
        </p:spPr>
        <p:txBody>
          <a:bodyPr lIns="90000" tIns="46800" rIns="90000" bIns="46800" anchor="ctr"/>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左乘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endPar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i</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行乘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K</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加到第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j</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行</a:t>
            </a:r>
          </a:p>
        </p:txBody>
      </p:sp>
      <p:sp>
        <p:nvSpPr>
          <p:cNvPr id="657416" name="Rectangle 8"/>
          <p:cNvSpPr>
            <a:spLocks noChangeArrowheads="1"/>
          </p:cNvSpPr>
          <p:nvPr/>
        </p:nvSpPr>
        <p:spPr bwMode="auto">
          <a:xfrm>
            <a:off x="3405188" y="2689225"/>
            <a:ext cx="1527175" cy="2049463"/>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35000"/>
              </a:lnSpc>
              <a:spcBef>
                <a:spcPct val="0"/>
              </a:spcBef>
              <a:spcAft>
                <a:spcPct val="0"/>
              </a:spcAft>
              <a:buClrTx/>
              <a:buSzTx/>
              <a:buFont typeface="Wingdings" pitchFamily="2" charset="2"/>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左乘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ctr" defTabSz="914400" rtl="0" eaLnBrk="1" fontAlgn="base" latinLnBrk="0" hangingPunct="1">
              <a:lnSpc>
                <a:spcPct val="135000"/>
              </a:lnSpc>
              <a:spcBef>
                <a:spcPct val="0"/>
              </a:spcBef>
              <a:spcAft>
                <a:spcPct val="0"/>
              </a:spcAft>
              <a:buClrTx/>
              <a:buSzTx/>
              <a:buFont typeface="Wingdings" pitchFamily="2" charset="2"/>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i</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行乘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K</a:t>
            </a:r>
          </a:p>
        </p:txBody>
      </p:sp>
      <p:sp>
        <p:nvSpPr>
          <p:cNvPr id="657417" name="Rectangle 9"/>
          <p:cNvSpPr>
            <a:spLocks noChangeArrowheads="1"/>
          </p:cNvSpPr>
          <p:nvPr/>
        </p:nvSpPr>
        <p:spPr bwMode="auto">
          <a:xfrm>
            <a:off x="3405188" y="893763"/>
            <a:ext cx="1527175" cy="1795462"/>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左乘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交换两行     </a:t>
            </a:r>
          </a:p>
        </p:txBody>
      </p:sp>
      <p:sp>
        <p:nvSpPr>
          <p:cNvPr id="657418" name="Rectangle 10"/>
          <p:cNvSpPr>
            <a:spLocks noChangeArrowheads="1"/>
          </p:cNvSpPr>
          <p:nvPr/>
        </p:nvSpPr>
        <p:spPr bwMode="auto">
          <a:xfrm>
            <a:off x="3405188" y="430213"/>
            <a:ext cx="1527175" cy="463550"/>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左乘行变换</a:t>
            </a:r>
          </a:p>
        </p:txBody>
      </p:sp>
      <p:sp>
        <p:nvSpPr>
          <p:cNvPr id="657419" name="Rectangle 11"/>
          <p:cNvSpPr>
            <a:spLocks noChangeArrowheads="1"/>
          </p:cNvSpPr>
          <p:nvPr/>
        </p:nvSpPr>
        <p:spPr bwMode="auto">
          <a:xfrm>
            <a:off x="3405188" y="-26988"/>
            <a:ext cx="3038475" cy="457201"/>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作用</a:t>
            </a:r>
          </a:p>
        </p:txBody>
      </p:sp>
      <p:sp>
        <p:nvSpPr>
          <p:cNvPr id="657420" name="Rectangle 12"/>
          <p:cNvSpPr>
            <a:spLocks noChangeArrowheads="1"/>
          </p:cNvSpPr>
          <p:nvPr/>
        </p:nvSpPr>
        <p:spPr bwMode="auto">
          <a:xfrm>
            <a:off x="6443663" y="-26988"/>
            <a:ext cx="2700337" cy="920751"/>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初等矩阵的逆阵</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仍为初等阵</a:t>
            </a:r>
          </a:p>
        </p:txBody>
      </p:sp>
      <p:sp>
        <p:nvSpPr>
          <p:cNvPr id="657421" name="Rectangle 13"/>
          <p:cNvSpPr>
            <a:spLocks noChangeArrowheads="1"/>
          </p:cNvSpPr>
          <p:nvPr/>
        </p:nvSpPr>
        <p:spPr bwMode="auto">
          <a:xfrm>
            <a:off x="0" y="-26988"/>
            <a:ext cx="1608138" cy="920751"/>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名称</a:t>
            </a:r>
          </a:p>
        </p:txBody>
      </p:sp>
      <p:sp>
        <p:nvSpPr>
          <p:cNvPr id="657422" name="Rectangle 14"/>
          <p:cNvSpPr>
            <a:spLocks noChangeArrowheads="1"/>
          </p:cNvSpPr>
          <p:nvPr/>
        </p:nvSpPr>
        <p:spPr bwMode="auto">
          <a:xfrm>
            <a:off x="6443663" y="4738688"/>
            <a:ext cx="2700337" cy="2146300"/>
          </a:xfrm>
          <a:prstGeom prst="rect">
            <a:avLst/>
          </a:prstGeom>
          <a:solidFill>
            <a:srgbClr val="FFFFCC"/>
          </a:solidFill>
          <a:ln w="9525">
            <a:noFill/>
            <a:miter lim="800000"/>
            <a:headEnd/>
            <a:tailEnd/>
          </a:ln>
          <a:effectLst/>
        </p:spPr>
        <p:txBody>
          <a:bodyPr lIns="90000" tIns="46800" rIns="90000" bIns="46800"/>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[E(i(k)+j)]</a:t>
            </a:r>
            <a:r>
              <a:rPr kumimoji="0" lang="en-US" altLang="zh-CN" sz="1800" b="1" i="0" u="none" strike="noStrike" kern="1200" cap="none" spc="0" normalizeH="0" baseline="3000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1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=E(i(-k)+j)</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endParaRPr kumimoji="0" lang="en-US"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57423" name="Rectangle 15"/>
          <p:cNvSpPr>
            <a:spLocks noChangeArrowheads="1"/>
          </p:cNvSpPr>
          <p:nvPr/>
        </p:nvSpPr>
        <p:spPr bwMode="auto">
          <a:xfrm>
            <a:off x="4932363" y="4738688"/>
            <a:ext cx="1511300" cy="2146300"/>
          </a:xfrm>
          <a:prstGeom prst="rect">
            <a:avLst/>
          </a:prstGeom>
          <a:solidFill>
            <a:srgbClr val="FFFFCC"/>
          </a:solidFill>
          <a:ln w="9525">
            <a:noFill/>
            <a:miter lim="800000"/>
            <a:headEnd/>
            <a:tailEnd/>
          </a:ln>
          <a:effectLst/>
        </p:spPr>
        <p:txBody>
          <a:bodyPr lIns="90000" tIns="46800" rIns="90000" bIns="46800" anchor="ctr"/>
          <a:lstStyle/>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右乘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endPar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j</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列乘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K</a:t>
            </a:r>
          </a:p>
          <a:p>
            <a:pPr marL="0" marR="0" lvl="0" indent="0" algn="l"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加到第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i</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列</a:t>
            </a:r>
          </a:p>
        </p:txBody>
      </p:sp>
      <p:sp>
        <p:nvSpPr>
          <p:cNvPr id="657424" name="Rectangle 16"/>
          <p:cNvSpPr>
            <a:spLocks noChangeArrowheads="1"/>
          </p:cNvSpPr>
          <p:nvPr/>
        </p:nvSpPr>
        <p:spPr bwMode="auto">
          <a:xfrm>
            <a:off x="0" y="4738688"/>
            <a:ext cx="1608138" cy="2146300"/>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累加矩阵</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E(i(k)+j)</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a:t>
            </a:r>
            <a:r>
              <a:rPr kumimoji="0" lang="en-US" altLang="en-US"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E(i(k))</a:t>
            </a:r>
            <a:r>
              <a:rPr kumimoji="0" lang="en-US" altLang="zh-CN"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|=1</a:t>
            </a:r>
          </a:p>
        </p:txBody>
      </p:sp>
      <p:sp>
        <p:nvSpPr>
          <p:cNvPr id="657425" name="Rectangle 17"/>
          <p:cNvSpPr>
            <a:spLocks noChangeArrowheads="1"/>
          </p:cNvSpPr>
          <p:nvPr/>
        </p:nvSpPr>
        <p:spPr bwMode="auto">
          <a:xfrm>
            <a:off x="6443663" y="2689225"/>
            <a:ext cx="2700337" cy="2049463"/>
          </a:xfrm>
          <a:prstGeom prst="rect">
            <a:avLst/>
          </a:prstGeom>
          <a:solidFill>
            <a:srgbClr val="FFFFCC"/>
          </a:solidFill>
          <a:ln w="9525">
            <a:noFill/>
            <a:miter lim="800000"/>
            <a:headEnd/>
            <a:tailEnd/>
          </a:ln>
          <a:effectLst/>
        </p:spPr>
        <p:txBody>
          <a:bodyPr lIns="90000" tIns="46800" rIns="90000" bIns="46800"/>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0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[E(i(k))]</a:t>
            </a:r>
            <a:r>
              <a:rPr kumimoji="0" lang="en-US" altLang="zh-CN" sz="2000" b="1" i="0" u="none" strike="noStrike" kern="1200" cap="none" spc="0" normalizeH="0" baseline="3000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20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 =E(i(1/k))</a:t>
            </a:r>
          </a:p>
        </p:txBody>
      </p:sp>
      <p:sp>
        <p:nvSpPr>
          <p:cNvPr id="657426" name="Rectangle 18"/>
          <p:cNvSpPr>
            <a:spLocks noChangeArrowheads="1"/>
          </p:cNvSpPr>
          <p:nvPr/>
        </p:nvSpPr>
        <p:spPr bwMode="auto">
          <a:xfrm>
            <a:off x="4932363" y="2689225"/>
            <a:ext cx="1511300" cy="2049463"/>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35000"/>
              </a:lnSpc>
              <a:spcBef>
                <a:spcPct val="0"/>
              </a:spcBef>
              <a:spcAft>
                <a:spcPct val="0"/>
              </a:spcAft>
              <a:buClrTx/>
              <a:buSzTx/>
              <a:buFont typeface="Wingdings" pitchFamily="2" charset="2"/>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右乘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ctr" defTabSz="914400" rtl="0" eaLnBrk="1" fontAlgn="base" latinLnBrk="0" hangingPunct="1">
              <a:lnSpc>
                <a:spcPct val="135000"/>
              </a:lnSpc>
              <a:spcBef>
                <a:spcPct val="0"/>
              </a:spcBef>
              <a:spcAft>
                <a:spcPct val="0"/>
              </a:spcAft>
              <a:buClrTx/>
              <a:buSzTx/>
              <a:buFont typeface="Wingdings" pitchFamily="2" charset="2"/>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第</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i</a:t>
            </a: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列乘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K</a:t>
            </a:r>
            <a:endParaRPr kumimoji="0" lang="en-US"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endParaRPr>
          </a:p>
        </p:txBody>
      </p:sp>
      <p:sp>
        <p:nvSpPr>
          <p:cNvPr id="657427" name="Rectangle 19"/>
          <p:cNvSpPr>
            <a:spLocks noChangeArrowheads="1"/>
          </p:cNvSpPr>
          <p:nvPr/>
        </p:nvSpPr>
        <p:spPr bwMode="auto">
          <a:xfrm>
            <a:off x="0" y="2689225"/>
            <a:ext cx="1608138" cy="2049463"/>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倍乘矩阵</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E(i(k))</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a:t>
            </a:r>
            <a:r>
              <a:rPr kumimoji="0" lang="en-US" altLang="en-US"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E(i(k))</a:t>
            </a:r>
            <a:r>
              <a:rPr kumimoji="0" lang="en-US" altLang="zh-CN" sz="18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|=k</a:t>
            </a:r>
          </a:p>
        </p:txBody>
      </p:sp>
      <p:sp>
        <p:nvSpPr>
          <p:cNvPr id="657428" name="Rectangle 20"/>
          <p:cNvSpPr>
            <a:spLocks noChangeArrowheads="1"/>
          </p:cNvSpPr>
          <p:nvPr/>
        </p:nvSpPr>
        <p:spPr bwMode="auto">
          <a:xfrm>
            <a:off x="6443663" y="893763"/>
            <a:ext cx="2700337" cy="1795462"/>
          </a:xfrm>
          <a:prstGeom prst="rect">
            <a:avLst/>
          </a:prstGeom>
          <a:solidFill>
            <a:srgbClr val="FFFFCC"/>
          </a:solidFill>
          <a:ln w="9525">
            <a:noFill/>
            <a:miter lim="800000"/>
            <a:headEnd/>
            <a:tailEnd/>
          </a:ln>
          <a:effectLst/>
        </p:spPr>
        <p:txBody>
          <a:bodyPr lIns="90000" tIns="46800" rIns="90000" bIns="46800" anchor="ctr" anchorCtr="1"/>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[E(ij)]</a:t>
            </a:r>
            <a:r>
              <a:rPr kumimoji="0" lang="en-US" altLang="zh-CN" sz="2800" b="1" i="0" u="none" strike="noStrike" kern="1200" cap="none" spc="0" normalizeH="0" baseline="3000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-1</a:t>
            </a:r>
            <a:r>
              <a:rPr kumimoji="0" lang="en-US" altLang="zh-CN" sz="2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 E(ij)</a:t>
            </a:r>
          </a:p>
        </p:txBody>
      </p:sp>
      <p:sp>
        <p:nvSpPr>
          <p:cNvPr id="657429" name="Rectangle 21"/>
          <p:cNvSpPr>
            <a:spLocks noChangeArrowheads="1"/>
          </p:cNvSpPr>
          <p:nvPr/>
        </p:nvSpPr>
        <p:spPr bwMode="auto">
          <a:xfrm>
            <a:off x="4932363" y="893763"/>
            <a:ext cx="1511300" cy="1795462"/>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右乘</a:t>
            </a:r>
            <a:r>
              <a:rPr kumimoji="1" lang="en-US" altLang="zh-CN"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A</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1" lang="zh-CN" altLang="en-US" sz="2400" b="1" i="0" u="none" strike="noStrike" kern="1200" cap="none" spc="0" normalizeH="0" baseline="0" noProof="0">
                <a:ln>
                  <a:noFill/>
                </a:ln>
                <a:solidFill>
                  <a:srgbClr val="010199"/>
                </a:solidFill>
                <a:effectLst/>
                <a:uLnTx/>
                <a:uFillTx/>
                <a:latin typeface="微软雅黑" pitchFamily="34" charset="-122"/>
                <a:ea typeface="微软雅黑" pitchFamily="34" charset="-122"/>
                <a:cs typeface="+mn-cs"/>
              </a:rPr>
              <a:t>交换两列</a:t>
            </a:r>
          </a:p>
        </p:txBody>
      </p:sp>
      <p:sp>
        <p:nvSpPr>
          <p:cNvPr id="657430" name="Rectangle 22"/>
          <p:cNvSpPr>
            <a:spLocks noChangeArrowheads="1"/>
          </p:cNvSpPr>
          <p:nvPr/>
        </p:nvSpPr>
        <p:spPr bwMode="auto">
          <a:xfrm>
            <a:off x="0" y="893763"/>
            <a:ext cx="1608138" cy="1795462"/>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交换矩阵</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4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E(ij)</a:t>
            </a:r>
          </a:p>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|E(ij)|=-1</a:t>
            </a:r>
          </a:p>
        </p:txBody>
      </p:sp>
      <p:sp>
        <p:nvSpPr>
          <p:cNvPr id="657431" name="Rectangle 23"/>
          <p:cNvSpPr>
            <a:spLocks noChangeArrowheads="1"/>
          </p:cNvSpPr>
          <p:nvPr/>
        </p:nvSpPr>
        <p:spPr bwMode="auto">
          <a:xfrm>
            <a:off x="4932363" y="430213"/>
            <a:ext cx="1511300" cy="463550"/>
          </a:xfrm>
          <a:prstGeom prst="rect">
            <a:avLst/>
          </a:prstGeom>
          <a:solidFill>
            <a:srgbClr val="FFFFCC"/>
          </a:solidFill>
          <a:ln w="9525">
            <a:noFill/>
            <a:miter lim="800000"/>
            <a:headEnd/>
            <a:tailEnd/>
          </a:ln>
          <a:effectLst/>
        </p:spPr>
        <p:txBody>
          <a:bodyPr lIns="90000" tIns="46800" rIns="90000" bIns="46800" anchor="ctr"/>
          <a:lstStyle/>
          <a:p>
            <a:pPr marL="0" marR="0" lvl="0" indent="0" algn="ctr"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1800" b="1" i="0" u="none" strike="noStrike" kern="1200" cap="none" spc="0" normalizeH="0" baseline="0" noProof="0">
                <a:ln>
                  <a:noFill/>
                </a:ln>
                <a:solidFill>
                  <a:srgbClr val="010199"/>
                </a:solidFill>
                <a:effectLst>
                  <a:outerShdw blurRad="38100" dist="38100" dir="2700000" algn="tl">
                    <a:srgbClr val="000000"/>
                  </a:outerShdw>
                </a:effectLst>
                <a:uLnTx/>
                <a:uFillTx/>
                <a:latin typeface="微软雅黑" pitchFamily="34" charset="-122"/>
                <a:ea typeface="微软雅黑" pitchFamily="34" charset="-122"/>
                <a:cs typeface="+mn-cs"/>
              </a:rPr>
              <a:t>右乘列变换</a:t>
            </a:r>
          </a:p>
        </p:txBody>
      </p:sp>
      <p:sp>
        <p:nvSpPr>
          <p:cNvPr id="657432" name="Line 24"/>
          <p:cNvSpPr>
            <a:spLocks noChangeShapeType="1"/>
          </p:cNvSpPr>
          <p:nvPr/>
        </p:nvSpPr>
        <p:spPr bwMode="auto">
          <a:xfrm>
            <a:off x="0" y="-26988"/>
            <a:ext cx="9144000" cy="0"/>
          </a:xfrm>
          <a:prstGeom prst="line">
            <a:avLst/>
          </a:prstGeom>
          <a:noFill/>
          <a:ln w="38100" cap="sq">
            <a:solidFill>
              <a:srgbClr val="010199"/>
            </a:solidFill>
            <a:round/>
            <a:headEnd/>
            <a:tailEnd/>
          </a:ln>
          <a:effectLst/>
        </p:spPr>
        <p:txBody>
          <a:bodyPr wrap="none"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3" name="Line 25"/>
          <p:cNvSpPr>
            <a:spLocks noChangeShapeType="1"/>
          </p:cNvSpPr>
          <p:nvPr/>
        </p:nvSpPr>
        <p:spPr bwMode="auto">
          <a:xfrm>
            <a:off x="1608138" y="-26988"/>
            <a:ext cx="0" cy="6911976"/>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4" name="Line 26"/>
          <p:cNvSpPr>
            <a:spLocks noChangeShapeType="1"/>
          </p:cNvSpPr>
          <p:nvPr/>
        </p:nvSpPr>
        <p:spPr bwMode="auto">
          <a:xfrm>
            <a:off x="6443663" y="-26988"/>
            <a:ext cx="0" cy="6911976"/>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5" name="Line 27"/>
          <p:cNvSpPr>
            <a:spLocks noChangeShapeType="1"/>
          </p:cNvSpPr>
          <p:nvPr/>
        </p:nvSpPr>
        <p:spPr bwMode="auto">
          <a:xfrm>
            <a:off x="0" y="893763"/>
            <a:ext cx="9144000" cy="0"/>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6" name="Line 28"/>
          <p:cNvSpPr>
            <a:spLocks noChangeShapeType="1"/>
          </p:cNvSpPr>
          <p:nvPr/>
        </p:nvSpPr>
        <p:spPr bwMode="auto">
          <a:xfrm>
            <a:off x="0" y="2689225"/>
            <a:ext cx="9144000" cy="0"/>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7" name="Line 29"/>
          <p:cNvSpPr>
            <a:spLocks noChangeShapeType="1"/>
          </p:cNvSpPr>
          <p:nvPr/>
        </p:nvSpPr>
        <p:spPr bwMode="auto">
          <a:xfrm>
            <a:off x="0" y="-26988"/>
            <a:ext cx="0" cy="6911976"/>
          </a:xfrm>
          <a:prstGeom prst="line">
            <a:avLst/>
          </a:prstGeom>
          <a:noFill/>
          <a:ln w="38100" cap="sq">
            <a:solidFill>
              <a:srgbClr val="010199"/>
            </a:solidFill>
            <a:round/>
            <a:headEnd/>
            <a:tailEnd/>
          </a:ln>
          <a:effectLst/>
        </p:spPr>
        <p:txBody>
          <a:bodyPr wrap="none"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8" name="Line 30"/>
          <p:cNvSpPr>
            <a:spLocks noChangeShapeType="1"/>
          </p:cNvSpPr>
          <p:nvPr/>
        </p:nvSpPr>
        <p:spPr bwMode="auto">
          <a:xfrm>
            <a:off x="9144000" y="-26988"/>
            <a:ext cx="0" cy="6911976"/>
          </a:xfrm>
          <a:prstGeom prst="line">
            <a:avLst/>
          </a:prstGeom>
          <a:noFill/>
          <a:ln w="38100" cap="sq">
            <a:solidFill>
              <a:srgbClr val="010199"/>
            </a:solidFill>
            <a:round/>
            <a:headEnd/>
            <a:tailEnd/>
          </a:ln>
          <a:effectLst/>
        </p:spPr>
        <p:txBody>
          <a:bodyPr wrap="none"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39" name="Line 31"/>
          <p:cNvSpPr>
            <a:spLocks noChangeShapeType="1"/>
          </p:cNvSpPr>
          <p:nvPr/>
        </p:nvSpPr>
        <p:spPr bwMode="auto">
          <a:xfrm>
            <a:off x="0" y="4738688"/>
            <a:ext cx="9144000" cy="0"/>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40" name="Line 32"/>
          <p:cNvSpPr>
            <a:spLocks noChangeShapeType="1"/>
          </p:cNvSpPr>
          <p:nvPr/>
        </p:nvSpPr>
        <p:spPr bwMode="auto">
          <a:xfrm>
            <a:off x="0" y="6884988"/>
            <a:ext cx="9144000" cy="0"/>
          </a:xfrm>
          <a:prstGeom prst="line">
            <a:avLst/>
          </a:prstGeom>
          <a:noFill/>
          <a:ln w="38100" cap="sq">
            <a:solidFill>
              <a:srgbClr val="010199"/>
            </a:solidFill>
            <a:round/>
            <a:headEnd/>
            <a:tailEnd/>
          </a:ln>
          <a:effectLst/>
        </p:spPr>
        <p:txBody>
          <a:bodyPr wrap="none"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41" name="Line 33"/>
          <p:cNvSpPr>
            <a:spLocks noChangeShapeType="1"/>
          </p:cNvSpPr>
          <p:nvPr/>
        </p:nvSpPr>
        <p:spPr bwMode="auto">
          <a:xfrm>
            <a:off x="3405188" y="-26988"/>
            <a:ext cx="0" cy="6911976"/>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42" name="Line 34"/>
          <p:cNvSpPr>
            <a:spLocks noChangeShapeType="1"/>
          </p:cNvSpPr>
          <p:nvPr/>
        </p:nvSpPr>
        <p:spPr bwMode="auto">
          <a:xfrm>
            <a:off x="4932363" y="430213"/>
            <a:ext cx="0" cy="6454775"/>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sp>
        <p:nvSpPr>
          <p:cNvPr id="657443" name="Line 35"/>
          <p:cNvSpPr>
            <a:spLocks noChangeShapeType="1"/>
          </p:cNvSpPr>
          <p:nvPr/>
        </p:nvSpPr>
        <p:spPr bwMode="auto">
          <a:xfrm>
            <a:off x="3405188" y="430213"/>
            <a:ext cx="3038475" cy="0"/>
          </a:xfrm>
          <a:prstGeom prst="line">
            <a:avLst/>
          </a:prstGeom>
          <a:noFill/>
          <a:ln w="38100">
            <a:solidFill>
              <a:srgbClr val="010199"/>
            </a:solidFill>
            <a:round/>
            <a:headEnd/>
            <a:tailEnd/>
          </a:ln>
          <a:effectLst/>
        </p:spPr>
        <p:txBody>
          <a:bodyPr lIns="90000" tIns="46800" rIns="90000" bIns="468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charset="-122"/>
              <a:cs typeface="+mn-cs"/>
            </a:endParaRPr>
          </a:p>
        </p:txBody>
      </p:sp>
      <p:graphicFrame>
        <p:nvGraphicFramePr>
          <p:cNvPr id="657459" name="Object 51"/>
          <p:cNvGraphicFramePr>
            <a:graphicFrameLocks noChangeAspect="1"/>
          </p:cNvGraphicFramePr>
          <p:nvPr/>
        </p:nvGraphicFramePr>
        <p:xfrm>
          <a:off x="1643042" y="954092"/>
          <a:ext cx="1729064" cy="1684333"/>
        </p:xfrm>
        <a:graphic>
          <a:graphicData uri="http://schemas.openxmlformats.org/presentationml/2006/ole">
            <mc:AlternateContent xmlns:mc="http://schemas.openxmlformats.org/markup-compatibility/2006">
              <mc:Choice xmlns:v="urn:schemas-microsoft-com:vml" Requires="v">
                <p:oleObj name="Equation" r:id="rId2" imgW="2590560" imgH="2527200" progId="Equation.DSMT4">
                  <p:embed/>
                </p:oleObj>
              </mc:Choice>
              <mc:Fallback>
                <p:oleObj name="Equation" r:id="rId2" imgW="2590560" imgH="2527200" progId="Equation.DSMT4">
                  <p:embed/>
                  <p:pic>
                    <p:nvPicPr>
                      <p:cNvPr id="657459" name="Object 5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3042" y="954092"/>
                        <a:ext cx="1729064" cy="16843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6823" name="Object 7"/>
          <p:cNvGraphicFramePr>
            <a:graphicFrameLocks noChangeAspect="1"/>
          </p:cNvGraphicFramePr>
          <p:nvPr/>
        </p:nvGraphicFramePr>
        <p:xfrm>
          <a:off x="1650498" y="2881102"/>
          <a:ext cx="1689100" cy="1612900"/>
        </p:xfrm>
        <a:graphic>
          <a:graphicData uri="http://schemas.openxmlformats.org/presentationml/2006/ole">
            <mc:AlternateContent xmlns:mc="http://schemas.openxmlformats.org/markup-compatibility/2006">
              <mc:Choice xmlns:v="urn:schemas-microsoft-com:vml" Requires="v">
                <p:oleObj name="Equation" r:id="rId4" imgW="1688760" imgH="1612800" progId="Equation.DSMT4">
                  <p:embed/>
                </p:oleObj>
              </mc:Choice>
              <mc:Fallback>
                <p:oleObj name="Equation" r:id="rId4" imgW="1688760" imgH="1612800" progId="Equation.DSMT4">
                  <p:embed/>
                  <p:pic>
                    <p:nvPicPr>
                      <p:cNvPr id="546823"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50498" y="2881102"/>
                        <a:ext cx="1689100" cy="161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6824" name="Object 8"/>
          <p:cNvGraphicFramePr>
            <a:graphicFrameLocks noChangeAspect="1"/>
          </p:cNvGraphicFramePr>
          <p:nvPr/>
        </p:nvGraphicFramePr>
        <p:xfrm>
          <a:off x="1645789" y="5001537"/>
          <a:ext cx="1752600" cy="1612900"/>
        </p:xfrm>
        <a:graphic>
          <a:graphicData uri="http://schemas.openxmlformats.org/presentationml/2006/ole">
            <mc:AlternateContent xmlns:mc="http://schemas.openxmlformats.org/markup-compatibility/2006">
              <mc:Choice xmlns:v="urn:schemas-microsoft-com:vml" Requires="v">
                <p:oleObj name="Equation" r:id="rId6" imgW="1752480" imgH="1612800" progId="Equation.DSMT4">
                  <p:embed/>
                </p:oleObj>
              </mc:Choice>
              <mc:Fallback>
                <p:oleObj name="Equation" r:id="rId6" imgW="1752480" imgH="1612800" progId="Equation.DSMT4">
                  <p:embed/>
                  <p:pic>
                    <p:nvPicPr>
                      <p:cNvPr id="546824"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45789" y="5001537"/>
                        <a:ext cx="1752600" cy="161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6825" name="Object 9"/>
          <p:cNvGraphicFramePr>
            <a:graphicFrameLocks noChangeAspect="1"/>
          </p:cNvGraphicFramePr>
          <p:nvPr/>
        </p:nvGraphicFramePr>
        <p:xfrm>
          <a:off x="6858016" y="3000372"/>
          <a:ext cx="1714500" cy="1643074"/>
        </p:xfrm>
        <a:graphic>
          <a:graphicData uri="http://schemas.openxmlformats.org/presentationml/2006/ole">
            <mc:AlternateContent xmlns:mc="http://schemas.openxmlformats.org/markup-compatibility/2006">
              <mc:Choice xmlns:v="urn:schemas-microsoft-com:vml" Requires="v">
                <p:oleObj name="Equation" r:id="rId8" imgW="1714320" imgH="1790640" progId="Equation.DSMT4">
                  <p:embed/>
                </p:oleObj>
              </mc:Choice>
              <mc:Fallback>
                <p:oleObj name="Equation" r:id="rId8" imgW="1714320" imgH="1790640" progId="Equation.DSMT4">
                  <p:embed/>
                  <p:pic>
                    <p:nvPicPr>
                      <p:cNvPr id="546825"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58016" y="3000372"/>
                        <a:ext cx="1714500" cy="16430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6826" name="Object 10"/>
          <p:cNvGraphicFramePr>
            <a:graphicFrameLocks noChangeAspect="1"/>
          </p:cNvGraphicFramePr>
          <p:nvPr/>
        </p:nvGraphicFramePr>
        <p:xfrm>
          <a:off x="6873904" y="5214950"/>
          <a:ext cx="1841500" cy="1612900"/>
        </p:xfrm>
        <a:graphic>
          <a:graphicData uri="http://schemas.openxmlformats.org/presentationml/2006/ole">
            <mc:AlternateContent xmlns:mc="http://schemas.openxmlformats.org/markup-compatibility/2006">
              <mc:Choice xmlns:v="urn:schemas-microsoft-com:vml" Requires="v">
                <p:oleObj name="Equation" r:id="rId10" imgW="1841400" imgH="1612800" progId="Equation.DSMT4">
                  <p:embed/>
                </p:oleObj>
              </mc:Choice>
              <mc:Fallback>
                <p:oleObj name="Equation" r:id="rId10" imgW="1841400" imgH="1612800" progId="Equation.DSMT4">
                  <p:embed/>
                  <p:pic>
                    <p:nvPicPr>
                      <p:cNvPr id="546826" name="Object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73904" y="5214950"/>
                        <a:ext cx="1841500" cy="161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57413"/>
                                        </p:tgtEl>
                                        <p:attrNameLst>
                                          <p:attrName>style.visibility</p:attrName>
                                        </p:attrNameLst>
                                      </p:cBhvr>
                                      <p:to>
                                        <p:strVal val="visible"/>
                                      </p:to>
                                    </p:set>
                                    <p:animEffect transition="in" filter="wipe(left)">
                                      <p:cBhvr>
                                        <p:cTn id="7" dur="500"/>
                                        <p:tgtEl>
                                          <p:spTgt spid="657413"/>
                                        </p:tgtEl>
                                      </p:cBhvr>
                                    </p:animEffect>
                                  </p:childTnLst>
                                </p:cTn>
                              </p:par>
                              <p:par>
                                <p:cTn id="8" presetID="22" presetClass="entr" presetSubtype="8" fill="hold" nodeType="withEffect">
                                  <p:stCondLst>
                                    <p:cond delay="0"/>
                                  </p:stCondLst>
                                  <p:childTnLst>
                                    <p:set>
                                      <p:cBhvr>
                                        <p:cTn id="9" dur="1" fill="hold">
                                          <p:stCondLst>
                                            <p:cond delay="0"/>
                                          </p:stCondLst>
                                        </p:cTn>
                                        <p:tgtEl>
                                          <p:spTgt spid="657459"/>
                                        </p:tgtEl>
                                        <p:attrNameLst>
                                          <p:attrName>style.visibility</p:attrName>
                                        </p:attrNameLst>
                                      </p:cBhvr>
                                      <p:to>
                                        <p:strVal val="visible"/>
                                      </p:to>
                                    </p:set>
                                    <p:animEffect transition="in" filter="wipe(left)">
                                      <p:cBhvr>
                                        <p:cTn id="10" dur="500"/>
                                        <p:tgtEl>
                                          <p:spTgt spid="65745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57417"/>
                                        </p:tgtEl>
                                        <p:attrNameLst>
                                          <p:attrName>style.visibility</p:attrName>
                                        </p:attrNameLst>
                                      </p:cBhvr>
                                      <p:to>
                                        <p:strVal val="visible"/>
                                      </p:to>
                                    </p:set>
                                    <p:animEffect transition="in" filter="wipe(left)">
                                      <p:cBhvr>
                                        <p:cTn id="15" dur="500"/>
                                        <p:tgtEl>
                                          <p:spTgt spid="65741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657429"/>
                                        </p:tgtEl>
                                        <p:attrNameLst>
                                          <p:attrName>style.visibility</p:attrName>
                                        </p:attrNameLst>
                                      </p:cBhvr>
                                      <p:to>
                                        <p:strVal val="visible"/>
                                      </p:to>
                                    </p:set>
                                    <p:animEffect transition="in" filter="wipe(left)">
                                      <p:cBhvr>
                                        <p:cTn id="20" dur="500"/>
                                        <p:tgtEl>
                                          <p:spTgt spid="65742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657412"/>
                                        </p:tgtEl>
                                        <p:attrNameLst>
                                          <p:attrName>style.visibility</p:attrName>
                                        </p:attrNameLst>
                                      </p:cBhvr>
                                      <p:to>
                                        <p:strVal val="visible"/>
                                      </p:to>
                                    </p:set>
                                    <p:animEffect transition="in" filter="wipe(left)">
                                      <p:cBhvr>
                                        <p:cTn id="25" dur="500"/>
                                        <p:tgtEl>
                                          <p:spTgt spid="657412"/>
                                        </p:tgtEl>
                                      </p:cBhvr>
                                    </p:animEffect>
                                  </p:childTnLst>
                                </p:cTn>
                              </p:par>
                              <p:par>
                                <p:cTn id="26" presetID="22" presetClass="entr" presetSubtype="8" fill="hold" nodeType="withEffect">
                                  <p:stCondLst>
                                    <p:cond delay="0"/>
                                  </p:stCondLst>
                                  <p:childTnLst>
                                    <p:set>
                                      <p:cBhvr>
                                        <p:cTn id="27" dur="1" fill="hold">
                                          <p:stCondLst>
                                            <p:cond delay="0"/>
                                          </p:stCondLst>
                                        </p:cTn>
                                        <p:tgtEl>
                                          <p:spTgt spid="546823"/>
                                        </p:tgtEl>
                                        <p:attrNameLst>
                                          <p:attrName>style.visibility</p:attrName>
                                        </p:attrNameLst>
                                      </p:cBhvr>
                                      <p:to>
                                        <p:strVal val="visible"/>
                                      </p:to>
                                    </p:set>
                                    <p:animEffect transition="in" filter="wipe(left)">
                                      <p:cBhvr>
                                        <p:cTn id="28" dur="500"/>
                                        <p:tgtEl>
                                          <p:spTgt spid="54682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657416"/>
                                        </p:tgtEl>
                                        <p:attrNameLst>
                                          <p:attrName>style.visibility</p:attrName>
                                        </p:attrNameLst>
                                      </p:cBhvr>
                                      <p:to>
                                        <p:strVal val="visible"/>
                                      </p:to>
                                    </p:set>
                                    <p:animEffect transition="in" filter="wipe(left)">
                                      <p:cBhvr>
                                        <p:cTn id="33" dur="500"/>
                                        <p:tgtEl>
                                          <p:spTgt spid="6574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657426"/>
                                        </p:tgtEl>
                                        <p:attrNameLst>
                                          <p:attrName>style.visibility</p:attrName>
                                        </p:attrNameLst>
                                      </p:cBhvr>
                                      <p:to>
                                        <p:strVal val="visible"/>
                                      </p:to>
                                    </p:set>
                                    <p:animEffect transition="in" filter="wipe(left)">
                                      <p:cBhvr>
                                        <p:cTn id="38" dur="500"/>
                                        <p:tgtEl>
                                          <p:spTgt spid="657426"/>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657411"/>
                                        </p:tgtEl>
                                        <p:attrNameLst>
                                          <p:attrName>style.visibility</p:attrName>
                                        </p:attrNameLst>
                                      </p:cBhvr>
                                      <p:to>
                                        <p:strVal val="visible"/>
                                      </p:to>
                                    </p:set>
                                    <p:animEffect transition="in" filter="wipe(left)">
                                      <p:cBhvr>
                                        <p:cTn id="43" dur="500"/>
                                        <p:tgtEl>
                                          <p:spTgt spid="657411"/>
                                        </p:tgtEl>
                                      </p:cBhvr>
                                    </p:animEffect>
                                  </p:childTnLst>
                                </p:cTn>
                              </p:par>
                              <p:par>
                                <p:cTn id="44" presetID="22" presetClass="entr" presetSubtype="8" fill="hold" nodeType="withEffect">
                                  <p:stCondLst>
                                    <p:cond delay="0"/>
                                  </p:stCondLst>
                                  <p:childTnLst>
                                    <p:set>
                                      <p:cBhvr>
                                        <p:cTn id="45" dur="1" fill="hold">
                                          <p:stCondLst>
                                            <p:cond delay="0"/>
                                          </p:stCondLst>
                                        </p:cTn>
                                        <p:tgtEl>
                                          <p:spTgt spid="546824"/>
                                        </p:tgtEl>
                                        <p:attrNameLst>
                                          <p:attrName>style.visibility</p:attrName>
                                        </p:attrNameLst>
                                      </p:cBhvr>
                                      <p:to>
                                        <p:strVal val="visible"/>
                                      </p:to>
                                    </p:set>
                                    <p:animEffect transition="in" filter="wipe(left)">
                                      <p:cBhvr>
                                        <p:cTn id="46" dur="500"/>
                                        <p:tgtEl>
                                          <p:spTgt spid="54682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657415"/>
                                        </p:tgtEl>
                                        <p:attrNameLst>
                                          <p:attrName>style.visibility</p:attrName>
                                        </p:attrNameLst>
                                      </p:cBhvr>
                                      <p:to>
                                        <p:strVal val="visible"/>
                                      </p:to>
                                    </p:set>
                                    <p:animEffect transition="in" filter="wipe(left)">
                                      <p:cBhvr>
                                        <p:cTn id="51" dur="500"/>
                                        <p:tgtEl>
                                          <p:spTgt spid="65741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657423"/>
                                        </p:tgtEl>
                                        <p:attrNameLst>
                                          <p:attrName>style.visibility</p:attrName>
                                        </p:attrNameLst>
                                      </p:cBhvr>
                                      <p:to>
                                        <p:strVal val="visible"/>
                                      </p:to>
                                    </p:set>
                                    <p:animEffect transition="in" filter="wipe(left)">
                                      <p:cBhvr>
                                        <p:cTn id="56" dur="500"/>
                                        <p:tgtEl>
                                          <p:spTgt spid="657423"/>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657430">
                                            <p:txEl>
                                              <p:pRg st="2" end="2"/>
                                            </p:txEl>
                                          </p:spTgt>
                                        </p:tgtEl>
                                        <p:attrNameLst>
                                          <p:attrName>style.visibility</p:attrName>
                                        </p:attrNameLst>
                                      </p:cBhvr>
                                      <p:to>
                                        <p:strVal val="visible"/>
                                      </p:to>
                                    </p:set>
                                    <p:animEffect transition="in" filter="wipe(left)">
                                      <p:cBhvr>
                                        <p:cTn id="61" dur="500"/>
                                        <p:tgtEl>
                                          <p:spTgt spid="657430">
                                            <p:txEl>
                                              <p:pRg st="2" end="2"/>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657428"/>
                                        </p:tgtEl>
                                        <p:attrNameLst>
                                          <p:attrName>style.visibility</p:attrName>
                                        </p:attrNameLst>
                                      </p:cBhvr>
                                      <p:to>
                                        <p:strVal val="visible"/>
                                      </p:to>
                                    </p:set>
                                    <p:animEffect transition="in" filter="wipe(left)">
                                      <p:cBhvr>
                                        <p:cTn id="66" dur="500"/>
                                        <p:tgtEl>
                                          <p:spTgt spid="657428"/>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657427">
                                            <p:txEl>
                                              <p:pRg st="2" end="2"/>
                                            </p:txEl>
                                          </p:spTgt>
                                        </p:tgtEl>
                                        <p:attrNameLst>
                                          <p:attrName>style.visibility</p:attrName>
                                        </p:attrNameLst>
                                      </p:cBhvr>
                                      <p:to>
                                        <p:strVal val="visible"/>
                                      </p:to>
                                    </p:set>
                                    <p:animEffect transition="in" filter="wipe(left)">
                                      <p:cBhvr>
                                        <p:cTn id="71" dur="500"/>
                                        <p:tgtEl>
                                          <p:spTgt spid="657427">
                                            <p:txEl>
                                              <p:pRg st="2" end="2"/>
                                            </p:txEl>
                                          </p:spTgt>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657425"/>
                                        </p:tgtEl>
                                        <p:attrNameLst>
                                          <p:attrName>style.visibility</p:attrName>
                                        </p:attrNameLst>
                                      </p:cBhvr>
                                      <p:to>
                                        <p:strVal val="visible"/>
                                      </p:to>
                                    </p:set>
                                    <p:animEffect transition="in" filter="wipe(left)">
                                      <p:cBhvr>
                                        <p:cTn id="76" dur="500"/>
                                        <p:tgtEl>
                                          <p:spTgt spid="657425"/>
                                        </p:tgtEl>
                                      </p:cBhvr>
                                    </p:animEffect>
                                  </p:childTnLst>
                                </p:cTn>
                              </p:par>
                              <p:par>
                                <p:cTn id="77" presetID="22" presetClass="entr" presetSubtype="8" fill="hold" nodeType="withEffect">
                                  <p:stCondLst>
                                    <p:cond delay="0"/>
                                  </p:stCondLst>
                                  <p:childTnLst>
                                    <p:set>
                                      <p:cBhvr>
                                        <p:cTn id="78" dur="1" fill="hold">
                                          <p:stCondLst>
                                            <p:cond delay="0"/>
                                          </p:stCondLst>
                                        </p:cTn>
                                        <p:tgtEl>
                                          <p:spTgt spid="546825"/>
                                        </p:tgtEl>
                                        <p:attrNameLst>
                                          <p:attrName>style.visibility</p:attrName>
                                        </p:attrNameLst>
                                      </p:cBhvr>
                                      <p:to>
                                        <p:strVal val="visible"/>
                                      </p:to>
                                    </p:set>
                                    <p:animEffect transition="in" filter="wipe(left)">
                                      <p:cBhvr>
                                        <p:cTn id="79" dur="500"/>
                                        <p:tgtEl>
                                          <p:spTgt spid="546825"/>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657424">
                                            <p:txEl>
                                              <p:pRg st="2" end="2"/>
                                            </p:txEl>
                                          </p:spTgt>
                                        </p:tgtEl>
                                        <p:attrNameLst>
                                          <p:attrName>style.visibility</p:attrName>
                                        </p:attrNameLst>
                                      </p:cBhvr>
                                      <p:to>
                                        <p:strVal val="visible"/>
                                      </p:to>
                                    </p:set>
                                    <p:animEffect transition="in" filter="wipe(left)">
                                      <p:cBhvr>
                                        <p:cTn id="84" dur="500"/>
                                        <p:tgtEl>
                                          <p:spTgt spid="657424">
                                            <p:txEl>
                                              <p:pRg st="2" end="2"/>
                                            </p:txEl>
                                          </p:spTgt>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657422"/>
                                        </p:tgtEl>
                                        <p:attrNameLst>
                                          <p:attrName>style.visibility</p:attrName>
                                        </p:attrNameLst>
                                      </p:cBhvr>
                                      <p:to>
                                        <p:strVal val="visible"/>
                                      </p:to>
                                    </p:set>
                                    <p:animEffect transition="in" filter="wipe(left)">
                                      <p:cBhvr>
                                        <p:cTn id="89" dur="500"/>
                                        <p:tgtEl>
                                          <p:spTgt spid="657422"/>
                                        </p:tgtEl>
                                      </p:cBhvr>
                                    </p:animEffect>
                                  </p:childTnLst>
                                </p:cTn>
                              </p:par>
                              <p:par>
                                <p:cTn id="90" presetID="22" presetClass="entr" presetSubtype="8" fill="hold" nodeType="withEffect">
                                  <p:stCondLst>
                                    <p:cond delay="0"/>
                                  </p:stCondLst>
                                  <p:childTnLst>
                                    <p:set>
                                      <p:cBhvr>
                                        <p:cTn id="91" dur="1" fill="hold">
                                          <p:stCondLst>
                                            <p:cond delay="0"/>
                                          </p:stCondLst>
                                        </p:cTn>
                                        <p:tgtEl>
                                          <p:spTgt spid="546826"/>
                                        </p:tgtEl>
                                        <p:attrNameLst>
                                          <p:attrName>style.visibility</p:attrName>
                                        </p:attrNameLst>
                                      </p:cBhvr>
                                      <p:to>
                                        <p:strVal val="visible"/>
                                      </p:to>
                                    </p:set>
                                    <p:animEffect transition="in" filter="wipe(left)">
                                      <p:cBhvr>
                                        <p:cTn id="92" dur="500"/>
                                        <p:tgtEl>
                                          <p:spTgt spid="546826"/>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657420">
                                            <p:txEl>
                                              <p:pRg st="1" end="1"/>
                                            </p:txEl>
                                          </p:spTgt>
                                        </p:tgtEl>
                                        <p:attrNameLst>
                                          <p:attrName>style.visibility</p:attrName>
                                        </p:attrNameLst>
                                      </p:cBhvr>
                                      <p:to>
                                        <p:strVal val="visible"/>
                                      </p:to>
                                    </p:set>
                                    <p:animEffect transition="in" filter="wipe(left)">
                                      <p:cBhvr>
                                        <p:cTn id="97" dur="500"/>
                                        <p:tgtEl>
                                          <p:spTgt spid="65742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7411" grpId="0" animBg="1"/>
      <p:bldP spid="657412" grpId="0" animBg="1"/>
      <p:bldP spid="657413" grpId="0" animBg="1"/>
      <p:bldP spid="657415" grpId="0" animBg="1"/>
      <p:bldP spid="657416" grpId="0" animBg="1"/>
      <p:bldP spid="657417" grpId="0" animBg="1"/>
      <p:bldP spid="657422" grpId="0" animBg="1"/>
      <p:bldP spid="657423" grpId="0" animBg="1"/>
      <p:bldP spid="657425" grpId="0" animBg="1"/>
      <p:bldP spid="657426" grpId="0" animBg="1"/>
      <p:bldP spid="657428" grpId="0" animBg="1"/>
      <p:bldP spid="657429"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530" name="Object 2"/>
          <p:cNvGraphicFramePr>
            <a:graphicFrameLocks noChangeAspect="1"/>
          </p:cNvGraphicFramePr>
          <p:nvPr/>
        </p:nvGraphicFramePr>
        <p:xfrm>
          <a:off x="382588" y="-12700"/>
          <a:ext cx="8566150" cy="1674813"/>
        </p:xfrm>
        <a:graphic>
          <a:graphicData uri="http://schemas.openxmlformats.org/presentationml/2006/ole">
            <mc:AlternateContent xmlns:mc="http://schemas.openxmlformats.org/markup-compatibility/2006">
              <mc:Choice xmlns:v="urn:schemas-microsoft-com:vml" Requires="v">
                <p:oleObj name="Equation" r:id="rId2" imgW="3619440" imgH="698400" progId="Equation.DSMT4">
                  <p:embed/>
                </p:oleObj>
              </mc:Choice>
              <mc:Fallback>
                <p:oleObj name="Equation" r:id="rId2" imgW="3619440" imgH="698400" progId="Equation.DSMT4">
                  <p:embed/>
                  <p:pic>
                    <p:nvPicPr>
                      <p:cNvPr id="662530"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588" y="-12700"/>
                        <a:ext cx="8566150" cy="1674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1" name="Object 3"/>
          <p:cNvGraphicFramePr>
            <a:graphicFrameLocks noChangeAspect="1"/>
          </p:cNvGraphicFramePr>
          <p:nvPr/>
        </p:nvGraphicFramePr>
        <p:xfrm>
          <a:off x="0" y="1773238"/>
          <a:ext cx="3441700" cy="1511300"/>
        </p:xfrm>
        <a:graphic>
          <a:graphicData uri="http://schemas.openxmlformats.org/presentationml/2006/ole">
            <mc:AlternateContent xmlns:mc="http://schemas.openxmlformats.org/markup-compatibility/2006">
              <mc:Choice xmlns:v="urn:schemas-microsoft-com:vml" Requires="v">
                <p:oleObj name="Equation" r:id="rId4" imgW="3441600" imgH="1511280" progId="Equation.3">
                  <p:embed/>
                </p:oleObj>
              </mc:Choice>
              <mc:Fallback>
                <p:oleObj name="Equation" r:id="rId4" imgW="3441600" imgH="1511280" progId="Equation.3">
                  <p:embed/>
                  <p:pic>
                    <p:nvPicPr>
                      <p:cNvPr id="662531"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773238"/>
                        <a:ext cx="34417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2" name="Object 4"/>
          <p:cNvGraphicFramePr>
            <a:graphicFrameLocks noChangeAspect="1"/>
          </p:cNvGraphicFramePr>
          <p:nvPr/>
        </p:nvGraphicFramePr>
        <p:xfrm>
          <a:off x="3475928" y="2354263"/>
          <a:ext cx="4386960" cy="585173"/>
        </p:xfrm>
        <a:graphic>
          <a:graphicData uri="http://schemas.openxmlformats.org/presentationml/2006/ole">
            <mc:AlternateContent xmlns:mc="http://schemas.openxmlformats.org/markup-compatibility/2006">
              <mc:Choice xmlns:v="urn:schemas-microsoft-com:vml" Requires="v">
                <p:oleObj name="Equation" r:id="rId6" imgW="1625400" imgH="241200" progId="Equation.3">
                  <p:embed/>
                </p:oleObj>
              </mc:Choice>
              <mc:Fallback>
                <p:oleObj name="Equation" r:id="rId6" imgW="1625400" imgH="241200" progId="Equation.3">
                  <p:embed/>
                  <p:pic>
                    <p:nvPicPr>
                      <p:cNvPr id="662532"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75928" y="2354263"/>
                        <a:ext cx="4386960" cy="5851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3" name="Object 5"/>
          <p:cNvGraphicFramePr>
            <a:graphicFrameLocks noChangeAspect="1"/>
          </p:cNvGraphicFramePr>
          <p:nvPr/>
        </p:nvGraphicFramePr>
        <p:xfrm>
          <a:off x="571472" y="3428999"/>
          <a:ext cx="4857784" cy="642943"/>
        </p:xfrm>
        <a:graphic>
          <a:graphicData uri="http://schemas.openxmlformats.org/presentationml/2006/ole">
            <mc:AlternateContent xmlns:mc="http://schemas.openxmlformats.org/markup-compatibility/2006">
              <mc:Choice xmlns:v="urn:schemas-microsoft-com:vml" Requires="v">
                <p:oleObj name="公式" r:id="rId8" imgW="1739880" imgH="266400" progId="Equation.3">
                  <p:embed/>
                </p:oleObj>
              </mc:Choice>
              <mc:Fallback>
                <p:oleObj name="公式" r:id="rId8" imgW="1739880" imgH="266400" progId="Equation.3">
                  <p:embed/>
                  <p:pic>
                    <p:nvPicPr>
                      <p:cNvPr id="662533"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1472" y="3428999"/>
                        <a:ext cx="4857784" cy="64294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4" name="Object 6"/>
          <p:cNvGraphicFramePr>
            <a:graphicFrameLocks noChangeAspect="1"/>
          </p:cNvGraphicFramePr>
          <p:nvPr/>
        </p:nvGraphicFramePr>
        <p:xfrm>
          <a:off x="5420131" y="3490913"/>
          <a:ext cx="2820978" cy="574132"/>
        </p:xfrm>
        <a:graphic>
          <a:graphicData uri="http://schemas.openxmlformats.org/presentationml/2006/ole">
            <mc:AlternateContent xmlns:mc="http://schemas.openxmlformats.org/markup-compatibility/2006">
              <mc:Choice xmlns:v="urn:schemas-microsoft-com:vml" Requires="v">
                <p:oleObj name="Equation" r:id="rId10" imgW="1041120" imgH="241200" progId="Equation.3">
                  <p:embed/>
                </p:oleObj>
              </mc:Choice>
              <mc:Fallback>
                <p:oleObj name="Equation" r:id="rId10" imgW="1041120" imgH="241200" progId="Equation.3">
                  <p:embed/>
                  <p:pic>
                    <p:nvPicPr>
                      <p:cNvPr id="662534"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20131" y="3490913"/>
                        <a:ext cx="2820978" cy="5741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5" name="Object 7"/>
          <p:cNvGraphicFramePr>
            <a:graphicFrameLocks noChangeAspect="1"/>
          </p:cNvGraphicFramePr>
          <p:nvPr/>
        </p:nvGraphicFramePr>
        <p:xfrm>
          <a:off x="598518" y="4572000"/>
          <a:ext cx="2222500" cy="1511300"/>
        </p:xfrm>
        <a:graphic>
          <a:graphicData uri="http://schemas.openxmlformats.org/presentationml/2006/ole">
            <mc:AlternateContent xmlns:mc="http://schemas.openxmlformats.org/markup-compatibility/2006">
              <mc:Choice xmlns:v="urn:schemas-microsoft-com:vml" Requires="v">
                <p:oleObj name="Equation" r:id="rId12" imgW="2222280" imgH="1511280" progId="Equation.3">
                  <p:embed/>
                </p:oleObj>
              </mc:Choice>
              <mc:Fallback>
                <p:oleObj name="Equation" r:id="rId12" imgW="2222280" imgH="1511280" progId="Equation.3">
                  <p:embed/>
                  <p:pic>
                    <p:nvPicPr>
                      <p:cNvPr id="662535"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98518" y="4572000"/>
                        <a:ext cx="22225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7" name="Object 9"/>
          <p:cNvGraphicFramePr>
            <a:graphicFrameLocks noChangeAspect="1"/>
          </p:cNvGraphicFramePr>
          <p:nvPr/>
        </p:nvGraphicFramePr>
        <p:xfrm>
          <a:off x="3659218" y="4572000"/>
          <a:ext cx="1689100" cy="1511300"/>
        </p:xfrm>
        <a:graphic>
          <a:graphicData uri="http://schemas.openxmlformats.org/presentationml/2006/ole">
            <mc:AlternateContent xmlns:mc="http://schemas.openxmlformats.org/markup-compatibility/2006">
              <mc:Choice xmlns:v="urn:schemas-microsoft-com:vml" Requires="v">
                <p:oleObj name="Equation" r:id="rId14" imgW="1688760" imgH="1511280" progId="Equation.3">
                  <p:embed/>
                </p:oleObj>
              </mc:Choice>
              <mc:Fallback>
                <p:oleObj name="Equation" r:id="rId14" imgW="1688760" imgH="1511280" progId="Equation.3">
                  <p:embed/>
                  <p:pic>
                    <p:nvPicPr>
                      <p:cNvPr id="662537" name="Object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659218" y="4572000"/>
                        <a:ext cx="16891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39" name="Object 11"/>
          <p:cNvGraphicFramePr>
            <a:graphicFrameLocks noChangeAspect="1"/>
          </p:cNvGraphicFramePr>
          <p:nvPr/>
        </p:nvGraphicFramePr>
        <p:xfrm>
          <a:off x="6018243" y="4572000"/>
          <a:ext cx="1905000" cy="1568450"/>
        </p:xfrm>
        <a:graphic>
          <a:graphicData uri="http://schemas.openxmlformats.org/presentationml/2006/ole">
            <mc:AlternateContent xmlns:mc="http://schemas.openxmlformats.org/markup-compatibility/2006">
              <mc:Choice xmlns:v="urn:schemas-microsoft-com:vml" Requires="v">
                <p:oleObj name="Equation" r:id="rId16" imgW="863280" imgH="711000" progId="Equation.3">
                  <p:embed/>
                </p:oleObj>
              </mc:Choice>
              <mc:Fallback>
                <p:oleObj name="Equation" r:id="rId16" imgW="863280" imgH="711000" progId="Equation.3">
                  <p:embed/>
                  <p:pic>
                    <p:nvPicPr>
                      <p:cNvPr id="662539" name="Object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18243" y="4572000"/>
                        <a:ext cx="1905000" cy="1568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2540" name="Object 12"/>
          <p:cNvGraphicFramePr>
            <a:graphicFrameLocks noChangeAspect="1"/>
          </p:cNvGraphicFramePr>
          <p:nvPr/>
        </p:nvGraphicFramePr>
        <p:xfrm>
          <a:off x="8078818" y="5105400"/>
          <a:ext cx="850900" cy="393700"/>
        </p:xfrm>
        <a:graphic>
          <a:graphicData uri="http://schemas.openxmlformats.org/presentationml/2006/ole">
            <mc:AlternateContent xmlns:mc="http://schemas.openxmlformats.org/markup-compatibility/2006">
              <mc:Choice xmlns:v="urn:schemas-microsoft-com:vml" Requires="v">
                <p:oleObj name="Equation" r:id="rId18" imgW="850680" imgH="393480" progId="Equation.3">
                  <p:embed/>
                </p:oleObj>
              </mc:Choice>
              <mc:Fallback>
                <p:oleObj name="Equation" r:id="rId18" imgW="850680" imgH="393480" progId="Equation.3">
                  <p:embed/>
                  <p:pic>
                    <p:nvPicPr>
                      <p:cNvPr id="662540" name="Object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078818" y="5105400"/>
                        <a:ext cx="850900"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Line 25"/>
          <p:cNvSpPr>
            <a:spLocks noChangeShapeType="1"/>
          </p:cNvSpPr>
          <p:nvPr/>
        </p:nvSpPr>
        <p:spPr bwMode="auto">
          <a:xfrm>
            <a:off x="0" y="164305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548877" name="Object 13"/>
          <p:cNvGraphicFramePr>
            <a:graphicFrameLocks noChangeAspect="1"/>
          </p:cNvGraphicFramePr>
          <p:nvPr/>
        </p:nvGraphicFramePr>
        <p:xfrm>
          <a:off x="5357818" y="4929198"/>
          <a:ext cx="673100" cy="838200"/>
        </p:xfrm>
        <a:graphic>
          <a:graphicData uri="http://schemas.openxmlformats.org/presentationml/2006/ole">
            <mc:AlternateContent xmlns:mc="http://schemas.openxmlformats.org/markup-compatibility/2006">
              <mc:Choice xmlns:v="urn:schemas-microsoft-com:vml" Requires="v">
                <p:oleObj name="Equation" r:id="rId20" imgW="672840" imgH="838080" progId="Equation.DSMT4">
                  <p:embed/>
                </p:oleObj>
              </mc:Choice>
              <mc:Fallback>
                <p:oleObj name="Equation" r:id="rId20" imgW="672840" imgH="838080" progId="Equation.DSMT4">
                  <p:embed/>
                  <p:pic>
                    <p:nvPicPr>
                      <p:cNvPr id="548877" name="Object 1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357818" y="4929198"/>
                        <a:ext cx="6731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 name="Object 13"/>
          <p:cNvGraphicFramePr>
            <a:graphicFrameLocks noChangeAspect="1"/>
          </p:cNvGraphicFramePr>
          <p:nvPr/>
        </p:nvGraphicFramePr>
        <p:xfrm>
          <a:off x="2857488" y="4857760"/>
          <a:ext cx="785818" cy="1058449"/>
        </p:xfrm>
        <a:graphic>
          <a:graphicData uri="http://schemas.openxmlformats.org/presentationml/2006/ole">
            <mc:AlternateContent xmlns:mc="http://schemas.openxmlformats.org/markup-compatibility/2006">
              <mc:Choice xmlns:v="urn:schemas-microsoft-com:vml" Requires="v">
                <p:oleObj name="Equation" r:id="rId22" imgW="622080" imgH="838080" progId="Equation.DSMT4">
                  <p:embed/>
                </p:oleObj>
              </mc:Choice>
              <mc:Fallback>
                <p:oleObj name="Equation" r:id="rId22" imgW="622080" imgH="838080" progId="Equation.DSMT4">
                  <p:embed/>
                  <p:pic>
                    <p:nvPicPr>
                      <p:cNvPr id="15" name="Object 1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57488" y="4857760"/>
                        <a:ext cx="785818" cy="1058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62531"/>
                                        </p:tgtEl>
                                        <p:attrNameLst>
                                          <p:attrName>style.visibility</p:attrName>
                                        </p:attrNameLst>
                                      </p:cBhvr>
                                      <p:to>
                                        <p:strVal val="visible"/>
                                      </p:to>
                                    </p:set>
                                    <p:animEffect transition="in" filter="wipe(left)">
                                      <p:cBhvr>
                                        <p:cTn id="7" dur="500"/>
                                        <p:tgtEl>
                                          <p:spTgt spid="6625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62532"/>
                                        </p:tgtEl>
                                        <p:attrNameLst>
                                          <p:attrName>style.visibility</p:attrName>
                                        </p:attrNameLst>
                                      </p:cBhvr>
                                      <p:to>
                                        <p:strVal val="visible"/>
                                      </p:to>
                                    </p:set>
                                    <p:animEffect transition="in" filter="wipe(left)">
                                      <p:cBhvr>
                                        <p:cTn id="12" dur="500"/>
                                        <p:tgtEl>
                                          <p:spTgt spid="66253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62533"/>
                                        </p:tgtEl>
                                        <p:attrNameLst>
                                          <p:attrName>style.visibility</p:attrName>
                                        </p:attrNameLst>
                                      </p:cBhvr>
                                      <p:to>
                                        <p:strVal val="visible"/>
                                      </p:to>
                                    </p:set>
                                    <p:animEffect transition="in" filter="wipe(left)">
                                      <p:cBhvr>
                                        <p:cTn id="17" dur="500"/>
                                        <p:tgtEl>
                                          <p:spTgt spid="6625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62534"/>
                                        </p:tgtEl>
                                        <p:attrNameLst>
                                          <p:attrName>style.visibility</p:attrName>
                                        </p:attrNameLst>
                                      </p:cBhvr>
                                      <p:to>
                                        <p:strVal val="visible"/>
                                      </p:to>
                                    </p:set>
                                    <p:animEffect transition="in" filter="wipe(left)">
                                      <p:cBhvr>
                                        <p:cTn id="22" dur="500"/>
                                        <p:tgtEl>
                                          <p:spTgt spid="66253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62535"/>
                                        </p:tgtEl>
                                        <p:attrNameLst>
                                          <p:attrName>style.visibility</p:attrName>
                                        </p:attrNameLst>
                                      </p:cBhvr>
                                      <p:to>
                                        <p:strVal val="visible"/>
                                      </p:to>
                                    </p:set>
                                    <p:animEffect transition="in" filter="wipe(left)">
                                      <p:cBhvr>
                                        <p:cTn id="27" dur="500"/>
                                        <p:tgtEl>
                                          <p:spTgt spid="66253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662537"/>
                                        </p:tgtEl>
                                        <p:attrNameLst>
                                          <p:attrName>style.visibility</p:attrName>
                                        </p:attrNameLst>
                                      </p:cBhvr>
                                      <p:to>
                                        <p:strVal val="visible"/>
                                      </p:to>
                                    </p:set>
                                    <p:animEffect transition="in" filter="wipe(left)">
                                      <p:cBhvr>
                                        <p:cTn id="37" dur="500"/>
                                        <p:tgtEl>
                                          <p:spTgt spid="662537"/>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48877"/>
                                        </p:tgtEl>
                                        <p:attrNameLst>
                                          <p:attrName>style.visibility</p:attrName>
                                        </p:attrNameLst>
                                      </p:cBhvr>
                                      <p:to>
                                        <p:strVal val="visible"/>
                                      </p:to>
                                    </p:set>
                                    <p:animEffect transition="in" filter="wipe(left)">
                                      <p:cBhvr>
                                        <p:cTn id="42" dur="500"/>
                                        <p:tgtEl>
                                          <p:spTgt spid="548877"/>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662539"/>
                                        </p:tgtEl>
                                        <p:attrNameLst>
                                          <p:attrName>style.visibility</p:attrName>
                                        </p:attrNameLst>
                                      </p:cBhvr>
                                      <p:to>
                                        <p:strVal val="visible"/>
                                      </p:to>
                                    </p:set>
                                    <p:animEffect transition="in" filter="wipe(left)">
                                      <p:cBhvr>
                                        <p:cTn id="47" dur="500"/>
                                        <p:tgtEl>
                                          <p:spTgt spid="662539"/>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662540"/>
                                        </p:tgtEl>
                                        <p:attrNameLst>
                                          <p:attrName>style.visibility</p:attrName>
                                        </p:attrNameLst>
                                      </p:cBhvr>
                                      <p:to>
                                        <p:strVal val="visible"/>
                                      </p:to>
                                    </p:set>
                                    <p:animEffect transition="in" filter="wipe(left)">
                                      <p:cBhvr>
                                        <p:cTn id="52" dur="500"/>
                                        <p:tgtEl>
                                          <p:spTgt spid="6625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WordArt 2"/>
          <p:cNvSpPr>
            <a:spLocks noChangeArrowheads="1" noChangeShapeType="1" noTextEdit="1"/>
          </p:cNvSpPr>
          <p:nvPr/>
        </p:nvSpPr>
        <p:spPr bwMode="auto">
          <a:xfrm>
            <a:off x="642910" y="-24"/>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结论：</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1、</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秩的性质</a:t>
            </a:r>
          </a:p>
        </p:txBody>
      </p:sp>
      <p:sp>
        <p:nvSpPr>
          <p:cNvPr id="19" name="AutoShape 5"/>
          <p:cNvSpPr>
            <a:spLocks noChangeArrowheads="1"/>
          </p:cNvSpPr>
          <p:nvPr/>
        </p:nvSpPr>
        <p:spPr bwMode="auto">
          <a:xfrm>
            <a:off x="571472" y="1000132"/>
            <a:ext cx="8459787" cy="5857892"/>
          </a:xfrm>
          <a:prstGeom prst="roundRect">
            <a:avLst>
              <a:gd name="adj" fmla="val 3984"/>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charset="-122"/>
              <a:cs typeface="+mn-cs"/>
            </a:endParaRPr>
          </a:p>
        </p:txBody>
      </p:sp>
      <p:sp>
        <p:nvSpPr>
          <p:cNvPr id="20" name="Text Box 7"/>
          <p:cNvSpPr txBox="1">
            <a:spLocks noChangeArrowheads="1"/>
          </p:cNvSpPr>
          <p:nvPr/>
        </p:nvSpPr>
        <p:spPr bwMode="auto">
          <a:xfrm>
            <a:off x="571472" y="1000108"/>
            <a:ext cx="8358214" cy="523220"/>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对任意矩阵</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A、B</a:t>
            </a:r>
            <a:r>
              <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有：</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A~B</a:t>
            </a:r>
            <a:r>
              <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endPar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21" name="Text Box 7"/>
          <p:cNvSpPr txBox="1">
            <a:spLocks noChangeArrowheads="1"/>
          </p:cNvSpPr>
          <p:nvPr/>
        </p:nvSpPr>
        <p:spPr bwMode="auto">
          <a:xfrm>
            <a:off x="539552" y="1428736"/>
            <a:ext cx="8358214" cy="5116272"/>
          </a:xfrm>
          <a:prstGeom prst="rect">
            <a:avLst/>
          </a:prstGeom>
          <a:noFill/>
          <a:ln w="9525">
            <a:noFill/>
            <a:miter lim="800000"/>
            <a:headEnd/>
            <a:tailEnd/>
          </a:ln>
        </p:spPr>
        <p:txBody>
          <a:bodyPr wrap="square">
            <a:spAutoFit/>
          </a:bodyPr>
          <a:lstStyle/>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基本性质</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PAQ</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其中</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P,Q</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为可逆阵；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行阶梯阵</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行最简阵</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标准形</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行阶梯阵的阶数</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增广运算</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转置运算</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和的秩</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积的秩</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Sylverster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不等式</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endPar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22" name="Object 23"/>
          <p:cNvGraphicFramePr>
            <a:graphicFrameLocks noChangeAspect="1"/>
          </p:cNvGraphicFramePr>
          <p:nvPr/>
        </p:nvGraphicFramePr>
        <p:xfrm>
          <a:off x="2714612" y="3790956"/>
          <a:ext cx="4867275" cy="423862"/>
        </p:xfrm>
        <a:graphic>
          <a:graphicData uri="http://schemas.openxmlformats.org/presentationml/2006/ole">
            <mc:AlternateContent xmlns:mc="http://schemas.openxmlformats.org/markup-compatibility/2006">
              <mc:Choice xmlns:v="urn:schemas-microsoft-com:vml" Requires="v">
                <p:oleObj name="Equation" r:id="rId4" imgW="2768400" imgH="241200" progId="Equation.3">
                  <p:embed/>
                </p:oleObj>
              </mc:Choice>
              <mc:Fallback>
                <p:oleObj name="Equation" r:id="rId4" imgW="2768400" imgH="241200" progId="Equation.3">
                  <p:embed/>
                  <p:pic>
                    <p:nvPicPr>
                      <p:cNvPr id="22" name="Object 2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14612" y="3790956"/>
                        <a:ext cx="4867275" cy="4238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28"/>
          <p:cNvGraphicFramePr>
            <a:graphicFrameLocks noChangeAspect="1"/>
          </p:cNvGraphicFramePr>
          <p:nvPr/>
        </p:nvGraphicFramePr>
        <p:xfrm>
          <a:off x="2714612" y="5738308"/>
          <a:ext cx="2786082" cy="293771"/>
        </p:xfrm>
        <a:graphic>
          <a:graphicData uri="http://schemas.openxmlformats.org/presentationml/2006/ole">
            <mc:AlternateContent xmlns:mc="http://schemas.openxmlformats.org/markup-compatibility/2006">
              <mc:Choice xmlns:v="urn:schemas-microsoft-com:vml" Requires="v">
                <p:oleObj name="Equation" r:id="rId6" imgW="3733560" imgH="393480" progId="Equation.3">
                  <p:embed/>
                </p:oleObj>
              </mc:Choice>
              <mc:Fallback>
                <p:oleObj name="Equation" r:id="rId6" imgW="3733560" imgH="393480" progId="Equation.3">
                  <p:embed/>
                  <p:pic>
                    <p:nvPicPr>
                      <p:cNvPr id="23" name="Object 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14612" y="5738308"/>
                        <a:ext cx="2786082" cy="29377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28"/>
          <p:cNvGraphicFramePr>
            <a:graphicFrameLocks noChangeAspect="1"/>
          </p:cNvGraphicFramePr>
          <p:nvPr/>
        </p:nvGraphicFramePr>
        <p:xfrm>
          <a:off x="4078000" y="6146985"/>
          <a:ext cx="5030504" cy="378359"/>
        </p:xfrm>
        <a:graphic>
          <a:graphicData uri="http://schemas.openxmlformats.org/presentationml/2006/ole">
            <mc:AlternateContent xmlns:mc="http://schemas.openxmlformats.org/markup-compatibility/2006">
              <mc:Choice xmlns:v="urn:schemas-microsoft-com:vml" Requires="v">
                <p:oleObj name="Equation" r:id="rId8" imgW="3340080" imgH="228600" progId="Equation.3">
                  <p:embed/>
                </p:oleObj>
              </mc:Choice>
              <mc:Fallback>
                <p:oleObj name="Equation" r:id="rId8" imgW="3340080" imgH="228600" progId="Equation.3">
                  <p:embed/>
                  <p:pic>
                    <p:nvPicPr>
                      <p:cNvPr id="24" name="Object 2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78000" y="6146985"/>
                        <a:ext cx="5030504" cy="378359"/>
                      </a:xfrm>
                      <a:prstGeom prst="rect">
                        <a:avLst/>
                      </a:prstGeom>
                      <a:noFill/>
                    </p:spPr>
                  </p:pic>
                </p:oleObj>
              </mc:Fallback>
            </mc:AlternateContent>
          </a:graphicData>
        </a:graphic>
      </p:graphicFrame>
      <p:graphicFrame>
        <p:nvGraphicFramePr>
          <p:cNvPr id="25" name="Object 28"/>
          <p:cNvGraphicFramePr>
            <a:graphicFrameLocks noChangeAspect="1"/>
          </p:cNvGraphicFramePr>
          <p:nvPr/>
        </p:nvGraphicFramePr>
        <p:xfrm>
          <a:off x="4420245" y="6444865"/>
          <a:ext cx="4040187" cy="422275"/>
        </p:xfrm>
        <a:graphic>
          <a:graphicData uri="http://schemas.openxmlformats.org/presentationml/2006/ole">
            <mc:AlternateContent xmlns:mc="http://schemas.openxmlformats.org/markup-compatibility/2006">
              <mc:Choice xmlns:v="urn:schemas-microsoft-com:vml" Requires="v">
                <p:oleObj name="Equation" r:id="rId10" imgW="2361960" imgH="228600" progId="Equation.3">
                  <p:embed/>
                </p:oleObj>
              </mc:Choice>
              <mc:Fallback>
                <p:oleObj name="Equation" r:id="rId10" imgW="2361960" imgH="228600" progId="Equation.3">
                  <p:embed/>
                  <p:pic>
                    <p:nvPicPr>
                      <p:cNvPr id="25" name="Object 2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20245" y="6444865"/>
                        <a:ext cx="4040187" cy="422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28"/>
          <p:cNvGraphicFramePr>
            <a:graphicFrameLocks noChangeAspect="1"/>
          </p:cNvGraphicFramePr>
          <p:nvPr/>
        </p:nvGraphicFramePr>
        <p:xfrm>
          <a:off x="1297198" y="6508130"/>
          <a:ext cx="3017837" cy="449262"/>
        </p:xfrm>
        <a:graphic>
          <a:graphicData uri="http://schemas.openxmlformats.org/presentationml/2006/ole">
            <mc:AlternateContent xmlns:mc="http://schemas.openxmlformats.org/markup-compatibility/2006">
              <mc:Choice xmlns:v="urn:schemas-microsoft-com:vml" Requires="v">
                <p:oleObj name="Equation" r:id="rId12" imgW="1714320" imgH="253800" progId="Equation.DSMT4">
                  <p:embed/>
                </p:oleObj>
              </mc:Choice>
              <mc:Fallback>
                <p:oleObj name="Equation" r:id="rId12" imgW="1714320" imgH="253800" progId="Equation.DSMT4">
                  <p:embed/>
                  <p:pic>
                    <p:nvPicPr>
                      <p:cNvPr id="26" name="Object 28"/>
                      <p:cNvPicPr>
                        <a:picLocks noChangeAspect="1" noChangeArrowheads="1"/>
                      </p:cNvPicPr>
                      <p:nvPr/>
                    </p:nvPicPr>
                    <p:blipFill>
                      <a:blip r:embed="rId13"/>
                      <a:srcRect/>
                      <a:stretch>
                        <a:fillRect/>
                      </a:stretch>
                    </p:blipFill>
                    <p:spPr bwMode="auto">
                      <a:xfrm>
                        <a:off x="1297198" y="6508130"/>
                        <a:ext cx="3017837"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9"/>
          <p:cNvGraphicFramePr>
            <a:graphicFrameLocks noChangeAspect="1"/>
          </p:cNvGraphicFramePr>
          <p:nvPr/>
        </p:nvGraphicFramePr>
        <p:xfrm>
          <a:off x="2714612" y="5108886"/>
          <a:ext cx="1704988" cy="408345"/>
        </p:xfrm>
        <a:graphic>
          <a:graphicData uri="http://schemas.openxmlformats.org/presentationml/2006/ole">
            <mc:AlternateContent xmlns:mc="http://schemas.openxmlformats.org/markup-compatibility/2006">
              <mc:Choice xmlns:v="urn:schemas-microsoft-com:vml" Requires="v">
                <p:oleObj name="Equation" r:id="rId14" imgW="952200" imgH="228600" progId="Equation.DSMT4">
                  <p:embed/>
                </p:oleObj>
              </mc:Choice>
              <mc:Fallback>
                <p:oleObj name="Equation" r:id="rId14" imgW="952200" imgH="228600" progId="Equation.DSMT4">
                  <p:embed/>
                  <p:pic>
                    <p:nvPicPr>
                      <p:cNvPr id="27" name="Object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14612" y="5108886"/>
                        <a:ext cx="1704988" cy="408345"/>
                      </a:xfrm>
                      <a:prstGeom prst="rect">
                        <a:avLst/>
                      </a:prstGeom>
                      <a:noFill/>
                      <a:ln>
                        <a:noFill/>
                      </a:ln>
                      <a:effectLst/>
                    </p:spPr>
                  </p:pic>
                </p:oleObj>
              </mc:Fallback>
            </mc:AlternateContent>
          </a:graphicData>
        </a:graphic>
      </p:graphicFrame>
      <p:graphicFrame>
        <p:nvGraphicFramePr>
          <p:cNvPr id="28" name="Object 12"/>
          <p:cNvGraphicFramePr>
            <a:graphicFrameLocks noChangeAspect="1"/>
          </p:cNvGraphicFramePr>
          <p:nvPr/>
        </p:nvGraphicFramePr>
        <p:xfrm>
          <a:off x="2500298" y="1571612"/>
          <a:ext cx="2730500" cy="349250"/>
        </p:xfrm>
        <a:graphic>
          <a:graphicData uri="http://schemas.openxmlformats.org/presentationml/2006/ole">
            <mc:AlternateContent xmlns:mc="http://schemas.openxmlformats.org/markup-compatibility/2006">
              <mc:Choice xmlns:v="urn:schemas-microsoft-com:vml" Requires="v">
                <p:oleObj name="Equation" r:id="rId16" imgW="1879560" imgH="241200" progId="Equation.DSMT4">
                  <p:embed/>
                </p:oleObj>
              </mc:Choice>
              <mc:Fallback>
                <p:oleObj name="Equation" r:id="rId16" imgW="1879560" imgH="241200" progId="Equation.DSMT4">
                  <p:embed/>
                  <p:pic>
                    <p:nvPicPr>
                      <p:cNvPr id="28" name="Object 1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00298" y="1571612"/>
                        <a:ext cx="27305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 name="Object 14"/>
          <p:cNvGraphicFramePr>
            <a:graphicFrameLocks noChangeAspect="1"/>
          </p:cNvGraphicFramePr>
          <p:nvPr/>
        </p:nvGraphicFramePr>
        <p:xfrm>
          <a:off x="2500298" y="2000240"/>
          <a:ext cx="2214563" cy="285750"/>
        </p:xfrm>
        <a:graphic>
          <a:graphicData uri="http://schemas.openxmlformats.org/presentationml/2006/ole">
            <mc:AlternateContent xmlns:mc="http://schemas.openxmlformats.org/markup-compatibility/2006">
              <mc:Choice xmlns:v="urn:schemas-microsoft-com:vml" Requires="v">
                <p:oleObj name="Equation" r:id="rId18" imgW="1574640" imgH="203040" progId="Equation.DSMT4">
                  <p:embed/>
                </p:oleObj>
              </mc:Choice>
              <mc:Fallback>
                <p:oleObj name="Equation" r:id="rId18" imgW="1574640" imgH="203040" progId="Equation.DSMT4">
                  <p:embed/>
                  <p:pic>
                    <p:nvPicPr>
                      <p:cNvPr id="29" name="Object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500298" y="2000240"/>
                        <a:ext cx="2214563"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 name="Object 31"/>
          <p:cNvGraphicFramePr>
            <a:graphicFrameLocks noChangeAspect="1"/>
          </p:cNvGraphicFramePr>
          <p:nvPr/>
        </p:nvGraphicFramePr>
        <p:xfrm>
          <a:off x="2500298" y="2357430"/>
          <a:ext cx="1881187" cy="352425"/>
        </p:xfrm>
        <a:graphic>
          <a:graphicData uri="http://schemas.openxmlformats.org/presentationml/2006/ole">
            <mc:AlternateContent xmlns:mc="http://schemas.openxmlformats.org/markup-compatibility/2006">
              <mc:Choice xmlns:v="urn:schemas-microsoft-com:vml" Requires="v">
                <p:oleObj name="Equation" r:id="rId20" imgW="1282680" imgH="241200" progId="Equation.DSMT4">
                  <p:embed/>
                </p:oleObj>
              </mc:Choice>
              <mc:Fallback>
                <p:oleObj name="Equation" r:id="rId20" imgW="1282680" imgH="241200" progId="Equation.DSMT4">
                  <p:embed/>
                  <p:pic>
                    <p:nvPicPr>
                      <p:cNvPr id="30" name="Object 3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500298" y="2357430"/>
                        <a:ext cx="1881187"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 name="Object 31"/>
          <p:cNvGraphicFramePr>
            <a:graphicFrameLocks noChangeAspect="1"/>
          </p:cNvGraphicFramePr>
          <p:nvPr/>
        </p:nvGraphicFramePr>
        <p:xfrm>
          <a:off x="4903788" y="2417758"/>
          <a:ext cx="1787525" cy="296862"/>
        </p:xfrm>
        <a:graphic>
          <a:graphicData uri="http://schemas.openxmlformats.org/presentationml/2006/ole">
            <mc:AlternateContent xmlns:mc="http://schemas.openxmlformats.org/markup-compatibility/2006">
              <mc:Choice xmlns:v="urn:schemas-microsoft-com:vml" Requires="v">
                <p:oleObj name="Equation" r:id="rId22" imgW="1218960" imgH="203040" progId="Equation.DSMT4">
                  <p:embed/>
                </p:oleObj>
              </mc:Choice>
              <mc:Fallback>
                <p:oleObj name="Equation" r:id="rId22" imgW="1218960" imgH="203040" progId="Equation.DSMT4">
                  <p:embed/>
                  <p:pic>
                    <p:nvPicPr>
                      <p:cNvPr id="16" name="Object 3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903788" y="2417758"/>
                        <a:ext cx="1787525" cy="296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 name="Object 28">
            <a:extLst>
              <a:ext uri="{FF2B5EF4-FFF2-40B4-BE49-F238E27FC236}">
                <a16:creationId xmlns:a16="http://schemas.microsoft.com/office/drawing/2014/main" id="{C86759F2-8322-5B13-019C-2A5842DC3E71}"/>
              </a:ext>
            </a:extLst>
          </p:cNvPr>
          <p:cNvGraphicFramePr>
            <a:graphicFrameLocks noChangeAspect="1"/>
          </p:cNvGraphicFramePr>
          <p:nvPr/>
        </p:nvGraphicFramePr>
        <p:xfrm>
          <a:off x="1333263" y="4187676"/>
          <a:ext cx="4449763" cy="825500"/>
        </p:xfrm>
        <a:graphic>
          <a:graphicData uri="http://schemas.openxmlformats.org/presentationml/2006/ole">
            <mc:AlternateContent xmlns:mc="http://schemas.openxmlformats.org/markup-compatibility/2006">
              <mc:Choice xmlns:v="urn:schemas-microsoft-com:vml" Requires="v">
                <p:oleObj name="Equation" r:id="rId24" imgW="2514600" imgH="469800" progId="Equation.DSMT4">
                  <p:embed/>
                </p:oleObj>
              </mc:Choice>
              <mc:Fallback>
                <p:oleObj name="Equation" r:id="rId24" imgW="2514600" imgH="469800" progId="Equation.DSMT4">
                  <p:embed/>
                  <p:pic>
                    <p:nvPicPr>
                      <p:cNvPr id="2" name="Object 28">
                        <a:extLst>
                          <a:ext uri="{FF2B5EF4-FFF2-40B4-BE49-F238E27FC236}">
                            <a16:creationId xmlns:a16="http://schemas.microsoft.com/office/drawing/2014/main" id="{C86759F2-8322-5B13-019C-2A5842DC3E71}"/>
                          </a:ext>
                        </a:extLst>
                      </p:cNvPr>
                      <p:cNvPicPr>
                        <a:picLocks noChangeAspect="1" noChangeArrowheads="1"/>
                      </p:cNvPicPr>
                      <p:nvPr/>
                    </p:nvPicPr>
                    <p:blipFill>
                      <a:blip r:embed="rId25"/>
                      <a:srcRect/>
                      <a:stretch>
                        <a:fillRect/>
                      </a:stretch>
                    </p:blipFill>
                    <p:spPr bwMode="auto">
                      <a:xfrm>
                        <a:off x="1333263" y="4187676"/>
                        <a:ext cx="4449763"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Object 28">
            <a:extLst>
              <a:ext uri="{FF2B5EF4-FFF2-40B4-BE49-F238E27FC236}">
                <a16:creationId xmlns:a16="http://schemas.microsoft.com/office/drawing/2014/main" id="{93CDEA0E-DCEE-C13A-D9AA-E60F93D22733}"/>
              </a:ext>
            </a:extLst>
          </p:cNvPr>
          <p:cNvGraphicFramePr>
            <a:graphicFrameLocks noChangeAspect="1"/>
          </p:cNvGraphicFramePr>
          <p:nvPr/>
        </p:nvGraphicFramePr>
        <p:xfrm>
          <a:off x="5678488" y="4182118"/>
          <a:ext cx="3100387" cy="825500"/>
        </p:xfrm>
        <a:graphic>
          <a:graphicData uri="http://schemas.openxmlformats.org/presentationml/2006/ole">
            <mc:AlternateContent xmlns:mc="http://schemas.openxmlformats.org/markup-compatibility/2006">
              <mc:Choice xmlns:v="urn:schemas-microsoft-com:vml" Requires="v">
                <p:oleObj name="Equation" r:id="rId26" imgW="1752480" imgH="469800" progId="Equation.DSMT4">
                  <p:embed/>
                </p:oleObj>
              </mc:Choice>
              <mc:Fallback>
                <p:oleObj name="Equation" r:id="rId26" imgW="1752480" imgH="469800" progId="Equation.DSMT4">
                  <p:embed/>
                  <p:pic>
                    <p:nvPicPr>
                      <p:cNvPr id="3" name="Object 28">
                        <a:extLst>
                          <a:ext uri="{FF2B5EF4-FFF2-40B4-BE49-F238E27FC236}">
                            <a16:creationId xmlns:a16="http://schemas.microsoft.com/office/drawing/2014/main" id="{93CDEA0E-DCEE-C13A-D9AA-E60F93D22733}"/>
                          </a:ext>
                        </a:extLst>
                      </p:cNvPr>
                      <p:cNvPicPr>
                        <a:picLocks noChangeAspect="1" noChangeArrowheads="1"/>
                      </p:cNvPicPr>
                      <p:nvPr/>
                    </p:nvPicPr>
                    <p:blipFill>
                      <a:blip r:embed="rId27"/>
                      <a:srcRect/>
                      <a:stretch>
                        <a:fillRect/>
                      </a:stretch>
                    </p:blipFill>
                    <p:spPr bwMode="auto">
                      <a:xfrm>
                        <a:off x="5678488" y="4182118"/>
                        <a:ext cx="3100387"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
                                            <p:txEl>
                                              <p:pRg st="0" end="0"/>
                                            </p:txEl>
                                          </p:spTgt>
                                        </p:tgtEl>
                                        <p:attrNameLst>
                                          <p:attrName>style.visibility</p:attrName>
                                        </p:attrNameLst>
                                      </p:cBhvr>
                                      <p:to>
                                        <p:strVal val="visible"/>
                                      </p:to>
                                    </p:set>
                                    <p:animEffect transition="in" filter="wipe(left)">
                                      <p:cBhvr>
                                        <p:cTn id="7" dur="500"/>
                                        <p:tgtEl>
                                          <p:spTgt spid="2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wipe(left)">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wipe(left)">
                                      <p:cBhvr>
                                        <p:cTn id="22" dur="500"/>
                                        <p:tgtEl>
                                          <p:spTgt spid="3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1">
                                            <p:txEl>
                                              <p:pRg st="3" end="3"/>
                                            </p:txEl>
                                          </p:spTgt>
                                        </p:tgtEl>
                                        <p:attrNameLst>
                                          <p:attrName>style.visibility</p:attrName>
                                        </p:attrNameLst>
                                      </p:cBhvr>
                                      <p:to>
                                        <p:strVal val="visible"/>
                                      </p:to>
                                    </p:set>
                                    <p:animEffect transition="in" filter="wipe(left)">
                                      <p:cBhvr>
                                        <p:cTn id="32" dur="500"/>
                                        <p:tgtEl>
                                          <p:spTgt spid="21">
                                            <p:txEl>
                                              <p:pRg st="3" end="3"/>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1">
                                            <p:txEl>
                                              <p:pRg st="4" end="4"/>
                                            </p:txEl>
                                          </p:spTgt>
                                        </p:tgtEl>
                                        <p:attrNameLst>
                                          <p:attrName>style.visibility</p:attrName>
                                        </p:attrNameLst>
                                      </p:cBhvr>
                                      <p:to>
                                        <p:strVal val="visible"/>
                                      </p:to>
                                    </p:set>
                                    <p:animEffect transition="in" filter="wipe(left)">
                                      <p:cBhvr>
                                        <p:cTn id="37" dur="500"/>
                                        <p:tgtEl>
                                          <p:spTgt spid="21">
                                            <p:txEl>
                                              <p:pRg st="4" end="4"/>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21">
                                            <p:txEl>
                                              <p:pRg st="5" end="5"/>
                                            </p:txEl>
                                          </p:spTgt>
                                        </p:tgtEl>
                                        <p:attrNameLst>
                                          <p:attrName>style.visibility</p:attrName>
                                        </p:attrNameLst>
                                      </p:cBhvr>
                                      <p:to>
                                        <p:strVal val="visible"/>
                                      </p:to>
                                    </p:set>
                                    <p:animEffect transition="in" filter="wipe(left)">
                                      <p:cBhvr>
                                        <p:cTn id="42" dur="500"/>
                                        <p:tgtEl>
                                          <p:spTgt spid="21">
                                            <p:txEl>
                                              <p:pRg st="5" end="5"/>
                                            </p:txEl>
                                          </p:spTgt>
                                        </p:tgtEl>
                                      </p:cBhvr>
                                    </p:animEffect>
                                  </p:childTnLst>
                                </p:cTn>
                              </p:par>
                              <p:par>
                                <p:cTn id="43" presetID="22" presetClass="entr" presetSubtype="8"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left)">
                                      <p:cBhvr>
                                        <p:cTn id="45" dur="500"/>
                                        <p:tgtEl>
                                          <p:spTgt spid="22"/>
                                        </p:tgtEl>
                                      </p:cBhvr>
                                    </p:animEffect>
                                  </p:childTnLst>
                                </p:cTn>
                              </p:par>
                              <p:par>
                                <p:cTn id="46" presetID="22" presetClass="entr" presetSubtype="8" fill="hold" nodeType="withEffect">
                                  <p:stCondLst>
                                    <p:cond delay="0"/>
                                  </p:stCondLst>
                                  <p:childTnLst>
                                    <p:set>
                                      <p:cBhvr>
                                        <p:cTn id="47" dur="1" fill="hold">
                                          <p:stCondLst>
                                            <p:cond delay="0"/>
                                          </p:stCondLst>
                                        </p:cTn>
                                        <p:tgtEl>
                                          <p:spTgt spid="2"/>
                                        </p:tgtEl>
                                        <p:attrNameLst>
                                          <p:attrName>style.visibility</p:attrName>
                                        </p:attrNameLst>
                                      </p:cBhvr>
                                      <p:to>
                                        <p:strVal val="visible"/>
                                      </p:to>
                                    </p:set>
                                    <p:animEffect transition="in" filter="wipe(left)">
                                      <p:cBhvr>
                                        <p:cTn id="48" dur="500"/>
                                        <p:tgtEl>
                                          <p:spTgt spid="2"/>
                                        </p:tgtEl>
                                      </p:cBhvr>
                                    </p:animEffect>
                                  </p:childTnLst>
                                </p:cTn>
                              </p:par>
                              <p:par>
                                <p:cTn id="49" presetID="22" presetClass="entr" presetSubtype="8" fill="hold" nodeType="with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wipe(left)">
                                      <p:cBhvr>
                                        <p:cTn id="51" dur="500"/>
                                        <p:tgtEl>
                                          <p:spTgt spid="3"/>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21">
                                            <p:txEl>
                                              <p:pRg st="8" end="8"/>
                                            </p:txEl>
                                          </p:spTgt>
                                        </p:tgtEl>
                                        <p:attrNameLst>
                                          <p:attrName>style.visibility</p:attrName>
                                        </p:attrNameLst>
                                      </p:cBhvr>
                                      <p:to>
                                        <p:strVal val="visible"/>
                                      </p:to>
                                    </p:set>
                                    <p:animEffect transition="in" filter="wipe(left)">
                                      <p:cBhvr>
                                        <p:cTn id="56" dur="500"/>
                                        <p:tgtEl>
                                          <p:spTgt spid="21">
                                            <p:txEl>
                                              <p:pRg st="8" end="8"/>
                                            </p:txEl>
                                          </p:spTgt>
                                        </p:tgtEl>
                                      </p:cBhvr>
                                    </p:animEffect>
                                  </p:childTnLst>
                                </p:cTn>
                              </p:par>
                              <p:par>
                                <p:cTn id="57" presetID="22" presetClass="entr" presetSubtype="8" fill="hold" nodeType="with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left)">
                                      <p:cBhvr>
                                        <p:cTn id="59" dur="500"/>
                                        <p:tgtEl>
                                          <p:spTgt spid="27"/>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21">
                                            <p:txEl>
                                              <p:pRg st="9" end="9"/>
                                            </p:txEl>
                                          </p:spTgt>
                                        </p:tgtEl>
                                        <p:attrNameLst>
                                          <p:attrName>style.visibility</p:attrName>
                                        </p:attrNameLst>
                                      </p:cBhvr>
                                      <p:to>
                                        <p:strVal val="visible"/>
                                      </p:to>
                                    </p:set>
                                    <p:animEffect transition="in" filter="wipe(left)">
                                      <p:cBhvr>
                                        <p:cTn id="64" dur="500"/>
                                        <p:tgtEl>
                                          <p:spTgt spid="21">
                                            <p:txEl>
                                              <p:pRg st="9" end="9"/>
                                            </p:txEl>
                                          </p:spTgt>
                                        </p:tgtEl>
                                      </p:cBhvr>
                                    </p:animEffect>
                                  </p:childTnLst>
                                </p:cTn>
                              </p:par>
                              <p:par>
                                <p:cTn id="65" presetID="22" presetClass="entr" presetSubtype="8"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wipe(left)">
                                      <p:cBhvr>
                                        <p:cTn id="67" dur="500"/>
                                        <p:tgtEl>
                                          <p:spTgt spid="23"/>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21">
                                            <p:txEl>
                                              <p:pRg st="10" end="10"/>
                                            </p:txEl>
                                          </p:spTgt>
                                        </p:tgtEl>
                                        <p:attrNameLst>
                                          <p:attrName>style.visibility</p:attrName>
                                        </p:attrNameLst>
                                      </p:cBhvr>
                                      <p:to>
                                        <p:strVal val="visible"/>
                                      </p:to>
                                    </p:set>
                                    <p:animEffect transition="in" filter="wipe(left)">
                                      <p:cBhvr>
                                        <p:cTn id="72" dur="500"/>
                                        <p:tgtEl>
                                          <p:spTgt spid="21">
                                            <p:txEl>
                                              <p:pRg st="10" end="10"/>
                                            </p:txEl>
                                          </p:spTgt>
                                        </p:tgtEl>
                                      </p:cBhvr>
                                    </p:animEffect>
                                  </p:childTnLst>
                                </p:cTn>
                              </p:par>
                              <p:par>
                                <p:cTn id="73" presetID="22" presetClass="entr" presetSubtype="8" fill="hold" nodeType="with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wipe(left)">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nodeType="with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wipe(left)">
                                      <p:cBhvr>
                                        <p:cTn id="8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71472" y="1000132"/>
            <a:ext cx="8459787" cy="5857892"/>
          </a:xfrm>
          <a:prstGeom prst="roundRect">
            <a:avLst>
              <a:gd name="adj" fmla="val 3984"/>
            </a:avLst>
          </a:prstGeom>
          <a:solidFill>
            <a:schemeClr val="accent1"/>
          </a:solidFill>
          <a:ln w="28575">
            <a:solidFill>
              <a:schemeClr val="accent2"/>
            </a:solidFill>
            <a:round/>
            <a:headEnd/>
            <a:tailEnd/>
          </a:ln>
          <a:effectLst/>
        </p:spPr>
        <p:txBody>
          <a:bodyPr wrap="none" anchor="ctr"/>
          <a:lstStyle/>
          <a:p>
            <a:pPr marL="0" marR="0" lvl="0" indent="0" algn="l" defTabSz="914400" rtl="0" eaLnBrk="1" fontAlgn="base" latinLnBrk="0" hangingPunct="1">
              <a:lnSpc>
                <a:spcPct val="125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p:txBody>
      </p:sp>
      <p:graphicFrame>
        <p:nvGraphicFramePr>
          <p:cNvPr id="637971" name="Object 19"/>
          <p:cNvGraphicFramePr>
            <a:graphicFrameLocks noChangeAspect="1"/>
          </p:cNvGraphicFramePr>
          <p:nvPr/>
        </p:nvGraphicFramePr>
        <p:xfrm>
          <a:off x="2071670" y="1982237"/>
          <a:ext cx="2415891" cy="984252"/>
        </p:xfrm>
        <a:graphic>
          <a:graphicData uri="http://schemas.openxmlformats.org/presentationml/2006/ole">
            <mc:AlternateContent xmlns:mc="http://schemas.openxmlformats.org/markup-compatibility/2006">
              <mc:Choice xmlns:v="urn:schemas-microsoft-com:vml" Requires="v">
                <p:oleObj r:id="rId3" imgW="1714320" imgH="698400" progId="Equation.3">
                  <p:embed/>
                </p:oleObj>
              </mc:Choice>
              <mc:Fallback>
                <p:oleObj r:id="rId3" imgW="1714320" imgH="698400" progId="Equation.3">
                  <p:embed/>
                  <p:pic>
                    <p:nvPicPr>
                      <p:cNvPr id="637971" name="Object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71670" y="1982237"/>
                        <a:ext cx="2415891" cy="984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 name="Text Box 4"/>
          <p:cNvSpPr txBox="1">
            <a:spLocks noChangeArrowheads="1"/>
          </p:cNvSpPr>
          <p:nvPr/>
        </p:nvSpPr>
        <p:spPr bwMode="auto">
          <a:xfrm>
            <a:off x="642910" y="1142984"/>
            <a:ext cx="4572032" cy="1323439"/>
          </a:xfrm>
          <a:prstGeom prst="rect">
            <a:avLst/>
          </a:prstGeom>
          <a:no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可逆</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即满秩阵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不</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可逆</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)&lt;n，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即降秩阵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伴随阵</a:t>
            </a:r>
          </a:p>
        </p:txBody>
      </p:sp>
      <p:sp>
        <p:nvSpPr>
          <p:cNvPr id="15" name="Text Box 4"/>
          <p:cNvSpPr txBox="1">
            <a:spLocks noChangeArrowheads="1"/>
          </p:cNvSpPr>
          <p:nvPr/>
        </p:nvSpPr>
        <p:spPr bwMode="auto">
          <a:xfrm>
            <a:off x="4786314" y="1109101"/>
            <a:ext cx="3714776" cy="861774"/>
          </a:xfrm>
          <a:prstGeom prst="rect">
            <a:avLst/>
          </a:prstGeom>
          <a:no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|A|≠0  A~E</a:t>
            </a:r>
          </a:p>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|A|=0</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4" name="Text Box 4"/>
          <p:cNvSpPr txBox="1">
            <a:spLocks noChangeArrowheads="1"/>
          </p:cNvSpPr>
          <p:nvPr/>
        </p:nvSpPr>
        <p:spPr bwMode="auto">
          <a:xfrm>
            <a:off x="4786314" y="2037795"/>
            <a:ext cx="3000396" cy="400110"/>
          </a:xfrm>
          <a:prstGeom prst="rect">
            <a:avLst/>
          </a:prstGeom>
          <a:solidFill>
            <a:srgbClr val="006600"/>
          </a:solid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满秩</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000" b="1" i="0" u="none" strike="noStrike" kern="1200" cap="none" spc="0" normalizeH="0" baseline="30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满秩</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endParaRPr>
          </a:p>
        </p:txBody>
      </p:sp>
      <p:sp>
        <p:nvSpPr>
          <p:cNvPr id="16" name="Text Box 4"/>
          <p:cNvSpPr txBox="1">
            <a:spLocks noChangeArrowheads="1"/>
          </p:cNvSpPr>
          <p:nvPr/>
        </p:nvSpPr>
        <p:spPr bwMode="auto">
          <a:xfrm>
            <a:off x="4786314" y="2566379"/>
            <a:ext cx="3000396" cy="400110"/>
          </a:xfrm>
          <a:prstGeom prst="rect">
            <a:avLst/>
          </a:prstGeom>
          <a:solidFill>
            <a:srgbClr val="006600"/>
          </a:solid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降秩</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000" b="1" i="0" u="none" strike="noStrike" kern="1200" cap="none" spc="0" normalizeH="0" baseline="30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降</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秩</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endParaRPr>
          </a:p>
        </p:txBody>
      </p:sp>
      <p:sp>
        <p:nvSpPr>
          <p:cNvPr id="19" name="WordArt 2"/>
          <p:cNvSpPr>
            <a:spLocks noChangeArrowheads="1" noChangeShapeType="1" noTextEdit="1"/>
          </p:cNvSpPr>
          <p:nvPr/>
        </p:nvSpPr>
        <p:spPr bwMode="auto">
          <a:xfrm>
            <a:off x="642910" y="-24"/>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t>
            </a: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结论：</a:t>
            </a:r>
            <a:r>
              <a:rPr kumimoji="1" lang="en-US" altLang="zh-CN"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2、</a:t>
            </a:r>
            <a:r>
              <a:rPr kumimoji="1" lang="zh-CN" altLang="en-US" sz="4800" b="1" i="0" u="none" strike="noStrike" kern="10" cap="none" spc="0" normalizeH="0" baseline="0" noProof="0" dirty="0">
                <a:ln w="76200">
                  <a:solidFill>
                    <a:srgbClr val="FFC000"/>
                  </a:solidFill>
                  <a:round/>
                  <a:headEnd/>
                  <a:tailEnd/>
                </a:ln>
                <a:blipFill>
                  <a:blip r:embed="rId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方阵的秩</a:t>
            </a:r>
          </a:p>
        </p:txBody>
      </p:sp>
      <p:sp>
        <p:nvSpPr>
          <p:cNvPr id="20" name="矩形 19"/>
          <p:cNvSpPr/>
          <p:nvPr/>
        </p:nvSpPr>
        <p:spPr>
          <a:xfrm>
            <a:off x="714348" y="3000372"/>
            <a:ext cx="8143932" cy="4708981"/>
          </a:xfrm>
          <a:prstGeom prst="rect">
            <a:avLst/>
          </a:prstGeom>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可逆的充要条件：</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可逆</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AB=E </a:t>
            </a: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|A|≠0 ，</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即非奇异阵</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A~E </a:t>
            </a: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A=P</a:t>
            </a:r>
            <a:r>
              <a:rPr kumimoji="1" lang="en-US" altLang="zh-CN" sz="24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1</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P</a:t>
            </a:r>
            <a:r>
              <a:rPr kumimoji="1" lang="en-US" altLang="zh-CN" sz="24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2</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…P</a:t>
            </a:r>
            <a:r>
              <a:rPr kumimoji="1" lang="en-US" altLang="zh-CN" sz="24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K</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，其中</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P</a:t>
            </a:r>
            <a:r>
              <a:rPr kumimoji="1" lang="en-US" altLang="zh-CN" sz="24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i</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为初等阵</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4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即满秩阵</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满秩</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AX=b</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有唯一解，</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AX=O</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只有零解</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803275" algn="l" defTabSz="914400" rtl="0" eaLnBrk="1" fontAlgn="base" latinLnBrk="0" hangingPunct="1">
              <a:lnSpc>
                <a:spcPct val="125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mn-cs"/>
              <a:sym typeface="Wingdings" pitchFamily="2" charset="2"/>
            </a:endParaRPr>
          </a:p>
        </p:txBody>
      </p:sp>
      <p:sp>
        <p:nvSpPr>
          <p:cNvPr id="26" name="Line 25"/>
          <p:cNvSpPr>
            <a:spLocks noChangeShapeType="1"/>
          </p:cNvSpPr>
          <p:nvPr/>
        </p:nvSpPr>
        <p:spPr bwMode="auto">
          <a:xfrm>
            <a:off x="571472" y="3071810"/>
            <a:ext cx="8429684"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wipe(left)">
                                      <p:cBhvr>
                                        <p:cTn id="7" dur="500"/>
                                        <p:tgtEl>
                                          <p:spTgt spid="20">
                                            <p:txEl>
                                              <p:pRg st="0" end="0"/>
                                            </p:tx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20">
                                            <p:txEl>
                                              <p:pRg st="1" end="1"/>
                                            </p:txEl>
                                          </p:spTgt>
                                        </p:tgtEl>
                                        <p:attrNameLst>
                                          <p:attrName>style.visibility</p:attrName>
                                        </p:attrNameLst>
                                      </p:cBhvr>
                                      <p:to>
                                        <p:strVal val="visible"/>
                                      </p:to>
                                    </p:set>
                                    <p:animEffect transition="in" filter="wipe(left)">
                                      <p:cBhvr>
                                        <p:cTn id="10" dur="500"/>
                                        <p:tgtEl>
                                          <p:spTgt spid="2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wipe(left)">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wipe(left)">
                                      <p:cBhvr>
                                        <p:cTn id="20" dur="500"/>
                                        <p:tgtEl>
                                          <p:spTgt spid="20">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0">
                                            <p:txEl>
                                              <p:pRg st="4" end="4"/>
                                            </p:txEl>
                                          </p:spTgt>
                                        </p:tgtEl>
                                        <p:attrNameLst>
                                          <p:attrName>style.visibility</p:attrName>
                                        </p:attrNameLst>
                                      </p:cBhvr>
                                      <p:to>
                                        <p:strVal val="visible"/>
                                      </p:to>
                                    </p:set>
                                    <p:animEffect transition="in" filter="wipe(left)">
                                      <p:cBhvr>
                                        <p:cTn id="25" dur="500"/>
                                        <p:tgtEl>
                                          <p:spTgt spid="20">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0">
                                            <p:txEl>
                                              <p:pRg st="5" end="5"/>
                                            </p:txEl>
                                          </p:spTgt>
                                        </p:tgtEl>
                                        <p:attrNameLst>
                                          <p:attrName>style.visibility</p:attrName>
                                        </p:attrNameLst>
                                      </p:cBhvr>
                                      <p:to>
                                        <p:strVal val="visible"/>
                                      </p:to>
                                    </p:set>
                                    <p:animEffect transition="in" filter="wipe(left)">
                                      <p:cBhvr>
                                        <p:cTn id="30" dur="500"/>
                                        <p:tgtEl>
                                          <p:spTgt spid="20">
                                            <p:txEl>
                                              <p:pRg st="5" end="5"/>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0">
                                            <p:txEl>
                                              <p:pRg st="6" end="6"/>
                                            </p:txEl>
                                          </p:spTgt>
                                        </p:tgtEl>
                                        <p:attrNameLst>
                                          <p:attrName>style.visibility</p:attrName>
                                        </p:attrNameLst>
                                      </p:cBhvr>
                                      <p:to>
                                        <p:strVal val="visible"/>
                                      </p:to>
                                    </p:set>
                                    <p:animEffect transition="in" filter="wipe(left)">
                                      <p:cBhvr>
                                        <p:cTn id="35" dur="500"/>
                                        <p:tgtEl>
                                          <p:spTgt spid="20">
                                            <p:txEl>
                                              <p:pRg st="6" end="6"/>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20">
                                            <p:txEl>
                                              <p:pRg st="7" end="7"/>
                                            </p:txEl>
                                          </p:spTgt>
                                        </p:tgtEl>
                                        <p:attrNameLst>
                                          <p:attrName>style.visibility</p:attrName>
                                        </p:attrNameLst>
                                      </p:cBhvr>
                                      <p:to>
                                        <p:strVal val="visible"/>
                                      </p:to>
                                    </p:set>
                                    <p:animEffect transition="in" filter="wipe(left)">
                                      <p:cBhvr>
                                        <p:cTn id="40" dur="500"/>
                                        <p:tgtEl>
                                          <p:spTgt spid="2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WordArt 2"/>
          <p:cNvSpPr>
            <a:spLocks noChangeArrowheads="1" noChangeShapeType="1" noTextEdit="1"/>
          </p:cNvSpPr>
          <p:nvPr/>
        </p:nvSpPr>
        <p:spPr bwMode="auto">
          <a:xfrm>
            <a:off x="642910" y="-24"/>
            <a:ext cx="2743194"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三、题型</a:t>
            </a:r>
          </a:p>
        </p:txBody>
      </p:sp>
      <p:sp>
        <p:nvSpPr>
          <p:cNvPr id="3" name="Text Box 10"/>
          <p:cNvSpPr txBox="1">
            <a:spLocks noChangeArrowheads="1"/>
          </p:cNvSpPr>
          <p:nvPr/>
        </p:nvSpPr>
        <p:spPr bwMode="auto">
          <a:xfrm>
            <a:off x="642911" y="1071546"/>
            <a:ext cx="8501090" cy="4801314"/>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求秩：将任意阵级初等行变换化为行阶梯阵，则秩恰为其阶梯数。</a:t>
            </a:r>
            <a:endPar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3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3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求方阵的逆矩阵</a:t>
            </a: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增广阵</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分块阵乘法</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逆阵与行变换</a:t>
            </a:r>
            <a:endParaRPr kumimoji="1" lang="en-US" altLang="zh-CN" sz="3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Ø"/>
              <a:tabLst/>
              <a:defRPr/>
            </a:pP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步骤</a:t>
            </a:r>
            <a:r>
              <a:rPr kumimoji="1" lang="zh-CN" altLang="en-US"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endPar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将可逆阵</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和</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E</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行增广为（</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A|E</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1" fontAlgn="base" latinLnBrk="0" hangingPunct="1">
              <a:lnSpc>
                <a:spcPct val="150000"/>
              </a:lnSpc>
              <a:spcBef>
                <a:spcPct val="0"/>
              </a:spcBef>
              <a:spcAft>
                <a:spcPct val="0"/>
              </a:spcAft>
              <a:buClrTx/>
              <a:buSzTx/>
              <a:buFont typeface="+mj-ea"/>
              <a:buAutoNum type="circleNumDbPlain"/>
              <a:tabLst/>
              <a:defRPr/>
            </a:pPr>
            <a:r>
              <a:rPr kumimoji="0"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A|E</a:t>
            </a:r>
            <a:r>
              <a:rPr kumimoji="0"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zh-CN" altLang="en-US" sz="3200" b="1" i="0" u="sng"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sym typeface="Wingdings" pitchFamily="2" charset="2"/>
              </a:rPr>
              <a:t>  初等</a:t>
            </a:r>
            <a:r>
              <a:rPr kumimoji="0" lang="zh-CN" altLang="en-US" sz="3200" b="1" i="0" u="sng"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行变换  </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t>
            </a:r>
            <a:r>
              <a:rPr kumimoji="0"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E|</a:t>
            </a:r>
            <a:r>
              <a:rPr kumimoji="1" lang="en-US" altLang="zh-CN" sz="3600" b="1" i="0" u="none" strike="noStrike" kern="1200" cap="none" spc="0" normalizeH="0" baseline="0" noProof="0" dirty="0">
                <a:ln>
                  <a:noFill/>
                </a:ln>
                <a:solidFill>
                  <a:srgbClr val="FFFFCC"/>
                </a:solidFill>
                <a:effectLst/>
                <a:uLnTx/>
                <a:uFillTx/>
                <a:latin typeface="Times New Roman" pitchFamily="18" charset="0"/>
                <a:ea typeface="黑体" pitchFamily="2"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-1</a:t>
            </a:r>
            <a:r>
              <a:rPr kumimoji="1" lang="en-US" altLang="zh-CN" sz="3600" b="1" i="0" u="none" strike="noStrike" kern="1200" cap="none" spc="0" normalizeH="0" baseline="30000" noProof="0" dirty="0">
                <a:ln>
                  <a:noFill/>
                </a:ln>
                <a:solidFill>
                  <a:srgbClr val="FFFFCC"/>
                </a:solidFill>
                <a:effectLst/>
                <a:uLnTx/>
                <a:uFillTx/>
                <a:latin typeface="Times New Roman" pitchFamily="18" charset="0"/>
                <a:ea typeface="黑体" pitchFamily="2" charset="-122"/>
                <a:cs typeface="+mn-cs"/>
              </a:rPr>
              <a:t> </a:t>
            </a:r>
            <a:r>
              <a:rPr kumimoji="0"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 </a:t>
            </a:r>
            <a:endParaRPr kumimoji="1" lang="en-US" altLang="zh-CN" sz="3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3" name="Text Box 10"/>
          <p:cNvSpPr txBox="1">
            <a:spLocks noChangeArrowheads="1"/>
          </p:cNvSpPr>
          <p:nvPr/>
        </p:nvSpPr>
        <p:spPr bwMode="auto">
          <a:xfrm>
            <a:off x="571472" y="5921396"/>
            <a:ext cx="8929687" cy="630942"/>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3</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求解矩阵方程：</a:t>
            </a:r>
          </a:p>
        </p:txBody>
      </p:sp>
      <p:graphicFrame>
        <p:nvGraphicFramePr>
          <p:cNvPr id="738312" name="Object 8"/>
          <p:cNvGraphicFramePr>
            <a:graphicFrameLocks noChangeAspect="1"/>
          </p:cNvGraphicFramePr>
          <p:nvPr/>
        </p:nvGraphicFramePr>
        <p:xfrm>
          <a:off x="6042021" y="5929334"/>
          <a:ext cx="1392238" cy="642938"/>
        </p:xfrm>
        <a:graphic>
          <a:graphicData uri="http://schemas.openxmlformats.org/presentationml/2006/ole">
            <mc:AlternateContent xmlns:mc="http://schemas.openxmlformats.org/markup-compatibility/2006">
              <mc:Choice xmlns:v="urn:schemas-microsoft-com:vml" Requires="v">
                <p:oleObj name="Equation" r:id="rId4" imgW="965160" imgH="444240" progId="Equation.DSMT4">
                  <p:embed/>
                </p:oleObj>
              </mc:Choice>
              <mc:Fallback>
                <p:oleObj name="Equation" r:id="rId4" imgW="965160" imgH="444240" progId="Equation.DSMT4">
                  <p:embed/>
                  <p:pic>
                    <p:nvPicPr>
                      <p:cNvPr id="738312"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42021" y="5929334"/>
                        <a:ext cx="1392238" cy="642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38313" name="Object 7"/>
          <p:cNvGraphicFramePr>
            <a:graphicFrameLocks noChangeAspect="1"/>
          </p:cNvGraphicFramePr>
          <p:nvPr/>
        </p:nvGraphicFramePr>
        <p:xfrm>
          <a:off x="4000496" y="5992834"/>
          <a:ext cx="1831975" cy="514350"/>
        </p:xfrm>
        <a:graphic>
          <a:graphicData uri="http://schemas.openxmlformats.org/presentationml/2006/ole">
            <mc:AlternateContent xmlns:mc="http://schemas.openxmlformats.org/markup-compatibility/2006">
              <mc:Choice xmlns:v="urn:schemas-microsoft-com:vml" Requires="v">
                <p:oleObj name="Equation" r:id="rId6" imgW="1269720" imgH="355320" progId="Equation.DSMT4">
                  <p:embed/>
                </p:oleObj>
              </mc:Choice>
              <mc:Fallback>
                <p:oleObj name="Equation" r:id="rId6" imgW="1269720" imgH="355320" progId="Equation.DSMT4">
                  <p:embed/>
                  <p:pic>
                    <p:nvPicPr>
                      <p:cNvPr id="738313"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00496" y="5992834"/>
                        <a:ext cx="18319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left)">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wipe(left)">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wipe(left)">
                                      <p:cBhvr>
                                        <p:cTn id="17" dur="500"/>
                                        <p:tgtEl>
                                          <p:spTgt spid="3">
                                            <p:txEl>
                                              <p:pRg st="2" end="2"/>
                                            </p:txEl>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3">
                                            <p:txEl>
                                              <p:pRg st="3" end="3"/>
                                            </p:txEl>
                                          </p:spTgt>
                                        </p:tgtEl>
                                        <p:attrNameLst>
                                          <p:attrName>style.visibility</p:attrName>
                                        </p:attrNameLst>
                                      </p:cBhvr>
                                      <p:to>
                                        <p:strVal val="visible"/>
                                      </p:to>
                                    </p:set>
                                    <p:animEffect transition="in" filter="wipe(left)">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
                                            <p:txEl>
                                              <p:pRg st="4" end="4"/>
                                            </p:txEl>
                                          </p:spTgt>
                                        </p:tgtEl>
                                        <p:attrNameLst>
                                          <p:attrName>style.visibility</p:attrName>
                                        </p:attrNameLst>
                                      </p:cBhvr>
                                      <p:to>
                                        <p:strVal val="visible"/>
                                      </p:to>
                                    </p:set>
                                    <p:animEffect transition="in" filter="wipe(left)">
                                      <p:cBhvr>
                                        <p:cTn id="25" dur="500"/>
                                        <p:tgtEl>
                                          <p:spTgt spid="3">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animEffect transition="in" filter="wipe(left)">
                                      <p:cBhvr>
                                        <p:cTn id="30" dur="500"/>
                                        <p:tgtEl>
                                          <p:spTgt spid="13">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38313"/>
                                        </p:tgtEl>
                                        <p:attrNameLst>
                                          <p:attrName>style.visibility</p:attrName>
                                        </p:attrNameLst>
                                      </p:cBhvr>
                                      <p:to>
                                        <p:strVal val="visible"/>
                                      </p:to>
                                    </p:set>
                                    <p:animEffect transition="in" filter="wipe(left)">
                                      <p:cBhvr>
                                        <p:cTn id="35" dur="500"/>
                                        <p:tgtEl>
                                          <p:spTgt spid="73831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738312"/>
                                        </p:tgtEl>
                                        <p:attrNameLst>
                                          <p:attrName>style.visibility</p:attrName>
                                        </p:attrNameLst>
                                      </p:cBhvr>
                                      <p:to>
                                        <p:strVal val="visible"/>
                                      </p:to>
                                    </p:set>
                                    <p:animEffect transition="in" filter="wipe(left)">
                                      <p:cBhvr>
                                        <p:cTn id="40" dur="500"/>
                                        <p:tgtEl>
                                          <p:spTgt spid="7383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642910" y="0"/>
            <a:ext cx="707236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三、题型</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4" name="Rectangle 78"/>
          <p:cNvSpPr>
            <a:spLocks noChangeArrowheads="1"/>
          </p:cNvSpPr>
          <p:nvPr/>
        </p:nvSpPr>
        <p:spPr bwMode="auto">
          <a:xfrm>
            <a:off x="571472" y="928670"/>
            <a:ext cx="8501090" cy="2428892"/>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求解步骤：</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150000"/>
              </a:lnSpc>
              <a:spcBef>
                <a:spcPct val="0"/>
              </a:spcBef>
              <a:spcAft>
                <a:spcPct val="0"/>
              </a:spcAft>
              <a:buClrTx/>
              <a:buSzTx/>
              <a:buFont typeface="+mj-ea"/>
              <a:buAutoNum type="circleNumDbPlain"/>
              <a:tabLst/>
              <a:defRPr/>
            </a:pP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A|b</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化为行阶梯阵，判定解的情况：由</a:t>
            </a: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R(A)，R(B)</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判断是否有解；由自由变量个数判定是唯一解还是无穷多解</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150000"/>
              </a:lnSpc>
              <a:spcBef>
                <a:spcPct val="0"/>
              </a:spcBef>
              <a:spcAft>
                <a:spcPct val="0"/>
              </a:spcAft>
              <a:buClrTx/>
              <a:buSzTx/>
              <a:buFont typeface="+mj-ea"/>
              <a:buAutoNum type="circleNumDbPlain" startAt="2"/>
              <a:tabLst/>
              <a:defRPr/>
            </a:pP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R(A)=R(B)</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的情况下，将行阶梯阵化为行最简阵</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150000"/>
              </a:lnSpc>
              <a:spcBef>
                <a:spcPct val="0"/>
              </a:spcBef>
              <a:spcAft>
                <a:spcPct val="0"/>
              </a:spcAft>
              <a:buClrTx/>
              <a:buSzTx/>
              <a:buFont typeface="+mj-ea"/>
              <a:buAutoNum type="circleNumDbPlain" startAt="2"/>
              <a:tabLst/>
              <a:defRPr/>
            </a:pP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还原为方程组的形式，写出通解的矩阵形式</a:t>
            </a:r>
          </a:p>
        </p:txBody>
      </p:sp>
      <p:sp>
        <p:nvSpPr>
          <p:cNvPr id="5" name="Rectangle 78"/>
          <p:cNvSpPr>
            <a:spLocks noChangeArrowheads="1"/>
          </p:cNvSpPr>
          <p:nvPr/>
        </p:nvSpPr>
        <p:spPr bwMode="auto">
          <a:xfrm>
            <a:off x="571472" y="3286124"/>
            <a:ext cx="8572528" cy="2374900"/>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5、 AX=O</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求解步骤：</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150000"/>
              </a:lnSpc>
              <a:spcBef>
                <a:spcPct val="0"/>
              </a:spcBef>
              <a:spcAft>
                <a:spcPct val="0"/>
              </a:spcAft>
              <a:buClrTx/>
              <a:buSzTx/>
              <a:buFont typeface="+mj-ea"/>
              <a:buAutoNum type="circleNumDbPlain"/>
              <a:tabLst/>
              <a:defRPr/>
            </a:pP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化为行阶梯阵，由自由变量个数判定是</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O</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解</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还是有</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非</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O</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解</a:t>
            </a:r>
            <a:endPar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742950" marR="0" lvl="0" indent="-742950" algn="l" defTabSz="914400" rtl="0" eaLnBrk="1" fontAlgn="base" latinLnBrk="0" hangingPunct="1">
              <a:lnSpc>
                <a:spcPct val="150000"/>
              </a:lnSpc>
              <a:spcBef>
                <a:spcPct val="0"/>
              </a:spcBef>
              <a:spcAft>
                <a:spcPct val="0"/>
              </a:spcAft>
              <a:buClrTx/>
              <a:buSzTx/>
              <a:buFont typeface="+mj-ea"/>
              <a:buAutoNum type="circleNumDbPlain" startAt="2"/>
              <a:tabLst/>
              <a:defRPr/>
            </a:pP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将行阶梯阵化为行最简阵，写出通解的矩阵形式</a:t>
            </a:r>
          </a:p>
        </p:txBody>
      </p:sp>
      <p:sp>
        <p:nvSpPr>
          <p:cNvPr id="6" name="Rectangle 78"/>
          <p:cNvSpPr>
            <a:spLocks noChangeArrowheads="1"/>
          </p:cNvSpPr>
          <p:nvPr/>
        </p:nvSpPr>
        <p:spPr bwMode="auto">
          <a:xfrm>
            <a:off x="571472" y="4714884"/>
            <a:ext cx="8388350" cy="73182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6、AX=B</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0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7" name="Rectangle 78"/>
          <p:cNvSpPr>
            <a:spLocks noChangeArrowheads="1"/>
          </p:cNvSpPr>
          <p:nvPr/>
        </p:nvSpPr>
        <p:spPr bwMode="auto">
          <a:xfrm>
            <a:off x="2214546" y="5143536"/>
            <a:ext cx="6643734" cy="178592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t>
            </a:r>
            <a:r>
              <a:rPr kumimoji="0"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AX</a:t>
            </a:r>
            <a:r>
              <a:rPr kumimoji="0"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a:t>
            </a:r>
            <a:r>
              <a:rPr kumimoji="0"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i</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endPar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 </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R(A)=R(</a:t>
            </a:r>
            <a:r>
              <a:rPr kumimoji="0"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A|b</a:t>
            </a:r>
            <a:r>
              <a:rPr kumimoji="0"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)=r</a:t>
            </a: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设增广阵化为行最阶梯阵</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0"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A|b</a:t>
            </a:r>
            <a:r>
              <a:rPr kumimoji="0"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)~(Ā|</a:t>
            </a:r>
            <a:r>
              <a:rPr kumimoji="0" lang="az-Cyrl-AZ"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Б</a:t>
            </a:r>
            <a:r>
              <a:rPr kumimoji="0"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r>
              <a:rPr kumimoji="0" lang="az-Cyrl-AZ"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Б</a:t>
            </a:r>
            <a:r>
              <a:rPr kumimoji="0"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的后</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m-r</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行皆是</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r>
              <a:rPr kumimoji="0" lang="en-US" altLang="zh-CN" sz="1800" b="1" i="0" u="none" strike="noStrike" kern="1200" cap="none" spc="0" normalizeH="0" baseline="0" noProof="0" dirty="0">
                <a:ln>
                  <a:noFill/>
                </a:ln>
                <a:solidFill>
                  <a:srgbClr val="FFFFCC"/>
                </a:solidFill>
                <a:effectLst/>
                <a:uLnTx/>
                <a:uFillTx/>
                <a:latin typeface="Microsoft Sans Serif"/>
                <a:ea typeface="微软雅黑" pitchFamily="34" charset="-122"/>
                <a:cs typeface="Microsoft Sans Serif"/>
              </a:rPr>
              <a:t>Ḃ=</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0" lang="az-Cyrl-AZ"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Б</a:t>
            </a:r>
            <a:r>
              <a:rPr kumimoji="0"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 </a:t>
            </a:r>
            <a:r>
              <a:rPr kumimoji="0" lang="az-Cyrl-AZ"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Б</a:t>
            </a:r>
            <a:r>
              <a:rPr kumimoji="0"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0" lang="en-US" altLang="zh-CN" sz="18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 </a:t>
            </a:r>
            <a:r>
              <a:rPr kumimoji="0" lang="az-Cyrl-AZ"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Б</a:t>
            </a:r>
            <a:r>
              <a:rPr kumimoji="0"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K</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的后</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m-r</a:t>
            </a: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行皆是</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50000"/>
              </a:lnSpc>
              <a:spcBef>
                <a:spcPct val="0"/>
              </a:spcBef>
              <a:spcAft>
                <a:spcPct val="0"/>
              </a:spcAft>
              <a:buClrTx/>
              <a:buSzTx/>
              <a:buFontTx/>
              <a:buNone/>
              <a:tabLst/>
              <a:defRPr/>
            </a:pPr>
            <a:endPar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wipe(left)">
                                      <p:cBhvr>
                                        <p:cTn id="7" dur="500"/>
                                        <p:tgtEl>
                                          <p:spTgt spid="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xEl>
                                              <p:pRg st="2" end="2"/>
                                            </p:txEl>
                                          </p:spTgt>
                                        </p:tgtEl>
                                        <p:attrNameLst>
                                          <p:attrName>style.visibility</p:attrName>
                                        </p:attrNameLst>
                                      </p:cBhvr>
                                      <p:to>
                                        <p:strVal val="visible"/>
                                      </p:to>
                                    </p:set>
                                    <p:animEffect transition="in" filter="wipe(left)">
                                      <p:cBhvr>
                                        <p:cTn id="12" dur="500"/>
                                        <p:tgtEl>
                                          <p:spTgt spid="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animEffect transition="in" filter="wipe(left)">
                                      <p:cBhvr>
                                        <p:cTn id="17" dur="500"/>
                                        <p:tgtEl>
                                          <p:spTgt spid="4">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
                                            <p:txEl>
                                              <p:pRg st="1" end="1"/>
                                            </p:txEl>
                                          </p:spTgt>
                                        </p:tgtEl>
                                        <p:attrNameLst>
                                          <p:attrName>style.visibility</p:attrName>
                                        </p:attrNameLst>
                                      </p:cBhvr>
                                      <p:to>
                                        <p:strVal val="visible"/>
                                      </p:to>
                                    </p:set>
                                    <p:animEffect transition="in" filter="wipe(left)">
                                      <p:cBhvr>
                                        <p:cTn id="22" dur="500"/>
                                        <p:tgtEl>
                                          <p:spTgt spid="5">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
                                            <p:txEl>
                                              <p:pRg st="2" end="2"/>
                                            </p:txEl>
                                          </p:spTgt>
                                        </p:tgtEl>
                                        <p:attrNameLst>
                                          <p:attrName>style.visibility</p:attrName>
                                        </p:attrNameLst>
                                      </p:cBhvr>
                                      <p:to>
                                        <p:strVal val="visible"/>
                                      </p:to>
                                    </p:set>
                                    <p:animEffect transition="in" filter="wipe(left)">
                                      <p:cBhvr>
                                        <p:cTn id="27" dur="500"/>
                                        <p:tgtEl>
                                          <p:spTgt spid="5">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6">
                                            <p:txEl>
                                              <p:pRg st="0" end="0"/>
                                            </p:txEl>
                                          </p:spTgt>
                                        </p:tgtEl>
                                        <p:attrNameLst>
                                          <p:attrName>style.visibility</p:attrName>
                                        </p:attrNameLst>
                                      </p:cBhvr>
                                      <p:to>
                                        <p:strVal val="visible"/>
                                      </p:to>
                                    </p:set>
                                    <p:animEffect transition="in" filter="wipe(left)">
                                      <p:cBhvr>
                                        <p:cTn id="32" dur="500"/>
                                        <p:tgtEl>
                                          <p:spTgt spid="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7">
                                            <p:txEl>
                                              <p:pRg st="0" end="0"/>
                                            </p:txEl>
                                          </p:spTgt>
                                        </p:tgtEl>
                                        <p:attrNameLst>
                                          <p:attrName>style.visibility</p:attrName>
                                        </p:attrNameLst>
                                      </p:cBhvr>
                                      <p:to>
                                        <p:strVal val="visible"/>
                                      </p:to>
                                    </p:set>
                                    <p:animEffect transition="in" filter="wipe(left)">
                                      <p:cBhvr>
                                        <p:cTn id="37" dur="500"/>
                                        <p:tgtEl>
                                          <p:spTgt spid="7">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7">
                                            <p:txEl>
                                              <p:pRg st="1" end="1"/>
                                            </p:txEl>
                                          </p:spTgt>
                                        </p:tgtEl>
                                        <p:attrNameLst>
                                          <p:attrName>style.visibility</p:attrName>
                                        </p:attrNameLst>
                                      </p:cBhvr>
                                      <p:to>
                                        <p:strVal val="visible"/>
                                      </p:to>
                                    </p:set>
                                    <p:animEffect transition="in" filter="wipe(left)">
                                      <p:cBhvr>
                                        <p:cTn id="42" dur="500"/>
                                        <p:tgtEl>
                                          <p:spTgt spid="7">
                                            <p:txEl>
                                              <p:pRg st="1" end="1"/>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
                                            <p:txEl>
                                              <p:pRg st="2" end="2"/>
                                            </p:txEl>
                                          </p:spTgt>
                                        </p:tgtEl>
                                        <p:attrNameLst>
                                          <p:attrName>style.visibility</p:attrName>
                                        </p:attrNameLst>
                                      </p:cBhvr>
                                      <p:to>
                                        <p:strVal val="visible"/>
                                      </p:to>
                                    </p:set>
                                    <p:animEffect transition="in" filter="wipe(left)">
                                      <p:cBhvr>
                                        <p:cTn id="47" dur="500"/>
                                        <p:tgtEl>
                                          <p:spTgt spid="7">
                                            <p:txEl>
                                              <p:pRg st="2" end="2"/>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7">
                                            <p:txEl>
                                              <p:pRg st="3" end="3"/>
                                            </p:txEl>
                                          </p:spTgt>
                                        </p:tgtEl>
                                        <p:attrNameLst>
                                          <p:attrName>style.visibility</p:attrName>
                                        </p:attrNameLst>
                                      </p:cBhvr>
                                      <p:to>
                                        <p:strVal val="visible"/>
                                      </p:to>
                                    </p:set>
                                    <p:animEffect transition="in" filter="wipe(left)">
                                      <p:cBhvr>
                                        <p:cTn id="5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三、题型</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：AX=b</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graphicFrame>
        <p:nvGraphicFramePr>
          <p:cNvPr id="27" name="表格 26"/>
          <p:cNvGraphicFramePr>
            <a:graphicFrameLocks noGrp="1"/>
          </p:cNvGraphicFramePr>
          <p:nvPr/>
        </p:nvGraphicFramePr>
        <p:xfrm>
          <a:off x="571472" y="1000108"/>
          <a:ext cx="8524857" cy="5779774"/>
        </p:xfrm>
        <a:graphic>
          <a:graphicData uri="http://schemas.openxmlformats.org/drawingml/2006/table">
            <a:tbl>
              <a:tblPr firstRow="1" bandRow="1">
                <a:tableStyleId>{93296810-A885-4BE3-A3E7-6D5BEEA58F35}</a:tableStyleId>
              </a:tblPr>
              <a:tblGrid>
                <a:gridCol w="738149">
                  <a:extLst>
                    <a:ext uri="{9D8B030D-6E8A-4147-A177-3AD203B41FA5}">
                      <a16:colId xmlns:a16="http://schemas.microsoft.com/office/drawing/2014/main" val="20000"/>
                    </a:ext>
                  </a:extLst>
                </a:gridCol>
                <a:gridCol w="500066">
                  <a:extLst>
                    <a:ext uri="{9D8B030D-6E8A-4147-A177-3AD203B41FA5}">
                      <a16:colId xmlns:a16="http://schemas.microsoft.com/office/drawing/2014/main" val="20001"/>
                    </a:ext>
                  </a:extLst>
                </a:gridCol>
                <a:gridCol w="1571636">
                  <a:extLst>
                    <a:ext uri="{9D8B030D-6E8A-4147-A177-3AD203B41FA5}">
                      <a16:colId xmlns:a16="http://schemas.microsoft.com/office/drawing/2014/main" val="20002"/>
                    </a:ext>
                  </a:extLst>
                </a:gridCol>
                <a:gridCol w="1152577">
                  <a:extLst>
                    <a:ext uri="{9D8B030D-6E8A-4147-A177-3AD203B41FA5}">
                      <a16:colId xmlns:a16="http://schemas.microsoft.com/office/drawing/2014/main" val="20003"/>
                    </a:ext>
                  </a:extLst>
                </a:gridCol>
                <a:gridCol w="966794">
                  <a:extLst>
                    <a:ext uri="{9D8B030D-6E8A-4147-A177-3AD203B41FA5}">
                      <a16:colId xmlns:a16="http://schemas.microsoft.com/office/drawing/2014/main" val="20004"/>
                    </a:ext>
                  </a:extLst>
                </a:gridCol>
                <a:gridCol w="1785950">
                  <a:extLst>
                    <a:ext uri="{9D8B030D-6E8A-4147-A177-3AD203B41FA5}">
                      <a16:colId xmlns:a16="http://schemas.microsoft.com/office/drawing/2014/main" val="20005"/>
                    </a:ext>
                  </a:extLst>
                </a:gridCol>
                <a:gridCol w="1000132">
                  <a:extLst>
                    <a:ext uri="{9D8B030D-6E8A-4147-A177-3AD203B41FA5}">
                      <a16:colId xmlns:a16="http://schemas.microsoft.com/office/drawing/2014/main" val="20006"/>
                    </a:ext>
                  </a:extLst>
                </a:gridCol>
                <a:gridCol w="809553">
                  <a:extLst>
                    <a:ext uri="{9D8B030D-6E8A-4147-A177-3AD203B41FA5}">
                      <a16:colId xmlns:a16="http://schemas.microsoft.com/office/drawing/2014/main" val="20007"/>
                    </a:ext>
                  </a:extLst>
                </a:gridCol>
              </a:tblGrid>
              <a:tr h="357190">
                <a:tc gridSpan="2">
                  <a:txBody>
                    <a:bodyPr/>
                    <a:lstStyle/>
                    <a:p>
                      <a:pPr algn="ctr"/>
                      <a:r>
                        <a:rPr lang="en-US" altLang="zh-CN" sz="1400" b="1" dirty="0">
                          <a:solidFill>
                            <a:schemeClr val="accent1">
                              <a:lumMod val="75000"/>
                            </a:schemeClr>
                          </a:solidFill>
                          <a:latin typeface="微软雅黑" pitchFamily="34" charset="-122"/>
                          <a:ea typeface="微软雅黑" pitchFamily="34" charset="-122"/>
                        </a:rPr>
                        <a:t>1</a:t>
                      </a:r>
                      <a:r>
                        <a:rPr lang="zh-CN" altLang="en-US" sz="1400" b="1" dirty="0">
                          <a:solidFill>
                            <a:schemeClr val="accent1">
                              <a:lumMod val="75000"/>
                            </a:schemeClr>
                          </a:solidFill>
                          <a:latin typeface="微软雅黑" pitchFamily="34" charset="-122"/>
                          <a:ea typeface="微软雅黑" pitchFamily="34" charset="-122"/>
                        </a:rPr>
                        <a:t>、判定定理</a:t>
                      </a:r>
                      <a:endParaRPr lang="en-US" altLang="zh-CN" sz="1400" b="1" dirty="0">
                        <a:solidFill>
                          <a:schemeClr val="accent1">
                            <a:lumMod val="75000"/>
                          </a:schemeClr>
                        </a:solidFill>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006600"/>
                    </a:solidFill>
                  </a:tcPr>
                </a:tc>
                <a:tc hMerge="1">
                  <a:txBody>
                    <a:bodyPr/>
                    <a:lstStyle/>
                    <a:p>
                      <a:endParaRPr lang="zh-CN" altLang="en-US" dirty="0"/>
                    </a:p>
                  </a:txBody>
                  <a:tcPr/>
                </a:tc>
                <a:tc rowSpan="2" gridSpan="2">
                  <a:txBody>
                    <a:bodyPr/>
                    <a:lstStyle/>
                    <a:p>
                      <a:pPr algn="ctr"/>
                      <a:r>
                        <a:rPr lang="en-US" altLang="zh-CN" b="1" dirty="0">
                          <a:solidFill>
                            <a:srgbClr val="FFFF00"/>
                          </a:solidFill>
                          <a:latin typeface="微软雅黑" pitchFamily="34" charset="-122"/>
                          <a:ea typeface="微软雅黑" pitchFamily="34" charset="-122"/>
                          <a:sym typeface="Wingdings" pitchFamily="2" charset="2"/>
                        </a:rPr>
                        <a:t>A</a:t>
                      </a:r>
                      <a:r>
                        <a:rPr lang="en-US" altLang="zh-CN" b="1" baseline="-25000" dirty="0">
                          <a:solidFill>
                            <a:srgbClr val="FFFF00"/>
                          </a:solidFill>
                          <a:latin typeface="微软雅黑" pitchFamily="34" charset="-122"/>
                          <a:ea typeface="微软雅黑" pitchFamily="34" charset="-122"/>
                          <a:sym typeface="Wingdings" pitchFamily="2" charset="2"/>
                        </a:rPr>
                        <a:t>m×n</a:t>
                      </a:r>
                      <a:r>
                        <a:rPr lang="en-US" altLang="zh-CN" b="1" baseline="0" dirty="0">
                          <a:solidFill>
                            <a:srgbClr val="FFFF00"/>
                          </a:solidFill>
                          <a:latin typeface="微软雅黑" pitchFamily="34" charset="-122"/>
                          <a:ea typeface="微软雅黑" pitchFamily="34" charset="-122"/>
                          <a:sym typeface="Wingdings" pitchFamily="2" charset="2"/>
                        </a:rPr>
                        <a:t>X</a:t>
                      </a:r>
                      <a:r>
                        <a:rPr lang="en-US" altLang="zh-CN" b="1" baseline="-25000" dirty="0">
                          <a:solidFill>
                            <a:srgbClr val="FFFF00"/>
                          </a:solidFill>
                          <a:latin typeface="微软雅黑" pitchFamily="34" charset="-122"/>
                          <a:ea typeface="微软雅黑" pitchFamily="34" charset="-122"/>
                          <a:sym typeface="Wingdings" pitchFamily="2" charset="2"/>
                        </a:rPr>
                        <a:t>n×1</a:t>
                      </a:r>
                      <a:r>
                        <a:rPr lang="en-US" altLang="zh-CN" b="1" baseline="0" dirty="0">
                          <a:solidFill>
                            <a:srgbClr val="FFFF00"/>
                          </a:solidFill>
                          <a:latin typeface="微软雅黑" pitchFamily="34" charset="-122"/>
                          <a:ea typeface="微软雅黑" pitchFamily="34" charset="-122"/>
                          <a:sym typeface="Wingdings" pitchFamily="2" charset="2"/>
                        </a:rPr>
                        <a:t>=b</a:t>
                      </a:r>
                      <a:r>
                        <a:rPr lang="en-US" altLang="zh-CN" b="1" baseline="-25000" dirty="0">
                          <a:solidFill>
                            <a:srgbClr val="FFFF00"/>
                          </a:solidFill>
                          <a:latin typeface="微软雅黑" pitchFamily="34" charset="-122"/>
                          <a:ea typeface="微软雅黑" pitchFamily="34" charset="-122"/>
                          <a:sym typeface="Wingdings" pitchFamily="2" charset="2"/>
                        </a:rPr>
                        <a:t>m×1</a:t>
                      </a:r>
                      <a:endParaRPr lang="en-US" altLang="zh-CN" b="1" baseline="0" dirty="0">
                        <a:solidFill>
                          <a:srgbClr val="FFFF00"/>
                        </a:solidFill>
                        <a:latin typeface="微软雅黑" pitchFamily="34" charset="-122"/>
                        <a:ea typeface="微软雅黑" pitchFamily="34" charset="-122"/>
                        <a:sym typeface="Wingdings" pitchFamily="2" charset="2"/>
                      </a:endParaRPr>
                    </a:p>
                    <a:p>
                      <a:pPr algn="ctr"/>
                      <a:r>
                        <a:rPr lang="en-US" altLang="zh-CN" b="1" dirty="0">
                          <a:latin typeface="微软雅黑" pitchFamily="34" charset="-122"/>
                          <a:ea typeface="微软雅黑" pitchFamily="34" charset="-122"/>
                        </a:rPr>
                        <a:t>m</a:t>
                      </a:r>
                      <a:r>
                        <a:rPr lang="zh-CN" altLang="en-US" b="1" dirty="0">
                          <a:latin typeface="微软雅黑" pitchFamily="34" charset="-122"/>
                          <a:ea typeface="微软雅黑" pitchFamily="34" charset="-122"/>
                        </a:rPr>
                        <a:t>个方程</a:t>
                      </a:r>
                      <a:endParaRPr lang="en-US" altLang="zh-CN" b="1" dirty="0">
                        <a:latin typeface="微软雅黑" pitchFamily="34" charset="-122"/>
                        <a:ea typeface="微软雅黑" pitchFamily="34" charset="-122"/>
                      </a:endParaRPr>
                    </a:p>
                    <a:p>
                      <a:pPr algn="ct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个变量</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2" hMerge="1">
                  <a:txBody>
                    <a:bodyPr/>
                    <a:lstStyle/>
                    <a:p>
                      <a:endParaRPr lang="zh-CN" altLang="en-US" dirty="0"/>
                    </a:p>
                  </a:txBody>
                  <a:tcPr/>
                </a:tc>
                <a:tc rowSpan="2" gridSpan="4">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err="1">
                          <a:solidFill>
                            <a:srgbClr val="FFFF00"/>
                          </a:solidFill>
                          <a:latin typeface="微软雅黑" pitchFamily="34" charset="-122"/>
                          <a:ea typeface="微软雅黑" pitchFamily="34" charset="-122"/>
                          <a:sym typeface="Wingdings" pitchFamily="2" charset="2"/>
                        </a:rPr>
                        <a:t>A</a:t>
                      </a:r>
                      <a:r>
                        <a:rPr lang="en-US" altLang="zh-CN" b="1" baseline="-25000" dirty="0" err="1">
                          <a:solidFill>
                            <a:srgbClr val="FFFF00"/>
                          </a:solidFill>
                          <a:latin typeface="微软雅黑" pitchFamily="34" charset="-122"/>
                          <a:ea typeface="微软雅黑" pitchFamily="34" charset="-122"/>
                          <a:sym typeface="Wingdings" pitchFamily="2" charset="2"/>
                        </a:rPr>
                        <a:t>n</a:t>
                      </a:r>
                      <a:r>
                        <a:rPr lang="en-US" altLang="zh-CN" b="1" baseline="0" dirty="0" err="1">
                          <a:solidFill>
                            <a:srgbClr val="FFFF00"/>
                          </a:solidFill>
                          <a:latin typeface="微软雅黑" pitchFamily="34" charset="-122"/>
                          <a:ea typeface="微软雅黑" pitchFamily="34" charset="-122"/>
                          <a:sym typeface="Wingdings" pitchFamily="2" charset="2"/>
                        </a:rPr>
                        <a:t>X</a:t>
                      </a:r>
                      <a:r>
                        <a:rPr lang="en-US" altLang="zh-CN" b="1" baseline="0" dirty="0">
                          <a:solidFill>
                            <a:srgbClr val="FFFF00"/>
                          </a:solidFill>
                          <a:latin typeface="微软雅黑" pitchFamily="34" charset="-122"/>
                          <a:ea typeface="微软雅黑" pitchFamily="34" charset="-122"/>
                          <a:sym typeface="Wingdings" pitchFamily="2" charset="2"/>
                        </a:rPr>
                        <a:t>=b</a:t>
                      </a: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个方程</a:t>
                      </a:r>
                      <a:endParaRPr lang="en-US" altLang="zh-CN" b="1" dirty="0">
                        <a:latin typeface="微软雅黑" pitchFamily="34" charset="-122"/>
                        <a:ea typeface="微软雅黑" pitchFamily="34" charset="-122"/>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个变量</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2" hMerge="1">
                  <a:txBody>
                    <a:bodyPr/>
                    <a:lstStyle/>
                    <a:p>
                      <a:endParaRPr lang="zh-CN" altLang="en-US"/>
                    </a:p>
                  </a:txBody>
                  <a:tcPr/>
                </a:tc>
                <a:tc rowSpan="2" hMerge="1">
                  <a:txBody>
                    <a:bodyPr/>
                    <a:lstStyle/>
                    <a:p>
                      <a:endParaRPr lang="zh-CN" altLang="en-US" dirty="0"/>
                    </a:p>
                  </a:txBody>
                  <a:tcPr/>
                </a:tc>
                <a:tc rowSpan="2" hMerge="1">
                  <a:txBody>
                    <a:bodyPr/>
                    <a:lstStyle/>
                    <a:p>
                      <a:endParaRPr lang="zh-CN" altLang="en-US" dirty="0"/>
                    </a:p>
                  </a:txBody>
                  <a:tcPr/>
                </a:tc>
                <a:extLst>
                  <a:ext uri="{0D108BD9-81ED-4DB2-BD59-A6C34878D82A}">
                    <a16:rowId xmlns:a16="http://schemas.microsoft.com/office/drawing/2014/main" val="10000"/>
                  </a:ext>
                </a:extLst>
              </a:tr>
              <a:tr h="414334">
                <a:tc rowSpan="2"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充要条件</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2" h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tc gridSpan="4" vMerge="1">
                  <a:txBody>
                    <a:bodyPr/>
                    <a:lstStyle/>
                    <a:p>
                      <a:endParaRPr lang="zh-CN" altLang="en-US"/>
                    </a:p>
                  </a:txBody>
                  <a:tcPr/>
                </a:tc>
                <a:tc hMerge="1" vMerge="1">
                  <a:txBody>
                    <a:bodyPr/>
                    <a:lstStyle/>
                    <a:p>
                      <a:endParaRPr lang="zh-CN" altLang="en-US"/>
                    </a:p>
                  </a:txBody>
                  <a:tcPr/>
                </a:tc>
                <a:tc hMerge="1"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1"/>
                  </a:ext>
                </a:extLst>
              </a:tr>
              <a:tr h="1310640">
                <a:tc gridSpan="2" vMerge="1">
                  <a:txBody>
                    <a:bodyPr/>
                    <a:lstStyle/>
                    <a:p>
                      <a:endParaRPr lang="zh-CN" altLang="en-US" dirty="0"/>
                    </a:p>
                  </a:txBody>
                  <a:tcPr/>
                </a:tc>
                <a:tc hMerge="1" vMerge="1">
                  <a:txBody>
                    <a:bodyPr/>
                    <a:lstStyle/>
                    <a:p>
                      <a:endParaRPr lang="zh-CN" altLang="en-US" dirty="0"/>
                    </a:p>
                  </a:txBody>
                  <a:tcPr/>
                </a:tc>
                <a:tc>
                  <a:txBody>
                    <a:bodyPr/>
                    <a:lstStyle/>
                    <a:p>
                      <a:pPr algn="ctr"/>
                      <a:r>
                        <a:rPr lang="zh-CN" altLang="en-US" sz="1800" b="1" dirty="0">
                          <a:solidFill>
                            <a:schemeClr val="accent1"/>
                          </a:solidFill>
                          <a:latin typeface="微软雅黑" pitchFamily="34" charset="-122"/>
                          <a:ea typeface="微软雅黑" pitchFamily="34" charset="-122"/>
                        </a:rPr>
                        <a:t>秩</a:t>
                      </a:r>
                      <a:endParaRPr lang="en-US" altLang="zh-CN" b="1" dirty="0">
                        <a:solidFill>
                          <a:schemeClr val="accent1"/>
                        </a:solidFill>
                        <a:latin typeface="微软雅黑" pitchFamily="34" charset="-122"/>
                        <a:ea typeface="微软雅黑" pitchFamily="34" charset="-122"/>
                      </a:endParaRPr>
                    </a:p>
                    <a:p>
                      <a:pPr algn="ctr"/>
                      <a:r>
                        <a:rPr lang="zh-CN" altLang="en-US" sz="1600" b="1" dirty="0">
                          <a:solidFill>
                            <a:schemeClr val="accent1"/>
                          </a:solidFill>
                          <a:latin typeface="微软雅黑" pitchFamily="34" charset="-122"/>
                          <a:ea typeface="微软雅黑" pitchFamily="34" charset="-122"/>
                        </a:rPr>
                        <a:t>有效方程个数</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ctr"/>
                      <a:r>
                        <a:rPr lang="zh-CN" altLang="en-US" sz="1600" b="1" dirty="0">
                          <a:solidFill>
                            <a:schemeClr val="accent1"/>
                          </a:solidFill>
                          <a:latin typeface="微软雅黑" pitchFamily="34" charset="-122"/>
                          <a:ea typeface="微软雅黑" pitchFamily="34" charset="-122"/>
                        </a:rPr>
                        <a:t>自由变量</a:t>
                      </a:r>
                      <a:endParaRPr lang="en-US" altLang="zh-CN" sz="1600" b="1" dirty="0">
                        <a:solidFill>
                          <a:schemeClr val="accent1"/>
                        </a:solidFill>
                        <a:latin typeface="微软雅黑" pitchFamily="34" charset="-122"/>
                        <a:ea typeface="微软雅黑" pitchFamily="34" charset="-122"/>
                      </a:endParaRPr>
                    </a:p>
                    <a:p>
                      <a:pPr algn="ctr"/>
                      <a:r>
                        <a:rPr lang="en-US" altLang="zh-CN" sz="1600" b="1" dirty="0">
                          <a:solidFill>
                            <a:schemeClr val="accent1"/>
                          </a:solidFill>
                          <a:latin typeface="微软雅黑" pitchFamily="34" charset="-122"/>
                          <a:ea typeface="微软雅黑" pitchFamily="34" charset="-122"/>
                        </a:rPr>
                        <a:t>+</a:t>
                      </a:r>
                    </a:p>
                    <a:p>
                      <a:pPr algn="ctr"/>
                      <a:r>
                        <a:rPr lang="zh-CN" altLang="en-US" sz="1600" b="1" dirty="0">
                          <a:solidFill>
                            <a:schemeClr val="accent1"/>
                          </a:solidFill>
                          <a:latin typeface="微软雅黑" pitchFamily="34" charset="-122"/>
                          <a:ea typeface="微软雅黑" pitchFamily="34" charset="-122"/>
                        </a:rPr>
                        <a:t>可解变量</a:t>
                      </a:r>
                      <a:r>
                        <a:rPr lang="en-US" altLang="zh-CN" sz="1600" b="1" dirty="0">
                          <a:solidFill>
                            <a:schemeClr val="accent1"/>
                          </a:solidFill>
                          <a:latin typeface="微软雅黑" pitchFamily="34" charset="-122"/>
                          <a:ea typeface="微软雅黑" pitchFamily="34" charset="-122"/>
                        </a:rPr>
                        <a:t>r</a:t>
                      </a:r>
                    </a:p>
                    <a:p>
                      <a:pPr algn="ctr"/>
                      <a:r>
                        <a:rPr lang="en-US" altLang="zh-CN" sz="1600" b="1" dirty="0">
                          <a:solidFill>
                            <a:schemeClr val="accent1"/>
                          </a:solidFill>
                          <a:latin typeface="微软雅黑" pitchFamily="34" charset="-122"/>
                          <a:ea typeface="微软雅黑" pitchFamily="34" charset="-122"/>
                        </a:rPr>
                        <a:t>=</a:t>
                      </a:r>
                    </a:p>
                    <a:p>
                      <a:pPr algn="ctr"/>
                      <a:r>
                        <a:rPr lang="zh-CN" altLang="en-US" sz="1600" b="1" dirty="0">
                          <a:solidFill>
                            <a:schemeClr val="accent1"/>
                          </a:solidFill>
                          <a:latin typeface="微软雅黑" pitchFamily="34" charset="-122"/>
                          <a:ea typeface="微软雅黑" pitchFamily="34" charset="-122"/>
                        </a:rPr>
                        <a:t>总变量</a:t>
                      </a:r>
                      <a:r>
                        <a:rPr lang="en-US" altLang="zh-CN" sz="1600" b="1" dirty="0">
                          <a:solidFill>
                            <a:schemeClr val="accent1"/>
                          </a:solidFill>
                          <a:latin typeface="微软雅黑" pitchFamily="34" charset="-122"/>
                          <a:ea typeface="微软雅黑" pitchFamily="34" charset="-122"/>
                        </a:rPr>
                        <a:t>n</a:t>
                      </a:r>
                      <a:endParaRPr lang="zh-CN" altLang="en-US" sz="1600" b="1" dirty="0">
                        <a:solidFill>
                          <a:schemeClr val="accent1"/>
                        </a:solidFill>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gridSpan="2">
                  <a:txBody>
                    <a:bodyPr/>
                    <a:lstStyle/>
                    <a:p>
                      <a:pPr algn="ctr"/>
                      <a:r>
                        <a:rPr lang="zh-CN" altLang="en-US" b="1" dirty="0">
                          <a:solidFill>
                            <a:schemeClr val="accent1"/>
                          </a:solidFill>
                          <a:latin typeface="微软雅黑" pitchFamily="34" charset="-122"/>
                          <a:ea typeface="微软雅黑" pitchFamily="34" charset="-122"/>
                        </a:rPr>
                        <a:t>秩判定</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hMerge="1">
                  <a:txBody>
                    <a:bodyPr/>
                    <a:lstStyle/>
                    <a:p>
                      <a:endParaRPr lang="zh-CN" altLang="en-US" dirty="0"/>
                    </a:p>
                  </a:txBody>
                  <a:tcPr/>
                </a:tc>
                <a:tc>
                  <a:txBody>
                    <a:bodyPr/>
                    <a:lstStyle/>
                    <a:p>
                      <a:pPr algn="ctr"/>
                      <a:r>
                        <a:rPr lang="zh-CN" altLang="en-US" b="1" dirty="0">
                          <a:solidFill>
                            <a:schemeClr val="accent1"/>
                          </a:solidFill>
                          <a:latin typeface="微软雅黑" pitchFamily="34" charset="-122"/>
                          <a:ea typeface="微软雅黑" pitchFamily="34" charset="-122"/>
                        </a:rPr>
                        <a:t>行列式判定</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ctr"/>
                      <a:r>
                        <a:rPr lang="zh-CN" altLang="en-US" b="1" dirty="0">
                          <a:solidFill>
                            <a:schemeClr val="accent1"/>
                          </a:solidFill>
                          <a:latin typeface="微软雅黑" pitchFamily="34" charset="-122"/>
                          <a:ea typeface="微软雅黑" pitchFamily="34" charset="-122"/>
                        </a:rPr>
                        <a:t>解的情况</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10002"/>
                  </a:ext>
                </a:extLst>
              </a:tr>
              <a:tr h="514354">
                <a:tc rowSpan="2">
                  <a:txBody>
                    <a:bodyPr/>
                    <a:lstStyle/>
                    <a:p>
                      <a:pPr algn="ctr"/>
                      <a:r>
                        <a:rPr lang="zh-CN" altLang="en-US" b="1" dirty="0">
                          <a:latin typeface="微软雅黑" pitchFamily="34" charset="-122"/>
                          <a:ea typeface="微软雅黑" pitchFamily="34" charset="-122"/>
                        </a:rPr>
                        <a:t>有解</a:t>
                      </a: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chemeClr val="tx1"/>
                    </a:solidFill>
                  </a:tcPr>
                </a:tc>
                <a:tc rowSpan="2">
                  <a:txBody>
                    <a:bodyPr/>
                    <a:lstStyle/>
                    <a:p>
                      <a:pPr algn="ctr"/>
                      <a:r>
                        <a:rPr lang="zh-CN" altLang="en-US" b="1" dirty="0">
                          <a:latin typeface="微软雅黑" pitchFamily="34" charset="-122"/>
                          <a:ea typeface="微软雅黑" pitchFamily="34" charset="-122"/>
                        </a:rPr>
                        <a:t>唯一</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R(A)=R(B)=r</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algn="ctr"/>
                      <a:r>
                        <a:rPr lang="en-US" altLang="zh-CN" b="1" dirty="0">
                          <a:latin typeface="微软雅黑" pitchFamily="34" charset="-122"/>
                          <a:ea typeface="微软雅黑" pitchFamily="34" charset="-122"/>
                        </a:rPr>
                        <a:t>r=n</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algn="ctr"/>
                      <a:r>
                        <a:rPr lang="en-US" altLang="zh-CN" b="1" dirty="0">
                          <a:latin typeface="微软雅黑" pitchFamily="34" charset="-122"/>
                          <a:ea typeface="微软雅黑" pitchFamily="34" charset="-122"/>
                        </a:rPr>
                        <a:t>R(A)=n</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rgbClr val="FFCCFF"/>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800" b="1">
                          <a:solidFill>
                            <a:schemeClr val="bg2"/>
                          </a:solidFill>
                          <a:latin typeface="微软雅黑" pitchFamily="34" charset="-122"/>
                          <a:ea typeface="微软雅黑" pitchFamily="34" charset="-122"/>
                          <a:sym typeface="Wingdings" pitchFamily="2" charset="2"/>
                        </a:rPr>
                        <a:t>R(A</a:t>
                      </a:r>
                      <a:r>
                        <a:rPr lang="en-US" altLang="zh-CN" sz="1800" b="1" dirty="0">
                          <a:solidFill>
                            <a:schemeClr val="bg2"/>
                          </a:solidFill>
                          <a:latin typeface="微软雅黑" pitchFamily="34" charset="-122"/>
                          <a:ea typeface="微软雅黑" pitchFamily="34" charset="-122"/>
                          <a:sym typeface="Wingdings" pitchFamily="2" charset="2"/>
                        </a:rPr>
                        <a:t>)</a:t>
                      </a:r>
                      <a:r>
                        <a:rPr lang="en-US" altLang="zh-CN" sz="1800" b="1" dirty="0">
                          <a:solidFill>
                            <a:schemeClr val="bg2"/>
                          </a:solidFill>
                          <a:latin typeface="微软雅黑" pitchFamily="34" charset="-122"/>
                          <a:ea typeface="微软雅黑" pitchFamily="34" charset="-122"/>
                        </a:rPr>
                        <a:t>=</a:t>
                      </a:r>
                      <a:r>
                        <a:rPr lang="en-US" altLang="zh-CN" sz="1800" b="1" dirty="0">
                          <a:solidFill>
                            <a:schemeClr val="bg2"/>
                          </a:solidFill>
                          <a:latin typeface="微软雅黑" pitchFamily="34" charset="-122"/>
                          <a:ea typeface="微软雅黑" pitchFamily="34" charset="-122"/>
                          <a:sym typeface="Wingdings" pitchFamily="2" charset="2"/>
                        </a:rPr>
                        <a:t>R(B)=n</a:t>
                      </a:r>
                      <a:endParaRPr lang="zh-CN" altLang="en-US" sz="18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|A|≠0</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algn="ctr"/>
                      <a:r>
                        <a:rPr lang="en-US" altLang="zh-CN" sz="1400" b="1" dirty="0">
                          <a:latin typeface="微软雅黑" pitchFamily="34" charset="-122"/>
                          <a:ea typeface="微软雅黑" pitchFamily="34" charset="-122"/>
                        </a:rPr>
                        <a:t>X=A</a:t>
                      </a:r>
                      <a:r>
                        <a:rPr lang="en-US" altLang="zh-CN" sz="1400" b="1" baseline="30000" dirty="0">
                          <a:latin typeface="微软雅黑" pitchFamily="34" charset="-122"/>
                          <a:ea typeface="微软雅黑" pitchFamily="34" charset="-122"/>
                        </a:rPr>
                        <a:t>-1</a:t>
                      </a:r>
                      <a:r>
                        <a:rPr lang="en-US" altLang="zh-CN" sz="1400" b="1" dirty="0">
                          <a:latin typeface="微软雅黑" pitchFamily="34" charset="-122"/>
                          <a:ea typeface="微软雅黑" pitchFamily="34" charset="-122"/>
                        </a:rPr>
                        <a:t>b</a:t>
                      </a:r>
                      <a:endParaRPr lang="zh-CN" altLang="en-US" sz="14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extLst>
                  <a:ext uri="{0D108BD9-81ED-4DB2-BD59-A6C34878D82A}">
                    <a16:rowId xmlns:a16="http://schemas.microsoft.com/office/drawing/2014/main" val="10003"/>
                  </a:ext>
                </a:extLst>
              </a:tr>
              <a:tr h="514354">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800" b="1" dirty="0">
                          <a:latin typeface="微软雅黑" pitchFamily="34" charset="-122"/>
                          <a:ea typeface="微软雅黑" pitchFamily="34" charset="-122"/>
                        </a:rPr>
                        <a:t>0</a:t>
                      </a:r>
                      <a:r>
                        <a:rPr lang="zh-CN" altLang="en-US" sz="1800" b="1" dirty="0">
                          <a:latin typeface="微软雅黑" pitchFamily="34" charset="-122"/>
                          <a:ea typeface="微软雅黑" pitchFamily="34" charset="-122"/>
                        </a:rPr>
                        <a:t>个</a:t>
                      </a:r>
                      <a:endParaRPr lang="en-US" altLang="zh-CN" sz="1800" b="1" dirty="0">
                        <a:latin typeface="微软雅黑" pitchFamily="34" charset="-122"/>
                        <a:ea typeface="微软雅黑" pitchFamily="34" charset="-122"/>
                      </a:endParaRPr>
                    </a:p>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800" b="1" dirty="0">
                          <a:latin typeface="微软雅黑" pitchFamily="34" charset="-122"/>
                          <a:ea typeface="微软雅黑" pitchFamily="34" charset="-122"/>
                        </a:rPr>
                        <a:t>自由变量</a:t>
                      </a:r>
                      <a:endParaRPr lang="zh-CN" altLang="en-US" sz="14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a:t>
                      </a:r>
                      <a:r>
                        <a:rPr lang="zh-CN" altLang="en-US" b="1" dirty="0">
                          <a:latin typeface="微软雅黑" pitchFamily="34" charset="-122"/>
                          <a:ea typeface="微软雅黑" pitchFamily="34" charset="-122"/>
                        </a:rPr>
                        <a:t>满秩</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4"/>
                  </a:ext>
                </a:extLst>
              </a:tr>
              <a:tr h="533400">
                <a:tc rowSpan="2">
                  <a:txBody>
                    <a:bodyPr/>
                    <a:lstStyle/>
                    <a:p>
                      <a:pPr algn="ctr"/>
                      <a:r>
                        <a:rPr lang="zh-CN" altLang="en-US" sz="1400" b="1" dirty="0">
                          <a:latin typeface="微软雅黑" pitchFamily="34" charset="-122"/>
                          <a:ea typeface="微软雅黑" pitchFamily="34" charset="-122"/>
                        </a:rPr>
                        <a:t>相容</a:t>
                      </a:r>
                      <a:endParaRPr lang="en-US" altLang="zh-CN" sz="1400" b="1" dirty="0">
                        <a:latin typeface="微软雅黑" pitchFamily="34" charset="-122"/>
                        <a:ea typeface="微软雅黑" pitchFamily="34" charset="-122"/>
                      </a:endParaRPr>
                    </a:p>
                    <a:p>
                      <a:pPr algn="ctr"/>
                      <a:r>
                        <a:rPr lang="zh-CN" altLang="en-US" sz="1400" b="1" dirty="0">
                          <a:latin typeface="微软雅黑" pitchFamily="34" charset="-122"/>
                          <a:ea typeface="微软雅黑" pitchFamily="34" charset="-122"/>
                        </a:rPr>
                        <a:t>方程组</a:t>
                      </a: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algn="ctr"/>
                      <a:r>
                        <a:rPr lang="zh-CN" altLang="en-US" b="1" dirty="0">
                          <a:latin typeface="微软雅黑" pitchFamily="34" charset="-122"/>
                          <a:ea typeface="微软雅黑" pitchFamily="34" charset="-122"/>
                        </a:rPr>
                        <a:t>无穷</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R(A)=R(B)=r</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r&lt;n</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R(A)&lt;n</a:t>
                      </a:r>
                      <a:endParaRPr lang="zh-CN" altLang="en-US" b="1" dirty="0">
                        <a:latin typeface="微软雅黑" pitchFamily="34" charset="-122"/>
                        <a:ea typeface="微软雅黑" pitchFamily="34" charset="-122"/>
                      </a:endParaRP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800" b="1" dirty="0">
                          <a:solidFill>
                            <a:schemeClr val="bg2"/>
                          </a:solidFill>
                          <a:latin typeface="微软雅黑" pitchFamily="34" charset="-122"/>
                          <a:ea typeface="微软雅黑" pitchFamily="34" charset="-122"/>
                          <a:sym typeface="Wingdings" pitchFamily="2" charset="2"/>
                        </a:rPr>
                        <a:t>R(A)</a:t>
                      </a:r>
                      <a:r>
                        <a:rPr lang="en-US" altLang="zh-CN" sz="1800" b="1" dirty="0">
                          <a:solidFill>
                            <a:schemeClr val="bg2"/>
                          </a:solidFill>
                          <a:latin typeface="微软雅黑" pitchFamily="34" charset="-122"/>
                          <a:ea typeface="微软雅黑" pitchFamily="34" charset="-122"/>
                        </a:rPr>
                        <a:t>=</a:t>
                      </a:r>
                      <a:r>
                        <a:rPr lang="en-US" altLang="zh-CN" sz="1800" b="1" dirty="0">
                          <a:solidFill>
                            <a:schemeClr val="bg2"/>
                          </a:solidFill>
                          <a:latin typeface="微软雅黑" pitchFamily="34" charset="-122"/>
                          <a:ea typeface="微软雅黑" pitchFamily="34" charset="-122"/>
                          <a:sym typeface="Wingdings" pitchFamily="2" charset="2"/>
                        </a:rPr>
                        <a:t>R(B)</a:t>
                      </a:r>
                      <a:r>
                        <a:rPr lang="en-US" altLang="zh-CN" sz="1800" b="1" dirty="0">
                          <a:latin typeface="微软雅黑" pitchFamily="34" charset="-122"/>
                          <a:ea typeface="微软雅黑" pitchFamily="34" charset="-122"/>
                        </a:rPr>
                        <a:t> &lt;n</a:t>
                      </a:r>
                      <a:endParaRPr lang="zh-CN" altLang="en-US" sz="18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4">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|A|=0</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无穷解</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0005"/>
                  </a:ext>
                </a:extLst>
              </a:tr>
              <a:tr h="533400">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800" b="1" dirty="0">
                          <a:latin typeface="微软雅黑" pitchFamily="34" charset="-122"/>
                          <a:ea typeface="微软雅黑" pitchFamily="34" charset="-122"/>
                        </a:rPr>
                        <a:t>n-r</a:t>
                      </a:r>
                      <a:r>
                        <a:rPr lang="zh-CN" altLang="en-US" sz="1800" b="1" dirty="0">
                          <a:latin typeface="微软雅黑" pitchFamily="34" charset="-122"/>
                          <a:ea typeface="微软雅黑" pitchFamily="34" charset="-122"/>
                        </a:rPr>
                        <a:t>个</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自由变量</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6"/>
                  </a:ext>
                </a:extLst>
              </a:tr>
              <a:tr h="567694">
                <a:tc gridSpan="2">
                  <a:txBody>
                    <a:bodyPr/>
                    <a:lstStyle/>
                    <a:p>
                      <a:pPr algn="ctr"/>
                      <a:r>
                        <a:rPr lang="zh-CN" altLang="en-US" b="1" dirty="0">
                          <a:latin typeface="微软雅黑" pitchFamily="34" charset="-122"/>
                          <a:ea typeface="微软雅黑" pitchFamily="34" charset="-122"/>
                        </a:rPr>
                        <a:t>无解</a:t>
                      </a: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rgbClr val="FFCCFF"/>
                    </a:solidFill>
                  </a:tcPr>
                </a:tc>
                <a:tc hMerge="1">
                  <a:txBody>
                    <a:bodyPr/>
                    <a:lstStyle/>
                    <a:p>
                      <a:endParaRPr lang="zh-CN" altLang="en-US" dirty="0"/>
                    </a:p>
                  </a:txBody>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R(A)&lt;R(B)</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algn="ct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a:t>
                      </a:r>
                      <a:r>
                        <a:rPr lang="zh-CN" altLang="en-US" b="1" dirty="0">
                          <a:latin typeface="微软雅黑" pitchFamily="34" charset="-122"/>
                          <a:ea typeface="微软雅黑" pitchFamily="34" charset="-122"/>
                        </a:rPr>
                        <a:t>降秩</a:t>
                      </a: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algn="ctr"/>
                      <a:r>
                        <a:rPr lang="en-US" altLang="zh-CN" sz="1800" b="1" dirty="0">
                          <a:solidFill>
                            <a:schemeClr val="bg2"/>
                          </a:solidFill>
                          <a:latin typeface="微软雅黑" pitchFamily="34" charset="-122"/>
                          <a:ea typeface="微软雅黑" pitchFamily="34" charset="-122"/>
                          <a:sym typeface="Wingdings" pitchFamily="2" charset="2"/>
                        </a:rPr>
                        <a:t>R(A)</a:t>
                      </a:r>
                      <a:r>
                        <a:rPr lang="en-US" altLang="zh-CN" sz="1800" b="1" dirty="0">
                          <a:solidFill>
                            <a:schemeClr val="bg2"/>
                          </a:solidFill>
                          <a:latin typeface="微软雅黑" pitchFamily="34" charset="-122"/>
                          <a:ea typeface="微软雅黑" pitchFamily="34" charset="-122"/>
                        </a:rPr>
                        <a:t>&lt;</a:t>
                      </a:r>
                      <a:r>
                        <a:rPr lang="en-US" altLang="zh-CN" sz="1800" b="1" dirty="0">
                          <a:solidFill>
                            <a:schemeClr val="bg2"/>
                          </a:solidFill>
                          <a:latin typeface="微软雅黑" pitchFamily="34" charset="-122"/>
                          <a:ea typeface="微软雅黑" pitchFamily="34" charset="-122"/>
                          <a:sym typeface="Wingdings" pitchFamily="2" charset="2"/>
                        </a:rPr>
                        <a:t>R(B)</a:t>
                      </a:r>
                      <a:endParaRPr lang="zh-CN" altLang="en-US" sz="18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vMerge="1">
                  <a:txBody>
                    <a:bodyPr/>
                    <a:lstStyle/>
                    <a:p>
                      <a:endParaRPr lang="zh-CN" altLang="en-US" dirty="0"/>
                    </a:p>
                  </a:txBody>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无解</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0007"/>
                  </a:ext>
                </a:extLst>
              </a:tr>
              <a:tr h="5334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不相容</a:t>
                      </a:r>
                      <a:endParaRPr kumimoji="0" lang="en-US" altLang="zh-CN" sz="1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方程组</a:t>
                      </a:r>
                      <a:endParaRPr lang="zh-CN" altLang="en-US" b="1" dirty="0">
                        <a:latin typeface="微软雅黑" pitchFamily="34" charset="-122"/>
                        <a:ea typeface="微软雅黑" pitchFamily="34" charset="-122"/>
                      </a:endParaRP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h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8"/>
                  </a:ext>
                </a:extLst>
              </a:tr>
            </a:tbl>
          </a:graphicData>
        </a:graphic>
      </p:graphicFrame>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三、题型：</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AX=O</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graphicFrame>
        <p:nvGraphicFramePr>
          <p:cNvPr id="27" name="表格 26"/>
          <p:cNvGraphicFramePr>
            <a:graphicFrameLocks noGrp="1"/>
          </p:cNvGraphicFramePr>
          <p:nvPr/>
        </p:nvGraphicFramePr>
        <p:xfrm>
          <a:off x="619174" y="1055328"/>
          <a:ext cx="8524825" cy="5390286"/>
        </p:xfrm>
        <a:graphic>
          <a:graphicData uri="http://schemas.openxmlformats.org/drawingml/2006/table">
            <a:tbl>
              <a:tblPr firstRow="1" bandRow="1">
                <a:tableStyleId>{93296810-A885-4BE3-A3E7-6D5BEEA58F35}</a:tableStyleId>
              </a:tblPr>
              <a:tblGrid>
                <a:gridCol w="666678">
                  <a:extLst>
                    <a:ext uri="{9D8B030D-6E8A-4147-A177-3AD203B41FA5}">
                      <a16:colId xmlns:a16="http://schemas.microsoft.com/office/drawing/2014/main" val="20000"/>
                    </a:ext>
                  </a:extLst>
                </a:gridCol>
                <a:gridCol w="1180097">
                  <a:extLst>
                    <a:ext uri="{9D8B030D-6E8A-4147-A177-3AD203B41FA5}">
                      <a16:colId xmlns:a16="http://schemas.microsoft.com/office/drawing/2014/main" val="20001"/>
                    </a:ext>
                  </a:extLst>
                </a:gridCol>
                <a:gridCol w="3177621">
                  <a:extLst>
                    <a:ext uri="{9D8B030D-6E8A-4147-A177-3AD203B41FA5}">
                      <a16:colId xmlns:a16="http://schemas.microsoft.com/office/drawing/2014/main" val="20002"/>
                    </a:ext>
                  </a:extLst>
                </a:gridCol>
                <a:gridCol w="1214446">
                  <a:extLst>
                    <a:ext uri="{9D8B030D-6E8A-4147-A177-3AD203B41FA5}">
                      <a16:colId xmlns:a16="http://schemas.microsoft.com/office/drawing/2014/main" val="20003"/>
                    </a:ext>
                  </a:extLst>
                </a:gridCol>
                <a:gridCol w="1077158">
                  <a:extLst>
                    <a:ext uri="{9D8B030D-6E8A-4147-A177-3AD203B41FA5}">
                      <a16:colId xmlns:a16="http://schemas.microsoft.com/office/drawing/2014/main" val="20004"/>
                    </a:ext>
                  </a:extLst>
                </a:gridCol>
                <a:gridCol w="1208825">
                  <a:extLst>
                    <a:ext uri="{9D8B030D-6E8A-4147-A177-3AD203B41FA5}">
                      <a16:colId xmlns:a16="http://schemas.microsoft.com/office/drawing/2014/main" val="20005"/>
                    </a:ext>
                  </a:extLst>
                </a:gridCol>
              </a:tblGrid>
              <a:tr h="587722">
                <a:tc gridSpan="2">
                  <a:txBody>
                    <a:bodyPr/>
                    <a:lstStyle/>
                    <a:p>
                      <a:pPr algn="ctr"/>
                      <a:r>
                        <a:rPr lang="en-US" altLang="zh-CN" sz="2000" b="1" dirty="0">
                          <a:solidFill>
                            <a:schemeClr val="accent1">
                              <a:lumMod val="75000"/>
                            </a:schemeClr>
                          </a:solidFill>
                          <a:latin typeface="微软雅黑" pitchFamily="34" charset="-122"/>
                          <a:ea typeface="微软雅黑" pitchFamily="34" charset="-122"/>
                        </a:rPr>
                        <a:t>1</a:t>
                      </a:r>
                      <a:r>
                        <a:rPr lang="zh-CN" altLang="en-US" sz="2000" b="1" dirty="0">
                          <a:solidFill>
                            <a:schemeClr val="accent1">
                              <a:lumMod val="75000"/>
                            </a:schemeClr>
                          </a:solidFill>
                          <a:latin typeface="微软雅黑" pitchFamily="34" charset="-122"/>
                          <a:ea typeface="微软雅黑" pitchFamily="34" charset="-122"/>
                        </a:rPr>
                        <a:t>、判定定理</a:t>
                      </a:r>
                      <a:endParaRPr lang="en-US" altLang="zh-CN" sz="2000" b="1" dirty="0">
                        <a:solidFill>
                          <a:schemeClr val="accent1">
                            <a:lumMod val="75000"/>
                          </a:schemeClr>
                        </a:solidFill>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006600"/>
                    </a:solidFill>
                  </a:tcPr>
                </a:tc>
                <a:tc hMerge="1">
                  <a:txBody>
                    <a:bodyPr/>
                    <a:lstStyle/>
                    <a:p>
                      <a:endParaRPr lang="zh-CN" altLang="en-US" dirty="0"/>
                    </a:p>
                  </a:txBody>
                  <a:tcPr/>
                </a:tc>
                <a:tc rowSpan="2">
                  <a:txBody>
                    <a:bodyPr/>
                    <a:lstStyle/>
                    <a:p>
                      <a:pPr algn="ctr"/>
                      <a:r>
                        <a:rPr lang="en-US" altLang="zh-CN" b="1" dirty="0">
                          <a:solidFill>
                            <a:srgbClr val="FFFF00"/>
                          </a:solidFill>
                          <a:latin typeface="微软雅黑" pitchFamily="34" charset="-122"/>
                          <a:ea typeface="微软雅黑" pitchFamily="34" charset="-122"/>
                          <a:sym typeface="Wingdings" pitchFamily="2" charset="2"/>
                        </a:rPr>
                        <a:t>A</a:t>
                      </a:r>
                      <a:r>
                        <a:rPr lang="en-US" altLang="zh-CN" b="1" baseline="-25000" dirty="0">
                          <a:solidFill>
                            <a:srgbClr val="FFFF00"/>
                          </a:solidFill>
                          <a:latin typeface="微软雅黑" pitchFamily="34" charset="-122"/>
                          <a:ea typeface="微软雅黑" pitchFamily="34" charset="-122"/>
                          <a:sym typeface="Wingdings" pitchFamily="2" charset="2"/>
                        </a:rPr>
                        <a:t>m×n</a:t>
                      </a:r>
                      <a:r>
                        <a:rPr lang="en-US" altLang="zh-CN" b="1" baseline="0" dirty="0">
                          <a:solidFill>
                            <a:srgbClr val="FFFF00"/>
                          </a:solidFill>
                          <a:latin typeface="微软雅黑" pitchFamily="34" charset="-122"/>
                          <a:ea typeface="微软雅黑" pitchFamily="34" charset="-122"/>
                          <a:sym typeface="Wingdings" pitchFamily="2" charset="2"/>
                        </a:rPr>
                        <a:t>X</a:t>
                      </a:r>
                      <a:r>
                        <a:rPr lang="en-US" altLang="zh-CN" b="1" baseline="-25000" dirty="0">
                          <a:solidFill>
                            <a:srgbClr val="FFFF00"/>
                          </a:solidFill>
                          <a:latin typeface="微软雅黑" pitchFamily="34" charset="-122"/>
                          <a:ea typeface="微软雅黑" pitchFamily="34" charset="-122"/>
                          <a:sym typeface="Wingdings" pitchFamily="2" charset="2"/>
                        </a:rPr>
                        <a:t>n×1</a:t>
                      </a:r>
                      <a:r>
                        <a:rPr lang="en-US" altLang="zh-CN" b="1" baseline="0" dirty="0">
                          <a:solidFill>
                            <a:srgbClr val="FFFF00"/>
                          </a:solidFill>
                          <a:latin typeface="微软雅黑" pitchFamily="34" charset="-122"/>
                          <a:ea typeface="微软雅黑" pitchFamily="34" charset="-122"/>
                          <a:sym typeface="Wingdings" pitchFamily="2" charset="2"/>
                        </a:rPr>
                        <a:t>=O</a:t>
                      </a:r>
                      <a:r>
                        <a:rPr lang="en-US" altLang="zh-CN" b="1" baseline="-25000" dirty="0">
                          <a:solidFill>
                            <a:srgbClr val="FFFF00"/>
                          </a:solidFill>
                          <a:latin typeface="微软雅黑" pitchFamily="34" charset="-122"/>
                          <a:ea typeface="微软雅黑" pitchFamily="34" charset="-122"/>
                          <a:sym typeface="Wingdings" pitchFamily="2" charset="2"/>
                        </a:rPr>
                        <a:t>m×1</a:t>
                      </a:r>
                      <a:endParaRPr lang="en-US" altLang="zh-CN" b="1" baseline="0" dirty="0">
                        <a:solidFill>
                          <a:srgbClr val="FFFF00"/>
                        </a:solidFill>
                        <a:latin typeface="微软雅黑" pitchFamily="34" charset="-122"/>
                        <a:ea typeface="微软雅黑" pitchFamily="34" charset="-122"/>
                        <a:sym typeface="Wingdings" pitchFamily="2" charset="2"/>
                      </a:endParaRPr>
                    </a:p>
                    <a:p>
                      <a:pPr algn="ctr"/>
                      <a:r>
                        <a:rPr lang="en-US" altLang="zh-CN" b="1" dirty="0">
                          <a:latin typeface="微软雅黑" pitchFamily="34" charset="-122"/>
                          <a:ea typeface="微软雅黑" pitchFamily="34" charset="-122"/>
                        </a:rPr>
                        <a:t>m</a:t>
                      </a:r>
                      <a:r>
                        <a:rPr lang="zh-CN" altLang="en-US" b="1" dirty="0">
                          <a:latin typeface="微软雅黑" pitchFamily="34" charset="-122"/>
                          <a:ea typeface="微软雅黑" pitchFamily="34" charset="-122"/>
                        </a:rPr>
                        <a:t>个方程</a:t>
                      </a:r>
                      <a:endParaRPr lang="en-US" altLang="zh-CN" b="1" dirty="0">
                        <a:latin typeface="微软雅黑" pitchFamily="34" charset="-122"/>
                        <a:ea typeface="微软雅黑" pitchFamily="34" charset="-122"/>
                      </a:endParaRPr>
                    </a:p>
                    <a:p>
                      <a:pPr algn="ct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个变量</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2"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err="1">
                          <a:solidFill>
                            <a:srgbClr val="FFFF00"/>
                          </a:solidFill>
                          <a:latin typeface="微软雅黑" pitchFamily="34" charset="-122"/>
                          <a:ea typeface="微软雅黑" pitchFamily="34" charset="-122"/>
                          <a:sym typeface="Wingdings" pitchFamily="2" charset="2"/>
                        </a:rPr>
                        <a:t>A</a:t>
                      </a:r>
                      <a:r>
                        <a:rPr lang="en-US" altLang="zh-CN" b="1" baseline="-25000" dirty="0" err="1">
                          <a:solidFill>
                            <a:srgbClr val="FFFF00"/>
                          </a:solidFill>
                          <a:latin typeface="微软雅黑" pitchFamily="34" charset="-122"/>
                          <a:ea typeface="微软雅黑" pitchFamily="34" charset="-122"/>
                          <a:sym typeface="Wingdings" pitchFamily="2" charset="2"/>
                        </a:rPr>
                        <a:t>n</a:t>
                      </a:r>
                      <a:r>
                        <a:rPr lang="en-US" altLang="zh-CN" b="1" baseline="0" dirty="0" err="1">
                          <a:solidFill>
                            <a:srgbClr val="FFFF00"/>
                          </a:solidFill>
                          <a:latin typeface="微软雅黑" pitchFamily="34" charset="-122"/>
                          <a:ea typeface="微软雅黑" pitchFamily="34" charset="-122"/>
                          <a:sym typeface="Wingdings" pitchFamily="2" charset="2"/>
                        </a:rPr>
                        <a:t>X</a:t>
                      </a:r>
                      <a:r>
                        <a:rPr lang="en-US" altLang="zh-CN" b="1" baseline="0" dirty="0">
                          <a:solidFill>
                            <a:srgbClr val="FFFF00"/>
                          </a:solidFill>
                          <a:latin typeface="微软雅黑" pitchFamily="34" charset="-122"/>
                          <a:ea typeface="微软雅黑" pitchFamily="34" charset="-122"/>
                          <a:sym typeface="Wingdings" pitchFamily="2" charset="2"/>
                        </a:rPr>
                        <a:t>=O</a:t>
                      </a: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个方程</a:t>
                      </a:r>
                      <a:endParaRPr lang="en-US" altLang="zh-CN" b="1" dirty="0">
                        <a:latin typeface="微软雅黑" pitchFamily="34" charset="-122"/>
                        <a:ea typeface="微软雅黑" pitchFamily="34" charset="-122"/>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n</a:t>
                      </a:r>
                      <a:r>
                        <a:rPr lang="zh-CN" altLang="en-US" b="1" dirty="0">
                          <a:latin typeface="微软雅黑" pitchFamily="34" charset="-122"/>
                          <a:ea typeface="微软雅黑" pitchFamily="34" charset="-122"/>
                        </a:rPr>
                        <a:t>个变量</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2" hMerge="1">
                  <a:txBody>
                    <a:bodyPr/>
                    <a:lstStyle/>
                    <a:p>
                      <a:endParaRPr lang="zh-CN" altLang="en-US" dirty="0"/>
                    </a:p>
                  </a:txBody>
                  <a:tcPr/>
                </a:tc>
                <a:tc rowSpan="2" hMerge="1">
                  <a:txBody>
                    <a:bodyPr/>
                    <a:lstStyle/>
                    <a:p>
                      <a:endParaRPr lang="zh-CN" altLang="en-US" dirty="0"/>
                    </a:p>
                  </a:txBody>
                  <a:tcPr/>
                </a:tc>
                <a:extLst>
                  <a:ext uri="{0D108BD9-81ED-4DB2-BD59-A6C34878D82A}">
                    <a16:rowId xmlns:a16="http://schemas.microsoft.com/office/drawing/2014/main" val="10000"/>
                  </a:ext>
                </a:extLst>
              </a:tr>
              <a:tr h="414334">
                <a:tc rowSpan="3"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充要条件</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rowSpan="3" hMerge="1">
                  <a:txBody>
                    <a:bodyPr/>
                    <a:lstStyle/>
                    <a:p>
                      <a:endParaRPr lang="zh-CN" altLang="en-US"/>
                    </a:p>
                  </a:txBody>
                  <a:tcPr/>
                </a:tc>
                <a:tc vMerge="1">
                  <a:txBody>
                    <a:bodyPr/>
                    <a:lstStyle/>
                    <a:p>
                      <a:endParaRPr lang="zh-CN" altLang="en-US"/>
                    </a:p>
                  </a:txBody>
                  <a:tcPr/>
                </a:tc>
                <a:tc gridSpan="3" vMerge="1">
                  <a:txBody>
                    <a:bodyPr/>
                    <a:lstStyle/>
                    <a:p>
                      <a:endParaRPr lang="zh-CN" altLang="en-US"/>
                    </a:p>
                  </a:txBody>
                  <a:tcPr/>
                </a:tc>
                <a:tc hMerge="1"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1"/>
                  </a:ext>
                </a:extLst>
              </a:tr>
              <a:tr h="414334">
                <a:tc gridSpan="2" vMerge="1">
                  <a:txBody>
                    <a:bodyPr/>
                    <a:lstStyle/>
                    <a:p>
                      <a:endParaRPr lang="zh-CN" altLang="en-US"/>
                    </a:p>
                  </a:txBody>
                  <a:tcPr/>
                </a:tc>
                <a:tc hMerge="1" vMerge="1">
                  <a:txBody>
                    <a:bodyPr/>
                    <a:lstStyle/>
                    <a:p>
                      <a:endParaRPr lang="zh-CN" altLang="en-US"/>
                    </a:p>
                  </a:txBody>
                  <a:tcPr/>
                </a:tc>
                <a:tc gridSpan="4">
                  <a:txBody>
                    <a:bodyPr/>
                    <a:lstStyle/>
                    <a:p>
                      <a:pPr algn="ctr"/>
                      <a:r>
                        <a:rPr lang="en-US" altLang="zh-CN" sz="2800" b="1" dirty="0">
                          <a:solidFill>
                            <a:schemeClr val="accent1"/>
                          </a:solidFill>
                          <a:latin typeface="微软雅黑" pitchFamily="34" charset="-122"/>
                          <a:ea typeface="微软雅黑" pitchFamily="34" charset="-122"/>
                        </a:rPr>
                        <a:t>R(A)=R(B)</a:t>
                      </a:r>
                      <a:endParaRPr lang="zh-CN" altLang="en-US" sz="28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0000FF"/>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0000FF"/>
                    </a:solid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1028720">
                <a:tc gridSpan="2" vMerge="1">
                  <a:txBody>
                    <a:bodyPr/>
                    <a:lstStyle/>
                    <a:p>
                      <a:endParaRPr lang="zh-CN" altLang="en-US" dirty="0"/>
                    </a:p>
                  </a:txBody>
                  <a:tcPr/>
                </a:tc>
                <a:tc hMerge="1" vMerge="1">
                  <a:txBody>
                    <a:bodyPr/>
                    <a:lstStyle/>
                    <a:p>
                      <a:endParaRPr lang="zh-CN" altLang="en-US" dirty="0"/>
                    </a:p>
                  </a:txBody>
                  <a:tcPr/>
                </a:tc>
                <a:tc>
                  <a:txBody>
                    <a:bodyPr/>
                    <a:lstStyle/>
                    <a:p>
                      <a:pPr algn="ctr"/>
                      <a:r>
                        <a:rPr lang="zh-CN" altLang="en-US" sz="1600" b="1" dirty="0">
                          <a:solidFill>
                            <a:schemeClr val="accent1"/>
                          </a:solidFill>
                          <a:latin typeface="微软雅黑" pitchFamily="34" charset="-122"/>
                          <a:ea typeface="微软雅黑" pitchFamily="34" charset="-122"/>
                        </a:rPr>
                        <a:t>秩：有效方程个数</a:t>
                      </a:r>
                      <a:endParaRPr lang="en-US" altLang="zh-CN" sz="1600" b="1" dirty="0">
                        <a:solidFill>
                          <a:schemeClr val="accent1"/>
                        </a:solidFill>
                        <a:latin typeface="微软雅黑" pitchFamily="34" charset="-122"/>
                        <a:ea typeface="微软雅黑" pitchFamily="34" charset="-122"/>
                      </a:endParaRPr>
                    </a:p>
                    <a:p>
                      <a:pPr algn="ctr"/>
                      <a:endParaRPr lang="zh-CN" altLang="en-US" sz="1600" b="1" dirty="0">
                        <a:solidFill>
                          <a:schemeClr val="accent1"/>
                        </a:solidFill>
                        <a:latin typeface="微软雅黑" pitchFamily="34" charset="-122"/>
                        <a:ea typeface="微软雅黑" pitchFamily="34" charset="-122"/>
                      </a:endParaRPr>
                    </a:p>
                    <a:p>
                      <a:pPr algn="ctr"/>
                      <a:r>
                        <a:rPr lang="zh-CN" altLang="en-US" sz="1600" b="1" dirty="0">
                          <a:solidFill>
                            <a:schemeClr val="accent1"/>
                          </a:solidFill>
                          <a:latin typeface="微软雅黑" pitchFamily="34" charset="-122"/>
                          <a:ea typeface="微软雅黑" pitchFamily="34" charset="-122"/>
                        </a:rPr>
                        <a:t>自由变量</a:t>
                      </a:r>
                      <a:r>
                        <a:rPr lang="en-US" altLang="zh-CN" sz="1600" b="1" dirty="0">
                          <a:solidFill>
                            <a:schemeClr val="accent1"/>
                          </a:solidFill>
                          <a:latin typeface="微软雅黑" pitchFamily="34" charset="-122"/>
                          <a:ea typeface="微软雅黑" pitchFamily="34" charset="-122"/>
                        </a:rPr>
                        <a:t>+</a:t>
                      </a:r>
                      <a:r>
                        <a:rPr lang="zh-CN" altLang="en-US" sz="1600" b="1" dirty="0">
                          <a:solidFill>
                            <a:schemeClr val="accent1"/>
                          </a:solidFill>
                          <a:latin typeface="微软雅黑" pitchFamily="34" charset="-122"/>
                          <a:ea typeface="微软雅黑" pitchFamily="34" charset="-122"/>
                        </a:rPr>
                        <a:t>可解变量</a:t>
                      </a:r>
                      <a:r>
                        <a:rPr lang="en-US" altLang="zh-CN" sz="1600" b="1" dirty="0">
                          <a:solidFill>
                            <a:schemeClr val="accent1"/>
                          </a:solidFill>
                          <a:latin typeface="微软雅黑" pitchFamily="34" charset="-122"/>
                          <a:ea typeface="微软雅黑" pitchFamily="34" charset="-122"/>
                        </a:rPr>
                        <a:t>r=</a:t>
                      </a:r>
                      <a:r>
                        <a:rPr lang="zh-CN" altLang="en-US" sz="1600" b="1" dirty="0">
                          <a:solidFill>
                            <a:schemeClr val="accent1"/>
                          </a:solidFill>
                          <a:latin typeface="微软雅黑" pitchFamily="34" charset="-122"/>
                          <a:ea typeface="微软雅黑" pitchFamily="34" charset="-122"/>
                        </a:rPr>
                        <a:t>总变量</a:t>
                      </a:r>
                      <a:r>
                        <a:rPr lang="en-US" altLang="zh-CN" sz="1600" b="1" dirty="0">
                          <a:solidFill>
                            <a:schemeClr val="accent1"/>
                          </a:solidFill>
                          <a:latin typeface="微软雅黑" pitchFamily="34" charset="-122"/>
                          <a:ea typeface="微软雅黑" pitchFamily="34" charset="-122"/>
                        </a:rPr>
                        <a:t>n</a:t>
                      </a:r>
                      <a:endParaRPr lang="zh-CN" altLang="en-US" sz="1600" b="1" dirty="0">
                        <a:solidFill>
                          <a:schemeClr val="accent1"/>
                        </a:solidFill>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ctr"/>
                      <a:r>
                        <a:rPr lang="zh-CN" altLang="en-US" b="1" dirty="0">
                          <a:solidFill>
                            <a:schemeClr val="accent1"/>
                          </a:solidFill>
                          <a:latin typeface="微软雅黑" pitchFamily="34" charset="-122"/>
                          <a:ea typeface="微软雅黑" pitchFamily="34" charset="-122"/>
                        </a:rPr>
                        <a:t>秩判定</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ctr"/>
                      <a:r>
                        <a:rPr lang="zh-CN" altLang="en-US" b="1" dirty="0">
                          <a:solidFill>
                            <a:schemeClr val="accent1"/>
                          </a:solidFill>
                          <a:latin typeface="微软雅黑" pitchFamily="34" charset="-122"/>
                          <a:ea typeface="微软雅黑" pitchFamily="34" charset="-122"/>
                        </a:rPr>
                        <a:t>行列式判定</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ctr"/>
                      <a:r>
                        <a:rPr lang="zh-CN" altLang="en-US" b="1" dirty="0">
                          <a:solidFill>
                            <a:schemeClr val="accent1"/>
                          </a:solidFill>
                          <a:latin typeface="微软雅黑" pitchFamily="34" charset="-122"/>
                          <a:ea typeface="微软雅黑" pitchFamily="34" charset="-122"/>
                        </a:rPr>
                        <a:t>解的情况</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10003"/>
                  </a:ext>
                </a:extLst>
              </a:tr>
              <a:tr h="514354">
                <a:tc rowSpan="2">
                  <a:txBody>
                    <a:bodyPr/>
                    <a:lstStyle/>
                    <a:p>
                      <a:pPr algn="ctr"/>
                      <a:r>
                        <a:rPr lang="zh-CN" altLang="en-US" b="1" dirty="0">
                          <a:latin typeface="微软雅黑" pitchFamily="34" charset="-122"/>
                          <a:ea typeface="微软雅黑" pitchFamily="34" charset="-122"/>
                        </a:rPr>
                        <a:t>有解</a:t>
                      </a: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chemeClr val="tx1"/>
                    </a:solidFill>
                  </a:tcPr>
                </a:tc>
                <a:tc>
                  <a:txBody>
                    <a:bodyPr/>
                    <a:lstStyle/>
                    <a:p>
                      <a:pPr algn="ctr"/>
                      <a:r>
                        <a:rPr lang="zh-CN" altLang="en-US" b="1" dirty="0">
                          <a:latin typeface="微软雅黑" pitchFamily="34" charset="-122"/>
                          <a:ea typeface="微软雅黑" pitchFamily="34" charset="-122"/>
                        </a:rPr>
                        <a:t>唯一</a:t>
                      </a: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chemeClr val="tx1"/>
                    </a:solidFill>
                  </a:tcPr>
                </a:tc>
                <a:tc>
                  <a:txBody>
                    <a:bodyPr/>
                    <a:lstStyle/>
                    <a:p>
                      <a:pPr algn="ctr"/>
                      <a:r>
                        <a:rPr lang="en-US" altLang="zh-CN" b="1" dirty="0">
                          <a:latin typeface="微软雅黑" pitchFamily="34" charset="-122"/>
                          <a:ea typeface="微软雅黑" pitchFamily="34" charset="-122"/>
                        </a:rPr>
                        <a:t>r=n</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algn="ctr"/>
                      <a:r>
                        <a:rPr lang="en-US" altLang="zh-CN" b="1" dirty="0">
                          <a:latin typeface="微软雅黑" pitchFamily="34" charset="-122"/>
                          <a:ea typeface="微软雅黑" pitchFamily="34" charset="-122"/>
                        </a:rPr>
                        <a:t>R(A)=n</a:t>
                      </a: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a:t>
                      </a:r>
                      <a:r>
                        <a:rPr lang="zh-CN" altLang="en-US" b="1" dirty="0">
                          <a:latin typeface="微软雅黑" pitchFamily="34" charset="-122"/>
                          <a:ea typeface="微软雅黑" pitchFamily="34" charset="-122"/>
                        </a:rPr>
                        <a:t>满秩</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|A|≠0</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rowSpan="2">
                  <a:txBody>
                    <a:bodyPr/>
                    <a:lstStyle/>
                    <a:p>
                      <a:pPr algn="ctr"/>
                      <a:r>
                        <a:rPr lang="en-US" altLang="zh-CN" sz="1600" b="1" dirty="0">
                          <a:latin typeface="微软雅黑" pitchFamily="34" charset="-122"/>
                          <a:ea typeface="微软雅黑" pitchFamily="34" charset="-122"/>
                        </a:rPr>
                        <a:t>X=0</a:t>
                      </a:r>
                      <a:endParaRPr lang="zh-CN" altLang="en-US" sz="16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extLst>
                  <a:ext uri="{0D108BD9-81ED-4DB2-BD59-A6C34878D82A}">
                    <a16:rowId xmlns:a16="http://schemas.microsoft.com/office/drawing/2014/main" val="10004"/>
                  </a:ext>
                </a:extLst>
              </a:tr>
              <a:tr h="577217">
                <a:tc vMerge="1">
                  <a:txBody>
                    <a:bodyPr/>
                    <a:lstStyle/>
                    <a:p>
                      <a:endParaRPr lang="zh-CN" altLang="en-US"/>
                    </a:p>
                  </a:txBody>
                  <a:tcPr/>
                </a:tc>
                <a:tc>
                  <a:txBody>
                    <a:bodyPr/>
                    <a:lstStyle/>
                    <a:p>
                      <a:pPr algn="ctr"/>
                      <a:r>
                        <a:rPr lang="zh-CN" altLang="en-US" b="1" dirty="0">
                          <a:latin typeface="微软雅黑" pitchFamily="34" charset="-122"/>
                          <a:ea typeface="微软雅黑" pitchFamily="34" charset="-122"/>
                        </a:rPr>
                        <a:t>只有</a:t>
                      </a:r>
                      <a:r>
                        <a:rPr lang="en-US" altLang="zh-CN" b="1" dirty="0">
                          <a:latin typeface="微软雅黑" pitchFamily="34" charset="-122"/>
                          <a:ea typeface="微软雅黑" pitchFamily="34" charset="-122"/>
                        </a:rPr>
                        <a:t>O</a:t>
                      </a:r>
                      <a:r>
                        <a:rPr lang="zh-CN" altLang="en-US" b="1" dirty="0">
                          <a:latin typeface="微软雅黑" pitchFamily="34" charset="-122"/>
                          <a:ea typeface="微软雅黑" pitchFamily="34" charset="-122"/>
                        </a:rPr>
                        <a:t>解</a:t>
                      </a: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800" b="1" dirty="0">
                          <a:latin typeface="微软雅黑" pitchFamily="34" charset="-122"/>
                          <a:ea typeface="微软雅黑" pitchFamily="34" charset="-122"/>
                        </a:rPr>
                        <a:t>0</a:t>
                      </a:r>
                      <a:r>
                        <a:rPr lang="zh-CN" altLang="en-US" sz="1800" b="1" dirty="0">
                          <a:latin typeface="微软雅黑" pitchFamily="34" charset="-122"/>
                          <a:ea typeface="微软雅黑" pitchFamily="34" charset="-122"/>
                        </a:rPr>
                        <a:t>个</a:t>
                      </a:r>
                      <a:endParaRPr lang="en-US" altLang="zh-CN" sz="1800" b="1" dirty="0">
                        <a:latin typeface="微软雅黑" pitchFamily="34" charset="-122"/>
                        <a:ea typeface="微软雅黑" pitchFamily="34" charset="-122"/>
                      </a:endParaRPr>
                    </a:p>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800" b="1" dirty="0">
                          <a:latin typeface="微软雅黑" pitchFamily="34" charset="-122"/>
                          <a:ea typeface="微软雅黑" pitchFamily="34" charset="-122"/>
                        </a:rPr>
                        <a:t>自由变量</a:t>
                      </a:r>
                      <a:endParaRPr lang="zh-CN" altLang="en-US" sz="14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5"/>
                  </a:ext>
                </a:extLst>
              </a:tr>
              <a:tr h="533400">
                <a:tc rowSpan="2">
                  <a:txBody>
                    <a:bodyPr/>
                    <a:lstStyle/>
                    <a:p>
                      <a:pPr algn="ctr"/>
                      <a:r>
                        <a:rPr lang="zh-CN" altLang="en-US" sz="1400" b="1" dirty="0">
                          <a:latin typeface="微软雅黑" pitchFamily="34" charset="-122"/>
                          <a:ea typeface="微软雅黑" pitchFamily="34" charset="-122"/>
                        </a:rPr>
                        <a:t>相容</a:t>
                      </a:r>
                      <a:endParaRPr lang="en-US" altLang="zh-CN" sz="1400" b="1" dirty="0">
                        <a:latin typeface="微软雅黑" pitchFamily="34" charset="-122"/>
                        <a:ea typeface="微软雅黑" pitchFamily="34" charset="-122"/>
                      </a:endParaRPr>
                    </a:p>
                    <a:p>
                      <a:pPr algn="ctr"/>
                      <a:r>
                        <a:rPr lang="zh-CN" altLang="en-US" sz="1400" b="1" dirty="0">
                          <a:latin typeface="微软雅黑" pitchFamily="34" charset="-122"/>
                          <a:ea typeface="微软雅黑" pitchFamily="34" charset="-122"/>
                        </a:rPr>
                        <a:t>方程组</a:t>
                      </a: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algn="ctr"/>
                      <a:r>
                        <a:rPr lang="zh-CN" altLang="en-US" b="1" dirty="0">
                          <a:latin typeface="微软雅黑" pitchFamily="34" charset="-122"/>
                          <a:ea typeface="微软雅黑" pitchFamily="34" charset="-122"/>
                        </a:rPr>
                        <a:t>无穷</a:t>
                      </a:r>
                    </a:p>
                  </a:txBody>
                  <a:tcPr anchor="b">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r&lt;n</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R(A)&lt;n</a:t>
                      </a:r>
                    </a:p>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a:t>
                      </a:r>
                      <a:r>
                        <a:rPr lang="zh-CN" altLang="en-US" b="1" dirty="0">
                          <a:latin typeface="微软雅黑" pitchFamily="34" charset="-122"/>
                          <a:ea typeface="微软雅黑" pitchFamily="34" charset="-122"/>
                        </a:rPr>
                        <a:t>降秩</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tx1"/>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微软雅黑" pitchFamily="34" charset="-122"/>
                          <a:ea typeface="微软雅黑" pitchFamily="34" charset="-122"/>
                        </a:rPr>
                        <a:t>|A|=0</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rowSpan="2">
                  <a:txBody>
                    <a:bodyPr/>
                    <a:lstStyle/>
                    <a:p>
                      <a:pPr algn="ctr"/>
                      <a:r>
                        <a:rPr lang="zh-CN" altLang="en-US" b="1" dirty="0">
                          <a:latin typeface="微软雅黑" pitchFamily="34" charset="-122"/>
                          <a:ea typeface="微软雅黑" pitchFamily="34" charset="-122"/>
                        </a:rPr>
                        <a:t>有非</a:t>
                      </a:r>
                      <a:r>
                        <a:rPr lang="en-US" altLang="zh-CN" b="1" dirty="0">
                          <a:latin typeface="微软雅黑" pitchFamily="34" charset="-122"/>
                          <a:ea typeface="微软雅黑" pitchFamily="34" charset="-122"/>
                        </a:rPr>
                        <a:t>O</a:t>
                      </a:r>
                      <a:r>
                        <a:rPr lang="zh-CN" altLang="en-US" b="1" dirty="0">
                          <a:latin typeface="微软雅黑" pitchFamily="34" charset="-122"/>
                          <a:ea typeface="微软雅黑" pitchFamily="34" charset="-122"/>
                        </a:rPr>
                        <a:t>解</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0006"/>
                  </a:ext>
                </a:extLst>
              </a:tr>
              <a:tr h="586740">
                <a:tc vMerge="1">
                  <a:txBody>
                    <a:bodyPr/>
                    <a:lstStyle/>
                    <a:p>
                      <a:endParaRPr lang="zh-CN" altLang="en-US"/>
                    </a:p>
                  </a:txBody>
                  <a:tcPr/>
                </a:tc>
                <a:tc>
                  <a:txBody>
                    <a:bodyPr/>
                    <a:lstStyle/>
                    <a:p>
                      <a:pPr algn="ctr"/>
                      <a:r>
                        <a:rPr lang="zh-CN" altLang="en-US" b="1" dirty="0">
                          <a:latin typeface="微软雅黑" pitchFamily="34" charset="-122"/>
                          <a:ea typeface="微软雅黑" pitchFamily="34" charset="-122"/>
                        </a:rPr>
                        <a:t>有非</a:t>
                      </a:r>
                      <a:r>
                        <a:rPr lang="en-US" altLang="zh-CN" b="1" dirty="0">
                          <a:latin typeface="微软雅黑" pitchFamily="34" charset="-122"/>
                          <a:ea typeface="微软雅黑" pitchFamily="34" charset="-122"/>
                        </a:rPr>
                        <a:t>O</a:t>
                      </a:r>
                      <a:r>
                        <a:rPr lang="zh-CN" altLang="en-US" b="1" dirty="0">
                          <a:latin typeface="微软雅黑" pitchFamily="34" charset="-122"/>
                          <a:ea typeface="微软雅黑" pitchFamily="34" charset="-122"/>
                        </a:rPr>
                        <a:t>解</a:t>
                      </a: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800" b="1" dirty="0">
                          <a:latin typeface="微软雅黑" pitchFamily="34" charset="-122"/>
                          <a:ea typeface="微软雅黑" pitchFamily="34" charset="-122"/>
                        </a:rPr>
                        <a:t>n-r</a:t>
                      </a:r>
                      <a:r>
                        <a:rPr lang="zh-CN" altLang="en-US" sz="1800" b="1" dirty="0">
                          <a:latin typeface="微软雅黑" pitchFamily="34" charset="-122"/>
                          <a:ea typeface="微软雅黑" pitchFamily="34" charset="-122"/>
                        </a:rPr>
                        <a:t>个</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10199"/>
                          </a:solidFill>
                          <a:effectLst/>
                          <a:uLnTx/>
                          <a:uFillTx/>
                          <a:latin typeface="微软雅黑" pitchFamily="34" charset="-122"/>
                          <a:ea typeface="微软雅黑" pitchFamily="34" charset="-122"/>
                          <a:cs typeface="+mn-cs"/>
                        </a:rPr>
                        <a:t>自由变量</a:t>
                      </a:r>
                      <a:endParaRPr lang="zh-CN" altLang="en-US"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7"/>
                  </a:ext>
                </a:extLst>
              </a:tr>
              <a:tr h="513436">
                <a:tc gridSpan="2">
                  <a:txBody>
                    <a:bodyPr/>
                    <a:lstStyle/>
                    <a:p>
                      <a:pPr algn="ctr"/>
                      <a:r>
                        <a:rPr lang="zh-CN" altLang="en-US" b="1" dirty="0">
                          <a:latin typeface="微软雅黑" pitchFamily="34" charset="-122"/>
                          <a:ea typeface="微软雅黑" pitchFamily="34" charset="-122"/>
                        </a:rPr>
                        <a:t>无解</a:t>
                      </a: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hMerge="1">
                  <a:txBody>
                    <a:bodyPr/>
                    <a:lstStyle/>
                    <a:p>
                      <a:endParaRPr lang="zh-CN" altLang="en-US" dirty="0"/>
                    </a:p>
                  </a:txBody>
                  <a:tcPr/>
                </a:tc>
                <a:tc gridSpan="4">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b="1" dirty="0">
                          <a:latin typeface="微软雅黑" pitchFamily="34" charset="-122"/>
                          <a:ea typeface="微软雅黑" pitchFamily="34" charset="-122"/>
                        </a:rPr>
                        <a:t>不存在</a:t>
                      </a:r>
                      <a:endParaRPr lang="zh-CN" altLang="en-US" sz="18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rgbClr val="FFCCFF"/>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CN" altLang="en-US" b="1" dirty="0">
                        <a:latin typeface="微软雅黑" pitchFamily="34" charset="-122"/>
                        <a:ea typeface="微软雅黑" pitchFamily="34" charset="-122"/>
                      </a:endParaRPr>
                    </a:p>
                  </a:txBody>
                  <a:tcP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hMerge="1">
                  <a:txBody>
                    <a:bodyPr/>
                    <a:lstStyle/>
                    <a:p>
                      <a:endParaRPr lang="zh-CN" altLang="en-US" dirty="0"/>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CN" altLang="en-US" sz="1600" b="1" dirty="0">
                        <a:latin typeface="微软雅黑" pitchFamily="34" charset="-122"/>
                        <a:ea typeface="微软雅黑" pitchFamily="34" charset="-122"/>
                      </a:endParaRPr>
                    </a:p>
                  </a:txBody>
                  <a:tcPr anchor="ctr">
                    <a:lnL w="28575" cap="flat" cmpd="sng" algn="ctr">
                      <a:solidFill>
                        <a:schemeClr val="bg1">
                          <a:lumMod val="75000"/>
                        </a:schemeClr>
                      </a:solidFill>
                      <a:prstDash val="solid"/>
                      <a:round/>
                      <a:headEnd type="none" w="med" len="med"/>
                      <a:tailEnd type="none" w="med" len="med"/>
                    </a:lnL>
                    <a:lnR w="28575" cap="flat" cmpd="sng" algn="ctr">
                      <a:solidFill>
                        <a:schemeClr val="bg1">
                          <a:lumMod val="75000"/>
                        </a:schemeClr>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0008"/>
                  </a:ext>
                </a:extLst>
              </a:tr>
            </a:tbl>
          </a:graphicData>
        </a:graphic>
      </p:graphicFrame>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Line 25"/>
          <p:cNvSpPr>
            <a:spLocks noChangeShapeType="1"/>
          </p:cNvSpPr>
          <p:nvPr/>
        </p:nvSpPr>
        <p:spPr bwMode="auto">
          <a:xfrm>
            <a:off x="0" y="164305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 name="Text Box 3"/>
          <p:cNvSpPr txBox="1">
            <a:spLocks noChangeArrowheads="1"/>
          </p:cNvSpPr>
          <p:nvPr/>
        </p:nvSpPr>
        <p:spPr bwMode="auto">
          <a:xfrm>
            <a:off x="1398" y="-47308"/>
            <a:ext cx="492443" cy="461665"/>
          </a:xfrm>
          <a:prstGeom prst="rect">
            <a:avLst/>
          </a:prstGeom>
          <a:noFill/>
          <a:ln w="9525">
            <a:noFill/>
            <a:miter lim="800000"/>
            <a:headEnd/>
            <a:tailEnd/>
          </a:ln>
          <a:effectLst/>
        </p:spPr>
        <p:txBody>
          <a:bodyPr wrap="none"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例</a:t>
            </a:r>
            <a:endParaRPr kumimoji="0" lang="zh-CN" altLang="en-US" sz="2400" b="0"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graphicFrame>
        <p:nvGraphicFramePr>
          <p:cNvPr id="854029" name="Object 13"/>
          <p:cNvGraphicFramePr>
            <a:graphicFrameLocks noChangeAspect="1"/>
          </p:cNvGraphicFramePr>
          <p:nvPr/>
        </p:nvGraphicFramePr>
        <p:xfrm>
          <a:off x="214282" y="428604"/>
          <a:ext cx="1799872" cy="1214446"/>
        </p:xfrm>
        <a:graphic>
          <a:graphicData uri="http://schemas.openxmlformats.org/presentationml/2006/ole">
            <mc:AlternateContent xmlns:mc="http://schemas.openxmlformats.org/markup-compatibility/2006">
              <mc:Choice xmlns:v="urn:schemas-microsoft-com:vml" Requires="v">
                <p:oleObj name="Equation" r:id="rId3" imgW="888840" imgH="596880" progId="Equation.DSMT4">
                  <p:embed/>
                </p:oleObj>
              </mc:Choice>
              <mc:Fallback>
                <p:oleObj name="Equation" r:id="rId3" imgW="888840" imgH="596880" progId="Equation.DSMT4">
                  <p:embed/>
                  <p:pic>
                    <p:nvPicPr>
                      <p:cNvPr id="854029"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4282" y="428604"/>
                        <a:ext cx="1799872" cy="12144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矩形 17"/>
          <p:cNvSpPr/>
          <p:nvPr/>
        </p:nvSpPr>
        <p:spPr>
          <a:xfrm>
            <a:off x="2000232" y="785794"/>
            <a:ext cx="7143768" cy="400110"/>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的行最简型矩阵为</a:t>
            </a:r>
            <a:r>
              <a:rPr kumimoji="1" lang="en-US" altLang="zh-CN" sz="2000" b="0"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F</a:t>
            </a:r>
            <a:r>
              <a:rPr kumimoji="1" lang="zh-CN" altLang="zh-CN"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，求</a:t>
            </a:r>
            <a:r>
              <a:rPr kumimoji="1" lang="en-US" altLang="zh-CN" sz="2000" b="0"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F</a:t>
            </a:r>
            <a:r>
              <a:rPr kumimoji="1" lang="zh-CN" altLang="zh-CN"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，并求一个可逆矩阵</a:t>
            </a:r>
            <a:r>
              <a:rPr kumimoji="1" lang="en-US" altLang="zh-CN" sz="2000" b="0"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P</a:t>
            </a:r>
            <a:r>
              <a:rPr kumimoji="1" lang="zh-CN" altLang="zh-CN"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，使</a:t>
            </a:r>
            <a:r>
              <a:rPr kumimoji="1" lang="en-US" altLang="zh-CN" sz="2000" b="0"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PA </a:t>
            </a:r>
            <a:r>
              <a:rPr kumimoji="1" lang="en-US" altLang="zh-CN"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000" b="0"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F</a:t>
            </a:r>
            <a:endParaRPr kumimoji="1" lang="zh-CN" altLang="en-US" sz="20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854033" name="Rectangle 1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854032" name="Object 16"/>
          <p:cNvGraphicFramePr>
            <a:graphicFrameLocks noChangeAspect="1"/>
          </p:cNvGraphicFramePr>
          <p:nvPr/>
        </p:nvGraphicFramePr>
        <p:xfrm>
          <a:off x="0" y="2143116"/>
          <a:ext cx="3316288" cy="1266825"/>
        </p:xfrm>
        <a:graphic>
          <a:graphicData uri="http://schemas.openxmlformats.org/presentationml/2006/ole">
            <mc:AlternateContent xmlns:mc="http://schemas.openxmlformats.org/markup-compatibility/2006">
              <mc:Choice xmlns:v="urn:schemas-microsoft-com:vml" Requires="v">
                <p:oleObj name="Equation" r:id="rId5" imgW="1638000" imgH="622080" progId="Equation.DSMT4">
                  <p:embed/>
                </p:oleObj>
              </mc:Choice>
              <mc:Fallback>
                <p:oleObj name="Equation" r:id="rId5" imgW="1638000" imgH="622080" progId="Equation.DSMT4">
                  <p:embed/>
                  <p:pic>
                    <p:nvPicPr>
                      <p:cNvPr id="854032" name="Object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2143116"/>
                        <a:ext cx="3316288" cy="1266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Text Box 3"/>
          <p:cNvSpPr txBox="1">
            <a:spLocks noChangeArrowheads="1"/>
          </p:cNvSpPr>
          <p:nvPr/>
        </p:nvSpPr>
        <p:spPr bwMode="auto">
          <a:xfrm>
            <a:off x="-32" y="1643050"/>
            <a:ext cx="800219" cy="461665"/>
          </a:xfrm>
          <a:prstGeom prst="rect">
            <a:avLst/>
          </a:prstGeom>
          <a:noFill/>
          <a:ln w="9525">
            <a:noFill/>
            <a:miter lim="800000"/>
            <a:headEnd/>
            <a:tailEnd/>
          </a:ln>
          <a:effectLst/>
        </p:spPr>
        <p:txBody>
          <a:bodyPr wrap="none"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FF"/>
                </a:solidFill>
                <a:effectLst/>
                <a:uLnTx/>
                <a:uFillTx/>
                <a:latin typeface="微软雅黑" pitchFamily="34" charset="-122"/>
                <a:ea typeface="微软雅黑" pitchFamily="34" charset="-122"/>
                <a:cs typeface="+mn-cs"/>
              </a:rPr>
              <a:t>解：</a:t>
            </a:r>
            <a:endParaRPr kumimoji="0" lang="zh-CN" altLang="en-US" sz="2400" b="0"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graphicFrame>
        <p:nvGraphicFramePr>
          <p:cNvPr id="22" name="Object 16"/>
          <p:cNvGraphicFramePr>
            <a:graphicFrameLocks noChangeAspect="1"/>
          </p:cNvGraphicFramePr>
          <p:nvPr/>
        </p:nvGraphicFramePr>
        <p:xfrm>
          <a:off x="3273425" y="2143125"/>
          <a:ext cx="2955925" cy="1266825"/>
        </p:xfrm>
        <a:graphic>
          <a:graphicData uri="http://schemas.openxmlformats.org/presentationml/2006/ole">
            <mc:AlternateContent xmlns:mc="http://schemas.openxmlformats.org/markup-compatibility/2006">
              <mc:Choice xmlns:v="urn:schemas-microsoft-com:vml" Requires="v">
                <p:oleObj name="Equation" r:id="rId7" imgW="1460160" imgH="622080" progId="Equation.DSMT4">
                  <p:embed/>
                </p:oleObj>
              </mc:Choice>
              <mc:Fallback>
                <p:oleObj name="Equation" r:id="rId7" imgW="1460160" imgH="622080" progId="Equation.DSMT4">
                  <p:embed/>
                  <p:pic>
                    <p:nvPicPr>
                      <p:cNvPr id="22" name="Object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73425" y="2143125"/>
                        <a:ext cx="2955925" cy="1266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16"/>
          <p:cNvGraphicFramePr>
            <a:graphicFrameLocks noChangeAspect="1"/>
          </p:cNvGraphicFramePr>
          <p:nvPr/>
        </p:nvGraphicFramePr>
        <p:xfrm>
          <a:off x="3317891" y="3500438"/>
          <a:ext cx="2871036" cy="1370013"/>
        </p:xfrm>
        <a:graphic>
          <a:graphicData uri="http://schemas.openxmlformats.org/presentationml/2006/ole">
            <mc:AlternateContent xmlns:mc="http://schemas.openxmlformats.org/markup-compatibility/2006">
              <mc:Choice xmlns:v="urn:schemas-microsoft-com:vml" Requires="v">
                <p:oleObj name="Equation" r:id="rId9" imgW="1714320" imgH="672840" progId="Equation.DSMT4">
                  <p:embed/>
                </p:oleObj>
              </mc:Choice>
              <mc:Fallback>
                <p:oleObj name="Equation" r:id="rId9" imgW="1714320" imgH="672840" progId="Equation.DSMT4">
                  <p:embed/>
                  <p:pic>
                    <p:nvPicPr>
                      <p:cNvPr id="23"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17891" y="3500438"/>
                        <a:ext cx="2871036" cy="1370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4037" name="Object 21"/>
          <p:cNvGraphicFramePr>
            <a:graphicFrameLocks noChangeAspect="1"/>
          </p:cNvGraphicFramePr>
          <p:nvPr/>
        </p:nvGraphicFramePr>
        <p:xfrm>
          <a:off x="2857488" y="5000637"/>
          <a:ext cx="2643206" cy="1320928"/>
        </p:xfrm>
        <a:graphic>
          <a:graphicData uri="http://schemas.openxmlformats.org/presentationml/2006/ole">
            <mc:AlternateContent xmlns:mc="http://schemas.openxmlformats.org/markup-compatibility/2006">
              <mc:Choice xmlns:v="urn:schemas-microsoft-com:vml" Requires="v">
                <p:oleObj name="Equation" r:id="rId11" imgW="1307880" imgH="647640" progId="Equation.DSMT4">
                  <p:embed/>
                </p:oleObj>
              </mc:Choice>
              <mc:Fallback>
                <p:oleObj name="Equation" r:id="rId11" imgW="1307880" imgH="647640" progId="Equation.DSMT4">
                  <p:embed/>
                  <p:pic>
                    <p:nvPicPr>
                      <p:cNvPr id="854037" name="Object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57488" y="5000637"/>
                        <a:ext cx="2643206" cy="13209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54036" name="Object 20"/>
          <p:cNvGraphicFramePr>
            <a:graphicFrameLocks noChangeAspect="1"/>
          </p:cNvGraphicFramePr>
          <p:nvPr/>
        </p:nvGraphicFramePr>
        <p:xfrm>
          <a:off x="6072198" y="5000636"/>
          <a:ext cx="2183960" cy="1285884"/>
        </p:xfrm>
        <a:graphic>
          <a:graphicData uri="http://schemas.openxmlformats.org/presentationml/2006/ole">
            <mc:AlternateContent xmlns:mc="http://schemas.openxmlformats.org/markup-compatibility/2006">
              <mc:Choice xmlns:v="urn:schemas-microsoft-com:vml" Requires="v">
                <p:oleObj name="Equation" r:id="rId13" imgW="1015920" imgH="596880" progId="Equation.DSMT4">
                  <p:embed/>
                </p:oleObj>
              </mc:Choice>
              <mc:Fallback>
                <p:oleObj name="Equation" r:id="rId13" imgW="1015920" imgH="596880" progId="Equation.DSMT4">
                  <p:embed/>
                  <p:pic>
                    <p:nvPicPr>
                      <p:cNvPr id="854036" name="Object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72198" y="5000636"/>
                        <a:ext cx="2183960" cy="12858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54038" name="Rectangle 2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854039" name="Rectangle 23"/>
          <p:cNvSpPr>
            <a:spLocks noChangeArrowheads="1"/>
          </p:cNvSpPr>
          <p:nvPr/>
        </p:nvSpPr>
        <p:spPr bwMode="auto">
          <a:xfrm>
            <a:off x="0" y="600075"/>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Times New Roman" pitchFamily="18" charset="0"/>
                <a:ea typeface="宋体" pitchFamily="2" charset="-122"/>
                <a:cs typeface="Times New Roman" pitchFamily="18" charset="0"/>
              </a:rPr>
              <a:t>   </a:t>
            </a:r>
            <a:endParaRPr kumimoji="0" lang="en-US" altLang="zh-CN" sz="1800" b="0" i="0" u="none" strike="noStrike" kern="1200" cap="none" spc="0" normalizeH="0" baseline="0" noProof="0">
              <a:ln>
                <a:noFill/>
              </a:ln>
              <a:solidFill>
                <a:srgbClr val="000000"/>
              </a:solidFill>
              <a:effectLst/>
              <a:uLnTx/>
              <a:uFillTx/>
              <a:latin typeface="Arial" pitchFamily="34" charset="0"/>
              <a:ea typeface="宋体" pitchFamily="2" charset="-122"/>
              <a:cs typeface="+mn-cs"/>
            </a:endParaRPr>
          </a:p>
        </p:txBody>
      </p:sp>
      <p:sp>
        <p:nvSpPr>
          <p:cNvPr id="28" name="矩形 27"/>
          <p:cNvSpPr/>
          <p:nvPr/>
        </p:nvSpPr>
        <p:spPr bwMode="auto">
          <a:xfrm>
            <a:off x="3571868" y="4357694"/>
            <a:ext cx="3071834" cy="357190"/>
          </a:xfrm>
          <a:prstGeom prst="rect">
            <a:avLst/>
          </a:prstGeom>
          <a:solidFill>
            <a:schemeClr val="accent1">
              <a:alpha val="18000"/>
            </a:schemeClr>
          </a:solidFill>
          <a:ln w="12700" cap="flat" cmpd="sng" algn="ctr">
            <a:solidFill>
              <a:schemeClr val="accent1">
                <a:lumMod val="75000"/>
              </a:schemeClr>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err="1">
                <a:ln>
                  <a:noFill/>
                </a:ln>
                <a:solidFill>
                  <a:srgbClr val="FF0000"/>
                </a:solidFill>
                <a:effectLst/>
                <a:uLnTx/>
                <a:uFillTx/>
                <a:latin typeface="Gulim"/>
                <a:ea typeface="Gulim"/>
                <a:cs typeface="+mn-cs"/>
              </a:rPr>
              <a:t>ⅹk</a:t>
            </a:r>
            <a:endParaRPr kumimoji="1" lang="zh-CN" altLang="en-US" sz="2000" b="1" i="0" u="none" strike="noStrike" kern="1200" cap="none" spc="0" normalizeH="0" baseline="0" noProof="0" dirty="0">
              <a:ln>
                <a:noFill/>
              </a:ln>
              <a:solidFill>
                <a:srgbClr val="FF0000"/>
              </a:solidFill>
              <a:effectLst/>
              <a:uLnTx/>
              <a:uFillTx/>
              <a:latin typeface="Times New Roman" pitchFamily="18" charset="0"/>
              <a:ea typeface="宋体" charset="-122"/>
              <a:cs typeface="+mn-cs"/>
            </a:endParaRPr>
          </a:p>
        </p:txBody>
      </p:sp>
      <p:graphicFrame>
        <p:nvGraphicFramePr>
          <p:cNvPr id="16" name="Object 16"/>
          <p:cNvGraphicFramePr>
            <a:graphicFrameLocks noChangeAspect="1"/>
          </p:cNvGraphicFramePr>
          <p:nvPr/>
        </p:nvGraphicFramePr>
        <p:xfrm>
          <a:off x="6429389" y="3500438"/>
          <a:ext cx="2714612" cy="1370012"/>
        </p:xfrm>
        <a:graphic>
          <a:graphicData uri="http://schemas.openxmlformats.org/presentationml/2006/ole">
            <mc:AlternateContent xmlns:mc="http://schemas.openxmlformats.org/markup-compatibility/2006">
              <mc:Choice xmlns:v="urn:schemas-microsoft-com:vml" Requires="v">
                <p:oleObj name="Equation" r:id="rId15" imgW="1904760" imgH="672840" progId="Equation.DSMT4">
                  <p:embed/>
                </p:oleObj>
              </mc:Choice>
              <mc:Fallback>
                <p:oleObj name="Equation" r:id="rId15" imgW="1904760" imgH="672840" progId="Equation.DSMT4">
                  <p:embed/>
                  <p:pic>
                    <p:nvPicPr>
                      <p:cNvPr id="16" name="Object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429389" y="3500438"/>
                        <a:ext cx="2714612" cy="1370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矩形 16"/>
          <p:cNvSpPr/>
          <p:nvPr/>
        </p:nvSpPr>
        <p:spPr>
          <a:xfrm>
            <a:off x="7429520" y="1214422"/>
            <a:ext cx="1632178" cy="400110"/>
          </a:xfrm>
          <a:prstGeom prst="rect">
            <a:avLst/>
          </a:prstGeom>
          <a:ln>
            <a:solidFill>
              <a:srgbClr val="0000FF"/>
            </a:solidFill>
          </a:ln>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Times New Roman" pitchFamily="18" charset="0"/>
                <a:ea typeface="宋体" pitchFamily="2" charset="-122"/>
                <a:cs typeface="+mn-cs"/>
              </a:rPr>
              <a:t>其中</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P</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不唯一</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54032"/>
                                        </p:tgtEl>
                                        <p:attrNameLst>
                                          <p:attrName>style.visibility</p:attrName>
                                        </p:attrNameLst>
                                      </p:cBhvr>
                                      <p:to>
                                        <p:strVal val="visible"/>
                                      </p:to>
                                    </p:set>
                                    <p:animEffect transition="in" filter="wipe(left)">
                                      <p:cBhvr>
                                        <p:cTn id="7" dur="500"/>
                                        <p:tgtEl>
                                          <p:spTgt spid="85403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left)">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wipe(left)">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54037"/>
                                        </p:tgtEl>
                                        <p:attrNameLst>
                                          <p:attrName>style.visibility</p:attrName>
                                        </p:attrNameLst>
                                      </p:cBhvr>
                                      <p:to>
                                        <p:strVal val="visible"/>
                                      </p:to>
                                    </p:set>
                                    <p:animEffect transition="in" filter="wipe(left)">
                                      <p:cBhvr>
                                        <p:cTn id="22" dur="500"/>
                                        <p:tgtEl>
                                          <p:spTgt spid="8540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54036"/>
                                        </p:tgtEl>
                                        <p:attrNameLst>
                                          <p:attrName>style.visibility</p:attrName>
                                        </p:attrNameLst>
                                      </p:cBhvr>
                                      <p:to>
                                        <p:strVal val="visible"/>
                                      </p:to>
                                    </p:set>
                                    <p:animEffect transition="in" filter="wipe(left)">
                                      <p:cBhvr>
                                        <p:cTn id="27" dur="500"/>
                                        <p:tgtEl>
                                          <p:spTgt spid="85403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wipe(left)">
                                      <p:cBhvr>
                                        <p:cTn id="32" dur="500"/>
                                        <p:tgtEl>
                                          <p:spTgt spid="2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left)">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left)">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818" name="Object 2"/>
          <p:cNvGraphicFramePr>
            <a:graphicFrameLocks noChangeAspect="1"/>
          </p:cNvGraphicFramePr>
          <p:nvPr/>
        </p:nvGraphicFramePr>
        <p:xfrm>
          <a:off x="500034" y="-24"/>
          <a:ext cx="3309036" cy="1262100"/>
        </p:xfrm>
        <a:graphic>
          <a:graphicData uri="http://schemas.openxmlformats.org/presentationml/2006/ole">
            <mc:AlternateContent xmlns:mc="http://schemas.openxmlformats.org/markup-compatibility/2006">
              <mc:Choice xmlns:v="urn:schemas-microsoft-com:vml" Requires="v">
                <p:oleObj name="Equation" r:id="rId3" imgW="3962160" imgH="1511280" progId="Equation.3">
                  <p:embed/>
                </p:oleObj>
              </mc:Choice>
              <mc:Fallback>
                <p:oleObj name="Equation" r:id="rId3" imgW="3962160" imgH="1511280" progId="Equation.3">
                  <p:embed/>
                  <p:pic>
                    <p:nvPicPr>
                      <p:cNvPr id="3481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034" y="-24"/>
                        <a:ext cx="3309036" cy="1262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7043" name="Text Box 3"/>
          <p:cNvSpPr txBox="1">
            <a:spLocks noChangeArrowheads="1"/>
          </p:cNvSpPr>
          <p:nvPr/>
        </p:nvSpPr>
        <p:spPr bwMode="auto">
          <a:xfrm>
            <a:off x="-71470" y="1397625"/>
            <a:ext cx="785818" cy="461665"/>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rPr>
              <a:t>解</a:t>
            </a:r>
            <a:endParaRPr kumimoji="1" lang="zh-CN" altLang="en-US"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endParaRPr>
          </a:p>
        </p:txBody>
      </p:sp>
      <p:sp>
        <p:nvSpPr>
          <p:cNvPr id="34830" name="Text Box 4"/>
          <p:cNvSpPr txBox="1">
            <a:spLocks noChangeArrowheads="1"/>
          </p:cNvSpPr>
          <p:nvPr/>
        </p:nvSpPr>
        <p:spPr bwMode="auto">
          <a:xfrm>
            <a:off x="19018" y="-23"/>
            <a:ext cx="1338272" cy="461665"/>
          </a:xfrm>
          <a:prstGeom prst="rect">
            <a:avLst/>
          </a:prstGeom>
          <a:noFill/>
          <a:ln w="28575">
            <a:noFill/>
            <a:miter lim="800000"/>
            <a:headEnd/>
            <a:tailEnd/>
          </a:ln>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rPr>
              <a:t>例</a:t>
            </a:r>
            <a:endParaRPr kumimoji="1" lang="en-US" altLang="zh-CN" sz="24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endParaRPr>
          </a:p>
        </p:txBody>
      </p:sp>
      <p:graphicFrame>
        <p:nvGraphicFramePr>
          <p:cNvPr id="87046" name="Object 6"/>
          <p:cNvGraphicFramePr>
            <a:graphicFrameLocks noChangeAspect="1"/>
          </p:cNvGraphicFramePr>
          <p:nvPr/>
        </p:nvGraphicFramePr>
        <p:xfrm>
          <a:off x="4827591" y="1277938"/>
          <a:ext cx="2719388" cy="1404937"/>
        </p:xfrm>
        <a:graphic>
          <a:graphicData uri="http://schemas.openxmlformats.org/presentationml/2006/ole">
            <mc:AlternateContent xmlns:mc="http://schemas.openxmlformats.org/markup-compatibility/2006">
              <mc:Choice xmlns:v="urn:schemas-microsoft-com:vml" Requires="v">
                <p:oleObj name="Equation" r:id="rId5" imgW="1625400" imgH="698400" progId="Equation.DSMT4">
                  <p:embed/>
                </p:oleObj>
              </mc:Choice>
              <mc:Fallback>
                <p:oleObj name="Equation" r:id="rId5" imgW="1625400" imgH="698400" progId="Equation.DSMT4">
                  <p:embed/>
                  <p:pic>
                    <p:nvPicPr>
                      <p:cNvPr id="87046"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27591" y="1277938"/>
                        <a:ext cx="2719388" cy="14049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7047" name="Line 7"/>
          <p:cNvSpPr>
            <a:spLocks noChangeShapeType="1"/>
          </p:cNvSpPr>
          <p:nvPr/>
        </p:nvSpPr>
        <p:spPr bwMode="auto">
          <a:xfrm>
            <a:off x="6321457" y="1434674"/>
            <a:ext cx="0" cy="1214446"/>
          </a:xfrm>
          <a:prstGeom prst="line">
            <a:avLst/>
          </a:prstGeom>
          <a:noFill/>
          <a:ln w="19050">
            <a:solidFill>
              <a:srgbClr val="0000FF"/>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nvGrpSpPr>
          <p:cNvPr id="2" name="Group 8"/>
          <p:cNvGrpSpPr>
            <a:grpSpLocks/>
          </p:cNvGrpSpPr>
          <p:nvPr/>
        </p:nvGrpSpPr>
        <p:grpSpPr bwMode="auto">
          <a:xfrm>
            <a:off x="500034" y="1469063"/>
            <a:ext cx="3421723" cy="1178905"/>
            <a:chOff x="1255" y="1392"/>
            <a:chExt cx="2581" cy="960"/>
          </a:xfrm>
        </p:grpSpPr>
        <p:graphicFrame>
          <p:nvGraphicFramePr>
            <p:cNvPr id="34828" name="Object 9"/>
            <p:cNvGraphicFramePr>
              <a:graphicFrameLocks noChangeAspect="1"/>
            </p:cNvGraphicFramePr>
            <p:nvPr/>
          </p:nvGraphicFramePr>
          <p:xfrm>
            <a:off x="1255" y="1393"/>
            <a:ext cx="2581" cy="952"/>
          </p:xfrm>
          <a:graphic>
            <a:graphicData uri="http://schemas.openxmlformats.org/presentationml/2006/ole">
              <mc:AlternateContent xmlns:mc="http://schemas.openxmlformats.org/markup-compatibility/2006">
                <mc:Choice xmlns:v="urn:schemas-microsoft-com:vml" Requires="v">
                  <p:oleObj name="Equation" r:id="rId7" imgW="4431960" imgH="1511280" progId="Equation.3">
                    <p:embed/>
                  </p:oleObj>
                </mc:Choice>
                <mc:Fallback>
                  <p:oleObj name="Equation" r:id="rId7" imgW="4431960" imgH="1511280" progId="Equation.3">
                    <p:embed/>
                    <p:pic>
                      <p:nvPicPr>
                        <p:cNvPr id="34828"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55" y="1393"/>
                          <a:ext cx="2581" cy="9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834" name="Line 10"/>
            <p:cNvSpPr>
              <a:spLocks noChangeShapeType="1"/>
            </p:cNvSpPr>
            <p:nvPr/>
          </p:nvSpPr>
          <p:spPr bwMode="auto">
            <a:xfrm>
              <a:off x="2919" y="1392"/>
              <a:ext cx="0" cy="960"/>
            </a:xfrm>
            <a:prstGeom prst="line">
              <a:avLst/>
            </a:prstGeom>
            <a:noFill/>
            <a:ln w="19050">
              <a:solidFill>
                <a:schemeClr val="accent2"/>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4835" name="Line 11"/>
            <p:cNvSpPr>
              <a:spLocks noChangeShapeType="1"/>
            </p:cNvSpPr>
            <p:nvPr/>
          </p:nvSpPr>
          <p:spPr bwMode="auto">
            <a:xfrm>
              <a:off x="1554" y="1741"/>
              <a:ext cx="0" cy="240"/>
            </a:xfrm>
            <a:prstGeom prst="line">
              <a:avLst/>
            </a:prstGeom>
            <a:noFill/>
            <a:ln w="19050">
              <a:solidFill>
                <a:srgbClr val="0000FF"/>
              </a:solidFill>
              <a:prstDash val="sysDot"/>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aphicFrame>
        <p:nvGraphicFramePr>
          <p:cNvPr id="87053" name="Object 13"/>
          <p:cNvGraphicFramePr>
            <a:graphicFrameLocks noChangeAspect="1"/>
          </p:cNvGraphicFramePr>
          <p:nvPr/>
        </p:nvGraphicFramePr>
        <p:xfrm>
          <a:off x="3971934" y="1511924"/>
          <a:ext cx="706449" cy="291410"/>
        </p:xfrm>
        <a:graphic>
          <a:graphicData uri="http://schemas.openxmlformats.org/presentationml/2006/ole">
            <mc:AlternateContent xmlns:mc="http://schemas.openxmlformats.org/markup-compatibility/2006">
              <mc:Choice xmlns:v="urn:schemas-microsoft-com:vml" Requires="v">
                <p:oleObj name="Equation" r:id="rId9" imgW="1015920" imgH="419040" progId="Equation.3">
                  <p:embed/>
                </p:oleObj>
              </mc:Choice>
              <mc:Fallback>
                <p:oleObj name="Equation" r:id="rId9" imgW="1015920" imgH="419040" progId="Equation.3">
                  <p:embed/>
                  <p:pic>
                    <p:nvPicPr>
                      <p:cNvPr id="87053"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71934" y="1511924"/>
                        <a:ext cx="706449" cy="2914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54" name="Object 14"/>
          <p:cNvGraphicFramePr>
            <a:graphicFrameLocks noChangeAspect="1"/>
          </p:cNvGraphicFramePr>
          <p:nvPr/>
        </p:nvGraphicFramePr>
        <p:xfrm>
          <a:off x="3971934" y="2232649"/>
          <a:ext cx="706449" cy="300241"/>
        </p:xfrm>
        <a:graphic>
          <a:graphicData uri="http://schemas.openxmlformats.org/presentationml/2006/ole">
            <mc:AlternateContent xmlns:mc="http://schemas.openxmlformats.org/markup-compatibility/2006">
              <mc:Choice xmlns:v="urn:schemas-microsoft-com:vml" Requires="v">
                <p:oleObj name="Equation" r:id="rId11" imgW="1015920" imgH="431640" progId="Equation.3">
                  <p:embed/>
                </p:oleObj>
              </mc:Choice>
              <mc:Fallback>
                <p:oleObj name="Equation" r:id="rId11" imgW="1015920" imgH="431640" progId="Equation.3">
                  <p:embed/>
                  <p:pic>
                    <p:nvPicPr>
                      <p:cNvPr id="87054"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71934" y="2232649"/>
                        <a:ext cx="706449" cy="30024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7055" name="Freeform 15"/>
          <p:cNvSpPr>
            <a:spLocks/>
          </p:cNvSpPr>
          <p:nvPr/>
        </p:nvSpPr>
        <p:spPr bwMode="auto">
          <a:xfrm rot="374069">
            <a:off x="3974482" y="1998862"/>
            <a:ext cx="688788" cy="45719"/>
          </a:xfrm>
          <a:custGeom>
            <a:avLst/>
            <a:gdLst>
              <a:gd name="T0" fmla="*/ 0 w 624"/>
              <a:gd name="T1" fmla="*/ 76200 h 48"/>
              <a:gd name="T2" fmla="*/ 304800 w 624"/>
              <a:gd name="T3" fmla="*/ 0 h 48"/>
              <a:gd name="T4" fmla="*/ 609600 w 624"/>
              <a:gd name="T5" fmla="*/ 76200 h 48"/>
              <a:gd name="T6" fmla="*/ 990600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87056" name="Object 16"/>
          <p:cNvGraphicFramePr>
            <a:graphicFrameLocks noChangeAspect="1"/>
          </p:cNvGraphicFramePr>
          <p:nvPr/>
        </p:nvGraphicFramePr>
        <p:xfrm>
          <a:off x="5249887" y="1785926"/>
          <a:ext cx="458705" cy="312874"/>
        </p:xfrm>
        <a:graphic>
          <a:graphicData uri="http://schemas.openxmlformats.org/presentationml/2006/ole">
            <mc:AlternateContent xmlns:mc="http://schemas.openxmlformats.org/markup-compatibility/2006">
              <mc:Choice xmlns:v="urn:schemas-microsoft-com:vml" Requires="v">
                <p:oleObj name="公式" r:id="rId13" imgW="241200" imgH="164880" progId="Equation.3">
                  <p:embed/>
                </p:oleObj>
              </mc:Choice>
              <mc:Fallback>
                <p:oleObj name="公式" r:id="rId13" imgW="241200" imgH="164880" progId="Equation.3">
                  <p:embed/>
                  <p:pic>
                    <p:nvPicPr>
                      <p:cNvPr id="87056" name="Object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49887" y="1785926"/>
                        <a:ext cx="458705" cy="3128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57" name="Object 17"/>
          <p:cNvGraphicFramePr>
            <a:graphicFrameLocks noChangeAspect="1"/>
          </p:cNvGraphicFramePr>
          <p:nvPr/>
        </p:nvGraphicFramePr>
        <p:xfrm>
          <a:off x="5749953" y="1785926"/>
          <a:ext cx="434841" cy="336737"/>
        </p:xfrm>
        <a:graphic>
          <a:graphicData uri="http://schemas.openxmlformats.org/presentationml/2006/ole">
            <mc:AlternateContent xmlns:mc="http://schemas.openxmlformats.org/markup-compatibility/2006">
              <mc:Choice xmlns:v="urn:schemas-microsoft-com:vml" Requires="v">
                <p:oleObj name="公式" r:id="rId15" imgW="228600" imgH="177480" progId="Equation.3">
                  <p:embed/>
                </p:oleObj>
              </mc:Choice>
              <mc:Fallback>
                <p:oleObj name="公式" r:id="rId15" imgW="228600" imgH="177480" progId="Equation.3">
                  <p:embed/>
                  <p:pic>
                    <p:nvPicPr>
                      <p:cNvPr id="87057" name="Object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49953" y="1785926"/>
                        <a:ext cx="434841" cy="3367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59" name="Object 19"/>
          <p:cNvGraphicFramePr>
            <a:graphicFrameLocks noChangeAspect="1"/>
          </p:cNvGraphicFramePr>
          <p:nvPr/>
        </p:nvGraphicFramePr>
        <p:xfrm>
          <a:off x="6321457" y="1791864"/>
          <a:ext cx="458705" cy="312874"/>
        </p:xfrm>
        <a:graphic>
          <a:graphicData uri="http://schemas.openxmlformats.org/presentationml/2006/ole">
            <mc:AlternateContent xmlns:mc="http://schemas.openxmlformats.org/markup-compatibility/2006">
              <mc:Choice xmlns:v="urn:schemas-microsoft-com:vml" Requires="v">
                <p:oleObj name="公式" r:id="rId17" imgW="241200" imgH="164880" progId="Equation.3">
                  <p:embed/>
                </p:oleObj>
              </mc:Choice>
              <mc:Fallback>
                <p:oleObj name="公式" r:id="rId17" imgW="241200" imgH="164880" progId="Equation.3">
                  <p:embed/>
                  <p:pic>
                    <p:nvPicPr>
                      <p:cNvPr id="87059" name="Object 1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321457" y="1791864"/>
                        <a:ext cx="458705" cy="3128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60" name="Object 20"/>
          <p:cNvGraphicFramePr>
            <a:graphicFrameLocks noChangeAspect="1"/>
          </p:cNvGraphicFramePr>
          <p:nvPr/>
        </p:nvGraphicFramePr>
        <p:xfrm>
          <a:off x="5749953" y="2214554"/>
          <a:ext cx="460031" cy="336737"/>
        </p:xfrm>
        <a:graphic>
          <a:graphicData uri="http://schemas.openxmlformats.org/presentationml/2006/ole">
            <mc:AlternateContent xmlns:mc="http://schemas.openxmlformats.org/markup-compatibility/2006">
              <mc:Choice xmlns:v="urn:schemas-microsoft-com:vml" Requires="v">
                <p:oleObj name="公式" r:id="rId19" imgW="241200" imgH="177480" progId="Equation.3">
                  <p:embed/>
                </p:oleObj>
              </mc:Choice>
              <mc:Fallback>
                <p:oleObj name="公式" r:id="rId19" imgW="241200" imgH="177480" progId="Equation.3">
                  <p:embed/>
                  <p:pic>
                    <p:nvPicPr>
                      <p:cNvPr id="87060" name="Object 2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49953" y="2214554"/>
                        <a:ext cx="460031" cy="3367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61" name="Object 21"/>
          <p:cNvGraphicFramePr>
            <a:graphicFrameLocks noChangeAspect="1"/>
          </p:cNvGraphicFramePr>
          <p:nvPr/>
        </p:nvGraphicFramePr>
        <p:xfrm>
          <a:off x="5270507" y="2214554"/>
          <a:ext cx="458705" cy="312874"/>
        </p:xfrm>
        <a:graphic>
          <a:graphicData uri="http://schemas.openxmlformats.org/presentationml/2006/ole">
            <mc:AlternateContent xmlns:mc="http://schemas.openxmlformats.org/markup-compatibility/2006">
              <mc:Choice xmlns:v="urn:schemas-microsoft-com:vml" Requires="v">
                <p:oleObj name="公式" r:id="rId17" imgW="241200" imgH="164880" progId="Equation.3">
                  <p:embed/>
                </p:oleObj>
              </mc:Choice>
              <mc:Fallback>
                <p:oleObj name="公式" r:id="rId17" imgW="241200" imgH="164880" progId="Equation.3">
                  <p:embed/>
                  <p:pic>
                    <p:nvPicPr>
                      <p:cNvPr id="87061" name="Object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0507" y="2214554"/>
                        <a:ext cx="458705" cy="3128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62" name="Object 22"/>
          <p:cNvGraphicFramePr>
            <a:graphicFrameLocks noChangeAspect="1"/>
          </p:cNvGraphicFramePr>
          <p:nvPr/>
        </p:nvGraphicFramePr>
        <p:xfrm>
          <a:off x="6316570" y="2214554"/>
          <a:ext cx="433515" cy="338062"/>
        </p:xfrm>
        <a:graphic>
          <a:graphicData uri="http://schemas.openxmlformats.org/presentationml/2006/ole">
            <mc:AlternateContent xmlns:mc="http://schemas.openxmlformats.org/markup-compatibility/2006">
              <mc:Choice xmlns:v="urn:schemas-microsoft-com:vml" Requires="v">
                <p:oleObj name="公式" r:id="rId21" imgW="228600" imgH="177480" progId="Equation.3">
                  <p:embed/>
                </p:oleObj>
              </mc:Choice>
              <mc:Fallback>
                <p:oleObj name="公式" r:id="rId21" imgW="228600" imgH="177480" progId="Equation.3">
                  <p:embed/>
                  <p:pic>
                    <p:nvPicPr>
                      <p:cNvPr id="87062" name="Object 2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316570" y="2214554"/>
                        <a:ext cx="433515" cy="3380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Group 2"/>
          <p:cNvGrpSpPr>
            <a:grpSpLocks/>
          </p:cNvGrpSpPr>
          <p:nvPr/>
        </p:nvGrpSpPr>
        <p:grpSpPr bwMode="auto">
          <a:xfrm>
            <a:off x="5655842" y="2754947"/>
            <a:ext cx="2702372" cy="1102681"/>
            <a:chOff x="1924" y="576"/>
            <a:chExt cx="1985" cy="960"/>
          </a:xfrm>
        </p:grpSpPr>
        <p:graphicFrame>
          <p:nvGraphicFramePr>
            <p:cNvPr id="21" name="Object 3"/>
            <p:cNvGraphicFramePr>
              <a:graphicFrameLocks noChangeAspect="1"/>
            </p:cNvGraphicFramePr>
            <p:nvPr/>
          </p:nvGraphicFramePr>
          <p:xfrm>
            <a:off x="1924" y="576"/>
            <a:ext cx="1985" cy="952"/>
          </p:xfrm>
          <a:graphic>
            <a:graphicData uri="http://schemas.openxmlformats.org/presentationml/2006/ole">
              <mc:AlternateContent xmlns:mc="http://schemas.openxmlformats.org/markup-compatibility/2006">
                <mc:Choice xmlns:v="urn:schemas-microsoft-com:vml" Requires="v">
                  <p:oleObj name="Equation" r:id="rId23" imgW="4267080" imgH="1511280" progId="Equation.3">
                    <p:embed/>
                  </p:oleObj>
                </mc:Choice>
                <mc:Fallback>
                  <p:oleObj name="Equation" r:id="rId23" imgW="4267080" imgH="1511280" progId="Equation.3">
                    <p:embed/>
                    <p:pic>
                      <p:nvPicPr>
                        <p:cNvPr id="21" name="Object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924" y="576"/>
                          <a:ext cx="1985" cy="9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Line 4"/>
            <p:cNvSpPr>
              <a:spLocks noChangeShapeType="1"/>
            </p:cNvSpPr>
            <p:nvPr/>
          </p:nvSpPr>
          <p:spPr bwMode="auto">
            <a:xfrm>
              <a:off x="2932" y="576"/>
              <a:ext cx="0" cy="960"/>
            </a:xfrm>
            <a:prstGeom prst="line">
              <a:avLst/>
            </a:prstGeom>
            <a:noFill/>
            <a:ln w="19050">
              <a:solidFill>
                <a:srgbClr val="0000FF"/>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pSp>
        <p:nvGrpSpPr>
          <p:cNvPr id="4" name="Group 30"/>
          <p:cNvGrpSpPr>
            <a:grpSpLocks/>
          </p:cNvGrpSpPr>
          <p:nvPr/>
        </p:nvGrpSpPr>
        <p:grpSpPr bwMode="auto">
          <a:xfrm>
            <a:off x="4289003" y="2970847"/>
            <a:ext cx="863597" cy="773026"/>
            <a:chOff x="1066" y="1570"/>
            <a:chExt cx="626" cy="673"/>
          </a:xfrm>
        </p:grpSpPr>
        <p:graphicFrame>
          <p:nvGraphicFramePr>
            <p:cNvPr id="24" name="Object 6"/>
            <p:cNvGraphicFramePr>
              <a:graphicFrameLocks noChangeAspect="1"/>
            </p:cNvGraphicFramePr>
            <p:nvPr/>
          </p:nvGraphicFramePr>
          <p:xfrm>
            <a:off x="1156" y="1979"/>
            <a:ext cx="528" cy="264"/>
          </p:xfrm>
          <a:graphic>
            <a:graphicData uri="http://schemas.openxmlformats.org/presentationml/2006/ole">
              <mc:AlternateContent xmlns:mc="http://schemas.openxmlformats.org/markup-compatibility/2006">
                <mc:Choice xmlns:v="urn:schemas-microsoft-com:vml" Requires="v">
                  <p:oleObj name="Equation" r:id="rId25" imgW="838080" imgH="419040" progId="Equation.DSMT4">
                    <p:embed/>
                  </p:oleObj>
                </mc:Choice>
                <mc:Fallback>
                  <p:oleObj name="Equation" r:id="rId25" imgW="838080" imgH="419040" progId="Equation.DSMT4">
                    <p:embed/>
                    <p:pic>
                      <p:nvPicPr>
                        <p:cNvPr id="24" name="Object 6"/>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156" y="1979"/>
                          <a:ext cx="528" cy="2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7"/>
            <p:cNvGraphicFramePr>
              <a:graphicFrameLocks noChangeAspect="1"/>
            </p:cNvGraphicFramePr>
            <p:nvPr/>
          </p:nvGraphicFramePr>
          <p:xfrm>
            <a:off x="1156" y="1570"/>
            <a:ext cx="536" cy="272"/>
          </p:xfrm>
          <a:graphic>
            <a:graphicData uri="http://schemas.openxmlformats.org/presentationml/2006/ole">
              <mc:AlternateContent xmlns:mc="http://schemas.openxmlformats.org/markup-compatibility/2006">
                <mc:Choice xmlns:v="urn:schemas-microsoft-com:vml" Requires="v">
                  <p:oleObj name="Equation" r:id="rId27" imgW="850680" imgH="431640" progId="Equation.3">
                    <p:embed/>
                  </p:oleObj>
                </mc:Choice>
                <mc:Fallback>
                  <p:oleObj name="Equation" r:id="rId27" imgW="850680" imgH="431640" progId="Equation.3">
                    <p:embed/>
                    <p:pic>
                      <p:nvPicPr>
                        <p:cNvPr id="25" name="Object 7"/>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156" y="1570"/>
                          <a:ext cx="536"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Freeform 8"/>
            <p:cNvSpPr>
              <a:spLocks/>
            </p:cNvSpPr>
            <p:nvPr/>
          </p:nvSpPr>
          <p:spPr bwMode="auto">
            <a:xfrm rot="374069">
              <a:off x="1066" y="1877"/>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aphicFrame>
        <p:nvGraphicFramePr>
          <p:cNvPr id="27" name="Object 10"/>
          <p:cNvGraphicFramePr>
            <a:graphicFrameLocks noChangeAspect="1"/>
          </p:cNvGraphicFramePr>
          <p:nvPr/>
        </p:nvGraphicFramePr>
        <p:xfrm>
          <a:off x="1428728" y="3929066"/>
          <a:ext cx="2632069" cy="1143008"/>
        </p:xfrm>
        <a:graphic>
          <a:graphicData uri="http://schemas.openxmlformats.org/presentationml/2006/ole">
            <mc:AlternateContent xmlns:mc="http://schemas.openxmlformats.org/markup-compatibility/2006">
              <mc:Choice xmlns:v="urn:schemas-microsoft-com:vml" Requires="v">
                <p:oleObj name="公式" r:id="rId29" imgW="1828800" imgH="698400" progId="Equation.3">
                  <p:embed/>
                </p:oleObj>
              </mc:Choice>
              <mc:Fallback>
                <p:oleObj name="公式" r:id="rId29" imgW="1828800" imgH="698400" progId="Equation.3">
                  <p:embed/>
                  <p:pic>
                    <p:nvPicPr>
                      <p:cNvPr id="27" name="Object 10"/>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428728" y="3929066"/>
                        <a:ext cx="2632069" cy="11430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 name="Line 11"/>
          <p:cNvSpPr>
            <a:spLocks noChangeShapeType="1"/>
          </p:cNvSpPr>
          <p:nvPr/>
        </p:nvSpPr>
        <p:spPr bwMode="auto">
          <a:xfrm>
            <a:off x="2714612" y="4000504"/>
            <a:ext cx="12576" cy="1039847"/>
          </a:xfrm>
          <a:prstGeom prst="line">
            <a:avLst/>
          </a:prstGeom>
          <a:noFill/>
          <a:ln w="19050">
            <a:solidFill>
              <a:srgbClr val="0000FF"/>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29" name="Object 13"/>
          <p:cNvGraphicFramePr>
            <a:graphicFrameLocks noChangeAspect="1"/>
          </p:cNvGraphicFramePr>
          <p:nvPr/>
        </p:nvGraphicFramePr>
        <p:xfrm>
          <a:off x="430758" y="4649792"/>
          <a:ext cx="744555" cy="279406"/>
        </p:xfrm>
        <a:graphic>
          <a:graphicData uri="http://schemas.openxmlformats.org/presentationml/2006/ole">
            <mc:AlternateContent xmlns:mc="http://schemas.openxmlformats.org/markup-compatibility/2006">
              <mc:Choice xmlns:v="urn:schemas-microsoft-com:vml" Requires="v">
                <p:oleObj name="Equation" r:id="rId31" imgW="1015920" imgH="431640" progId="Equation.3">
                  <p:embed/>
                </p:oleObj>
              </mc:Choice>
              <mc:Fallback>
                <p:oleObj name="Equation" r:id="rId31" imgW="1015920" imgH="431640" progId="Equation.3">
                  <p:embed/>
                  <p:pic>
                    <p:nvPicPr>
                      <p:cNvPr id="29" name="Object 13"/>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430758" y="4649792"/>
                        <a:ext cx="744555" cy="2794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14"/>
          <p:cNvGraphicFramePr>
            <a:graphicFrameLocks noChangeAspect="1"/>
          </p:cNvGraphicFramePr>
          <p:nvPr/>
        </p:nvGraphicFramePr>
        <p:xfrm>
          <a:off x="428596" y="4000504"/>
          <a:ext cx="753861" cy="279406"/>
        </p:xfrm>
        <a:graphic>
          <a:graphicData uri="http://schemas.openxmlformats.org/presentationml/2006/ole">
            <mc:AlternateContent xmlns:mc="http://schemas.openxmlformats.org/markup-compatibility/2006">
              <mc:Choice xmlns:v="urn:schemas-microsoft-com:vml" Requires="v">
                <p:oleObj name="Equation" r:id="rId33" imgW="1028520" imgH="431640" progId="Equation.3">
                  <p:embed/>
                </p:oleObj>
              </mc:Choice>
              <mc:Fallback>
                <p:oleObj name="Equation" r:id="rId33" imgW="1028520" imgH="431640" progId="Equation.3">
                  <p:embed/>
                  <p:pic>
                    <p:nvPicPr>
                      <p:cNvPr id="30" name="Object 14"/>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28596" y="4000504"/>
                        <a:ext cx="753861" cy="2794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 name="Freeform 15"/>
          <p:cNvSpPr>
            <a:spLocks/>
          </p:cNvSpPr>
          <p:nvPr/>
        </p:nvSpPr>
        <p:spPr bwMode="auto">
          <a:xfrm rot="374069">
            <a:off x="511174" y="4472703"/>
            <a:ext cx="725940" cy="52595"/>
          </a:xfrm>
          <a:custGeom>
            <a:avLst/>
            <a:gdLst>
              <a:gd name="T0" fmla="*/ 0 w 624"/>
              <a:gd name="T1" fmla="*/ 76200 h 48"/>
              <a:gd name="T2" fmla="*/ 304800 w 624"/>
              <a:gd name="T3" fmla="*/ 0 h 48"/>
              <a:gd name="T4" fmla="*/ 609600 w 624"/>
              <a:gd name="T5" fmla="*/ 76200 h 48"/>
              <a:gd name="T6" fmla="*/ 990600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nvGrpSpPr>
          <p:cNvPr id="5" name="Group 16"/>
          <p:cNvGrpSpPr>
            <a:grpSpLocks/>
          </p:cNvGrpSpPr>
          <p:nvPr/>
        </p:nvGrpSpPr>
        <p:grpSpPr bwMode="auto">
          <a:xfrm>
            <a:off x="1428605" y="2714150"/>
            <a:ext cx="2643162" cy="1150281"/>
            <a:chOff x="2228" y="2690"/>
            <a:chExt cx="2141" cy="1184"/>
          </a:xfrm>
        </p:grpSpPr>
        <p:graphicFrame>
          <p:nvGraphicFramePr>
            <p:cNvPr id="33" name="Object 17"/>
            <p:cNvGraphicFramePr>
              <a:graphicFrameLocks noChangeAspect="1"/>
            </p:cNvGraphicFramePr>
            <p:nvPr/>
          </p:nvGraphicFramePr>
          <p:xfrm>
            <a:off x="2228" y="2690"/>
            <a:ext cx="2141" cy="1184"/>
          </p:xfrm>
          <a:graphic>
            <a:graphicData uri="http://schemas.openxmlformats.org/presentationml/2006/ole">
              <mc:AlternateContent xmlns:mc="http://schemas.openxmlformats.org/markup-compatibility/2006">
                <mc:Choice xmlns:v="urn:schemas-microsoft-com:vml" Requires="v">
                  <p:oleObj name="Equation" r:id="rId35" imgW="1714320" imgH="698400" progId="Equation.DSMT4">
                    <p:embed/>
                  </p:oleObj>
                </mc:Choice>
                <mc:Fallback>
                  <p:oleObj name="Equation" r:id="rId35" imgW="1714320" imgH="698400" progId="Equation.DSMT4">
                    <p:embed/>
                    <p:pic>
                      <p:nvPicPr>
                        <p:cNvPr id="33" name="Object 17"/>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2228" y="2690"/>
                          <a:ext cx="2141" cy="11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 name="Line 18"/>
            <p:cNvSpPr>
              <a:spLocks noChangeShapeType="1"/>
            </p:cNvSpPr>
            <p:nvPr/>
          </p:nvSpPr>
          <p:spPr bwMode="auto">
            <a:xfrm>
              <a:off x="3328" y="2764"/>
              <a:ext cx="0" cy="960"/>
            </a:xfrm>
            <a:prstGeom prst="line">
              <a:avLst/>
            </a:prstGeom>
            <a:noFill/>
            <a:ln w="19050">
              <a:solidFill>
                <a:srgbClr val="0000FF"/>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pSp>
        <p:nvGrpSpPr>
          <p:cNvPr id="6" name="Group 19"/>
          <p:cNvGrpSpPr>
            <a:grpSpLocks/>
          </p:cNvGrpSpPr>
          <p:nvPr/>
        </p:nvGrpSpPr>
        <p:grpSpPr bwMode="auto">
          <a:xfrm>
            <a:off x="499911" y="2857626"/>
            <a:ext cx="857480" cy="462897"/>
            <a:chOff x="1225" y="2765"/>
            <a:chExt cx="759" cy="403"/>
          </a:xfrm>
        </p:grpSpPr>
        <p:graphicFrame>
          <p:nvGraphicFramePr>
            <p:cNvPr id="37" name="Object 21"/>
            <p:cNvGraphicFramePr>
              <a:graphicFrameLocks noChangeAspect="1"/>
            </p:cNvGraphicFramePr>
            <p:nvPr/>
          </p:nvGraphicFramePr>
          <p:xfrm>
            <a:off x="1225" y="2765"/>
            <a:ext cx="759" cy="373"/>
          </p:xfrm>
          <a:graphic>
            <a:graphicData uri="http://schemas.openxmlformats.org/presentationml/2006/ole">
              <mc:AlternateContent xmlns:mc="http://schemas.openxmlformats.org/markup-compatibility/2006">
                <mc:Choice xmlns:v="urn:schemas-microsoft-com:vml" Requires="v">
                  <p:oleObj name="Equation" r:id="rId37" imgW="393480" imgH="228600" progId="Equation.DSMT4">
                    <p:embed/>
                  </p:oleObj>
                </mc:Choice>
                <mc:Fallback>
                  <p:oleObj name="Equation" r:id="rId37" imgW="393480" imgH="228600" progId="Equation.DSMT4">
                    <p:embed/>
                    <p:pic>
                      <p:nvPicPr>
                        <p:cNvPr id="37" name="Object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1225" y="2765"/>
                          <a:ext cx="759" cy="3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 name="Freeform 22"/>
            <p:cNvSpPr>
              <a:spLocks/>
            </p:cNvSpPr>
            <p:nvPr/>
          </p:nvSpPr>
          <p:spPr bwMode="auto">
            <a:xfrm rot="374069">
              <a:off x="1248" y="3120"/>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aphicFrame>
        <p:nvGraphicFramePr>
          <p:cNvPr id="39" name="Object 23"/>
          <p:cNvGraphicFramePr>
            <a:graphicFrameLocks noChangeAspect="1"/>
          </p:cNvGraphicFramePr>
          <p:nvPr/>
        </p:nvGraphicFramePr>
        <p:xfrm>
          <a:off x="2786050" y="4357694"/>
          <a:ext cx="187951" cy="291095"/>
        </p:xfrm>
        <a:graphic>
          <a:graphicData uri="http://schemas.openxmlformats.org/presentationml/2006/ole">
            <mc:AlternateContent xmlns:mc="http://schemas.openxmlformats.org/markup-compatibility/2006">
              <mc:Choice xmlns:v="urn:schemas-microsoft-com:vml" Requires="v">
                <p:oleObj name="公式" r:id="rId39" imgW="114120" imgH="177480" progId="Equation.3">
                  <p:embed/>
                </p:oleObj>
              </mc:Choice>
              <mc:Fallback>
                <p:oleObj name="公式" r:id="rId39" imgW="114120" imgH="177480" progId="Equation.3">
                  <p:embed/>
                  <p:pic>
                    <p:nvPicPr>
                      <p:cNvPr id="39" name="Object 23"/>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2786050" y="4357694"/>
                        <a:ext cx="187951" cy="29109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 name="Object 25"/>
          <p:cNvGraphicFramePr>
            <a:graphicFrameLocks noChangeAspect="1"/>
          </p:cNvGraphicFramePr>
          <p:nvPr/>
        </p:nvGraphicFramePr>
        <p:xfrm>
          <a:off x="3286116" y="4406908"/>
          <a:ext cx="208579" cy="291094"/>
        </p:xfrm>
        <a:graphic>
          <a:graphicData uri="http://schemas.openxmlformats.org/presentationml/2006/ole">
            <mc:AlternateContent xmlns:mc="http://schemas.openxmlformats.org/markup-compatibility/2006">
              <mc:Choice xmlns:v="urn:schemas-microsoft-com:vml" Requires="v">
                <p:oleObj name="公式" r:id="rId41" imgW="126720" imgH="177480" progId="Equation.3">
                  <p:embed/>
                </p:oleObj>
              </mc:Choice>
              <mc:Fallback>
                <p:oleObj name="公式" r:id="rId41" imgW="126720" imgH="177480" progId="Equation.3">
                  <p:embed/>
                  <p:pic>
                    <p:nvPicPr>
                      <p:cNvPr id="40" name="Object 25"/>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3286116" y="4406908"/>
                        <a:ext cx="208579" cy="29109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Object 26"/>
          <p:cNvGraphicFramePr>
            <a:graphicFrameLocks noChangeAspect="1"/>
          </p:cNvGraphicFramePr>
          <p:nvPr/>
        </p:nvGraphicFramePr>
        <p:xfrm>
          <a:off x="3584567" y="4394208"/>
          <a:ext cx="343812" cy="265881"/>
        </p:xfrm>
        <a:graphic>
          <a:graphicData uri="http://schemas.openxmlformats.org/presentationml/2006/ole">
            <mc:AlternateContent xmlns:mc="http://schemas.openxmlformats.org/markup-compatibility/2006">
              <mc:Choice xmlns:v="urn:schemas-microsoft-com:vml" Requires="v">
                <p:oleObj name="公式" r:id="rId43" imgW="228600" imgH="177480" progId="Equation.3">
                  <p:embed/>
                </p:oleObj>
              </mc:Choice>
              <mc:Fallback>
                <p:oleObj name="公式" r:id="rId43" imgW="228600" imgH="177480" progId="Equation.3">
                  <p:embed/>
                  <p:pic>
                    <p:nvPicPr>
                      <p:cNvPr id="41" name="Object 26"/>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3584567" y="4394208"/>
                        <a:ext cx="343812" cy="26588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2" name="Object 27"/>
          <p:cNvGraphicFramePr>
            <a:graphicFrameLocks noChangeAspect="1"/>
          </p:cNvGraphicFramePr>
          <p:nvPr/>
        </p:nvGraphicFramePr>
        <p:xfrm>
          <a:off x="2797187" y="4000504"/>
          <a:ext cx="145547" cy="269320"/>
        </p:xfrm>
        <a:graphic>
          <a:graphicData uri="http://schemas.openxmlformats.org/presentationml/2006/ole">
            <mc:AlternateContent xmlns:mc="http://schemas.openxmlformats.org/markup-compatibility/2006">
              <mc:Choice xmlns:v="urn:schemas-microsoft-com:vml" Requires="v">
                <p:oleObj name="公式" r:id="rId45" imgW="88560" imgH="164880" progId="Equation.3">
                  <p:embed/>
                </p:oleObj>
              </mc:Choice>
              <mc:Fallback>
                <p:oleObj name="公式" r:id="rId45" imgW="88560" imgH="164880" progId="Equation.3">
                  <p:embed/>
                  <p:pic>
                    <p:nvPicPr>
                      <p:cNvPr id="42" name="Object 27"/>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2797187" y="4000504"/>
                        <a:ext cx="145547" cy="26932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 name="Object 28"/>
          <p:cNvGraphicFramePr>
            <a:graphicFrameLocks noChangeAspect="1"/>
          </p:cNvGraphicFramePr>
          <p:nvPr/>
        </p:nvGraphicFramePr>
        <p:xfrm>
          <a:off x="3286116" y="4000504"/>
          <a:ext cx="187951" cy="291095"/>
        </p:xfrm>
        <a:graphic>
          <a:graphicData uri="http://schemas.openxmlformats.org/presentationml/2006/ole">
            <mc:AlternateContent xmlns:mc="http://schemas.openxmlformats.org/markup-compatibility/2006">
              <mc:Choice xmlns:v="urn:schemas-microsoft-com:vml" Requires="v">
                <p:oleObj name="公式" r:id="rId39" imgW="114120" imgH="177480" progId="Equation.3">
                  <p:embed/>
                </p:oleObj>
              </mc:Choice>
              <mc:Fallback>
                <p:oleObj name="公式" r:id="rId39" imgW="114120" imgH="177480" progId="Equation.3">
                  <p:embed/>
                  <p:pic>
                    <p:nvPicPr>
                      <p:cNvPr id="43" name="Object 28"/>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286116" y="4000504"/>
                        <a:ext cx="187951" cy="29109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 name="Object 29"/>
          <p:cNvGraphicFramePr>
            <a:graphicFrameLocks noChangeAspect="1"/>
          </p:cNvGraphicFramePr>
          <p:nvPr/>
        </p:nvGraphicFramePr>
        <p:xfrm>
          <a:off x="3571868" y="4000504"/>
          <a:ext cx="363294" cy="246399"/>
        </p:xfrm>
        <a:graphic>
          <a:graphicData uri="http://schemas.openxmlformats.org/presentationml/2006/ole">
            <mc:AlternateContent xmlns:mc="http://schemas.openxmlformats.org/markup-compatibility/2006">
              <mc:Choice xmlns:v="urn:schemas-microsoft-com:vml" Requires="v">
                <p:oleObj name="公式" r:id="rId47" imgW="241200" imgH="164880" progId="Equation.3">
                  <p:embed/>
                </p:oleObj>
              </mc:Choice>
              <mc:Fallback>
                <p:oleObj name="公式" r:id="rId47" imgW="241200" imgH="164880" progId="Equation.3">
                  <p:embed/>
                  <p:pic>
                    <p:nvPicPr>
                      <p:cNvPr id="44" name="Object 29"/>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3571868" y="4000504"/>
                        <a:ext cx="363294" cy="2463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3" name="Object 10"/>
          <p:cNvGraphicFramePr>
            <a:graphicFrameLocks noChangeAspect="1"/>
          </p:cNvGraphicFramePr>
          <p:nvPr/>
        </p:nvGraphicFramePr>
        <p:xfrm>
          <a:off x="5857884" y="5357826"/>
          <a:ext cx="2814637" cy="1239837"/>
        </p:xfrm>
        <a:graphic>
          <a:graphicData uri="http://schemas.openxmlformats.org/presentationml/2006/ole">
            <mc:AlternateContent xmlns:mc="http://schemas.openxmlformats.org/markup-compatibility/2006">
              <mc:Choice xmlns:v="urn:schemas-microsoft-com:vml" Requires="v">
                <p:oleObj name="Equation" r:id="rId49" imgW="3720960" imgH="1638000" progId="Equation.3">
                  <p:embed/>
                </p:oleObj>
              </mc:Choice>
              <mc:Fallback>
                <p:oleObj name="Equation" r:id="rId49" imgW="3720960" imgH="1638000" progId="Equation.3">
                  <p:embed/>
                  <p:pic>
                    <p:nvPicPr>
                      <p:cNvPr id="53" name="Object 10"/>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5857884" y="5357826"/>
                        <a:ext cx="2814637" cy="12398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0" name="Group 11"/>
          <p:cNvGrpSpPr>
            <a:grpSpLocks/>
          </p:cNvGrpSpPr>
          <p:nvPr/>
        </p:nvGrpSpPr>
        <p:grpSpPr bwMode="auto">
          <a:xfrm>
            <a:off x="5715008" y="3857628"/>
            <a:ext cx="2786082" cy="1143007"/>
            <a:chOff x="1968" y="2724"/>
            <a:chExt cx="2496" cy="1044"/>
          </a:xfrm>
        </p:grpSpPr>
        <p:graphicFrame>
          <p:nvGraphicFramePr>
            <p:cNvPr id="55" name="Object 12"/>
            <p:cNvGraphicFramePr>
              <a:graphicFrameLocks noChangeAspect="1"/>
            </p:cNvGraphicFramePr>
            <p:nvPr/>
          </p:nvGraphicFramePr>
          <p:xfrm>
            <a:off x="1968" y="2724"/>
            <a:ext cx="2496" cy="1032"/>
          </p:xfrm>
          <a:graphic>
            <a:graphicData uri="http://schemas.openxmlformats.org/presentationml/2006/ole">
              <mc:AlternateContent xmlns:mc="http://schemas.openxmlformats.org/markup-compatibility/2006">
                <mc:Choice xmlns:v="urn:schemas-microsoft-com:vml" Requires="v">
                  <p:oleObj name="Equation" r:id="rId51" imgW="3962160" imgH="1638000" progId="Equation.3">
                    <p:embed/>
                  </p:oleObj>
                </mc:Choice>
                <mc:Fallback>
                  <p:oleObj name="Equation" r:id="rId51" imgW="3962160" imgH="1638000" progId="Equation.3">
                    <p:embed/>
                    <p:pic>
                      <p:nvPicPr>
                        <p:cNvPr id="55" name="Object 12"/>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1968" y="2724"/>
                          <a:ext cx="2496" cy="10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 name="Line 13"/>
            <p:cNvSpPr>
              <a:spLocks noChangeShapeType="1"/>
            </p:cNvSpPr>
            <p:nvPr/>
          </p:nvSpPr>
          <p:spPr bwMode="auto">
            <a:xfrm>
              <a:off x="2960" y="2736"/>
              <a:ext cx="0" cy="1032"/>
            </a:xfrm>
            <a:prstGeom prst="line">
              <a:avLst/>
            </a:prstGeom>
            <a:noFill/>
            <a:ln w="19050">
              <a:solidFill>
                <a:srgbClr val="0000FF"/>
              </a:solidFill>
              <a:prstDash val="sysDot"/>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pSp>
        <p:nvGrpSpPr>
          <p:cNvPr id="11" name="Group 14"/>
          <p:cNvGrpSpPr>
            <a:grpSpLocks/>
          </p:cNvGrpSpPr>
          <p:nvPr/>
        </p:nvGrpSpPr>
        <p:grpSpPr bwMode="auto">
          <a:xfrm>
            <a:off x="4286248" y="4081465"/>
            <a:ext cx="857224" cy="847732"/>
            <a:chOff x="1084" y="2944"/>
            <a:chExt cx="888" cy="728"/>
          </a:xfrm>
        </p:grpSpPr>
        <p:graphicFrame>
          <p:nvGraphicFramePr>
            <p:cNvPr id="58" name="Object 15"/>
            <p:cNvGraphicFramePr>
              <a:graphicFrameLocks noChangeAspect="1"/>
            </p:cNvGraphicFramePr>
            <p:nvPr/>
          </p:nvGraphicFramePr>
          <p:xfrm>
            <a:off x="1084" y="2944"/>
            <a:ext cx="888" cy="264"/>
          </p:xfrm>
          <a:graphic>
            <a:graphicData uri="http://schemas.openxmlformats.org/presentationml/2006/ole">
              <mc:AlternateContent xmlns:mc="http://schemas.openxmlformats.org/markup-compatibility/2006">
                <mc:Choice xmlns:v="urn:schemas-microsoft-com:vml" Requires="v">
                  <p:oleObj name="Equation" r:id="rId53" imgW="1409400" imgH="419040" progId="Equation.3">
                    <p:embed/>
                  </p:oleObj>
                </mc:Choice>
                <mc:Fallback>
                  <p:oleObj name="Equation" r:id="rId53" imgW="1409400" imgH="419040" progId="Equation.3">
                    <p:embed/>
                    <p:pic>
                      <p:nvPicPr>
                        <p:cNvPr id="58" name="Object 15"/>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1084" y="2944"/>
                          <a:ext cx="888" cy="2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 name="Object 16"/>
            <p:cNvGraphicFramePr>
              <a:graphicFrameLocks noChangeAspect="1"/>
            </p:cNvGraphicFramePr>
            <p:nvPr/>
          </p:nvGraphicFramePr>
          <p:xfrm>
            <a:off x="1092" y="3400"/>
            <a:ext cx="864" cy="272"/>
          </p:xfrm>
          <a:graphic>
            <a:graphicData uri="http://schemas.openxmlformats.org/presentationml/2006/ole">
              <mc:AlternateContent xmlns:mc="http://schemas.openxmlformats.org/markup-compatibility/2006">
                <mc:Choice xmlns:v="urn:schemas-microsoft-com:vml" Requires="v">
                  <p:oleObj name="Equation" r:id="rId55" imgW="1371600" imgH="431640" progId="Equation.3">
                    <p:embed/>
                  </p:oleObj>
                </mc:Choice>
                <mc:Fallback>
                  <p:oleObj name="Equation" r:id="rId55" imgW="1371600" imgH="431640" progId="Equation.3">
                    <p:embed/>
                    <p:pic>
                      <p:nvPicPr>
                        <p:cNvPr id="59" name="Object 16"/>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1092" y="3400"/>
                          <a:ext cx="864"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0" name="Freeform 17"/>
            <p:cNvSpPr>
              <a:spLocks/>
            </p:cNvSpPr>
            <p:nvPr/>
          </p:nvSpPr>
          <p:spPr bwMode="auto">
            <a:xfrm rot="374069">
              <a:off x="1200" y="3264"/>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sp>
        <p:nvSpPr>
          <p:cNvPr id="61" name="Line 25"/>
          <p:cNvSpPr>
            <a:spLocks noChangeShapeType="1"/>
          </p:cNvSpPr>
          <p:nvPr/>
        </p:nvSpPr>
        <p:spPr bwMode="auto">
          <a:xfrm>
            <a:off x="0" y="128586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2" name="矩形 61"/>
          <p:cNvSpPr/>
          <p:nvPr/>
        </p:nvSpPr>
        <p:spPr>
          <a:xfrm>
            <a:off x="4857752" y="142852"/>
            <a:ext cx="4214842" cy="1015663"/>
          </a:xfrm>
          <a:prstGeom prst="rect">
            <a:avLst/>
          </a:prstGeom>
          <a:solidFill>
            <a:srgbClr val="008000"/>
          </a:solidFill>
          <a:ln w="28575" algn="ctr">
            <a:solidFill>
              <a:srgbClr val="FF6600"/>
            </a:solidFill>
            <a:miter lim="800000"/>
            <a:headEnd/>
            <a:tailEnd/>
          </a:ln>
          <a:effectLst/>
        </p:spPr>
        <p:txBody>
          <a:bodyPr wrap="square" anchor="ctr">
            <a:spAutoFit/>
          </a:bodyPr>
          <a:lstStyle/>
          <a:p>
            <a:pPr marL="0" marR="0" lvl="0" indent="0" algn="l" defTabSz="914400" rtl="0" eaLnBrk="1" fontAlgn="base" latinLnBrk="0" hangingPunct="1">
              <a:lnSpc>
                <a:spcPct val="125000"/>
              </a:lnSpc>
              <a:spcBef>
                <a:spcPct val="0"/>
              </a:spcBef>
              <a:spcAft>
                <a:spcPct val="0"/>
              </a:spcAft>
              <a:buClrTx/>
              <a:buSzTx/>
              <a:buFont typeface="Wingdings" pitchFamily="2" charset="2"/>
              <a:buChar char="Ø"/>
              <a:tabLst/>
              <a:defRPr/>
            </a:pP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步骤</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a:t>
            </a:r>
            <a:endPar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1" fontAlgn="base" latinLnBrk="0" hangingPunct="1">
              <a:lnSpc>
                <a:spcPct val="125000"/>
              </a:lnSpc>
              <a:spcBef>
                <a:spcPct val="0"/>
              </a:spcBef>
              <a:spcAft>
                <a:spcPct val="0"/>
              </a:spcAft>
              <a:buClrTx/>
              <a:buSzTx/>
              <a:buFont typeface="+mj-ea"/>
              <a:buAutoNum type="circleNumDbPlain"/>
              <a:tabLst/>
              <a:defRPr/>
            </a:pP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将可逆阵</a:t>
            </a:r>
            <a:r>
              <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A</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和</a:t>
            </a:r>
            <a:r>
              <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E</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行增广为（</a:t>
            </a:r>
            <a:r>
              <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A|E</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a:t>
            </a:r>
            <a:endPar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1" fontAlgn="base" latinLnBrk="0" hangingPunct="1">
              <a:lnSpc>
                <a:spcPct val="125000"/>
              </a:lnSpc>
              <a:spcBef>
                <a:spcPct val="0"/>
              </a:spcBef>
              <a:spcAft>
                <a:spcPct val="0"/>
              </a:spcAft>
              <a:buClrTx/>
              <a:buSzTx/>
              <a:buFont typeface="+mj-ea"/>
              <a:buAutoNum type="circleNumDbPlain"/>
              <a:tabLst/>
              <a:defRPr/>
            </a:pP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A|E</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  初等</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行变换  </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E| A</a:t>
            </a:r>
            <a:r>
              <a:rPr kumimoji="0" lang="en-US" altLang="zh-CN" sz="1600" b="1" i="0" u="none" strike="noStrike" kern="1200" cap="none" spc="0" normalizeH="0" baseline="30000" noProof="0" dirty="0">
                <a:ln>
                  <a:noFill/>
                </a:ln>
                <a:solidFill>
                  <a:srgbClr val="FFFFFF"/>
                </a:solidFill>
                <a:effectLst/>
                <a:uLnTx/>
                <a:uFillTx/>
                <a:latin typeface="微软雅黑" pitchFamily="34" charset="-122"/>
                <a:ea typeface="微软雅黑" pitchFamily="34" charset="-122"/>
                <a:cs typeface="+mn-cs"/>
              </a:rPr>
              <a:t>-1 </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0" lang="zh-CN" altLang="en-US"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pitchFamily="2" charset="2"/>
              </a:rPr>
              <a:t> </a:t>
            </a:r>
            <a:endParaRPr kumimoji="0" lang="en-US" altLang="zh-CN" sz="16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graphicFrame>
        <p:nvGraphicFramePr>
          <p:cNvPr id="63" name="Object 19"/>
          <p:cNvGraphicFramePr>
            <a:graphicFrameLocks noChangeAspect="1"/>
          </p:cNvGraphicFramePr>
          <p:nvPr/>
        </p:nvGraphicFramePr>
        <p:xfrm>
          <a:off x="6886579" y="1785938"/>
          <a:ext cx="217487" cy="312737"/>
        </p:xfrm>
        <a:graphic>
          <a:graphicData uri="http://schemas.openxmlformats.org/presentationml/2006/ole">
            <mc:AlternateContent xmlns:mc="http://schemas.openxmlformats.org/markup-compatibility/2006">
              <mc:Choice xmlns:v="urn:schemas-microsoft-com:vml" Requires="v">
                <p:oleObj name="Equation" r:id="rId57" imgW="114120" imgH="164880" progId="Equation.DSMT4">
                  <p:embed/>
                </p:oleObj>
              </mc:Choice>
              <mc:Fallback>
                <p:oleObj name="Equation" r:id="rId57" imgW="114120" imgH="164880" progId="Equation.DSMT4">
                  <p:embed/>
                  <p:pic>
                    <p:nvPicPr>
                      <p:cNvPr id="63" name="Object 19"/>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6886579" y="1785938"/>
                        <a:ext cx="217487" cy="3127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4" name="Object 19"/>
          <p:cNvGraphicFramePr>
            <a:graphicFrameLocks noChangeAspect="1"/>
          </p:cNvGraphicFramePr>
          <p:nvPr/>
        </p:nvGraphicFramePr>
        <p:xfrm>
          <a:off x="7183441" y="1774825"/>
          <a:ext cx="241300" cy="336550"/>
        </p:xfrm>
        <a:graphic>
          <a:graphicData uri="http://schemas.openxmlformats.org/presentationml/2006/ole">
            <mc:AlternateContent xmlns:mc="http://schemas.openxmlformats.org/markup-compatibility/2006">
              <mc:Choice xmlns:v="urn:schemas-microsoft-com:vml" Requires="v">
                <p:oleObj name="Equation" r:id="rId59" imgW="126720" imgH="177480" progId="Equation.DSMT4">
                  <p:embed/>
                </p:oleObj>
              </mc:Choice>
              <mc:Fallback>
                <p:oleObj name="Equation" r:id="rId59" imgW="126720" imgH="177480" progId="Equation.DSMT4">
                  <p:embed/>
                  <p:pic>
                    <p:nvPicPr>
                      <p:cNvPr id="64" name="Object 19"/>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7183441" y="1774825"/>
                        <a:ext cx="241300" cy="336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5" name="Object 19"/>
          <p:cNvGraphicFramePr>
            <a:graphicFrameLocks noChangeAspect="1"/>
          </p:cNvGraphicFramePr>
          <p:nvPr/>
        </p:nvGraphicFramePr>
        <p:xfrm>
          <a:off x="7194574" y="2214554"/>
          <a:ext cx="217487" cy="312737"/>
        </p:xfrm>
        <a:graphic>
          <a:graphicData uri="http://schemas.openxmlformats.org/presentationml/2006/ole">
            <mc:AlternateContent xmlns:mc="http://schemas.openxmlformats.org/markup-compatibility/2006">
              <mc:Choice xmlns:v="urn:schemas-microsoft-com:vml" Requires="v">
                <p:oleObj name="Equation" r:id="rId61" imgW="114120" imgH="164880" progId="Equation.DSMT4">
                  <p:embed/>
                </p:oleObj>
              </mc:Choice>
              <mc:Fallback>
                <p:oleObj name="Equation" r:id="rId61" imgW="114120" imgH="164880" progId="Equation.DSMT4">
                  <p:embed/>
                  <p:pic>
                    <p:nvPicPr>
                      <p:cNvPr id="65" name="Object 19"/>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7194574" y="2214554"/>
                        <a:ext cx="217487" cy="3127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6" name="Object 19"/>
          <p:cNvGraphicFramePr>
            <a:graphicFrameLocks noChangeAspect="1"/>
          </p:cNvGraphicFramePr>
          <p:nvPr/>
        </p:nvGraphicFramePr>
        <p:xfrm>
          <a:off x="6837384" y="2214554"/>
          <a:ext cx="241300" cy="336550"/>
        </p:xfrm>
        <a:graphic>
          <a:graphicData uri="http://schemas.openxmlformats.org/presentationml/2006/ole">
            <mc:AlternateContent xmlns:mc="http://schemas.openxmlformats.org/markup-compatibility/2006">
              <mc:Choice xmlns:v="urn:schemas-microsoft-com:vml" Requires="v">
                <p:oleObj name="Equation" r:id="rId63" imgW="126720" imgH="177480" progId="Equation.DSMT4">
                  <p:embed/>
                </p:oleObj>
              </mc:Choice>
              <mc:Fallback>
                <p:oleObj name="Equation" r:id="rId63" imgW="126720" imgH="177480" progId="Equation.DSMT4">
                  <p:embed/>
                  <p:pic>
                    <p:nvPicPr>
                      <p:cNvPr id="66" name="Object 19"/>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6837384" y="2214554"/>
                        <a:ext cx="241300" cy="336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2">
                                            <p:bg/>
                                          </p:spTgt>
                                        </p:tgtEl>
                                        <p:attrNameLst>
                                          <p:attrName>style.visibility</p:attrName>
                                        </p:attrNameLst>
                                      </p:cBhvr>
                                      <p:to>
                                        <p:strVal val="visible"/>
                                      </p:to>
                                    </p:set>
                                    <p:animEffect transition="in" filter="wipe(left)">
                                      <p:cBhvr>
                                        <p:cTn id="7" dur="500"/>
                                        <p:tgtEl>
                                          <p:spTgt spid="62">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2">
                                            <p:txEl>
                                              <p:pRg st="0" end="0"/>
                                            </p:txEl>
                                          </p:spTgt>
                                        </p:tgtEl>
                                        <p:attrNameLst>
                                          <p:attrName>style.visibility</p:attrName>
                                        </p:attrNameLst>
                                      </p:cBhvr>
                                      <p:to>
                                        <p:strVal val="visible"/>
                                      </p:to>
                                    </p:set>
                                    <p:animEffect transition="in" filter="wipe(left)">
                                      <p:cBhvr>
                                        <p:cTn id="10" dur="500"/>
                                        <p:tgtEl>
                                          <p:spTgt spid="62">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2">
                                            <p:txEl>
                                              <p:pRg st="1" end="1"/>
                                            </p:txEl>
                                          </p:spTgt>
                                        </p:tgtEl>
                                        <p:attrNameLst>
                                          <p:attrName>style.visibility</p:attrName>
                                        </p:attrNameLst>
                                      </p:cBhvr>
                                      <p:to>
                                        <p:strVal val="visible"/>
                                      </p:to>
                                    </p:set>
                                    <p:animEffect transition="in" filter="wipe(left)">
                                      <p:cBhvr>
                                        <p:cTn id="13" dur="500"/>
                                        <p:tgtEl>
                                          <p:spTgt spid="62">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87043"/>
                                        </p:tgtEl>
                                        <p:attrNameLst>
                                          <p:attrName>style.visibility</p:attrName>
                                        </p:attrNameLst>
                                      </p:cBhvr>
                                      <p:to>
                                        <p:strVal val="visible"/>
                                      </p:to>
                                    </p:set>
                                    <p:animEffect transition="in" filter="wipe(left)">
                                      <p:cBhvr>
                                        <p:cTn id="18" dur="500"/>
                                        <p:tgtEl>
                                          <p:spTgt spid="87043"/>
                                        </p:tgtEl>
                                      </p:cBhvr>
                                    </p:animEffect>
                                  </p:childTnLst>
                                </p:cTn>
                              </p:par>
                              <p:par>
                                <p:cTn id="19" presetID="2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left)">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62">
                                            <p:txEl>
                                              <p:pRg st="2" end="2"/>
                                            </p:txEl>
                                          </p:spTgt>
                                        </p:tgtEl>
                                        <p:attrNameLst>
                                          <p:attrName>style.visibility</p:attrName>
                                        </p:attrNameLst>
                                      </p:cBhvr>
                                      <p:to>
                                        <p:strVal val="visible"/>
                                      </p:to>
                                    </p:set>
                                    <p:animEffect transition="in" filter="wipe(left)">
                                      <p:cBhvr>
                                        <p:cTn id="26" dur="500"/>
                                        <p:tgtEl>
                                          <p:spTgt spid="62">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87055"/>
                                        </p:tgtEl>
                                        <p:attrNameLst>
                                          <p:attrName>style.visibility</p:attrName>
                                        </p:attrNameLst>
                                      </p:cBhvr>
                                      <p:to>
                                        <p:strVal val="visible"/>
                                      </p:to>
                                    </p:set>
                                    <p:animEffect transition="in" filter="wipe(left)">
                                      <p:cBhvr>
                                        <p:cTn id="31" dur="500"/>
                                        <p:tgtEl>
                                          <p:spTgt spid="87055"/>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87046"/>
                                        </p:tgtEl>
                                        <p:attrNameLst>
                                          <p:attrName>style.visibility</p:attrName>
                                        </p:attrNameLst>
                                      </p:cBhvr>
                                      <p:to>
                                        <p:strVal val="visible"/>
                                      </p:to>
                                    </p:set>
                                    <p:animEffect transition="in" filter="wipe(left)">
                                      <p:cBhvr>
                                        <p:cTn id="36" dur="500"/>
                                        <p:tgtEl>
                                          <p:spTgt spid="8704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grpId="0" nodeType="clickEffect">
                                  <p:stCondLst>
                                    <p:cond delay="0"/>
                                  </p:stCondLst>
                                  <p:childTnLst>
                                    <p:set>
                                      <p:cBhvr>
                                        <p:cTn id="40" dur="1" fill="hold">
                                          <p:stCondLst>
                                            <p:cond delay="0"/>
                                          </p:stCondLst>
                                        </p:cTn>
                                        <p:tgtEl>
                                          <p:spTgt spid="87047"/>
                                        </p:tgtEl>
                                        <p:attrNameLst>
                                          <p:attrName>style.visibility</p:attrName>
                                        </p:attrNameLst>
                                      </p:cBhvr>
                                      <p:to>
                                        <p:strVal val="visible"/>
                                      </p:to>
                                    </p:set>
                                    <p:animEffect transition="in" filter="wipe(up)">
                                      <p:cBhvr>
                                        <p:cTn id="41" dur="500"/>
                                        <p:tgtEl>
                                          <p:spTgt spid="87047"/>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87053"/>
                                        </p:tgtEl>
                                        <p:attrNameLst>
                                          <p:attrName>style.visibility</p:attrName>
                                        </p:attrNameLst>
                                      </p:cBhvr>
                                      <p:to>
                                        <p:strVal val="visible"/>
                                      </p:to>
                                    </p:set>
                                    <p:animEffect transition="in" filter="wipe(left)">
                                      <p:cBhvr>
                                        <p:cTn id="46" dur="500"/>
                                        <p:tgtEl>
                                          <p:spTgt spid="87053"/>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87056"/>
                                        </p:tgtEl>
                                        <p:attrNameLst>
                                          <p:attrName>style.visibility</p:attrName>
                                        </p:attrNameLst>
                                      </p:cBhvr>
                                      <p:to>
                                        <p:strVal val="visible"/>
                                      </p:to>
                                    </p:set>
                                    <p:animEffect transition="in" filter="wipe(left)">
                                      <p:cBhvr>
                                        <p:cTn id="51" dur="500"/>
                                        <p:tgtEl>
                                          <p:spTgt spid="87056"/>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87057"/>
                                        </p:tgtEl>
                                        <p:attrNameLst>
                                          <p:attrName>style.visibility</p:attrName>
                                        </p:attrNameLst>
                                      </p:cBhvr>
                                      <p:to>
                                        <p:strVal val="visible"/>
                                      </p:to>
                                    </p:set>
                                    <p:animEffect transition="in" filter="wipe(left)">
                                      <p:cBhvr>
                                        <p:cTn id="56" dur="500"/>
                                        <p:tgtEl>
                                          <p:spTgt spid="87057"/>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87059"/>
                                        </p:tgtEl>
                                        <p:attrNameLst>
                                          <p:attrName>style.visibility</p:attrName>
                                        </p:attrNameLst>
                                      </p:cBhvr>
                                      <p:to>
                                        <p:strVal val="visible"/>
                                      </p:to>
                                    </p:set>
                                    <p:animEffect transition="in" filter="wipe(left)">
                                      <p:cBhvr>
                                        <p:cTn id="61" dur="500"/>
                                        <p:tgtEl>
                                          <p:spTgt spid="8705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wipe(left)">
                                      <p:cBhvr>
                                        <p:cTn id="66" dur="500"/>
                                        <p:tgtEl>
                                          <p:spTgt spid="63"/>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64"/>
                                        </p:tgtEl>
                                        <p:attrNameLst>
                                          <p:attrName>style.visibility</p:attrName>
                                        </p:attrNameLst>
                                      </p:cBhvr>
                                      <p:to>
                                        <p:strVal val="visible"/>
                                      </p:to>
                                    </p:set>
                                    <p:animEffect transition="in" filter="wipe(left)">
                                      <p:cBhvr>
                                        <p:cTn id="71" dur="500"/>
                                        <p:tgtEl>
                                          <p:spTgt spid="64"/>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87054"/>
                                        </p:tgtEl>
                                        <p:attrNameLst>
                                          <p:attrName>style.visibility</p:attrName>
                                        </p:attrNameLst>
                                      </p:cBhvr>
                                      <p:to>
                                        <p:strVal val="visible"/>
                                      </p:to>
                                    </p:set>
                                    <p:animEffect transition="in" filter="wipe(left)">
                                      <p:cBhvr>
                                        <p:cTn id="76" dur="500"/>
                                        <p:tgtEl>
                                          <p:spTgt spid="87054"/>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nodeType="clickEffect">
                                  <p:stCondLst>
                                    <p:cond delay="0"/>
                                  </p:stCondLst>
                                  <p:childTnLst>
                                    <p:set>
                                      <p:cBhvr>
                                        <p:cTn id="80" dur="1" fill="hold">
                                          <p:stCondLst>
                                            <p:cond delay="0"/>
                                          </p:stCondLst>
                                        </p:cTn>
                                        <p:tgtEl>
                                          <p:spTgt spid="87061"/>
                                        </p:tgtEl>
                                        <p:attrNameLst>
                                          <p:attrName>style.visibility</p:attrName>
                                        </p:attrNameLst>
                                      </p:cBhvr>
                                      <p:to>
                                        <p:strVal val="visible"/>
                                      </p:to>
                                    </p:set>
                                    <p:animEffect transition="in" filter="wipe(left)">
                                      <p:cBhvr>
                                        <p:cTn id="81" dur="500"/>
                                        <p:tgtEl>
                                          <p:spTgt spid="87061"/>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87060"/>
                                        </p:tgtEl>
                                        <p:attrNameLst>
                                          <p:attrName>style.visibility</p:attrName>
                                        </p:attrNameLst>
                                      </p:cBhvr>
                                      <p:to>
                                        <p:strVal val="visible"/>
                                      </p:to>
                                    </p:set>
                                    <p:animEffect transition="in" filter="wipe(left)">
                                      <p:cBhvr>
                                        <p:cTn id="86" dur="500"/>
                                        <p:tgtEl>
                                          <p:spTgt spid="87060"/>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87062"/>
                                        </p:tgtEl>
                                        <p:attrNameLst>
                                          <p:attrName>style.visibility</p:attrName>
                                        </p:attrNameLst>
                                      </p:cBhvr>
                                      <p:to>
                                        <p:strVal val="visible"/>
                                      </p:to>
                                    </p:set>
                                    <p:animEffect transition="in" filter="wipe(left)">
                                      <p:cBhvr>
                                        <p:cTn id="91" dur="500"/>
                                        <p:tgtEl>
                                          <p:spTgt spid="87062"/>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66"/>
                                        </p:tgtEl>
                                        <p:attrNameLst>
                                          <p:attrName>style.visibility</p:attrName>
                                        </p:attrNameLst>
                                      </p:cBhvr>
                                      <p:to>
                                        <p:strVal val="visible"/>
                                      </p:to>
                                    </p:set>
                                    <p:animEffect transition="in" filter="wipe(left)">
                                      <p:cBhvr>
                                        <p:cTn id="96" dur="500"/>
                                        <p:tgtEl>
                                          <p:spTgt spid="66"/>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65"/>
                                        </p:tgtEl>
                                        <p:attrNameLst>
                                          <p:attrName>style.visibility</p:attrName>
                                        </p:attrNameLst>
                                      </p:cBhvr>
                                      <p:to>
                                        <p:strVal val="visible"/>
                                      </p:to>
                                    </p:set>
                                    <p:animEffect transition="in" filter="wipe(left)">
                                      <p:cBhvr>
                                        <p:cTn id="101" dur="500"/>
                                        <p:tgtEl>
                                          <p:spTgt spid="65"/>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6"/>
                                        </p:tgtEl>
                                        <p:attrNameLst>
                                          <p:attrName>style.visibility</p:attrName>
                                        </p:attrNameLst>
                                      </p:cBhvr>
                                      <p:to>
                                        <p:strVal val="visible"/>
                                      </p:to>
                                    </p:set>
                                    <p:animEffect transition="in" filter="wipe(left)">
                                      <p:cBhvr>
                                        <p:cTn id="106" dur="500"/>
                                        <p:tgtEl>
                                          <p:spTgt spid="6"/>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5"/>
                                        </p:tgtEl>
                                        <p:attrNameLst>
                                          <p:attrName>style.visibility</p:attrName>
                                        </p:attrNameLst>
                                      </p:cBhvr>
                                      <p:to>
                                        <p:strVal val="visible"/>
                                      </p:to>
                                    </p:set>
                                    <p:animEffect transition="in" filter="wipe(left)">
                                      <p:cBhvr>
                                        <p:cTn id="111" dur="500"/>
                                        <p:tgtEl>
                                          <p:spTgt spid="5"/>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nodeType="clickEffect">
                                  <p:stCondLst>
                                    <p:cond delay="0"/>
                                  </p:stCondLst>
                                  <p:childTnLst>
                                    <p:set>
                                      <p:cBhvr>
                                        <p:cTn id="115" dur="1" fill="hold">
                                          <p:stCondLst>
                                            <p:cond delay="0"/>
                                          </p:stCondLst>
                                        </p:cTn>
                                        <p:tgtEl>
                                          <p:spTgt spid="4"/>
                                        </p:tgtEl>
                                        <p:attrNameLst>
                                          <p:attrName>style.visibility</p:attrName>
                                        </p:attrNameLst>
                                      </p:cBhvr>
                                      <p:to>
                                        <p:strVal val="visible"/>
                                      </p:to>
                                    </p:set>
                                    <p:animEffect transition="in" filter="wipe(left)">
                                      <p:cBhvr>
                                        <p:cTn id="116" dur="500"/>
                                        <p:tgtEl>
                                          <p:spTgt spid="4"/>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nodeType="clickEffect">
                                  <p:stCondLst>
                                    <p:cond delay="0"/>
                                  </p:stCondLst>
                                  <p:childTnLst>
                                    <p:set>
                                      <p:cBhvr>
                                        <p:cTn id="120" dur="1" fill="hold">
                                          <p:stCondLst>
                                            <p:cond delay="0"/>
                                          </p:stCondLst>
                                        </p:cTn>
                                        <p:tgtEl>
                                          <p:spTgt spid="3"/>
                                        </p:tgtEl>
                                        <p:attrNameLst>
                                          <p:attrName>style.visibility</p:attrName>
                                        </p:attrNameLst>
                                      </p:cBhvr>
                                      <p:to>
                                        <p:strVal val="visible"/>
                                      </p:to>
                                    </p:set>
                                    <p:animEffect transition="in" filter="wipe(left)">
                                      <p:cBhvr>
                                        <p:cTn id="121" dur="500"/>
                                        <p:tgtEl>
                                          <p:spTgt spid="3"/>
                                        </p:tgtEl>
                                      </p:cBhvr>
                                    </p:animEffect>
                                  </p:childTnLst>
                                </p:cTn>
                              </p:par>
                            </p:childTnLst>
                          </p:cTn>
                        </p:par>
                      </p:childTnLst>
                    </p:cTn>
                  </p:par>
                  <p:par>
                    <p:cTn id="122" fill="hold">
                      <p:stCondLst>
                        <p:cond delay="indefinite"/>
                      </p:stCondLst>
                      <p:childTnLst>
                        <p:par>
                          <p:cTn id="123" fill="hold">
                            <p:stCondLst>
                              <p:cond delay="0"/>
                            </p:stCondLst>
                            <p:childTnLst>
                              <p:par>
                                <p:cTn id="124" presetID="22" presetClass="entr" presetSubtype="8" fill="hold" grpId="0" nodeType="clickEffect">
                                  <p:stCondLst>
                                    <p:cond delay="0"/>
                                  </p:stCondLst>
                                  <p:childTnLst>
                                    <p:set>
                                      <p:cBhvr>
                                        <p:cTn id="125" dur="1" fill="hold">
                                          <p:stCondLst>
                                            <p:cond delay="0"/>
                                          </p:stCondLst>
                                        </p:cTn>
                                        <p:tgtEl>
                                          <p:spTgt spid="31"/>
                                        </p:tgtEl>
                                        <p:attrNameLst>
                                          <p:attrName>style.visibility</p:attrName>
                                        </p:attrNameLst>
                                      </p:cBhvr>
                                      <p:to>
                                        <p:strVal val="visible"/>
                                      </p:to>
                                    </p:set>
                                    <p:animEffect transition="in" filter="wipe(left)">
                                      <p:cBhvr>
                                        <p:cTn id="126" dur="500"/>
                                        <p:tgtEl>
                                          <p:spTgt spid="31"/>
                                        </p:tgtEl>
                                      </p:cBhvr>
                                    </p:animEffect>
                                  </p:childTnLst>
                                </p:cTn>
                              </p:par>
                            </p:childTnLst>
                          </p:cTn>
                        </p:par>
                        <p:par>
                          <p:cTn id="127" fill="hold">
                            <p:stCondLst>
                              <p:cond delay="500"/>
                            </p:stCondLst>
                            <p:childTnLst>
                              <p:par>
                                <p:cTn id="128" presetID="22" presetClass="entr" presetSubtype="1" fill="hold" nodeType="afterEffect">
                                  <p:stCondLst>
                                    <p:cond delay="0"/>
                                  </p:stCondLst>
                                  <p:childTnLst>
                                    <p:set>
                                      <p:cBhvr>
                                        <p:cTn id="129" dur="1" fill="hold">
                                          <p:stCondLst>
                                            <p:cond delay="0"/>
                                          </p:stCondLst>
                                        </p:cTn>
                                        <p:tgtEl>
                                          <p:spTgt spid="27"/>
                                        </p:tgtEl>
                                        <p:attrNameLst>
                                          <p:attrName>style.visibility</p:attrName>
                                        </p:attrNameLst>
                                      </p:cBhvr>
                                      <p:to>
                                        <p:strVal val="visible"/>
                                      </p:to>
                                    </p:set>
                                    <p:animEffect transition="in" filter="wipe(up)">
                                      <p:cBhvr>
                                        <p:cTn id="130" dur="500"/>
                                        <p:tgtEl>
                                          <p:spTgt spid="27"/>
                                        </p:tgtEl>
                                      </p:cBhvr>
                                    </p:animEffect>
                                  </p:childTnLst>
                                </p:cTn>
                              </p:par>
                            </p:childTnLst>
                          </p:cTn>
                        </p:par>
                        <p:par>
                          <p:cTn id="131" fill="hold">
                            <p:stCondLst>
                              <p:cond delay="1000"/>
                            </p:stCondLst>
                            <p:childTnLst>
                              <p:par>
                                <p:cTn id="132" presetID="22" presetClass="entr" presetSubtype="1" fill="hold" grpId="0" nodeType="afterEffect">
                                  <p:stCondLst>
                                    <p:cond delay="0"/>
                                  </p:stCondLst>
                                  <p:childTnLst>
                                    <p:set>
                                      <p:cBhvr>
                                        <p:cTn id="133" dur="1" fill="hold">
                                          <p:stCondLst>
                                            <p:cond delay="0"/>
                                          </p:stCondLst>
                                        </p:cTn>
                                        <p:tgtEl>
                                          <p:spTgt spid="28"/>
                                        </p:tgtEl>
                                        <p:attrNameLst>
                                          <p:attrName>style.visibility</p:attrName>
                                        </p:attrNameLst>
                                      </p:cBhvr>
                                      <p:to>
                                        <p:strVal val="visible"/>
                                      </p:to>
                                    </p:set>
                                    <p:animEffect transition="in" filter="wipe(up)">
                                      <p:cBhvr>
                                        <p:cTn id="134" dur="500"/>
                                        <p:tgtEl>
                                          <p:spTgt spid="28"/>
                                        </p:tgtEl>
                                      </p:cBhvr>
                                    </p:animEffect>
                                  </p:childTnLst>
                                </p:cTn>
                              </p:par>
                            </p:childTnLst>
                          </p:cTn>
                        </p:par>
                      </p:childTnLst>
                    </p:cTn>
                  </p:par>
                  <p:par>
                    <p:cTn id="135" fill="hold">
                      <p:stCondLst>
                        <p:cond delay="indefinite"/>
                      </p:stCondLst>
                      <p:childTnLst>
                        <p:par>
                          <p:cTn id="136" fill="hold">
                            <p:stCondLst>
                              <p:cond delay="0"/>
                            </p:stCondLst>
                            <p:childTnLst>
                              <p:par>
                                <p:cTn id="137" presetID="22" presetClass="entr" presetSubtype="8" fill="hold" nodeType="clickEffect">
                                  <p:stCondLst>
                                    <p:cond delay="0"/>
                                  </p:stCondLst>
                                  <p:childTnLst>
                                    <p:set>
                                      <p:cBhvr>
                                        <p:cTn id="138" dur="1" fill="hold">
                                          <p:stCondLst>
                                            <p:cond delay="0"/>
                                          </p:stCondLst>
                                        </p:cTn>
                                        <p:tgtEl>
                                          <p:spTgt spid="30"/>
                                        </p:tgtEl>
                                        <p:attrNameLst>
                                          <p:attrName>style.visibility</p:attrName>
                                        </p:attrNameLst>
                                      </p:cBhvr>
                                      <p:to>
                                        <p:strVal val="visible"/>
                                      </p:to>
                                    </p:set>
                                    <p:animEffect transition="in" filter="wipe(left)">
                                      <p:cBhvr>
                                        <p:cTn id="139" dur="500"/>
                                        <p:tgtEl>
                                          <p:spTgt spid="30"/>
                                        </p:tgtEl>
                                      </p:cBhvr>
                                    </p:animEffect>
                                  </p:childTnLst>
                                </p:cTn>
                              </p:par>
                            </p:childTnLst>
                          </p:cTn>
                        </p:par>
                      </p:childTnLst>
                    </p:cTn>
                  </p:par>
                  <p:par>
                    <p:cTn id="140" fill="hold">
                      <p:stCondLst>
                        <p:cond delay="indefinite"/>
                      </p:stCondLst>
                      <p:childTnLst>
                        <p:par>
                          <p:cTn id="141" fill="hold">
                            <p:stCondLst>
                              <p:cond delay="0"/>
                            </p:stCondLst>
                            <p:childTnLst>
                              <p:par>
                                <p:cTn id="142" presetID="22" presetClass="entr" presetSubtype="8" fill="hold" nodeType="clickEffect">
                                  <p:stCondLst>
                                    <p:cond delay="0"/>
                                  </p:stCondLst>
                                  <p:childTnLst>
                                    <p:set>
                                      <p:cBhvr>
                                        <p:cTn id="143" dur="1" fill="hold">
                                          <p:stCondLst>
                                            <p:cond delay="0"/>
                                          </p:stCondLst>
                                        </p:cTn>
                                        <p:tgtEl>
                                          <p:spTgt spid="39"/>
                                        </p:tgtEl>
                                        <p:attrNameLst>
                                          <p:attrName>style.visibility</p:attrName>
                                        </p:attrNameLst>
                                      </p:cBhvr>
                                      <p:to>
                                        <p:strVal val="visible"/>
                                      </p:to>
                                    </p:set>
                                    <p:animEffect transition="in" filter="wipe(left)">
                                      <p:cBhvr>
                                        <p:cTn id="144" dur="500"/>
                                        <p:tgtEl>
                                          <p:spTgt spid="3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40"/>
                                        </p:tgtEl>
                                        <p:attrNameLst>
                                          <p:attrName>style.visibility</p:attrName>
                                        </p:attrNameLst>
                                      </p:cBhvr>
                                      <p:to>
                                        <p:strVal val="visible"/>
                                      </p:to>
                                    </p:set>
                                    <p:animEffect transition="in" filter="wipe(left)">
                                      <p:cBhvr>
                                        <p:cTn id="149" dur="500"/>
                                        <p:tgtEl>
                                          <p:spTgt spid="40"/>
                                        </p:tgtEl>
                                      </p:cBhvr>
                                    </p:animEffect>
                                  </p:childTnLst>
                                </p:cTn>
                              </p:par>
                            </p:childTnLst>
                          </p:cTn>
                        </p:par>
                      </p:childTnLst>
                    </p:cTn>
                  </p:par>
                  <p:par>
                    <p:cTn id="150" fill="hold">
                      <p:stCondLst>
                        <p:cond delay="indefinite"/>
                      </p:stCondLst>
                      <p:childTnLst>
                        <p:par>
                          <p:cTn id="151" fill="hold">
                            <p:stCondLst>
                              <p:cond delay="0"/>
                            </p:stCondLst>
                            <p:childTnLst>
                              <p:par>
                                <p:cTn id="152" presetID="22" presetClass="entr" presetSubtype="8" fill="hold" nodeType="clickEffect">
                                  <p:stCondLst>
                                    <p:cond delay="0"/>
                                  </p:stCondLst>
                                  <p:childTnLst>
                                    <p:set>
                                      <p:cBhvr>
                                        <p:cTn id="153" dur="1" fill="hold">
                                          <p:stCondLst>
                                            <p:cond delay="0"/>
                                          </p:stCondLst>
                                        </p:cTn>
                                        <p:tgtEl>
                                          <p:spTgt spid="41"/>
                                        </p:tgtEl>
                                        <p:attrNameLst>
                                          <p:attrName>style.visibility</p:attrName>
                                        </p:attrNameLst>
                                      </p:cBhvr>
                                      <p:to>
                                        <p:strVal val="visible"/>
                                      </p:to>
                                    </p:set>
                                    <p:animEffect transition="in" filter="wipe(left)">
                                      <p:cBhvr>
                                        <p:cTn id="154" dur="500"/>
                                        <p:tgtEl>
                                          <p:spTgt spid="41"/>
                                        </p:tgtEl>
                                      </p:cBhvr>
                                    </p:animEffect>
                                  </p:childTnLst>
                                </p:cTn>
                              </p:par>
                            </p:childTnLst>
                          </p:cTn>
                        </p:par>
                      </p:childTnLst>
                    </p:cTn>
                  </p:par>
                  <p:par>
                    <p:cTn id="155" fill="hold">
                      <p:stCondLst>
                        <p:cond delay="indefinite"/>
                      </p:stCondLst>
                      <p:childTnLst>
                        <p:par>
                          <p:cTn id="156" fill="hold">
                            <p:stCondLst>
                              <p:cond delay="0"/>
                            </p:stCondLst>
                            <p:childTnLst>
                              <p:par>
                                <p:cTn id="157" presetID="22" presetClass="entr" presetSubtype="8" fill="hold" nodeType="clickEffect">
                                  <p:stCondLst>
                                    <p:cond delay="0"/>
                                  </p:stCondLst>
                                  <p:childTnLst>
                                    <p:set>
                                      <p:cBhvr>
                                        <p:cTn id="158" dur="1" fill="hold">
                                          <p:stCondLst>
                                            <p:cond delay="0"/>
                                          </p:stCondLst>
                                        </p:cTn>
                                        <p:tgtEl>
                                          <p:spTgt spid="29"/>
                                        </p:tgtEl>
                                        <p:attrNameLst>
                                          <p:attrName>style.visibility</p:attrName>
                                        </p:attrNameLst>
                                      </p:cBhvr>
                                      <p:to>
                                        <p:strVal val="visible"/>
                                      </p:to>
                                    </p:set>
                                    <p:animEffect transition="in" filter="wipe(left)">
                                      <p:cBhvr>
                                        <p:cTn id="159" dur="500"/>
                                        <p:tgtEl>
                                          <p:spTgt spid="29"/>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8" fill="hold" nodeType="clickEffect">
                                  <p:stCondLst>
                                    <p:cond delay="0"/>
                                  </p:stCondLst>
                                  <p:childTnLst>
                                    <p:set>
                                      <p:cBhvr>
                                        <p:cTn id="163" dur="1" fill="hold">
                                          <p:stCondLst>
                                            <p:cond delay="0"/>
                                          </p:stCondLst>
                                        </p:cTn>
                                        <p:tgtEl>
                                          <p:spTgt spid="42"/>
                                        </p:tgtEl>
                                        <p:attrNameLst>
                                          <p:attrName>style.visibility</p:attrName>
                                        </p:attrNameLst>
                                      </p:cBhvr>
                                      <p:to>
                                        <p:strVal val="visible"/>
                                      </p:to>
                                    </p:set>
                                    <p:animEffect transition="in" filter="wipe(left)">
                                      <p:cBhvr>
                                        <p:cTn id="164" dur="500"/>
                                        <p:tgtEl>
                                          <p:spTgt spid="42"/>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43"/>
                                        </p:tgtEl>
                                        <p:attrNameLst>
                                          <p:attrName>style.visibility</p:attrName>
                                        </p:attrNameLst>
                                      </p:cBhvr>
                                      <p:to>
                                        <p:strVal val="visible"/>
                                      </p:to>
                                    </p:set>
                                    <p:animEffect transition="in" filter="wipe(left)">
                                      <p:cBhvr>
                                        <p:cTn id="169" dur="500"/>
                                        <p:tgtEl>
                                          <p:spTgt spid="43"/>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8" fill="hold" nodeType="clickEffect">
                                  <p:stCondLst>
                                    <p:cond delay="0"/>
                                  </p:stCondLst>
                                  <p:childTnLst>
                                    <p:set>
                                      <p:cBhvr>
                                        <p:cTn id="173" dur="1" fill="hold">
                                          <p:stCondLst>
                                            <p:cond delay="0"/>
                                          </p:stCondLst>
                                        </p:cTn>
                                        <p:tgtEl>
                                          <p:spTgt spid="44"/>
                                        </p:tgtEl>
                                        <p:attrNameLst>
                                          <p:attrName>style.visibility</p:attrName>
                                        </p:attrNameLst>
                                      </p:cBhvr>
                                      <p:to>
                                        <p:strVal val="visible"/>
                                      </p:to>
                                    </p:set>
                                    <p:animEffect transition="in" filter="wipe(left)">
                                      <p:cBhvr>
                                        <p:cTn id="174" dur="500"/>
                                        <p:tgtEl>
                                          <p:spTgt spid="44"/>
                                        </p:tgtEl>
                                      </p:cBhvr>
                                    </p:animEffect>
                                  </p:childTnLst>
                                </p:cTn>
                              </p:par>
                            </p:childTnLst>
                          </p:cTn>
                        </p:par>
                      </p:childTnLst>
                    </p:cTn>
                  </p:par>
                  <p:par>
                    <p:cTn id="175" fill="hold">
                      <p:stCondLst>
                        <p:cond delay="indefinite"/>
                      </p:stCondLst>
                      <p:childTnLst>
                        <p:par>
                          <p:cTn id="176" fill="hold">
                            <p:stCondLst>
                              <p:cond delay="0"/>
                            </p:stCondLst>
                            <p:childTnLst>
                              <p:par>
                                <p:cTn id="177" presetID="22" presetClass="entr" presetSubtype="8" fill="hold" nodeType="clickEffect">
                                  <p:stCondLst>
                                    <p:cond delay="0"/>
                                  </p:stCondLst>
                                  <p:childTnLst>
                                    <p:set>
                                      <p:cBhvr>
                                        <p:cTn id="178" dur="1" fill="hold">
                                          <p:stCondLst>
                                            <p:cond delay="0"/>
                                          </p:stCondLst>
                                        </p:cTn>
                                        <p:tgtEl>
                                          <p:spTgt spid="11"/>
                                        </p:tgtEl>
                                        <p:attrNameLst>
                                          <p:attrName>style.visibility</p:attrName>
                                        </p:attrNameLst>
                                      </p:cBhvr>
                                      <p:to>
                                        <p:strVal val="visible"/>
                                      </p:to>
                                    </p:set>
                                    <p:animEffect transition="in" filter="wipe(left)">
                                      <p:cBhvr>
                                        <p:cTn id="179" dur="500"/>
                                        <p:tgtEl>
                                          <p:spTgt spid="11"/>
                                        </p:tgtEl>
                                      </p:cBhvr>
                                    </p:animEffect>
                                  </p:childTnLst>
                                </p:cTn>
                              </p:par>
                            </p:childTnLst>
                          </p:cTn>
                        </p:par>
                      </p:childTnLst>
                    </p:cTn>
                  </p:par>
                  <p:par>
                    <p:cTn id="180" fill="hold">
                      <p:stCondLst>
                        <p:cond delay="indefinite"/>
                      </p:stCondLst>
                      <p:childTnLst>
                        <p:par>
                          <p:cTn id="181" fill="hold">
                            <p:stCondLst>
                              <p:cond delay="0"/>
                            </p:stCondLst>
                            <p:childTnLst>
                              <p:par>
                                <p:cTn id="182" presetID="22" presetClass="entr" presetSubtype="8" fill="hold" nodeType="clickEffect">
                                  <p:stCondLst>
                                    <p:cond delay="0"/>
                                  </p:stCondLst>
                                  <p:childTnLst>
                                    <p:set>
                                      <p:cBhvr>
                                        <p:cTn id="183" dur="1" fill="hold">
                                          <p:stCondLst>
                                            <p:cond delay="0"/>
                                          </p:stCondLst>
                                        </p:cTn>
                                        <p:tgtEl>
                                          <p:spTgt spid="10"/>
                                        </p:tgtEl>
                                        <p:attrNameLst>
                                          <p:attrName>style.visibility</p:attrName>
                                        </p:attrNameLst>
                                      </p:cBhvr>
                                      <p:to>
                                        <p:strVal val="visible"/>
                                      </p:to>
                                    </p:set>
                                    <p:animEffect transition="in" filter="wipe(left)">
                                      <p:cBhvr>
                                        <p:cTn id="184" dur="500"/>
                                        <p:tgtEl>
                                          <p:spTgt spid="10"/>
                                        </p:tgtEl>
                                      </p:cBhvr>
                                    </p:animEffect>
                                  </p:childTnLst>
                                </p:cTn>
                              </p:par>
                            </p:childTnLst>
                          </p:cTn>
                        </p:par>
                      </p:childTnLst>
                    </p:cTn>
                  </p:par>
                  <p:par>
                    <p:cTn id="185" fill="hold">
                      <p:stCondLst>
                        <p:cond delay="indefinite"/>
                      </p:stCondLst>
                      <p:childTnLst>
                        <p:par>
                          <p:cTn id="186" fill="hold">
                            <p:stCondLst>
                              <p:cond delay="0"/>
                            </p:stCondLst>
                            <p:childTnLst>
                              <p:par>
                                <p:cTn id="187" presetID="22" presetClass="entr" presetSubtype="8" fill="hold" nodeType="clickEffect">
                                  <p:stCondLst>
                                    <p:cond delay="0"/>
                                  </p:stCondLst>
                                  <p:childTnLst>
                                    <p:set>
                                      <p:cBhvr>
                                        <p:cTn id="188" dur="1" fill="hold">
                                          <p:stCondLst>
                                            <p:cond delay="0"/>
                                          </p:stCondLst>
                                        </p:cTn>
                                        <p:tgtEl>
                                          <p:spTgt spid="53"/>
                                        </p:tgtEl>
                                        <p:attrNameLst>
                                          <p:attrName>style.visibility</p:attrName>
                                        </p:attrNameLst>
                                      </p:cBhvr>
                                      <p:to>
                                        <p:strVal val="visible"/>
                                      </p:to>
                                    </p:set>
                                    <p:animEffect transition="in" filter="wipe(left)">
                                      <p:cBhvr>
                                        <p:cTn id="189"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autoUpdateAnimBg="0"/>
      <p:bldP spid="87047" grpId="0" animBg="1"/>
      <p:bldP spid="87055" grpId="0" animBg="1"/>
      <p:bldP spid="28" grpId="0" animBg="1"/>
      <p:bldP spid="31" grpId="0" animBg="1"/>
      <p:bldP spid="62" grpId="0" uiExpand="1" build="allAtOnce"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914" name="Object 3"/>
          <p:cNvGraphicFramePr>
            <a:graphicFrameLocks noChangeAspect="1"/>
          </p:cNvGraphicFramePr>
          <p:nvPr/>
        </p:nvGraphicFramePr>
        <p:xfrm>
          <a:off x="2184400" y="1214438"/>
          <a:ext cx="4224338" cy="1163637"/>
        </p:xfrm>
        <a:graphic>
          <a:graphicData uri="http://schemas.openxmlformats.org/presentationml/2006/ole">
            <mc:AlternateContent xmlns:mc="http://schemas.openxmlformats.org/markup-compatibility/2006">
              <mc:Choice xmlns:v="urn:schemas-microsoft-com:vml" Requires="v">
                <p:oleObj name="Equation" r:id="rId3" imgW="2603160" imgH="711000" progId="Equation.DSMT4">
                  <p:embed/>
                </p:oleObj>
              </mc:Choice>
              <mc:Fallback>
                <p:oleObj name="Equation" r:id="rId3" imgW="2603160" imgH="711000" progId="Equation.DSMT4">
                  <p:embed/>
                  <p:pic>
                    <p:nvPicPr>
                      <p:cNvPr id="38914" name="Object 3"/>
                      <p:cNvPicPr>
                        <a:picLocks noChangeAspect="1" noChangeArrowheads="1"/>
                      </p:cNvPicPr>
                      <p:nvPr/>
                    </p:nvPicPr>
                    <p:blipFill>
                      <a:blip r:embed="rId4"/>
                      <a:srcRect/>
                      <a:stretch>
                        <a:fillRect/>
                      </a:stretch>
                    </p:blipFill>
                    <p:spPr bwMode="auto">
                      <a:xfrm>
                        <a:off x="2184400" y="1214438"/>
                        <a:ext cx="4224338" cy="1163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5"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807957" name="Object 3"/>
          <p:cNvGraphicFramePr>
            <a:graphicFrameLocks noChangeAspect="1"/>
          </p:cNvGraphicFramePr>
          <p:nvPr/>
        </p:nvGraphicFramePr>
        <p:xfrm>
          <a:off x="0" y="1214422"/>
          <a:ext cx="2164213" cy="1142989"/>
        </p:xfrm>
        <a:graphic>
          <a:graphicData uri="http://schemas.openxmlformats.org/presentationml/2006/ole">
            <mc:AlternateContent xmlns:mc="http://schemas.openxmlformats.org/markup-compatibility/2006">
              <mc:Choice xmlns:v="urn:schemas-microsoft-com:vml" Requires="v">
                <p:oleObj name="Equation" r:id="rId5" imgW="1346040" imgH="711000" progId="Equation.DSMT4">
                  <p:embed/>
                </p:oleObj>
              </mc:Choice>
              <mc:Fallback>
                <p:oleObj name="Equation" r:id="rId5" imgW="1346040" imgH="711000" progId="Equation.DSMT4">
                  <p:embed/>
                  <p:pic>
                    <p:nvPicPr>
                      <p:cNvPr id="807957"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214422"/>
                        <a:ext cx="2164213" cy="114298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 name="Object 3"/>
          <p:cNvGraphicFramePr>
            <a:graphicFrameLocks noChangeAspect="1"/>
          </p:cNvGraphicFramePr>
          <p:nvPr/>
        </p:nvGraphicFramePr>
        <p:xfrm>
          <a:off x="0" y="5714992"/>
          <a:ext cx="2144500" cy="1143008"/>
        </p:xfrm>
        <a:graphic>
          <a:graphicData uri="http://schemas.openxmlformats.org/presentationml/2006/ole">
            <mc:AlternateContent xmlns:mc="http://schemas.openxmlformats.org/markup-compatibility/2006">
              <mc:Choice xmlns:v="urn:schemas-microsoft-com:vml" Requires="v">
                <p:oleObj name="Equation" r:id="rId7" imgW="1333440" imgH="711000" progId="Equation.DSMT4">
                  <p:embed/>
                </p:oleObj>
              </mc:Choice>
              <mc:Fallback>
                <p:oleObj name="Equation" r:id="rId7" imgW="1333440" imgH="711000" progId="Equation.DSMT4">
                  <p:embed/>
                  <p:pic>
                    <p:nvPicPr>
                      <p:cNvPr id="37" name="Object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5714992"/>
                        <a:ext cx="2144500" cy="11430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 name="Object 3"/>
          <p:cNvGraphicFramePr>
            <a:graphicFrameLocks noChangeAspect="1"/>
          </p:cNvGraphicFramePr>
          <p:nvPr/>
        </p:nvGraphicFramePr>
        <p:xfrm>
          <a:off x="2112963" y="5692775"/>
          <a:ext cx="4238625" cy="1165225"/>
        </p:xfrm>
        <a:graphic>
          <a:graphicData uri="http://schemas.openxmlformats.org/presentationml/2006/ole">
            <mc:AlternateContent xmlns:mc="http://schemas.openxmlformats.org/markup-compatibility/2006">
              <mc:Choice xmlns:v="urn:schemas-microsoft-com:vml" Requires="v">
                <p:oleObj name="Equation" r:id="rId9" imgW="2616120" imgH="711000" progId="Equation.DSMT4">
                  <p:embed/>
                </p:oleObj>
              </mc:Choice>
              <mc:Fallback>
                <p:oleObj name="Equation" r:id="rId9" imgW="2616120" imgH="711000" progId="Equation.DSMT4">
                  <p:embed/>
                  <p:pic>
                    <p:nvPicPr>
                      <p:cNvPr id="38" name="Object 3"/>
                      <p:cNvPicPr>
                        <a:picLocks noChangeAspect="1" noChangeArrowheads="1"/>
                      </p:cNvPicPr>
                      <p:nvPr/>
                    </p:nvPicPr>
                    <p:blipFill>
                      <a:blip r:embed="rId10"/>
                      <a:srcRect/>
                      <a:stretch>
                        <a:fillRect/>
                      </a:stretch>
                    </p:blipFill>
                    <p:spPr bwMode="auto">
                      <a:xfrm>
                        <a:off x="2112963" y="5692775"/>
                        <a:ext cx="4238625" cy="1165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 name="Object 3"/>
          <p:cNvGraphicFramePr>
            <a:graphicFrameLocks noChangeAspect="1"/>
          </p:cNvGraphicFramePr>
          <p:nvPr/>
        </p:nvGraphicFramePr>
        <p:xfrm>
          <a:off x="2214546" y="2809891"/>
          <a:ext cx="5534025" cy="2833687"/>
        </p:xfrm>
        <a:graphic>
          <a:graphicData uri="http://schemas.openxmlformats.org/presentationml/2006/ole">
            <mc:AlternateContent xmlns:mc="http://schemas.openxmlformats.org/markup-compatibility/2006">
              <mc:Choice xmlns:v="urn:schemas-microsoft-com:vml" Requires="v">
                <p:oleObj name="Equation" r:id="rId11" imgW="3377880" imgH="1726920" progId="Equation.DSMT4">
                  <p:embed/>
                </p:oleObj>
              </mc:Choice>
              <mc:Fallback>
                <p:oleObj name="Equation" r:id="rId11" imgW="3377880" imgH="1726920" progId="Equation.DSMT4">
                  <p:embed/>
                  <p:pic>
                    <p:nvPicPr>
                      <p:cNvPr id="39" name="Object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14546" y="2809891"/>
                        <a:ext cx="5534025" cy="2833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3" name="Text Box 2"/>
          <p:cNvSpPr txBox="1">
            <a:spLocks noChangeArrowheads="1"/>
          </p:cNvSpPr>
          <p:nvPr/>
        </p:nvSpPr>
        <p:spPr bwMode="auto">
          <a:xfrm>
            <a:off x="-32" y="-24"/>
            <a:ext cx="610853" cy="400110"/>
          </a:xfrm>
          <a:prstGeom prst="rect">
            <a:avLst/>
          </a:prstGeom>
          <a:noFill/>
          <a:ln w="28575">
            <a:no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rPr>
              <a:t>例</a:t>
            </a:r>
            <a:endParaRPr kumimoji="1" lang="en-US" altLang="zh-CN"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endParaRPr>
          </a:p>
        </p:txBody>
      </p:sp>
      <p:graphicFrame>
        <p:nvGraphicFramePr>
          <p:cNvPr id="44" name="Object 3"/>
          <p:cNvGraphicFramePr>
            <a:graphicFrameLocks noChangeAspect="1"/>
          </p:cNvGraphicFramePr>
          <p:nvPr/>
        </p:nvGraphicFramePr>
        <p:xfrm>
          <a:off x="642910" y="0"/>
          <a:ext cx="6260434" cy="1142984"/>
        </p:xfrm>
        <a:graphic>
          <a:graphicData uri="http://schemas.openxmlformats.org/presentationml/2006/ole">
            <mc:AlternateContent xmlns:mc="http://schemas.openxmlformats.org/markup-compatibility/2006">
              <mc:Choice xmlns:v="urn:schemas-microsoft-com:vml" Requires="v">
                <p:oleObj name="Equation" r:id="rId13" imgW="3822480" imgH="698400" progId="Equation.DSMT4">
                  <p:embed/>
                </p:oleObj>
              </mc:Choice>
              <mc:Fallback>
                <p:oleObj name="Equation" r:id="rId13" imgW="3822480" imgH="698400" progId="Equation.DSMT4">
                  <p:embed/>
                  <p:pic>
                    <p:nvPicPr>
                      <p:cNvPr id="44" name="Object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2910" y="0"/>
                        <a:ext cx="6260434" cy="11429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07963" name="Object 27"/>
          <p:cNvGraphicFramePr>
            <a:graphicFrameLocks noChangeAspect="1"/>
          </p:cNvGraphicFramePr>
          <p:nvPr/>
        </p:nvGraphicFramePr>
        <p:xfrm>
          <a:off x="857224" y="3214686"/>
          <a:ext cx="1525587" cy="434975"/>
        </p:xfrm>
        <a:graphic>
          <a:graphicData uri="http://schemas.openxmlformats.org/presentationml/2006/ole">
            <mc:AlternateContent xmlns:mc="http://schemas.openxmlformats.org/markup-compatibility/2006">
              <mc:Choice xmlns:v="urn:schemas-microsoft-com:vml" Requires="v">
                <p:oleObj name="Equation" r:id="rId15" imgW="799920" imgH="228600" progId="Equation.DSMT4">
                  <p:embed/>
                </p:oleObj>
              </mc:Choice>
              <mc:Fallback>
                <p:oleObj name="Equation" r:id="rId15" imgW="799920" imgH="228600" progId="Equation.DSMT4">
                  <p:embed/>
                  <p:pic>
                    <p:nvPicPr>
                      <p:cNvPr id="807963" name="Object 2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7224" y="3214686"/>
                        <a:ext cx="1525587"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 name="Object 27"/>
          <p:cNvGraphicFramePr>
            <a:graphicFrameLocks noChangeAspect="1"/>
          </p:cNvGraphicFramePr>
          <p:nvPr/>
        </p:nvGraphicFramePr>
        <p:xfrm>
          <a:off x="857224" y="4494223"/>
          <a:ext cx="1549400" cy="434975"/>
        </p:xfrm>
        <a:graphic>
          <a:graphicData uri="http://schemas.openxmlformats.org/presentationml/2006/ole">
            <mc:AlternateContent xmlns:mc="http://schemas.openxmlformats.org/markup-compatibility/2006">
              <mc:Choice xmlns:v="urn:schemas-microsoft-com:vml" Requires="v">
                <p:oleObj name="Equation" r:id="rId17" imgW="812520" imgH="228600" progId="Equation.DSMT4">
                  <p:embed/>
                </p:oleObj>
              </mc:Choice>
              <mc:Fallback>
                <p:oleObj name="Equation" r:id="rId17" imgW="812520" imgH="228600" progId="Equation.DSMT4">
                  <p:embed/>
                  <p:pic>
                    <p:nvPicPr>
                      <p:cNvPr id="48" name="Object 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57224" y="4494223"/>
                        <a:ext cx="1549400"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 name="Object 27"/>
          <p:cNvGraphicFramePr>
            <a:graphicFrameLocks noChangeAspect="1"/>
          </p:cNvGraphicFramePr>
          <p:nvPr/>
        </p:nvGraphicFramePr>
        <p:xfrm>
          <a:off x="7643834" y="3929066"/>
          <a:ext cx="1428750" cy="338137"/>
        </p:xfrm>
        <a:graphic>
          <a:graphicData uri="http://schemas.openxmlformats.org/presentationml/2006/ole">
            <mc:AlternateContent xmlns:mc="http://schemas.openxmlformats.org/markup-compatibility/2006">
              <mc:Choice xmlns:v="urn:schemas-microsoft-com:vml" Requires="v">
                <p:oleObj name="Equation" r:id="rId19" imgW="749160" imgH="177480" progId="Equation.DSMT4">
                  <p:embed/>
                </p:oleObj>
              </mc:Choice>
              <mc:Fallback>
                <p:oleObj name="Equation" r:id="rId19" imgW="749160" imgH="177480" progId="Equation.DSMT4">
                  <p:embed/>
                  <p:pic>
                    <p:nvPicPr>
                      <p:cNvPr id="49" name="Object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643834" y="3929066"/>
                        <a:ext cx="14287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07957"/>
                                        </p:tgtEl>
                                        <p:attrNameLst>
                                          <p:attrName>style.visibility</p:attrName>
                                        </p:attrNameLst>
                                      </p:cBhvr>
                                      <p:to>
                                        <p:strVal val="visible"/>
                                      </p:to>
                                    </p:set>
                                    <p:animEffect transition="in" filter="wipe(left)">
                                      <p:cBhvr>
                                        <p:cTn id="7" dur="500"/>
                                        <p:tgtEl>
                                          <p:spTgt spid="807957"/>
                                        </p:tgtEl>
                                      </p:cBhvr>
                                    </p:animEffect>
                                  </p:childTnLst>
                                </p:cTn>
                              </p:par>
                              <p:par>
                                <p:cTn id="8" presetID="22" presetClass="entr" presetSubtype="8" fill="hold"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wipe(left)">
                                      <p:cBhvr>
                                        <p:cTn id="10" dur="500"/>
                                        <p:tgtEl>
                                          <p:spTgt spid="37"/>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914"/>
                                        </p:tgtEl>
                                        <p:attrNameLst>
                                          <p:attrName>style.visibility</p:attrName>
                                        </p:attrNameLst>
                                      </p:cBhvr>
                                      <p:to>
                                        <p:strVal val="visible"/>
                                      </p:to>
                                    </p:set>
                                    <p:animEffect transition="in" filter="wipe(left)">
                                      <p:cBhvr>
                                        <p:cTn id="15" dur="500"/>
                                        <p:tgtEl>
                                          <p:spTgt spid="3891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807963"/>
                                        </p:tgtEl>
                                        <p:attrNameLst>
                                          <p:attrName>style.visibility</p:attrName>
                                        </p:attrNameLst>
                                      </p:cBhvr>
                                      <p:to>
                                        <p:strVal val="visible"/>
                                      </p:to>
                                    </p:set>
                                    <p:animEffect transition="in" filter="wipe(left)">
                                      <p:cBhvr>
                                        <p:cTn id="20" dur="500"/>
                                        <p:tgtEl>
                                          <p:spTgt spid="80796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wipe(left)">
                                      <p:cBhvr>
                                        <p:cTn id="25" dur="500"/>
                                        <p:tgtEl>
                                          <p:spTgt spid="38"/>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wipe(left)">
                                      <p:cBhvr>
                                        <p:cTn id="30" dur="500"/>
                                        <p:tgtEl>
                                          <p:spTgt spid="4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left)">
                                      <p:cBhvr>
                                        <p:cTn id="35" dur="500"/>
                                        <p:tgtEl>
                                          <p:spTgt spid="3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7" name="Text Box 2"/>
          <p:cNvSpPr txBox="1">
            <a:spLocks noChangeArrowheads="1"/>
          </p:cNvSpPr>
          <p:nvPr/>
        </p:nvSpPr>
        <p:spPr bwMode="auto">
          <a:xfrm>
            <a:off x="-32" y="-24"/>
            <a:ext cx="610853" cy="400110"/>
          </a:xfrm>
          <a:prstGeom prst="rect">
            <a:avLst/>
          </a:prstGeom>
          <a:noFill/>
          <a:ln w="28575">
            <a:no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rPr>
              <a:t>例</a:t>
            </a:r>
            <a:endParaRPr kumimoji="1" lang="en-US" altLang="zh-CN"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endParaRPr>
          </a:p>
        </p:txBody>
      </p:sp>
      <p:graphicFrame>
        <p:nvGraphicFramePr>
          <p:cNvPr id="38914" name="Object 3"/>
          <p:cNvGraphicFramePr>
            <a:graphicFrameLocks noChangeAspect="1"/>
          </p:cNvGraphicFramePr>
          <p:nvPr/>
        </p:nvGraphicFramePr>
        <p:xfrm>
          <a:off x="642910" y="0"/>
          <a:ext cx="6260434" cy="1142984"/>
        </p:xfrm>
        <a:graphic>
          <a:graphicData uri="http://schemas.openxmlformats.org/presentationml/2006/ole">
            <mc:AlternateContent xmlns:mc="http://schemas.openxmlformats.org/markup-compatibility/2006">
              <mc:Choice xmlns:v="urn:schemas-microsoft-com:vml" Requires="v">
                <p:oleObj name="Equation" r:id="rId2" imgW="3822480" imgH="698400" progId="Equation.3">
                  <p:embed/>
                </p:oleObj>
              </mc:Choice>
              <mc:Fallback>
                <p:oleObj name="Equation" r:id="rId2" imgW="3822480" imgH="698400" progId="Equation.3">
                  <p:embed/>
                  <p:pic>
                    <p:nvPicPr>
                      <p:cNvPr id="38914" name="Object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910" y="0"/>
                        <a:ext cx="6260434" cy="11429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1140" name="Text Box 4"/>
          <p:cNvSpPr txBox="1">
            <a:spLocks noChangeArrowheads="1"/>
          </p:cNvSpPr>
          <p:nvPr/>
        </p:nvSpPr>
        <p:spPr bwMode="auto">
          <a:xfrm>
            <a:off x="0" y="1336509"/>
            <a:ext cx="815905"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rPr>
              <a:t>解</a:t>
            </a:r>
            <a:endParaRPr kumimoji="1" lang="zh-CN" altLang="en-US" sz="1800" b="1" i="0" u="none" strike="noStrike" kern="1200" cap="none" spc="0" normalizeH="0" baseline="0" noProof="0" dirty="0">
              <a:ln>
                <a:noFill/>
              </a:ln>
              <a:solidFill>
                <a:srgbClr val="3333CC">
                  <a:lumMod val="75000"/>
                </a:srgbClr>
              </a:solidFill>
              <a:effectLst/>
              <a:uLnTx/>
              <a:uFillTx/>
              <a:latin typeface="黑体" pitchFamily="2" charset="-122"/>
              <a:ea typeface="黑体" pitchFamily="2" charset="-122"/>
              <a:cs typeface="+mn-cs"/>
            </a:endParaRPr>
          </a:p>
        </p:txBody>
      </p:sp>
      <p:graphicFrame>
        <p:nvGraphicFramePr>
          <p:cNvPr id="91141" name="Object 5"/>
          <p:cNvGraphicFramePr>
            <a:graphicFrameLocks noChangeAspect="1"/>
          </p:cNvGraphicFramePr>
          <p:nvPr/>
        </p:nvGraphicFramePr>
        <p:xfrm>
          <a:off x="985831" y="1357298"/>
          <a:ext cx="2868643" cy="350296"/>
        </p:xfrm>
        <a:graphic>
          <a:graphicData uri="http://schemas.openxmlformats.org/presentationml/2006/ole">
            <mc:AlternateContent xmlns:mc="http://schemas.openxmlformats.org/markup-compatibility/2006">
              <mc:Choice xmlns:v="urn:schemas-microsoft-com:vml" Requires="v">
                <p:oleObj name="Equation" r:id="rId4" imgW="3848040" imgH="469800" progId="Equation.3">
                  <p:embed/>
                </p:oleObj>
              </mc:Choice>
              <mc:Fallback>
                <p:oleObj name="Equation" r:id="rId4" imgW="3848040" imgH="469800" progId="Equation.3">
                  <p:embed/>
                  <p:pic>
                    <p:nvPicPr>
                      <p:cNvPr id="91141"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831" y="1357298"/>
                        <a:ext cx="2868643" cy="3502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2"/>
          <p:cNvGraphicFramePr>
            <a:graphicFrameLocks noChangeAspect="1"/>
          </p:cNvGraphicFramePr>
          <p:nvPr/>
        </p:nvGraphicFramePr>
        <p:xfrm>
          <a:off x="5286380" y="1693699"/>
          <a:ext cx="2608067" cy="1020921"/>
        </p:xfrm>
        <a:graphic>
          <a:graphicData uri="http://schemas.openxmlformats.org/presentationml/2006/ole">
            <mc:AlternateContent xmlns:mc="http://schemas.openxmlformats.org/markup-compatibility/2006">
              <mc:Choice xmlns:v="urn:schemas-microsoft-com:vml" Requires="v">
                <p:oleObj name="Equation" r:id="rId6" imgW="3860640" imgH="1511280" progId="Equation.3">
                  <p:embed/>
                </p:oleObj>
              </mc:Choice>
              <mc:Fallback>
                <p:oleObj name="Equation" r:id="rId6" imgW="3860640" imgH="1511280" progId="Equation.3">
                  <p:embed/>
                  <p:pic>
                    <p:nvPicPr>
                      <p:cNvPr id="9"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86380" y="1693699"/>
                        <a:ext cx="2608067" cy="10209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3"/>
          <p:cNvGraphicFramePr>
            <a:graphicFrameLocks noChangeAspect="1"/>
          </p:cNvGraphicFramePr>
          <p:nvPr/>
        </p:nvGraphicFramePr>
        <p:xfrm>
          <a:off x="2047873" y="3051021"/>
          <a:ext cx="2479381" cy="1020921"/>
        </p:xfrm>
        <a:graphic>
          <a:graphicData uri="http://schemas.openxmlformats.org/presentationml/2006/ole">
            <mc:AlternateContent xmlns:mc="http://schemas.openxmlformats.org/markup-compatibility/2006">
              <mc:Choice xmlns:v="urn:schemas-microsoft-com:vml" Requires="v">
                <p:oleObj name="Equation" r:id="rId8" imgW="3670200" imgH="1511280" progId="Equation.3">
                  <p:embed/>
                </p:oleObj>
              </mc:Choice>
              <mc:Fallback>
                <p:oleObj name="Equation" r:id="rId8" imgW="3670200" imgH="1511280" progId="Equation.3">
                  <p:embed/>
                  <p:pic>
                    <p:nvPicPr>
                      <p:cNvPr id="10" name="Object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47873" y="3051021"/>
                        <a:ext cx="2479381" cy="10209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4"/>
          <p:cNvGraphicFramePr>
            <a:graphicFrameLocks noChangeAspect="1"/>
          </p:cNvGraphicFramePr>
          <p:nvPr/>
        </p:nvGraphicFramePr>
        <p:xfrm>
          <a:off x="5357818" y="3051021"/>
          <a:ext cx="2214578" cy="1020921"/>
        </p:xfrm>
        <a:graphic>
          <a:graphicData uri="http://schemas.openxmlformats.org/presentationml/2006/ole">
            <mc:AlternateContent xmlns:mc="http://schemas.openxmlformats.org/markup-compatibility/2006">
              <mc:Choice xmlns:v="urn:schemas-microsoft-com:vml" Requires="v">
                <p:oleObj name="Equation" r:id="rId10" imgW="3644640" imgH="1511280" progId="Equation.3">
                  <p:embed/>
                </p:oleObj>
              </mc:Choice>
              <mc:Fallback>
                <p:oleObj name="Equation" r:id="rId10" imgW="3644640" imgH="1511280" progId="Equation.3">
                  <p:embed/>
                  <p:pic>
                    <p:nvPicPr>
                      <p:cNvPr id="11" name="Object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57818" y="3051021"/>
                        <a:ext cx="2214578" cy="10209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Group 5"/>
          <p:cNvGrpSpPr>
            <a:grpSpLocks/>
          </p:cNvGrpSpPr>
          <p:nvPr/>
        </p:nvGrpSpPr>
        <p:grpSpPr bwMode="auto">
          <a:xfrm>
            <a:off x="4486293" y="1738318"/>
            <a:ext cx="774050" cy="695459"/>
            <a:chOff x="1296" y="600"/>
            <a:chExt cx="664" cy="744"/>
          </a:xfrm>
        </p:grpSpPr>
        <p:graphicFrame>
          <p:nvGraphicFramePr>
            <p:cNvPr id="13" name="Object 6"/>
            <p:cNvGraphicFramePr>
              <a:graphicFrameLocks noChangeAspect="1"/>
            </p:cNvGraphicFramePr>
            <p:nvPr/>
          </p:nvGraphicFramePr>
          <p:xfrm>
            <a:off x="1320" y="600"/>
            <a:ext cx="640" cy="264"/>
          </p:xfrm>
          <a:graphic>
            <a:graphicData uri="http://schemas.openxmlformats.org/presentationml/2006/ole">
              <mc:AlternateContent xmlns:mc="http://schemas.openxmlformats.org/markup-compatibility/2006">
                <mc:Choice xmlns:v="urn:schemas-microsoft-com:vml" Requires="v">
                  <p:oleObj name="Equation" r:id="rId12" imgW="1015920" imgH="419040" progId="Equation.3">
                    <p:embed/>
                  </p:oleObj>
                </mc:Choice>
                <mc:Fallback>
                  <p:oleObj name="Equation" r:id="rId12" imgW="1015920" imgH="419040" progId="Equation.3">
                    <p:embed/>
                    <p:pic>
                      <p:nvPicPr>
                        <p:cNvPr id="13" name="Object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20" y="600"/>
                          <a:ext cx="640" cy="2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7"/>
            <p:cNvGraphicFramePr>
              <a:graphicFrameLocks noChangeAspect="1"/>
            </p:cNvGraphicFramePr>
            <p:nvPr/>
          </p:nvGraphicFramePr>
          <p:xfrm>
            <a:off x="1316" y="1072"/>
            <a:ext cx="640" cy="272"/>
          </p:xfrm>
          <a:graphic>
            <a:graphicData uri="http://schemas.openxmlformats.org/presentationml/2006/ole">
              <mc:AlternateContent xmlns:mc="http://schemas.openxmlformats.org/markup-compatibility/2006">
                <mc:Choice xmlns:v="urn:schemas-microsoft-com:vml" Requires="v">
                  <p:oleObj name="Equation" r:id="rId14" imgW="1015920" imgH="431640" progId="Equation.3">
                    <p:embed/>
                  </p:oleObj>
                </mc:Choice>
                <mc:Fallback>
                  <p:oleObj name="Equation" r:id="rId14" imgW="1015920" imgH="431640" progId="Equation.3">
                    <p:embed/>
                    <p:pic>
                      <p:nvPicPr>
                        <p:cNvPr id="14" name="Object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16" y="1072"/>
                          <a:ext cx="640"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Freeform 8"/>
            <p:cNvSpPr>
              <a:spLocks/>
            </p:cNvSpPr>
            <p:nvPr/>
          </p:nvSpPr>
          <p:spPr bwMode="auto">
            <a:xfrm rot="374069">
              <a:off x="1296" y="960"/>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pSp>
        <p:nvGrpSpPr>
          <p:cNvPr id="4" name="Group 9"/>
          <p:cNvGrpSpPr>
            <a:grpSpLocks/>
          </p:cNvGrpSpPr>
          <p:nvPr/>
        </p:nvGrpSpPr>
        <p:grpSpPr bwMode="auto">
          <a:xfrm>
            <a:off x="1285884" y="3152639"/>
            <a:ext cx="727421" cy="664611"/>
            <a:chOff x="1320" y="1769"/>
            <a:chExt cx="624" cy="711"/>
          </a:xfrm>
        </p:grpSpPr>
        <p:graphicFrame>
          <p:nvGraphicFramePr>
            <p:cNvPr id="17" name="Object 10"/>
            <p:cNvGraphicFramePr>
              <a:graphicFrameLocks noChangeAspect="1"/>
            </p:cNvGraphicFramePr>
            <p:nvPr/>
          </p:nvGraphicFramePr>
          <p:xfrm>
            <a:off x="1368" y="1769"/>
            <a:ext cx="528" cy="264"/>
          </p:xfrm>
          <a:graphic>
            <a:graphicData uri="http://schemas.openxmlformats.org/presentationml/2006/ole">
              <mc:AlternateContent xmlns:mc="http://schemas.openxmlformats.org/markup-compatibility/2006">
                <mc:Choice xmlns:v="urn:schemas-microsoft-com:vml" Requires="v">
                  <p:oleObj name="Equation" r:id="rId16" imgW="838080" imgH="419040" progId="Equation.3">
                    <p:embed/>
                  </p:oleObj>
                </mc:Choice>
                <mc:Fallback>
                  <p:oleObj name="Equation" r:id="rId16" imgW="838080" imgH="419040" progId="Equation.3">
                    <p:embed/>
                    <p:pic>
                      <p:nvPicPr>
                        <p:cNvPr id="17" name="Object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8" y="1769"/>
                          <a:ext cx="528" cy="2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11"/>
            <p:cNvGraphicFramePr>
              <a:graphicFrameLocks noChangeAspect="1"/>
            </p:cNvGraphicFramePr>
            <p:nvPr/>
          </p:nvGraphicFramePr>
          <p:xfrm>
            <a:off x="1356" y="2208"/>
            <a:ext cx="536" cy="272"/>
          </p:xfrm>
          <a:graphic>
            <a:graphicData uri="http://schemas.openxmlformats.org/presentationml/2006/ole">
              <mc:AlternateContent xmlns:mc="http://schemas.openxmlformats.org/markup-compatibility/2006">
                <mc:Choice xmlns:v="urn:schemas-microsoft-com:vml" Requires="v">
                  <p:oleObj name="Equation" r:id="rId18" imgW="850680" imgH="431640" progId="Equation.3">
                    <p:embed/>
                  </p:oleObj>
                </mc:Choice>
                <mc:Fallback>
                  <p:oleObj name="Equation" r:id="rId18" imgW="850680" imgH="431640" progId="Equation.3">
                    <p:embed/>
                    <p:pic>
                      <p:nvPicPr>
                        <p:cNvPr id="18" name="Object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56" y="2208"/>
                          <a:ext cx="536"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Freeform 12"/>
            <p:cNvSpPr>
              <a:spLocks/>
            </p:cNvSpPr>
            <p:nvPr/>
          </p:nvSpPr>
          <p:spPr bwMode="auto">
            <a:xfrm rot="374069">
              <a:off x="1320" y="2112"/>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pSp>
        <p:nvGrpSpPr>
          <p:cNvPr id="5" name="Group 13"/>
          <p:cNvGrpSpPr>
            <a:grpSpLocks/>
          </p:cNvGrpSpPr>
          <p:nvPr/>
        </p:nvGrpSpPr>
        <p:grpSpPr bwMode="auto">
          <a:xfrm>
            <a:off x="4532331" y="3146290"/>
            <a:ext cx="774050" cy="668350"/>
            <a:chOff x="1288" y="2909"/>
            <a:chExt cx="664" cy="715"/>
          </a:xfrm>
        </p:grpSpPr>
        <p:graphicFrame>
          <p:nvGraphicFramePr>
            <p:cNvPr id="21" name="Object 14"/>
            <p:cNvGraphicFramePr>
              <a:graphicFrameLocks noChangeAspect="1"/>
            </p:cNvGraphicFramePr>
            <p:nvPr/>
          </p:nvGraphicFramePr>
          <p:xfrm>
            <a:off x="1312" y="2909"/>
            <a:ext cx="640" cy="272"/>
          </p:xfrm>
          <a:graphic>
            <a:graphicData uri="http://schemas.openxmlformats.org/presentationml/2006/ole">
              <mc:AlternateContent xmlns:mc="http://schemas.openxmlformats.org/markup-compatibility/2006">
                <mc:Choice xmlns:v="urn:schemas-microsoft-com:vml" Requires="v">
                  <p:oleObj name="Equation" r:id="rId20" imgW="1015920" imgH="431640" progId="Equation.3">
                    <p:embed/>
                  </p:oleObj>
                </mc:Choice>
                <mc:Fallback>
                  <p:oleObj name="Equation" r:id="rId20" imgW="1015920" imgH="431640" progId="Equation.3">
                    <p:embed/>
                    <p:pic>
                      <p:nvPicPr>
                        <p:cNvPr id="21" name="Object 1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12" y="2909"/>
                          <a:ext cx="640"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15"/>
            <p:cNvGraphicFramePr>
              <a:graphicFrameLocks noChangeAspect="1"/>
            </p:cNvGraphicFramePr>
            <p:nvPr/>
          </p:nvGraphicFramePr>
          <p:xfrm>
            <a:off x="1300" y="3352"/>
            <a:ext cx="648" cy="272"/>
          </p:xfrm>
          <a:graphic>
            <a:graphicData uri="http://schemas.openxmlformats.org/presentationml/2006/ole">
              <mc:AlternateContent xmlns:mc="http://schemas.openxmlformats.org/markup-compatibility/2006">
                <mc:Choice xmlns:v="urn:schemas-microsoft-com:vml" Requires="v">
                  <p:oleObj name="Equation" r:id="rId22" imgW="1028520" imgH="431640" progId="Equation.3">
                    <p:embed/>
                  </p:oleObj>
                </mc:Choice>
                <mc:Fallback>
                  <p:oleObj name="Equation" r:id="rId22" imgW="1028520" imgH="431640" progId="Equation.3">
                    <p:embed/>
                    <p:pic>
                      <p:nvPicPr>
                        <p:cNvPr id="22" name="Object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00" y="3352"/>
                          <a:ext cx="648"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3" name="Freeform 16"/>
            <p:cNvSpPr>
              <a:spLocks/>
            </p:cNvSpPr>
            <p:nvPr/>
          </p:nvSpPr>
          <p:spPr bwMode="auto">
            <a:xfrm rot="374069">
              <a:off x="1288" y="3232"/>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aphicFrame>
        <p:nvGraphicFramePr>
          <p:cNvPr id="24" name="Object 2"/>
          <p:cNvGraphicFramePr>
            <a:graphicFrameLocks noChangeAspect="1"/>
          </p:cNvGraphicFramePr>
          <p:nvPr/>
        </p:nvGraphicFramePr>
        <p:xfrm>
          <a:off x="5637213" y="4337050"/>
          <a:ext cx="1870075" cy="1212850"/>
        </p:xfrm>
        <a:graphic>
          <a:graphicData uri="http://schemas.openxmlformats.org/presentationml/2006/ole">
            <mc:AlternateContent xmlns:mc="http://schemas.openxmlformats.org/markup-compatibility/2006">
              <mc:Choice xmlns:v="urn:schemas-microsoft-com:vml" Requires="v">
                <p:oleObj name="Equation" r:id="rId24" imgW="1282680" imgH="723600" progId="Equation.DSMT4">
                  <p:embed/>
                </p:oleObj>
              </mc:Choice>
              <mc:Fallback>
                <p:oleObj name="Equation" r:id="rId24" imgW="1282680" imgH="723600" progId="Equation.DSMT4">
                  <p:embed/>
                  <p:pic>
                    <p:nvPicPr>
                      <p:cNvPr id="24" name="Object 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637213" y="4337050"/>
                        <a:ext cx="1870075" cy="1212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3"/>
          <p:cNvGraphicFramePr>
            <a:graphicFrameLocks noChangeAspect="1"/>
          </p:cNvGraphicFramePr>
          <p:nvPr/>
        </p:nvGraphicFramePr>
        <p:xfrm>
          <a:off x="919163" y="5786438"/>
          <a:ext cx="2876550" cy="1071562"/>
        </p:xfrm>
        <a:graphic>
          <a:graphicData uri="http://schemas.openxmlformats.org/presentationml/2006/ole">
            <mc:AlternateContent xmlns:mc="http://schemas.openxmlformats.org/markup-compatibility/2006">
              <mc:Choice xmlns:v="urn:schemas-microsoft-com:vml" Requires="v">
                <p:oleObj name="Equation" r:id="rId26" imgW="1955520" imgH="698400" progId="Equation.DSMT4">
                  <p:embed/>
                </p:oleObj>
              </mc:Choice>
              <mc:Fallback>
                <p:oleObj name="Equation" r:id="rId26" imgW="1955520" imgH="698400" progId="Equation.DSMT4">
                  <p:embed/>
                  <p:pic>
                    <p:nvPicPr>
                      <p:cNvPr id="25" name="Object 3"/>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919163" y="5786438"/>
                        <a:ext cx="2876550" cy="1071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6" name="Group 4"/>
          <p:cNvGrpSpPr>
            <a:grpSpLocks/>
          </p:cNvGrpSpPr>
          <p:nvPr/>
        </p:nvGrpSpPr>
        <p:grpSpPr bwMode="auto">
          <a:xfrm>
            <a:off x="4576763" y="4585914"/>
            <a:ext cx="1004330" cy="730249"/>
            <a:chOff x="1180" y="585"/>
            <a:chExt cx="888" cy="743"/>
          </a:xfrm>
        </p:grpSpPr>
        <p:graphicFrame>
          <p:nvGraphicFramePr>
            <p:cNvPr id="27" name="Object 5"/>
            <p:cNvGraphicFramePr>
              <a:graphicFrameLocks noChangeAspect="1"/>
            </p:cNvGraphicFramePr>
            <p:nvPr/>
          </p:nvGraphicFramePr>
          <p:xfrm>
            <a:off x="1180" y="585"/>
            <a:ext cx="888" cy="264"/>
          </p:xfrm>
          <a:graphic>
            <a:graphicData uri="http://schemas.openxmlformats.org/presentationml/2006/ole">
              <mc:AlternateContent xmlns:mc="http://schemas.openxmlformats.org/markup-compatibility/2006">
                <mc:Choice xmlns:v="urn:schemas-microsoft-com:vml" Requires="v">
                  <p:oleObj name="Equation" r:id="rId28" imgW="1409400" imgH="419040" progId="Equation.3">
                    <p:embed/>
                  </p:oleObj>
                </mc:Choice>
                <mc:Fallback>
                  <p:oleObj name="Equation" r:id="rId28" imgW="1409400" imgH="419040" progId="Equation.3">
                    <p:embed/>
                    <p:pic>
                      <p:nvPicPr>
                        <p:cNvPr id="27" name="Object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180" y="585"/>
                          <a:ext cx="888" cy="2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Object 6"/>
            <p:cNvGraphicFramePr>
              <a:graphicFrameLocks noChangeAspect="1"/>
            </p:cNvGraphicFramePr>
            <p:nvPr/>
          </p:nvGraphicFramePr>
          <p:xfrm>
            <a:off x="1184" y="1056"/>
            <a:ext cx="864" cy="272"/>
          </p:xfrm>
          <a:graphic>
            <a:graphicData uri="http://schemas.openxmlformats.org/presentationml/2006/ole">
              <mc:AlternateContent xmlns:mc="http://schemas.openxmlformats.org/markup-compatibility/2006">
                <mc:Choice xmlns:v="urn:schemas-microsoft-com:vml" Requires="v">
                  <p:oleObj name="Equation" r:id="rId30" imgW="1371600" imgH="431640" progId="Equation.3">
                    <p:embed/>
                  </p:oleObj>
                </mc:Choice>
                <mc:Fallback>
                  <p:oleObj name="Equation" r:id="rId30" imgW="1371600" imgH="431640" progId="Equation.3">
                    <p:embed/>
                    <p:pic>
                      <p:nvPicPr>
                        <p:cNvPr id="28" name="Object 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184" y="1056"/>
                          <a:ext cx="864"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9" name="Freeform 7"/>
            <p:cNvSpPr>
              <a:spLocks/>
            </p:cNvSpPr>
            <p:nvPr/>
          </p:nvSpPr>
          <p:spPr bwMode="auto">
            <a:xfrm rot="374069">
              <a:off x="1296" y="912"/>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graphicFrame>
        <p:nvGraphicFramePr>
          <p:cNvPr id="30" name="Object 8"/>
          <p:cNvGraphicFramePr>
            <a:graphicFrameLocks noChangeAspect="1"/>
          </p:cNvGraphicFramePr>
          <p:nvPr/>
        </p:nvGraphicFramePr>
        <p:xfrm>
          <a:off x="1993871" y="4423988"/>
          <a:ext cx="2506691" cy="1076714"/>
        </p:xfrm>
        <a:graphic>
          <a:graphicData uri="http://schemas.openxmlformats.org/presentationml/2006/ole">
            <mc:AlternateContent xmlns:mc="http://schemas.openxmlformats.org/markup-compatibility/2006">
              <mc:Choice xmlns:v="urn:schemas-microsoft-com:vml" Requires="v">
                <p:oleObj name="Equation" r:id="rId10" imgW="3644640" imgH="1511280" progId="Equation.3">
                  <p:embed/>
                </p:oleObj>
              </mc:Choice>
              <mc:Fallback>
                <p:oleObj name="Equation" r:id="rId10" imgW="3644640" imgH="1511280" progId="Equation.3">
                  <p:embed/>
                  <p:pic>
                    <p:nvPicPr>
                      <p:cNvPr id="3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93871" y="4423988"/>
                        <a:ext cx="2506691" cy="10767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 name="Group 9"/>
          <p:cNvGrpSpPr>
            <a:grpSpLocks/>
          </p:cNvGrpSpPr>
          <p:nvPr/>
        </p:nvGrpSpPr>
        <p:grpSpPr bwMode="auto">
          <a:xfrm>
            <a:off x="1285852" y="4546226"/>
            <a:ext cx="750986" cy="702730"/>
            <a:chOff x="1288" y="2909"/>
            <a:chExt cx="664" cy="715"/>
          </a:xfrm>
        </p:grpSpPr>
        <p:graphicFrame>
          <p:nvGraphicFramePr>
            <p:cNvPr id="32" name="Object 10"/>
            <p:cNvGraphicFramePr>
              <a:graphicFrameLocks noChangeAspect="1"/>
            </p:cNvGraphicFramePr>
            <p:nvPr/>
          </p:nvGraphicFramePr>
          <p:xfrm>
            <a:off x="1312" y="2909"/>
            <a:ext cx="640" cy="272"/>
          </p:xfrm>
          <a:graphic>
            <a:graphicData uri="http://schemas.openxmlformats.org/presentationml/2006/ole">
              <mc:AlternateContent xmlns:mc="http://schemas.openxmlformats.org/markup-compatibility/2006">
                <mc:Choice xmlns:v="urn:schemas-microsoft-com:vml" Requires="v">
                  <p:oleObj name="Equation" r:id="rId20" imgW="1015920" imgH="431640" progId="Equation.3">
                    <p:embed/>
                  </p:oleObj>
                </mc:Choice>
                <mc:Fallback>
                  <p:oleObj name="Equation" r:id="rId20" imgW="1015920" imgH="431640" progId="Equation.3">
                    <p:embed/>
                    <p:pic>
                      <p:nvPicPr>
                        <p:cNvPr id="32" name="Object 1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12" y="2909"/>
                          <a:ext cx="640"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 name="Object 11"/>
            <p:cNvGraphicFramePr>
              <a:graphicFrameLocks noChangeAspect="1"/>
            </p:cNvGraphicFramePr>
            <p:nvPr/>
          </p:nvGraphicFramePr>
          <p:xfrm>
            <a:off x="1300" y="3352"/>
            <a:ext cx="648" cy="272"/>
          </p:xfrm>
          <a:graphic>
            <a:graphicData uri="http://schemas.openxmlformats.org/presentationml/2006/ole">
              <mc:AlternateContent xmlns:mc="http://schemas.openxmlformats.org/markup-compatibility/2006">
                <mc:Choice xmlns:v="urn:schemas-microsoft-com:vml" Requires="v">
                  <p:oleObj name="Equation" r:id="rId32" imgW="1028520" imgH="431640" progId="Equation.3">
                    <p:embed/>
                  </p:oleObj>
                </mc:Choice>
                <mc:Fallback>
                  <p:oleObj name="Equation" r:id="rId32" imgW="1028520" imgH="431640" progId="Equation.3">
                    <p:embed/>
                    <p:pic>
                      <p:nvPicPr>
                        <p:cNvPr id="33" name="Object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00" y="3352"/>
                          <a:ext cx="648" cy="27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 name="Freeform 12"/>
            <p:cNvSpPr>
              <a:spLocks/>
            </p:cNvSpPr>
            <p:nvPr/>
          </p:nvSpPr>
          <p:spPr bwMode="auto">
            <a:xfrm rot="374069">
              <a:off x="1288" y="3232"/>
              <a:ext cx="624" cy="48"/>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sp>
        <p:nvSpPr>
          <p:cNvPr id="35"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605205" name="Object 7"/>
          <p:cNvGraphicFramePr>
            <a:graphicFrameLocks noChangeAspect="1"/>
          </p:cNvGraphicFramePr>
          <p:nvPr/>
        </p:nvGraphicFramePr>
        <p:xfrm>
          <a:off x="1214414" y="1643050"/>
          <a:ext cx="3214710" cy="1187300"/>
        </p:xfrm>
        <a:graphic>
          <a:graphicData uri="http://schemas.openxmlformats.org/presentationml/2006/ole">
            <mc:AlternateContent xmlns:mc="http://schemas.openxmlformats.org/markup-compatibility/2006">
              <mc:Choice xmlns:v="urn:schemas-microsoft-com:vml" Requires="v">
                <p:oleObj name="Equation" r:id="rId33" imgW="1587240" imgH="723600" progId="Equation.DSMT4">
                  <p:embed/>
                </p:oleObj>
              </mc:Choice>
              <mc:Fallback>
                <p:oleObj name="Equation" r:id="rId33" imgW="1587240" imgH="723600" progId="Equation.DSMT4">
                  <p:embed/>
                  <p:pic>
                    <p:nvPicPr>
                      <p:cNvPr id="605205" name="Object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214414" y="1643050"/>
                        <a:ext cx="3214710" cy="1187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1140"/>
                                        </p:tgtEl>
                                        <p:attrNameLst>
                                          <p:attrName>style.visibility</p:attrName>
                                        </p:attrNameLst>
                                      </p:cBhvr>
                                      <p:to>
                                        <p:strVal val="visible"/>
                                      </p:to>
                                    </p:set>
                                    <p:animEffect transition="in" filter="wipe(left)">
                                      <p:cBhvr>
                                        <p:cTn id="7" dur="500"/>
                                        <p:tgtEl>
                                          <p:spTgt spid="91140"/>
                                        </p:tgtEl>
                                      </p:cBhvr>
                                    </p:animEffect>
                                  </p:childTnLst>
                                </p:cTn>
                              </p:par>
                              <p:par>
                                <p:cTn id="8" presetID="22" presetClass="entr" presetSubtype="8" fill="hold" nodeType="withEffect">
                                  <p:stCondLst>
                                    <p:cond delay="0"/>
                                  </p:stCondLst>
                                  <p:childTnLst>
                                    <p:set>
                                      <p:cBhvr>
                                        <p:cTn id="9" dur="1" fill="hold">
                                          <p:stCondLst>
                                            <p:cond delay="0"/>
                                          </p:stCondLst>
                                        </p:cTn>
                                        <p:tgtEl>
                                          <p:spTgt spid="91141"/>
                                        </p:tgtEl>
                                        <p:attrNameLst>
                                          <p:attrName>style.visibility</p:attrName>
                                        </p:attrNameLst>
                                      </p:cBhvr>
                                      <p:to>
                                        <p:strVal val="visible"/>
                                      </p:to>
                                    </p:set>
                                    <p:animEffect transition="in" filter="wipe(left)">
                                      <p:cBhvr>
                                        <p:cTn id="10" dur="500"/>
                                        <p:tgtEl>
                                          <p:spTgt spid="9114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605205"/>
                                        </p:tgtEl>
                                        <p:attrNameLst>
                                          <p:attrName>style.visibility</p:attrName>
                                        </p:attrNameLst>
                                      </p:cBhvr>
                                      <p:to>
                                        <p:strVal val="visible"/>
                                      </p:to>
                                    </p:set>
                                    <p:animEffect transition="in" filter="wipe(left)">
                                      <p:cBhvr>
                                        <p:cTn id="15" dur="500"/>
                                        <p:tgtEl>
                                          <p:spTgt spid="60520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wipe(left)">
                                      <p:cBhvr>
                                        <p:cTn id="20" dur="500"/>
                                        <p:tgtEl>
                                          <p:spTgt spid="3"/>
                                        </p:tgtEl>
                                      </p:cBhvr>
                                    </p:animEffect>
                                  </p:childTnLst>
                                </p:cTn>
                              </p:par>
                              <p:par>
                                <p:cTn id="21" presetID="22" presetClass="entr" presetSubtype="8"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left)">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22" presetClass="entr" presetSubtype="8"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wipe(left)">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left)">
                                      <p:cBhvr>
                                        <p:cTn id="36" dur="500"/>
                                        <p:tgtEl>
                                          <p:spTgt spid="5"/>
                                        </p:tgtEl>
                                      </p:cBhvr>
                                    </p:animEffect>
                                  </p:childTnLst>
                                </p:cTn>
                              </p:par>
                              <p:par>
                                <p:cTn id="37" presetID="22" presetClass="entr" presetSubtype="8"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left)">
                                      <p:cBhvr>
                                        <p:cTn id="39" dur="500"/>
                                        <p:tgtEl>
                                          <p:spTgt spid="11"/>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left)">
                                      <p:cBhvr>
                                        <p:cTn id="44" dur="500"/>
                                        <p:tgtEl>
                                          <p:spTgt spid="7"/>
                                        </p:tgtEl>
                                      </p:cBhvr>
                                    </p:animEffect>
                                  </p:childTnLst>
                                </p:cTn>
                              </p:par>
                              <p:par>
                                <p:cTn id="45" presetID="22" presetClass="entr" presetSubtype="8" fill="hold" nodeType="with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wipe(left)">
                                      <p:cBhvr>
                                        <p:cTn id="47" dur="500"/>
                                        <p:tgtEl>
                                          <p:spTgt spid="3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wipe(left)">
                                      <p:cBhvr>
                                        <p:cTn id="52" dur="500"/>
                                        <p:tgtEl>
                                          <p:spTgt spid="6"/>
                                        </p:tgtEl>
                                      </p:cBhvr>
                                    </p:animEffect>
                                  </p:childTnLst>
                                </p:cTn>
                              </p:par>
                              <p:par>
                                <p:cTn id="53" presetID="22" presetClass="entr" presetSubtype="8" fill="hold"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wipe(left)">
                                      <p:cBhvr>
                                        <p:cTn id="55" dur="500"/>
                                        <p:tgtEl>
                                          <p:spTgt spid="24"/>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wipe(left)">
                                      <p:cBhvr>
                                        <p:cTn id="6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40"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6258" name="Object 2"/>
          <p:cNvGraphicFramePr>
            <a:graphicFrameLocks noChangeAspect="1"/>
          </p:cNvGraphicFramePr>
          <p:nvPr/>
        </p:nvGraphicFramePr>
        <p:xfrm>
          <a:off x="5715008" y="3546962"/>
          <a:ext cx="1412891" cy="1239360"/>
        </p:xfrm>
        <a:graphic>
          <a:graphicData uri="http://schemas.openxmlformats.org/presentationml/2006/ole">
            <mc:AlternateContent xmlns:mc="http://schemas.openxmlformats.org/markup-compatibility/2006">
              <mc:Choice xmlns:v="urn:schemas-microsoft-com:vml" Requires="v">
                <p:oleObj name="Equation" r:id="rId2" imgW="749160" imgH="698400" progId="Equation.DSMT4">
                  <p:embed/>
                </p:oleObj>
              </mc:Choice>
              <mc:Fallback>
                <p:oleObj name="Equation" r:id="rId2" imgW="749160" imgH="698400" progId="Equation.DSMT4">
                  <p:embed/>
                  <p:pic>
                    <p:nvPicPr>
                      <p:cNvPr id="96258"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5008" y="3546962"/>
                        <a:ext cx="1412891" cy="123936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6259" name="Text Box 3"/>
          <p:cNvSpPr txBox="1">
            <a:spLocks noChangeArrowheads="1"/>
          </p:cNvSpPr>
          <p:nvPr/>
        </p:nvSpPr>
        <p:spPr bwMode="auto">
          <a:xfrm>
            <a:off x="0" y="0"/>
            <a:ext cx="5306033" cy="461665"/>
          </a:xfrm>
          <a:prstGeom prst="rect">
            <a:avLst/>
          </a:prstGeom>
          <a:noFill/>
          <a:ln w="28575">
            <a:noFill/>
            <a:miter lim="800000"/>
            <a:headEnd/>
            <a:tailEnd/>
          </a:ln>
        </p:spPr>
        <p:txBody>
          <a:bodyPr wrap="square">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例</a:t>
            </a:r>
            <a:r>
              <a:rPr kumimoji="1" lang="en-US" altLang="zh-CN"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解矩阵方程 </a:t>
            </a:r>
            <a:r>
              <a:rPr kumimoji="1" lang="en-US" altLang="zh-CN" sz="2400" b="1" i="1"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AX = A + </a:t>
            </a:r>
            <a:r>
              <a:rPr kumimoji="1" lang="en-US" altLang="zh-CN"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2</a:t>
            </a:r>
            <a:r>
              <a:rPr kumimoji="1" lang="en-US" altLang="zh-CN" sz="2400" b="1" i="1"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X </a:t>
            </a:r>
            <a:r>
              <a:rPr kumimoji="1" lang="en-US" altLang="zh-CN"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其中</a:t>
            </a:r>
            <a:endParaRPr kumimoji="1" lang="zh-CN" altLang="en-US" sz="2400" b="1" i="1"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endParaRPr>
          </a:p>
        </p:txBody>
      </p:sp>
      <p:sp>
        <p:nvSpPr>
          <p:cNvPr id="96260" name="Text Box 4"/>
          <p:cNvSpPr txBox="1">
            <a:spLocks noChangeArrowheads="1"/>
          </p:cNvSpPr>
          <p:nvPr/>
        </p:nvSpPr>
        <p:spPr bwMode="auto">
          <a:xfrm>
            <a:off x="0" y="1214422"/>
            <a:ext cx="720857"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解</a:t>
            </a:r>
            <a:r>
              <a:rPr kumimoji="1" lang="en-US" altLang="zh-CN"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rPr>
              <a:t>:</a:t>
            </a:r>
          </a:p>
        </p:txBody>
      </p:sp>
      <p:graphicFrame>
        <p:nvGraphicFramePr>
          <p:cNvPr id="96261" name="Object 5"/>
          <p:cNvGraphicFramePr>
            <a:graphicFrameLocks noChangeAspect="1"/>
          </p:cNvGraphicFramePr>
          <p:nvPr/>
        </p:nvGraphicFramePr>
        <p:xfrm>
          <a:off x="642910" y="1357298"/>
          <a:ext cx="2292587" cy="241832"/>
        </p:xfrm>
        <a:graphic>
          <a:graphicData uri="http://schemas.openxmlformats.org/presentationml/2006/ole">
            <mc:AlternateContent xmlns:mc="http://schemas.openxmlformats.org/markup-compatibility/2006">
              <mc:Choice xmlns:v="urn:schemas-microsoft-com:vml" Requires="v">
                <p:oleObj name="公式" r:id="rId4" imgW="2425680" imgH="304560" progId="Equation.3">
                  <p:embed/>
                </p:oleObj>
              </mc:Choice>
              <mc:Fallback>
                <p:oleObj name="公式" r:id="rId4" imgW="2425680" imgH="304560" progId="Equation.3">
                  <p:embed/>
                  <p:pic>
                    <p:nvPicPr>
                      <p:cNvPr id="96261"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2910" y="1357298"/>
                        <a:ext cx="2292587" cy="2418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2" name="Object 6"/>
          <p:cNvGraphicFramePr>
            <a:graphicFrameLocks noChangeAspect="1"/>
          </p:cNvGraphicFramePr>
          <p:nvPr/>
        </p:nvGraphicFramePr>
        <p:xfrm>
          <a:off x="738188" y="3571875"/>
          <a:ext cx="5010150" cy="1285875"/>
        </p:xfrm>
        <a:graphic>
          <a:graphicData uri="http://schemas.openxmlformats.org/presentationml/2006/ole">
            <mc:AlternateContent xmlns:mc="http://schemas.openxmlformats.org/markup-compatibility/2006">
              <mc:Choice xmlns:v="urn:schemas-microsoft-com:vml" Requires="v">
                <p:oleObj name="Equation" r:id="rId6" imgW="2501640" imgH="723600" progId="Equation.DSMT4">
                  <p:embed/>
                </p:oleObj>
              </mc:Choice>
              <mc:Fallback>
                <p:oleObj name="Equation" r:id="rId6" imgW="2501640" imgH="723600" progId="Equation.DSMT4">
                  <p:embed/>
                  <p:pic>
                    <p:nvPicPr>
                      <p:cNvPr id="96262"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8188" y="3571875"/>
                        <a:ext cx="5010150" cy="1285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5" name="Object 9"/>
          <p:cNvGraphicFramePr>
            <a:graphicFrameLocks noChangeAspect="1"/>
          </p:cNvGraphicFramePr>
          <p:nvPr/>
        </p:nvGraphicFramePr>
        <p:xfrm>
          <a:off x="5148263" y="0"/>
          <a:ext cx="2303462" cy="1143000"/>
        </p:xfrm>
        <a:graphic>
          <a:graphicData uri="http://schemas.openxmlformats.org/presentationml/2006/ole">
            <mc:AlternateContent xmlns:mc="http://schemas.openxmlformats.org/markup-compatibility/2006">
              <mc:Choice xmlns:v="urn:schemas-microsoft-com:vml" Requires="v">
                <p:oleObj name="Equation" r:id="rId8" imgW="1180800" imgH="698400" progId="Equation.DSMT4">
                  <p:embed/>
                </p:oleObj>
              </mc:Choice>
              <mc:Fallback>
                <p:oleObj name="Equation" r:id="rId8" imgW="1180800" imgH="698400" progId="Equation.DSMT4">
                  <p:embed/>
                  <p:pic>
                    <p:nvPicPr>
                      <p:cNvPr id="96265"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48263" y="0"/>
                        <a:ext cx="2303462" cy="1143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6" name="Object 10"/>
          <p:cNvGraphicFramePr>
            <a:graphicFrameLocks noChangeAspect="1"/>
          </p:cNvGraphicFramePr>
          <p:nvPr/>
        </p:nvGraphicFramePr>
        <p:xfrm>
          <a:off x="3000364" y="1327004"/>
          <a:ext cx="2554061" cy="316046"/>
        </p:xfrm>
        <a:graphic>
          <a:graphicData uri="http://schemas.openxmlformats.org/presentationml/2006/ole">
            <mc:AlternateContent xmlns:mc="http://schemas.openxmlformats.org/markup-compatibility/2006">
              <mc:Choice xmlns:v="urn:schemas-microsoft-com:vml" Requires="v">
                <p:oleObj name="公式" r:id="rId10" imgW="2743200" imgH="393480" progId="Equation.3">
                  <p:embed/>
                </p:oleObj>
              </mc:Choice>
              <mc:Fallback>
                <p:oleObj name="公式" r:id="rId10" imgW="2743200" imgH="393480" progId="Equation.3">
                  <p:embed/>
                  <p:pic>
                    <p:nvPicPr>
                      <p:cNvPr id="96266" name="Object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00364" y="1327004"/>
                        <a:ext cx="2554061" cy="3160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7" name="Object 11"/>
          <p:cNvGraphicFramePr>
            <a:graphicFrameLocks noChangeAspect="1"/>
          </p:cNvGraphicFramePr>
          <p:nvPr/>
        </p:nvGraphicFramePr>
        <p:xfrm>
          <a:off x="1430336" y="1714500"/>
          <a:ext cx="2998788" cy="1136650"/>
        </p:xfrm>
        <a:graphic>
          <a:graphicData uri="http://schemas.openxmlformats.org/presentationml/2006/ole">
            <mc:AlternateContent xmlns:mc="http://schemas.openxmlformats.org/markup-compatibility/2006">
              <mc:Choice xmlns:v="urn:schemas-microsoft-com:vml" Requires="v">
                <p:oleObj name="Equation" r:id="rId12" imgW="1485720" imgH="698400" progId="Equation.DSMT4">
                  <p:embed/>
                </p:oleObj>
              </mc:Choice>
              <mc:Fallback>
                <p:oleObj name="Equation" r:id="rId12" imgW="1485720" imgH="698400" progId="Equation.DSMT4">
                  <p:embed/>
                  <p:pic>
                    <p:nvPicPr>
                      <p:cNvPr id="96267" name="Object 1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30336" y="1714500"/>
                        <a:ext cx="2998788" cy="1136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8" name="Object 12"/>
          <p:cNvGraphicFramePr>
            <a:graphicFrameLocks noChangeAspect="1"/>
          </p:cNvGraphicFramePr>
          <p:nvPr/>
        </p:nvGraphicFramePr>
        <p:xfrm>
          <a:off x="7281863" y="3571875"/>
          <a:ext cx="1631950" cy="1214438"/>
        </p:xfrm>
        <a:graphic>
          <a:graphicData uri="http://schemas.openxmlformats.org/presentationml/2006/ole">
            <mc:AlternateContent xmlns:mc="http://schemas.openxmlformats.org/markup-compatibility/2006">
              <mc:Choice xmlns:v="urn:schemas-microsoft-com:vml" Requires="v">
                <p:oleObj name="Equation" r:id="rId14" imgW="914400" imgH="723600" progId="Equation.DSMT4">
                  <p:embed/>
                </p:oleObj>
              </mc:Choice>
              <mc:Fallback>
                <p:oleObj name="Equation" r:id="rId14" imgW="914400" imgH="723600" progId="Equation.DSMT4">
                  <p:embed/>
                  <p:pic>
                    <p:nvPicPr>
                      <p:cNvPr id="96268" name="Object 1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81863" y="3571875"/>
                        <a:ext cx="1631950" cy="1214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69" name="Object 13"/>
          <p:cNvGraphicFramePr>
            <a:graphicFrameLocks noChangeAspect="1"/>
          </p:cNvGraphicFramePr>
          <p:nvPr/>
        </p:nvGraphicFramePr>
        <p:xfrm>
          <a:off x="714348" y="3000372"/>
          <a:ext cx="2489054" cy="358270"/>
        </p:xfrm>
        <a:graphic>
          <a:graphicData uri="http://schemas.openxmlformats.org/presentationml/2006/ole">
            <mc:AlternateContent xmlns:mc="http://schemas.openxmlformats.org/markup-compatibility/2006">
              <mc:Choice xmlns:v="urn:schemas-microsoft-com:vml" Requires="v">
                <p:oleObj name="公式" r:id="rId16" imgW="2476440" imgH="444240" progId="Equation.3">
                  <p:embed/>
                </p:oleObj>
              </mc:Choice>
              <mc:Fallback>
                <p:oleObj name="公式" r:id="rId16" imgW="2476440" imgH="444240" progId="Equation.3">
                  <p:embed/>
                  <p:pic>
                    <p:nvPicPr>
                      <p:cNvPr id="96269" name="Object 1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4348" y="3000372"/>
                        <a:ext cx="2489054" cy="3582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6270" name="Object 14"/>
          <p:cNvGraphicFramePr>
            <a:graphicFrameLocks noChangeAspect="1"/>
          </p:cNvGraphicFramePr>
          <p:nvPr/>
        </p:nvGraphicFramePr>
        <p:xfrm>
          <a:off x="3714744" y="3000372"/>
          <a:ext cx="2143140" cy="326644"/>
        </p:xfrm>
        <a:graphic>
          <a:graphicData uri="http://schemas.openxmlformats.org/presentationml/2006/ole">
            <mc:AlternateContent xmlns:mc="http://schemas.openxmlformats.org/markup-compatibility/2006">
              <mc:Choice xmlns:v="urn:schemas-microsoft-com:vml" Requires="v">
                <p:oleObj name="公式" r:id="rId18" imgW="2514600" imgH="444240" progId="Equation.3">
                  <p:embed/>
                </p:oleObj>
              </mc:Choice>
              <mc:Fallback>
                <p:oleObj name="公式" r:id="rId18" imgW="2514600" imgH="444240" progId="Equation.3">
                  <p:embed/>
                  <p:pic>
                    <p:nvPicPr>
                      <p:cNvPr id="96270" name="Object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14744" y="3000372"/>
                        <a:ext cx="2143140" cy="3266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7284" name="Object 4"/>
          <p:cNvGraphicFramePr>
            <a:graphicFrameLocks noChangeAspect="1"/>
          </p:cNvGraphicFramePr>
          <p:nvPr/>
        </p:nvGraphicFramePr>
        <p:xfrm>
          <a:off x="733425" y="5229225"/>
          <a:ext cx="3109913" cy="1200150"/>
        </p:xfrm>
        <a:graphic>
          <a:graphicData uri="http://schemas.openxmlformats.org/presentationml/2006/ole">
            <mc:AlternateContent xmlns:mc="http://schemas.openxmlformats.org/markup-compatibility/2006">
              <mc:Choice xmlns:v="urn:schemas-microsoft-com:vml" Requires="v">
                <p:oleObj name="Equation" r:id="rId20" imgW="1473120" imgH="698400" progId="Equation.DSMT4">
                  <p:embed/>
                </p:oleObj>
              </mc:Choice>
              <mc:Fallback>
                <p:oleObj name="Equation" r:id="rId20" imgW="1473120" imgH="698400" progId="Equation.DSMT4">
                  <p:embed/>
                  <p:pic>
                    <p:nvPicPr>
                      <p:cNvPr id="97284" name="Object 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33425" y="5229225"/>
                        <a:ext cx="3109913" cy="1200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6260"/>
                                        </p:tgtEl>
                                        <p:attrNameLst>
                                          <p:attrName>style.visibility</p:attrName>
                                        </p:attrNameLst>
                                      </p:cBhvr>
                                      <p:to>
                                        <p:strVal val="visible"/>
                                      </p:to>
                                    </p:set>
                                    <p:animEffect transition="in" filter="wipe(left)">
                                      <p:cBhvr>
                                        <p:cTn id="7" dur="500"/>
                                        <p:tgtEl>
                                          <p:spTgt spid="96260"/>
                                        </p:tgtEl>
                                      </p:cBhvr>
                                    </p:animEffect>
                                  </p:childTnLst>
                                </p:cTn>
                              </p:par>
                              <p:par>
                                <p:cTn id="8" presetID="22" presetClass="entr" presetSubtype="8" fill="hold" nodeType="withEffect">
                                  <p:stCondLst>
                                    <p:cond delay="0"/>
                                  </p:stCondLst>
                                  <p:childTnLst>
                                    <p:set>
                                      <p:cBhvr>
                                        <p:cTn id="9" dur="1" fill="hold">
                                          <p:stCondLst>
                                            <p:cond delay="0"/>
                                          </p:stCondLst>
                                        </p:cTn>
                                        <p:tgtEl>
                                          <p:spTgt spid="96261"/>
                                        </p:tgtEl>
                                        <p:attrNameLst>
                                          <p:attrName>style.visibility</p:attrName>
                                        </p:attrNameLst>
                                      </p:cBhvr>
                                      <p:to>
                                        <p:strVal val="visible"/>
                                      </p:to>
                                    </p:set>
                                    <p:animEffect transition="in" filter="wipe(left)">
                                      <p:cBhvr>
                                        <p:cTn id="10" dur="500"/>
                                        <p:tgtEl>
                                          <p:spTgt spid="9626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6266"/>
                                        </p:tgtEl>
                                        <p:attrNameLst>
                                          <p:attrName>style.visibility</p:attrName>
                                        </p:attrNameLst>
                                      </p:cBhvr>
                                      <p:to>
                                        <p:strVal val="visible"/>
                                      </p:to>
                                    </p:set>
                                    <p:animEffect transition="in" filter="wipe(left)">
                                      <p:cBhvr>
                                        <p:cTn id="15" dur="500"/>
                                        <p:tgtEl>
                                          <p:spTgt spid="9626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96267"/>
                                        </p:tgtEl>
                                        <p:attrNameLst>
                                          <p:attrName>style.visibility</p:attrName>
                                        </p:attrNameLst>
                                      </p:cBhvr>
                                      <p:to>
                                        <p:strVal val="visible"/>
                                      </p:to>
                                    </p:set>
                                    <p:animEffect transition="in" filter="wipe(left)">
                                      <p:cBhvr>
                                        <p:cTn id="20" dur="500"/>
                                        <p:tgtEl>
                                          <p:spTgt spid="9626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96269"/>
                                        </p:tgtEl>
                                        <p:attrNameLst>
                                          <p:attrName>style.visibility</p:attrName>
                                        </p:attrNameLst>
                                      </p:cBhvr>
                                      <p:to>
                                        <p:strVal val="visible"/>
                                      </p:to>
                                    </p:set>
                                    <p:animEffect transition="in" filter="wipe(left)">
                                      <p:cBhvr>
                                        <p:cTn id="25" dur="500"/>
                                        <p:tgtEl>
                                          <p:spTgt spid="9626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96270"/>
                                        </p:tgtEl>
                                        <p:attrNameLst>
                                          <p:attrName>style.visibility</p:attrName>
                                        </p:attrNameLst>
                                      </p:cBhvr>
                                      <p:to>
                                        <p:strVal val="visible"/>
                                      </p:to>
                                    </p:set>
                                    <p:animEffect transition="in" filter="wipe(left)">
                                      <p:cBhvr>
                                        <p:cTn id="30" dur="500"/>
                                        <p:tgtEl>
                                          <p:spTgt spid="9627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96262"/>
                                        </p:tgtEl>
                                        <p:attrNameLst>
                                          <p:attrName>style.visibility</p:attrName>
                                        </p:attrNameLst>
                                      </p:cBhvr>
                                      <p:to>
                                        <p:strVal val="visible"/>
                                      </p:to>
                                    </p:set>
                                    <p:animEffect transition="in" filter="wipe(left)">
                                      <p:cBhvr>
                                        <p:cTn id="35" dur="500"/>
                                        <p:tgtEl>
                                          <p:spTgt spid="9626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96258"/>
                                        </p:tgtEl>
                                        <p:attrNameLst>
                                          <p:attrName>style.visibility</p:attrName>
                                        </p:attrNameLst>
                                      </p:cBhvr>
                                      <p:to>
                                        <p:strVal val="visible"/>
                                      </p:to>
                                    </p:set>
                                    <p:animEffect transition="in" filter="wipe(left)">
                                      <p:cBhvr>
                                        <p:cTn id="40" dur="500"/>
                                        <p:tgtEl>
                                          <p:spTgt spid="96258"/>
                                        </p:tgtEl>
                                      </p:cBhvr>
                                    </p:animEffect>
                                  </p:childTnLst>
                                </p:cTn>
                              </p:par>
                            </p:childTnLst>
                          </p:cTn>
                        </p:par>
                        <p:par>
                          <p:cTn id="41" fill="hold">
                            <p:stCondLst>
                              <p:cond delay="500"/>
                            </p:stCondLst>
                            <p:childTnLst>
                              <p:par>
                                <p:cTn id="42" presetID="22" presetClass="entr" presetSubtype="8" fill="hold" nodeType="afterEffect">
                                  <p:stCondLst>
                                    <p:cond delay="0"/>
                                  </p:stCondLst>
                                  <p:childTnLst>
                                    <p:set>
                                      <p:cBhvr>
                                        <p:cTn id="43" dur="1" fill="hold">
                                          <p:stCondLst>
                                            <p:cond delay="0"/>
                                          </p:stCondLst>
                                        </p:cTn>
                                        <p:tgtEl>
                                          <p:spTgt spid="96268"/>
                                        </p:tgtEl>
                                        <p:attrNameLst>
                                          <p:attrName>style.visibility</p:attrName>
                                        </p:attrNameLst>
                                      </p:cBhvr>
                                      <p:to>
                                        <p:strVal val="visible"/>
                                      </p:to>
                                    </p:set>
                                    <p:animEffect transition="in" filter="wipe(left)">
                                      <p:cBhvr>
                                        <p:cTn id="44" dur="500"/>
                                        <p:tgtEl>
                                          <p:spTgt spid="96268"/>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97284"/>
                                        </p:tgtEl>
                                        <p:attrNameLst>
                                          <p:attrName>style.visibility</p:attrName>
                                        </p:attrNameLst>
                                      </p:cBhvr>
                                      <p:to>
                                        <p:strVal val="visible"/>
                                      </p:to>
                                    </p:set>
                                    <p:animEffect transition="in" filter="wipe(left)">
                                      <p:cBhvr>
                                        <p:cTn id="49" dur="500"/>
                                        <p:tgtEl>
                                          <p:spTgt spid="97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60"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7"/>
          <p:cNvSpPr txBox="1">
            <a:spLocks noChangeArrowheads="1"/>
          </p:cNvSpPr>
          <p:nvPr/>
        </p:nvSpPr>
        <p:spPr bwMode="auto">
          <a:xfrm>
            <a:off x="642910" y="1071546"/>
            <a:ext cx="835821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定理</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等价阵同秩，即</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A~B</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R(B)</a:t>
            </a:r>
            <a:endPar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17" name="Rectangle 5"/>
          <p:cNvSpPr>
            <a:spLocks noChangeArrowheads="1"/>
          </p:cNvSpPr>
          <p:nvPr/>
        </p:nvSpPr>
        <p:spPr bwMode="auto">
          <a:xfrm>
            <a:off x="714348" y="0"/>
            <a:ext cx="7215238" cy="830997"/>
          </a:xfrm>
          <a:prstGeom prst="rect">
            <a:avLst/>
          </a:prstGeom>
          <a:noFill/>
          <a:ln w="9525">
            <a:noFill/>
            <a:miter lim="800000"/>
            <a:headEnd/>
            <a:tailEnd/>
          </a:ln>
          <a:effectLst/>
          <a:scene3d>
            <a:camera prst="orthographicFront"/>
            <a:lightRig rig="balanced" dir="t">
              <a:rot lat="0" lon="0" rev="2100000"/>
            </a:lightRig>
          </a:scene3d>
          <a:sp3d>
            <a:bevelT w="165100" prst="coolSlant"/>
          </a:sp3d>
        </p:spPr>
        <p:txBody>
          <a:bodyPr wrap="square">
            <a:sp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二、矩阵的秩的求法</a:t>
            </a:r>
          </a:p>
        </p:txBody>
      </p:sp>
      <p:grpSp>
        <p:nvGrpSpPr>
          <p:cNvPr id="2" name="组合 45"/>
          <p:cNvGrpSpPr/>
          <p:nvPr/>
        </p:nvGrpSpPr>
        <p:grpSpPr>
          <a:xfrm>
            <a:off x="684213" y="3571876"/>
            <a:ext cx="8459787" cy="3214710"/>
            <a:chOff x="684213" y="3857628"/>
            <a:chExt cx="8459787" cy="2928958"/>
          </a:xfrm>
        </p:grpSpPr>
        <p:sp>
          <p:nvSpPr>
            <p:cNvPr id="31" name="AutoShape 5"/>
            <p:cNvSpPr>
              <a:spLocks noChangeArrowheads="1"/>
            </p:cNvSpPr>
            <p:nvPr/>
          </p:nvSpPr>
          <p:spPr bwMode="auto">
            <a:xfrm>
              <a:off x="684213" y="3857628"/>
              <a:ext cx="8459787" cy="2928958"/>
            </a:xfrm>
            <a:prstGeom prst="roundRect">
              <a:avLst>
                <a:gd name="adj" fmla="val 11046"/>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graphicFrame>
          <p:nvGraphicFramePr>
            <p:cNvPr id="32" name="Object 58"/>
            <p:cNvGraphicFramePr>
              <a:graphicFrameLocks noChangeAspect="1"/>
            </p:cNvGraphicFramePr>
            <p:nvPr/>
          </p:nvGraphicFramePr>
          <p:xfrm>
            <a:off x="1071538" y="4071942"/>
            <a:ext cx="2000250" cy="928688"/>
          </p:xfrm>
          <a:graphic>
            <a:graphicData uri="http://schemas.openxmlformats.org/presentationml/2006/ole">
              <mc:AlternateContent xmlns:mc="http://schemas.openxmlformats.org/markup-compatibility/2006">
                <mc:Choice xmlns:v="urn:schemas-microsoft-com:vml" Requires="v">
                  <p:oleObj name="Equation" r:id="rId4" imgW="4330440" imgH="2209680" progId="Equation.DSMT4">
                    <p:embed/>
                  </p:oleObj>
                </mc:Choice>
                <mc:Fallback>
                  <p:oleObj name="Equation" r:id="rId4" imgW="4330440" imgH="2209680" progId="Equation.DSMT4">
                    <p:embed/>
                    <p:pic>
                      <p:nvPicPr>
                        <p:cNvPr id="32" name="Object 5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71538" y="4071942"/>
                          <a:ext cx="2000250" cy="92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 name="Object 7"/>
            <p:cNvGraphicFramePr>
              <a:graphicFrameLocks noChangeAspect="1"/>
            </p:cNvGraphicFramePr>
            <p:nvPr/>
          </p:nvGraphicFramePr>
          <p:xfrm>
            <a:off x="3460746" y="4357692"/>
            <a:ext cx="539750" cy="620713"/>
          </p:xfrm>
          <a:graphic>
            <a:graphicData uri="http://schemas.openxmlformats.org/presentationml/2006/ole">
              <mc:AlternateContent xmlns:mc="http://schemas.openxmlformats.org/markup-compatibility/2006">
                <mc:Choice xmlns:v="urn:schemas-microsoft-com:vml" Requires="v">
                  <p:oleObj name="Equation" r:id="rId6" imgW="622080" imgH="1117440" progId="Equation.DSMT4">
                    <p:embed/>
                  </p:oleObj>
                </mc:Choice>
                <mc:Fallback>
                  <p:oleObj name="Equation" r:id="rId6" imgW="622080" imgH="1117440" progId="Equation.DSMT4">
                    <p:embed/>
                    <p:pic>
                      <p:nvPicPr>
                        <p:cNvPr id="33"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60746" y="4357692"/>
                          <a:ext cx="539750" cy="620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 name="Object 8"/>
            <p:cNvGraphicFramePr>
              <a:graphicFrameLocks noChangeAspect="1"/>
            </p:cNvGraphicFramePr>
            <p:nvPr/>
          </p:nvGraphicFramePr>
          <p:xfrm>
            <a:off x="4024323" y="4071942"/>
            <a:ext cx="2047875" cy="928688"/>
          </p:xfrm>
          <a:graphic>
            <a:graphicData uri="http://schemas.openxmlformats.org/presentationml/2006/ole">
              <mc:AlternateContent xmlns:mc="http://schemas.openxmlformats.org/markup-compatibility/2006">
                <mc:Choice xmlns:v="urn:schemas-microsoft-com:vml" Requires="v">
                  <p:oleObj name="Equation" r:id="rId8" imgW="4178160" imgH="2209680" progId="Equation.DSMT4">
                    <p:embed/>
                  </p:oleObj>
                </mc:Choice>
                <mc:Fallback>
                  <p:oleObj name="Equation" r:id="rId8" imgW="4178160" imgH="2209680" progId="Equation.DSMT4">
                    <p:embed/>
                    <p:pic>
                      <p:nvPicPr>
                        <p:cNvPr id="34"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24323" y="4071942"/>
                          <a:ext cx="2047875" cy="92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5" name="Object 9"/>
            <p:cNvGraphicFramePr>
              <a:graphicFrameLocks noChangeAspect="1"/>
            </p:cNvGraphicFramePr>
            <p:nvPr/>
          </p:nvGraphicFramePr>
          <p:xfrm>
            <a:off x="6858030" y="4000504"/>
            <a:ext cx="2071688" cy="955675"/>
          </p:xfrm>
          <a:graphic>
            <a:graphicData uri="http://schemas.openxmlformats.org/presentationml/2006/ole">
              <mc:AlternateContent xmlns:mc="http://schemas.openxmlformats.org/markup-compatibility/2006">
                <mc:Choice xmlns:v="urn:schemas-microsoft-com:vml" Requires="v">
                  <p:oleObj name="Equation" r:id="rId10" imgW="4419360" imgH="2209680" progId="Equation.DSMT4">
                    <p:embed/>
                  </p:oleObj>
                </mc:Choice>
                <mc:Fallback>
                  <p:oleObj name="Equation" r:id="rId10" imgW="4419360" imgH="2209680" progId="Equation.DSMT4">
                    <p:embed/>
                    <p:pic>
                      <p:nvPicPr>
                        <p:cNvPr id="35"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58030" y="4000504"/>
                          <a:ext cx="2071688" cy="95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 name="Object 10"/>
            <p:cNvGraphicFramePr>
              <a:graphicFrameLocks noChangeAspect="1"/>
            </p:cNvGraphicFramePr>
            <p:nvPr/>
          </p:nvGraphicFramePr>
          <p:xfrm>
            <a:off x="1428728" y="5329257"/>
            <a:ext cx="2111375" cy="957263"/>
          </p:xfrm>
          <a:graphic>
            <a:graphicData uri="http://schemas.openxmlformats.org/presentationml/2006/ole">
              <mc:AlternateContent xmlns:mc="http://schemas.openxmlformats.org/markup-compatibility/2006">
                <mc:Choice xmlns:v="urn:schemas-microsoft-com:vml" Requires="v">
                  <p:oleObj name="Equation" r:id="rId12" imgW="3987720" imgH="2209680" progId="Equation.DSMT4">
                    <p:embed/>
                  </p:oleObj>
                </mc:Choice>
                <mc:Fallback>
                  <p:oleObj name="Equation" r:id="rId12" imgW="3987720" imgH="2209680" progId="Equation.DSMT4">
                    <p:embed/>
                    <p:pic>
                      <p:nvPicPr>
                        <p:cNvPr id="36" name="Object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28728" y="5329257"/>
                          <a:ext cx="2111375" cy="957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 name="Object 11"/>
            <p:cNvGraphicFramePr>
              <a:graphicFrameLocks noChangeAspect="1"/>
            </p:cNvGraphicFramePr>
            <p:nvPr/>
          </p:nvGraphicFramePr>
          <p:xfrm>
            <a:off x="4000496" y="5329257"/>
            <a:ext cx="2114550" cy="955675"/>
          </p:xfrm>
          <a:graphic>
            <a:graphicData uri="http://schemas.openxmlformats.org/presentationml/2006/ole">
              <mc:AlternateContent xmlns:mc="http://schemas.openxmlformats.org/markup-compatibility/2006">
                <mc:Choice xmlns:v="urn:schemas-microsoft-com:vml" Requires="v">
                  <p:oleObj name="Equation" r:id="rId14" imgW="4038480" imgH="2209680" progId="Equation.DSMT4">
                    <p:embed/>
                  </p:oleObj>
                </mc:Choice>
                <mc:Fallback>
                  <p:oleObj name="Equation" r:id="rId14" imgW="4038480" imgH="2209680" progId="Equation.DSMT4">
                    <p:embed/>
                    <p:pic>
                      <p:nvPicPr>
                        <p:cNvPr id="37" name="Object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00496" y="5329257"/>
                          <a:ext cx="2114550" cy="95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 name="Object 12"/>
            <p:cNvGraphicFramePr>
              <a:graphicFrameLocks noChangeAspect="1"/>
            </p:cNvGraphicFramePr>
            <p:nvPr/>
          </p:nvGraphicFramePr>
          <p:xfrm>
            <a:off x="6929454" y="5329257"/>
            <a:ext cx="2108200" cy="955675"/>
          </p:xfrm>
          <a:graphic>
            <a:graphicData uri="http://schemas.openxmlformats.org/presentationml/2006/ole">
              <mc:AlternateContent xmlns:mc="http://schemas.openxmlformats.org/markup-compatibility/2006">
                <mc:Choice xmlns:v="urn:schemas-microsoft-com:vml" Requires="v">
                  <p:oleObj name="Equation" r:id="rId16" imgW="4025880" imgH="2209680" progId="Equation.DSMT4">
                    <p:embed/>
                  </p:oleObj>
                </mc:Choice>
                <mc:Fallback>
                  <p:oleObj name="Equation" r:id="rId16" imgW="4025880" imgH="2209680" progId="Equation.DSMT4">
                    <p:embed/>
                    <p:pic>
                      <p:nvPicPr>
                        <p:cNvPr id="38" name="Object 1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929454" y="5329257"/>
                          <a:ext cx="2108200" cy="95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9" name="Object 76"/>
            <p:cNvGraphicFramePr>
              <a:graphicFrameLocks noChangeAspect="1"/>
            </p:cNvGraphicFramePr>
            <p:nvPr/>
          </p:nvGraphicFramePr>
          <p:xfrm>
            <a:off x="6215074" y="4214823"/>
            <a:ext cx="550862" cy="785813"/>
          </p:xfrm>
          <a:graphic>
            <a:graphicData uri="http://schemas.openxmlformats.org/presentationml/2006/ole">
              <mc:AlternateContent xmlns:mc="http://schemas.openxmlformats.org/markup-compatibility/2006">
                <mc:Choice xmlns:v="urn:schemas-microsoft-com:vml" Requires="v">
                  <p:oleObj name="Equation" r:id="rId18" imgW="634680" imgH="1130040" progId="Equation.DSMT4">
                    <p:embed/>
                  </p:oleObj>
                </mc:Choice>
                <mc:Fallback>
                  <p:oleObj name="Equation" r:id="rId18" imgW="634680" imgH="1130040" progId="Equation.DSMT4">
                    <p:embed/>
                    <p:pic>
                      <p:nvPicPr>
                        <p:cNvPr id="39" name="Object 7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215074" y="4214823"/>
                          <a:ext cx="550862" cy="785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 name="Object 14"/>
            <p:cNvGraphicFramePr>
              <a:graphicFrameLocks noChangeAspect="1"/>
            </p:cNvGraphicFramePr>
            <p:nvPr/>
          </p:nvGraphicFramePr>
          <p:xfrm>
            <a:off x="785786" y="5329257"/>
            <a:ext cx="571504" cy="857250"/>
          </p:xfrm>
          <a:graphic>
            <a:graphicData uri="http://schemas.openxmlformats.org/presentationml/2006/ole">
              <mc:AlternateContent xmlns:mc="http://schemas.openxmlformats.org/markup-compatibility/2006">
                <mc:Choice xmlns:v="urn:schemas-microsoft-com:vml" Requires="v">
                  <p:oleObj name="Equation" r:id="rId20" imgW="647640" imgH="1371600" progId="Equation.DSMT4">
                    <p:embed/>
                  </p:oleObj>
                </mc:Choice>
                <mc:Fallback>
                  <p:oleObj name="Equation" r:id="rId20" imgW="647640" imgH="1371600" progId="Equation.DSMT4">
                    <p:embed/>
                    <p:pic>
                      <p:nvPicPr>
                        <p:cNvPr id="40" name="Object 1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85786" y="5329257"/>
                          <a:ext cx="571504"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 name="Object 15"/>
            <p:cNvGraphicFramePr>
              <a:graphicFrameLocks noChangeAspect="1"/>
            </p:cNvGraphicFramePr>
            <p:nvPr/>
          </p:nvGraphicFramePr>
          <p:xfrm>
            <a:off x="6264291" y="5543571"/>
            <a:ext cx="450850" cy="500062"/>
          </p:xfrm>
          <a:graphic>
            <a:graphicData uri="http://schemas.openxmlformats.org/presentationml/2006/ole">
              <mc:AlternateContent xmlns:mc="http://schemas.openxmlformats.org/markup-compatibility/2006">
                <mc:Choice xmlns:v="urn:schemas-microsoft-com:vml" Requires="v">
                  <p:oleObj name="Equation" r:id="rId22" imgW="520560" imgH="901440" progId="Equation.DSMT4">
                    <p:embed/>
                  </p:oleObj>
                </mc:Choice>
                <mc:Fallback>
                  <p:oleObj name="Equation" r:id="rId22" imgW="520560" imgH="901440" progId="Equation.DSMT4">
                    <p:embed/>
                    <p:pic>
                      <p:nvPicPr>
                        <p:cNvPr id="41" name="Object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264291" y="5543571"/>
                          <a:ext cx="450850"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 name="Object 16"/>
            <p:cNvGraphicFramePr>
              <a:graphicFrameLocks noChangeAspect="1"/>
            </p:cNvGraphicFramePr>
            <p:nvPr/>
          </p:nvGraphicFramePr>
          <p:xfrm>
            <a:off x="3428992" y="5472133"/>
            <a:ext cx="550863" cy="635000"/>
          </p:xfrm>
          <a:graphic>
            <a:graphicData uri="http://schemas.openxmlformats.org/presentationml/2006/ole">
              <mc:AlternateContent xmlns:mc="http://schemas.openxmlformats.org/markup-compatibility/2006">
                <mc:Choice xmlns:v="urn:schemas-microsoft-com:vml" Requires="v">
                  <p:oleObj name="Equation" r:id="rId24" imgW="634680" imgH="1143000" progId="Equation.DSMT4">
                    <p:embed/>
                  </p:oleObj>
                </mc:Choice>
                <mc:Fallback>
                  <p:oleObj name="Equation" r:id="rId24" imgW="634680" imgH="1143000" progId="Equation.DSMT4">
                    <p:embed/>
                    <p:pic>
                      <p:nvPicPr>
                        <p:cNvPr id="42" name="Object 16"/>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428992" y="5472133"/>
                          <a:ext cx="550863"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3" name="Object 58"/>
          <p:cNvGraphicFramePr>
            <a:graphicFrameLocks noChangeAspect="1"/>
          </p:cNvGraphicFramePr>
          <p:nvPr/>
        </p:nvGraphicFramePr>
        <p:xfrm>
          <a:off x="1000100" y="6429396"/>
          <a:ext cx="1360488" cy="223838"/>
        </p:xfrm>
        <a:graphic>
          <a:graphicData uri="http://schemas.openxmlformats.org/presentationml/2006/ole">
            <mc:AlternateContent xmlns:mc="http://schemas.openxmlformats.org/markup-compatibility/2006">
              <mc:Choice xmlns:v="urn:schemas-microsoft-com:vml" Requires="v">
                <p:oleObj name="Equation" r:id="rId26" imgW="2946240" imgH="533160" progId="Equation.DSMT4">
                  <p:embed/>
                </p:oleObj>
              </mc:Choice>
              <mc:Fallback>
                <p:oleObj name="Equation" r:id="rId26" imgW="2946240" imgH="533160" progId="Equation.DSMT4">
                  <p:embed/>
                  <p:pic>
                    <p:nvPicPr>
                      <p:cNvPr id="43" name="Object 58"/>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000100" y="6429396"/>
                        <a:ext cx="1360488" cy="223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 name="Text Box 7"/>
          <p:cNvSpPr txBox="1">
            <a:spLocks noChangeArrowheads="1"/>
          </p:cNvSpPr>
          <p:nvPr/>
        </p:nvSpPr>
        <p:spPr bwMode="auto">
          <a:xfrm>
            <a:off x="642910" y="1571612"/>
            <a:ext cx="8358214" cy="830997"/>
          </a:xfrm>
          <a:prstGeom prst="rect">
            <a:avLst/>
          </a:prstGeom>
          <a:solidFill>
            <a:srgbClr val="006600"/>
          </a:solidFill>
          <a:ln w="28575">
            <a:solidFill>
              <a:schemeClr val="tx1">
                <a:lumMod val="75000"/>
              </a:schemeClr>
            </a:solidFill>
            <a:miter lim="800000"/>
            <a:headEnd/>
            <a:tailEnd/>
          </a:ln>
          <a:effectLst>
            <a:glow rad="101600">
              <a:srgbClr val="00B0F0">
                <a:alpha val="40000"/>
              </a:srgbClr>
            </a:glow>
          </a:effectLst>
        </p:spPr>
        <p:txBody>
          <a:bodyPr wrap="square">
            <a:spAutoFit/>
          </a:bodyPr>
          <a:lstStyle/>
          <a:p>
            <a:pPr marL="2155825" marR="0" lvl="0" indent="-2155825"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矩阵秩的求法</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经初等行变换</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将矩阵化为行阶梯阵</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则其阶梯数即为其秩</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endPar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p:txBody>
      </p:sp>
      <p:graphicFrame>
        <p:nvGraphicFramePr>
          <p:cNvPr id="45" name="Object 58"/>
          <p:cNvGraphicFramePr>
            <a:graphicFrameLocks noChangeAspect="1"/>
          </p:cNvGraphicFramePr>
          <p:nvPr/>
        </p:nvGraphicFramePr>
        <p:xfrm>
          <a:off x="2566988" y="6453188"/>
          <a:ext cx="1225550" cy="176212"/>
        </p:xfrm>
        <a:graphic>
          <a:graphicData uri="http://schemas.openxmlformats.org/presentationml/2006/ole">
            <mc:AlternateContent xmlns:mc="http://schemas.openxmlformats.org/markup-compatibility/2006">
              <mc:Choice xmlns:v="urn:schemas-microsoft-com:vml" Requires="v">
                <p:oleObj name="Equation" r:id="rId28" imgW="2654280" imgH="419040" progId="Equation.DSMT4">
                  <p:embed/>
                </p:oleObj>
              </mc:Choice>
              <mc:Fallback>
                <p:oleObj name="Equation" r:id="rId28" imgW="2654280" imgH="419040" progId="Equation.DSMT4">
                  <p:embed/>
                  <p:pic>
                    <p:nvPicPr>
                      <p:cNvPr id="45" name="Object 58"/>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566988" y="6453188"/>
                        <a:ext cx="1225550" cy="176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 name="Text Box 7"/>
          <p:cNvSpPr txBox="1">
            <a:spLocks noChangeArrowheads="1"/>
          </p:cNvSpPr>
          <p:nvPr/>
        </p:nvSpPr>
        <p:spPr bwMode="auto">
          <a:xfrm>
            <a:off x="642910" y="2500306"/>
            <a:ext cx="835821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推论</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若有</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P,Q</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为可逆阵</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且</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PAQ=B</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R(B)</a:t>
            </a:r>
            <a:endPar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21" name="Text Box 7"/>
          <p:cNvSpPr txBox="1">
            <a:spLocks noChangeArrowheads="1"/>
          </p:cNvSpPr>
          <p:nvPr/>
        </p:nvSpPr>
        <p:spPr bwMode="auto">
          <a:xfrm>
            <a:off x="642910" y="2967335"/>
            <a:ext cx="8358214" cy="461665"/>
          </a:xfrm>
          <a:prstGeom prst="rect">
            <a:avLst/>
          </a:prstGeom>
          <a:solidFill>
            <a:srgbClr val="006600"/>
          </a:solidFill>
          <a:ln w="28575">
            <a:solidFill>
              <a:schemeClr val="tx1">
                <a:lumMod val="75000"/>
              </a:schemeClr>
            </a:solidFill>
            <a:miter lim="800000"/>
            <a:headEnd/>
            <a:tailEnd/>
          </a:ln>
          <a:effectLst>
            <a:glow rad="101600">
              <a:srgbClr val="00B0F0">
                <a:alpha val="40000"/>
              </a:srgbClr>
            </a:glow>
          </a:effectLst>
        </p:spPr>
        <p:txBody>
          <a:bodyPr wrap="square">
            <a:spAutoFit/>
          </a:bodyPr>
          <a:lstStyle/>
          <a:p>
            <a:pPr marL="2155825" marR="0" lvl="0" indent="-2155825"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任意矩阵</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可逆阵，其秩不发生改变</a:t>
            </a:r>
          </a:p>
        </p:txBody>
      </p:sp>
      <p:grpSp>
        <p:nvGrpSpPr>
          <p:cNvPr id="52" name="组合 51"/>
          <p:cNvGrpSpPr/>
          <p:nvPr/>
        </p:nvGrpSpPr>
        <p:grpSpPr>
          <a:xfrm>
            <a:off x="684213" y="3571876"/>
            <a:ext cx="8459787" cy="3214710"/>
            <a:chOff x="684213" y="3571876"/>
            <a:chExt cx="8459787" cy="3214710"/>
          </a:xfrm>
        </p:grpSpPr>
        <p:sp>
          <p:nvSpPr>
            <p:cNvPr id="23" name="AutoShape 5"/>
            <p:cNvSpPr>
              <a:spLocks noChangeArrowheads="1"/>
            </p:cNvSpPr>
            <p:nvPr/>
          </p:nvSpPr>
          <p:spPr bwMode="auto">
            <a:xfrm>
              <a:off x="684213" y="3571876"/>
              <a:ext cx="8459787" cy="3214710"/>
            </a:xfrm>
            <a:prstGeom prst="roundRect">
              <a:avLst>
                <a:gd name="adj" fmla="val 11046"/>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设</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A</a:t>
              </a: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是</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4×3</a:t>
              </a: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矩阵</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a:t>
              </a: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且</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A</a:t>
              </a: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的秩</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R（A）=2 </a:t>
              </a: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，而</a:t>
              </a:r>
              <a:endPar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则</a:t>
              </a:r>
              <a:r>
                <a:rPr kumimoji="1" lang="en-US" altLang="zh-CN"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R（AB）=</a:t>
              </a:r>
              <a:r>
                <a:rPr kumimoji="1" lang="en-US" altLang="zh-CN" sz="2400" b="1" i="0" u="sng"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            </a:t>
              </a:r>
              <a:endParaRPr kumimoji="1" lang="zh-CN" altLang="en-US" sz="24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endParaRPr>
            </a:p>
          </p:txBody>
        </p:sp>
        <p:graphicFrame>
          <p:nvGraphicFramePr>
            <p:cNvPr id="654362" name="Object 26"/>
            <p:cNvGraphicFramePr>
              <a:graphicFrameLocks noChangeAspect="1"/>
            </p:cNvGraphicFramePr>
            <p:nvPr/>
          </p:nvGraphicFramePr>
          <p:xfrm>
            <a:off x="6357950" y="3929066"/>
            <a:ext cx="2208084" cy="1428760"/>
          </p:xfrm>
          <a:graphic>
            <a:graphicData uri="http://schemas.openxmlformats.org/presentationml/2006/ole">
              <mc:AlternateContent xmlns:mc="http://schemas.openxmlformats.org/markup-compatibility/2006">
                <mc:Choice xmlns:v="urn:schemas-microsoft-com:vml" Requires="v">
                  <p:oleObj name="Equation" r:id="rId30" imgW="1079280" imgH="698400" progId="Equation.DSMT4">
                    <p:embed/>
                  </p:oleObj>
                </mc:Choice>
                <mc:Fallback>
                  <p:oleObj name="Equation" r:id="rId30" imgW="1079280" imgH="698400" progId="Equation.DSMT4">
                    <p:embed/>
                    <p:pic>
                      <p:nvPicPr>
                        <p:cNvPr id="654362" name="Object 2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6357950" y="3929066"/>
                          <a:ext cx="2208084" cy="1428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51" name="Object 26"/>
          <p:cNvGraphicFramePr>
            <a:graphicFrameLocks noChangeAspect="1"/>
          </p:cNvGraphicFramePr>
          <p:nvPr/>
        </p:nvGraphicFramePr>
        <p:xfrm>
          <a:off x="3000364" y="5822969"/>
          <a:ext cx="246062" cy="320675"/>
        </p:xfrm>
        <a:graphic>
          <a:graphicData uri="http://schemas.openxmlformats.org/presentationml/2006/ole">
            <mc:AlternateContent xmlns:mc="http://schemas.openxmlformats.org/markup-compatibility/2006">
              <mc:Choice xmlns:v="urn:schemas-microsoft-com:vml" Requires="v">
                <p:oleObj name="Equation" r:id="rId32" imgW="126720" imgH="164880" progId="Equation.DSMT4">
                  <p:embed/>
                </p:oleObj>
              </mc:Choice>
              <mc:Fallback>
                <p:oleObj name="Equation" r:id="rId32" imgW="126720" imgH="164880" progId="Equation.DSMT4">
                  <p:embed/>
                  <p:pic>
                    <p:nvPicPr>
                      <p:cNvPr id="51" name="Object 26"/>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000364" y="5822969"/>
                        <a:ext cx="246062"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wipe(left)">
                                      <p:cBhvr>
                                        <p:cTn id="17" dur="500"/>
                                        <p:tgtEl>
                                          <p:spTgt spid="4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5"/>
                                        </p:tgtEl>
                                        <p:attrNameLst>
                                          <p:attrName>style.visibility</p:attrName>
                                        </p:attrNameLst>
                                      </p:cBhvr>
                                      <p:to>
                                        <p:strVal val="visible"/>
                                      </p:to>
                                    </p:set>
                                    <p:animEffect transition="in" filter="wipe(left)">
                                      <p:cBhvr>
                                        <p:cTn id="22" dur="500"/>
                                        <p:tgtEl>
                                          <p:spTgt spid="4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wipe(left)">
                                      <p:cBhvr>
                                        <p:cTn id="27" dur="500"/>
                                        <p:tgtEl>
                                          <p:spTgt spid="4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wipe(left)">
                                      <p:cBhvr>
                                        <p:cTn id="32" dur="500"/>
                                        <p:tgtEl>
                                          <p:spTgt spid="4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left)">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wipe(left)">
                                      <p:cBhvr>
                                        <p:cTn id="42" dur="500"/>
                                        <p:tgtEl>
                                          <p:spTgt spid="5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wipe(left)">
                                      <p:cBhvr>
                                        <p:cTn id="4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44" grpId="0" animBg="1"/>
      <p:bldP spid="47" grpId="0"/>
      <p:bldP spid="21"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ext Box 1026"/>
          <p:cNvSpPr txBox="1">
            <a:spLocks noChangeArrowheads="1"/>
          </p:cNvSpPr>
          <p:nvPr/>
        </p:nvSpPr>
        <p:spPr bwMode="auto">
          <a:xfrm>
            <a:off x="0" y="0"/>
            <a:ext cx="838200" cy="519113"/>
          </a:xfrm>
          <a:prstGeom prst="rect">
            <a:avLst/>
          </a:prstGeom>
          <a:noFill/>
          <a:ln w="28575">
            <a:noFill/>
            <a:miter lim="800000"/>
            <a:headEnd/>
            <a:tailEnd/>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例</a:t>
            </a:r>
            <a:r>
              <a:rPr kumimoji="1" lang="en-US" altLang="zh-CN"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1</a:t>
            </a:r>
          </a:p>
        </p:txBody>
      </p:sp>
      <p:graphicFrame>
        <p:nvGraphicFramePr>
          <p:cNvPr id="109568" name="Object 2048"/>
          <p:cNvGraphicFramePr>
            <a:graphicFrameLocks noChangeAspect="1"/>
          </p:cNvGraphicFramePr>
          <p:nvPr/>
        </p:nvGraphicFramePr>
        <p:xfrm>
          <a:off x="71406" y="-71462"/>
          <a:ext cx="6286544" cy="2143116"/>
        </p:xfrm>
        <a:graphic>
          <a:graphicData uri="http://schemas.openxmlformats.org/presentationml/2006/ole">
            <mc:AlternateContent xmlns:mc="http://schemas.openxmlformats.org/markup-compatibility/2006">
              <mc:Choice xmlns:v="urn:schemas-microsoft-com:vml" Requires="v">
                <p:oleObj name="Equation" r:id="rId2" imgW="2552400" imgH="927000" progId="Equation.DSMT4">
                  <p:embed/>
                </p:oleObj>
              </mc:Choice>
              <mc:Fallback>
                <p:oleObj name="Equation" r:id="rId2" imgW="2552400" imgH="927000" progId="Equation.DSMT4">
                  <p:embed/>
                  <p:pic>
                    <p:nvPicPr>
                      <p:cNvPr id="109568" name="Object 204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06" y="-71462"/>
                        <a:ext cx="6286544" cy="21431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918" name="Text Box 1030"/>
          <p:cNvSpPr txBox="1">
            <a:spLocks noChangeArrowheads="1"/>
          </p:cNvSpPr>
          <p:nvPr/>
        </p:nvSpPr>
        <p:spPr bwMode="auto">
          <a:xfrm>
            <a:off x="71406" y="2144689"/>
            <a:ext cx="914400" cy="519112"/>
          </a:xfrm>
          <a:prstGeom prst="rect">
            <a:avLst/>
          </a:prstGeom>
          <a:noFill/>
          <a:ln w="28575">
            <a:noFill/>
            <a:miter lim="800000"/>
            <a:headEnd/>
            <a:tailEnd/>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109569" name="Object 2049"/>
          <p:cNvGraphicFramePr>
            <a:graphicFrameLocks noChangeAspect="1"/>
          </p:cNvGraphicFramePr>
          <p:nvPr/>
        </p:nvGraphicFramePr>
        <p:xfrm>
          <a:off x="846106" y="2206601"/>
          <a:ext cx="6921500" cy="444500"/>
        </p:xfrm>
        <a:graphic>
          <a:graphicData uri="http://schemas.openxmlformats.org/presentationml/2006/ole">
            <mc:AlternateContent xmlns:mc="http://schemas.openxmlformats.org/markup-compatibility/2006">
              <mc:Choice xmlns:v="urn:schemas-microsoft-com:vml" Requires="v">
                <p:oleObj name="Equation" r:id="rId4" imgW="6921360" imgH="444240" progId="Equation.3">
                  <p:embed/>
                </p:oleObj>
              </mc:Choice>
              <mc:Fallback>
                <p:oleObj name="Equation" r:id="rId4" imgW="6921360" imgH="444240" progId="Equation.3">
                  <p:embed/>
                  <p:pic>
                    <p:nvPicPr>
                      <p:cNvPr id="109569" name="Object 20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6106" y="2206601"/>
                        <a:ext cx="692150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920" name="Line 1032"/>
          <p:cNvSpPr>
            <a:spLocks noChangeShapeType="1"/>
          </p:cNvSpPr>
          <p:nvPr/>
        </p:nvSpPr>
        <p:spPr bwMode="auto">
          <a:xfrm flipV="1">
            <a:off x="2046752" y="377801"/>
            <a:ext cx="626577" cy="3199"/>
          </a:xfrm>
          <a:prstGeom prst="line">
            <a:avLst/>
          </a:prstGeom>
          <a:noFill/>
          <a:ln w="28575">
            <a:solidFill>
              <a:srgbClr val="FF0000"/>
            </a:solidFill>
            <a:round/>
            <a:headEnd/>
            <a:tailEn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sp>
        <p:nvSpPr>
          <p:cNvPr id="38921" name="Line 1033"/>
          <p:cNvSpPr>
            <a:spLocks noChangeShapeType="1"/>
          </p:cNvSpPr>
          <p:nvPr/>
        </p:nvSpPr>
        <p:spPr bwMode="auto">
          <a:xfrm>
            <a:off x="2673330" y="377801"/>
            <a:ext cx="0" cy="533400"/>
          </a:xfrm>
          <a:prstGeom prst="line">
            <a:avLst/>
          </a:prstGeom>
          <a:noFill/>
          <a:ln w="28575">
            <a:solidFill>
              <a:srgbClr val="FF0000"/>
            </a:solidFill>
            <a:round/>
            <a:headEnd/>
            <a:tailEn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sp>
        <p:nvSpPr>
          <p:cNvPr id="38922" name="Line 1034"/>
          <p:cNvSpPr>
            <a:spLocks noChangeShapeType="1"/>
          </p:cNvSpPr>
          <p:nvPr/>
        </p:nvSpPr>
        <p:spPr bwMode="auto">
          <a:xfrm>
            <a:off x="2673330" y="911201"/>
            <a:ext cx="1219200" cy="0"/>
          </a:xfrm>
          <a:prstGeom prst="line">
            <a:avLst/>
          </a:prstGeom>
          <a:noFill/>
          <a:ln w="28575">
            <a:solidFill>
              <a:srgbClr val="FF0000"/>
            </a:solidFill>
            <a:round/>
            <a:headEnd/>
            <a:tailEn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sp>
        <p:nvSpPr>
          <p:cNvPr id="38923" name="Line 1035"/>
          <p:cNvSpPr>
            <a:spLocks noChangeShapeType="1"/>
          </p:cNvSpPr>
          <p:nvPr/>
        </p:nvSpPr>
        <p:spPr bwMode="auto">
          <a:xfrm>
            <a:off x="3892530" y="911201"/>
            <a:ext cx="0" cy="533400"/>
          </a:xfrm>
          <a:prstGeom prst="line">
            <a:avLst/>
          </a:prstGeom>
          <a:noFill/>
          <a:ln w="28575">
            <a:solidFill>
              <a:srgbClr val="FF0000"/>
            </a:solidFill>
            <a:round/>
            <a:headEnd/>
            <a:tailEn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sp>
        <p:nvSpPr>
          <p:cNvPr id="38924" name="Line 1036"/>
          <p:cNvSpPr>
            <a:spLocks noChangeShapeType="1"/>
          </p:cNvSpPr>
          <p:nvPr/>
        </p:nvSpPr>
        <p:spPr bwMode="auto">
          <a:xfrm flipV="1">
            <a:off x="3914754" y="1428736"/>
            <a:ext cx="1406567" cy="11103"/>
          </a:xfrm>
          <a:prstGeom prst="line">
            <a:avLst/>
          </a:prstGeom>
          <a:noFill/>
          <a:ln w="28575">
            <a:solidFill>
              <a:srgbClr val="FF0000"/>
            </a:solidFill>
            <a:round/>
            <a:headEnd/>
            <a:tailEn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graphicFrame>
        <p:nvGraphicFramePr>
          <p:cNvPr id="109570" name="Object 2050"/>
          <p:cNvGraphicFramePr>
            <a:graphicFrameLocks noChangeAspect="1"/>
          </p:cNvGraphicFramePr>
          <p:nvPr/>
        </p:nvGraphicFramePr>
        <p:xfrm>
          <a:off x="846106" y="2841601"/>
          <a:ext cx="4546600" cy="431800"/>
        </p:xfrm>
        <a:graphic>
          <a:graphicData uri="http://schemas.openxmlformats.org/presentationml/2006/ole">
            <mc:AlternateContent xmlns:mc="http://schemas.openxmlformats.org/markup-compatibility/2006">
              <mc:Choice xmlns:v="urn:schemas-microsoft-com:vml" Requires="v">
                <p:oleObj name="Equation" r:id="rId6" imgW="4546440" imgH="431640" progId="Equation.3">
                  <p:embed/>
                </p:oleObj>
              </mc:Choice>
              <mc:Fallback>
                <p:oleObj name="Equation" r:id="rId6" imgW="4546440" imgH="431640" progId="Equation.3">
                  <p:embed/>
                  <p:pic>
                    <p:nvPicPr>
                      <p:cNvPr id="109570" name="Object 205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6106" y="2841601"/>
                        <a:ext cx="45466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9572" name="Object 2052"/>
          <p:cNvGraphicFramePr>
            <a:graphicFrameLocks noChangeAspect="1"/>
          </p:cNvGraphicFramePr>
          <p:nvPr/>
        </p:nvGraphicFramePr>
        <p:xfrm>
          <a:off x="928662" y="6035696"/>
          <a:ext cx="2006600" cy="393700"/>
        </p:xfrm>
        <a:graphic>
          <a:graphicData uri="http://schemas.openxmlformats.org/presentationml/2006/ole">
            <mc:AlternateContent xmlns:mc="http://schemas.openxmlformats.org/markup-compatibility/2006">
              <mc:Choice xmlns:v="urn:schemas-microsoft-com:vml" Requires="v">
                <p:oleObj name="Equation" r:id="rId8" imgW="2006280" imgH="393480" progId="Equation.3">
                  <p:embed/>
                </p:oleObj>
              </mc:Choice>
              <mc:Fallback>
                <p:oleObj name="Equation" r:id="rId8" imgW="2006280" imgH="393480" progId="Equation.3">
                  <p:embed/>
                  <p:pic>
                    <p:nvPicPr>
                      <p:cNvPr id="109572" name="Object 205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8662" y="6035696"/>
                        <a:ext cx="2006600"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36937" name="Object 9"/>
          <p:cNvGraphicFramePr>
            <a:graphicFrameLocks noChangeAspect="1"/>
          </p:cNvGraphicFramePr>
          <p:nvPr/>
        </p:nvGraphicFramePr>
        <p:xfrm>
          <a:off x="2786050" y="4429132"/>
          <a:ext cx="2052218" cy="1428760"/>
        </p:xfrm>
        <a:graphic>
          <a:graphicData uri="http://schemas.openxmlformats.org/presentationml/2006/ole">
            <mc:AlternateContent xmlns:mc="http://schemas.openxmlformats.org/markup-compatibility/2006">
              <mc:Choice xmlns:v="urn:schemas-microsoft-com:vml" Requires="v">
                <p:oleObj name="Equation" r:id="rId10" imgW="1002960" imgH="698400" progId="Equation.DSMT4">
                  <p:embed/>
                </p:oleObj>
              </mc:Choice>
              <mc:Fallback>
                <p:oleObj name="Equation" r:id="rId10" imgW="1002960" imgH="698400" progId="Equation.DSMT4">
                  <p:embed/>
                  <p:pic>
                    <p:nvPicPr>
                      <p:cNvPr id="636937"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86050" y="4429132"/>
                        <a:ext cx="2052218" cy="1428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 name="Text Box 1026"/>
          <p:cNvSpPr txBox="1">
            <a:spLocks noChangeArrowheads="1"/>
          </p:cNvSpPr>
          <p:nvPr/>
        </p:nvSpPr>
        <p:spPr bwMode="auto">
          <a:xfrm>
            <a:off x="857224" y="3357562"/>
            <a:ext cx="7143800" cy="954107"/>
          </a:xfrm>
          <a:prstGeom prst="rect">
            <a:avLst/>
          </a:prstGeom>
          <a:noFill/>
          <a:ln w="2857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显然，</a:t>
            </a:r>
            <a:r>
              <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其阶梯首元所在行和列必可构成一个上三角行列式</a:t>
            </a:r>
            <a:r>
              <a:rPr kumimoji="1" lang="zh-CN" altLang="en-US"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，即</a:t>
            </a:r>
            <a:endParaRPr kumimoji="1" lang="en-US" altLang="zh-CN" sz="28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endParaRPr>
          </a:p>
        </p:txBody>
      </p:sp>
      <p:sp>
        <p:nvSpPr>
          <p:cNvPr id="18" name="Text Box 28"/>
          <p:cNvSpPr txBox="1">
            <a:spLocks noChangeArrowheads="1"/>
          </p:cNvSpPr>
          <p:nvPr/>
        </p:nvSpPr>
        <p:spPr bwMode="auto">
          <a:xfrm>
            <a:off x="6643702" y="857232"/>
            <a:ext cx="2500298" cy="1169551"/>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行阶梯阵的秩</a:t>
            </a:r>
            <a:endParaRPr kumimoji="1" lang="en-US" altLang="zh-CN" sz="2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a:t>
            </a:r>
            <a:r>
              <a:rPr kumimoji="1" lang="zh-CN" altLang="en-US" sz="2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阶梯数</a:t>
            </a:r>
          </a:p>
        </p:txBody>
      </p:sp>
      <p:sp>
        <p:nvSpPr>
          <p:cNvPr id="16" name="Line 25"/>
          <p:cNvSpPr>
            <a:spLocks noChangeShapeType="1"/>
          </p:cNvSpPr>
          <p:nvPr/>
        </p:nvSpPr>
        <p:spPr bwMode="auto">
          <a:xfrm>
            <a:off x="0" y="2071678"/>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8920"/>
                                        </p:tgtEl>
                                        <p:attrNameLst>
                                          <p:attrName>style.visibility</p:attrName>
                                        </p:attrNameLst>
                                      </p:cBhvr>
                                      <p:to>
                                        <p:strVal val="visible"/>
                                      </p:to>
                                    </p:set>
                                    <p:animEffect transition="in" filter="wipe(left)">
                                      <p:cBhvr>
                                        <p:cTn id="7" dur="500"/>
                                        <p:tgtEl>
                                          <p:spTgt spid="38920"/>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8921"/>
                                        </p:tgtEl>
                                        <p:attrNameLst>
                                          <p:attrName>style.visibility</p:attrName>
                                        </p:attrNameLst>
                                      </p:cBhvr>
                                      <p:to>
                                        <p:strVal val="visible"/>
                                      </p:to>
                                    </p:set>
                                    <p:animEffect transition="in" filter="wipe(up)">
                                      <p:cBhvr>
                                        <p:cTn id="11" dur="500"/>
                                        <p:tgtEl>
                                          <p:spTgt spid="3892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8922"/>
                                        </p:tgtEl>
                                        <p:attrNameLst>
                                          <p:attrName>style.visibility</p:attrName>
                                        </p:attrNameLst>
                                      </p:cBhvr>
                                      <p:to>
                                        <p:strVal val="visible"/>
                                      </p:to>
                                    </p:set>
                                    <p:animEffect transition="in" filter="wipe(left)">
                                      <p:cBhvr>
                                        <p:cTn id="15" dur="500"/>
                                        <p:tgtEl>
                                          <p:spTgt spid="38922"/>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38923"/>
                                        </p:tgtEl>
                                        <p:attrNameLst>
                                          <p:attrName>style.visibility</p:attrName>
                                        </p:attrNameLst>
                                      </p:cBhvr>
                                      <p:to>
                                        <p:strVal val="visible"/>
                                      </p:to>
                                    </p:set>
                                    <p:animEffect transition="in" filter="wipe(up)">
                                      <p:cBhvr>
                                        <p:cTn id="19" dur="500"/>
                                        <p:tgtEl>
                                          <p:spTgt spid="38923"/>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8924"/>
                                        </p:tgtEl>
                                        <p:attrNameLst>
                                          <p:attrName>style.visibility</p:attrName>
                                        </p:attrNameLst>
                                      </p:cBhvr>
                                      <p:to>
                                        <p:strVal val="visible"/>
                                      </p:to>
                                    </p:set>
                                    <p:animEffect transition="in" filter="wipe(left)">
                                      <p:cBhvr>
                                        <p:cTn id="23" dur="500"/>
                                        <p:tgtEl>
                                          <p:spTgt spid="38924"/>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38918"/>
                                        </p:tgtEl>
                                        <p:attrNameLst>
                                          <p:attrName>style.visibility</p:attrName>
                                        </p:attrNameLst>
                                      </p:cBhvr>
                                      <p:to>
                                        <p:strVal val="visible"/>
                                      </p:to>
                                    </p:set>
                                    <p:animEffect transition="in" filter="wipe(left)">
                                      <p:cBhvr>
                                        <p:cTn id="28" dur="500"/>
                                        <p:tgtEl>
                                          <p:spTgt spid="38918"/>
                                        </p:tgtEl>
                                      </p:cBhvr>
                                    </p:animEffect>
                                  </p:childTnLst>
                                </p:cTn>
                              </p:par>
                              <p:par>
                                <p:cTn id="29" presetID="22" presetClass="entr" presetSubtype="8" fill="hold" nodeType="withEffect">
                                  <p:stCondLst>
                                    <p:cond delay="0"/>
                                  </p:stCondLst>
                                  <p:childTnLst>
                                    <p:set>
                                      <p:cBhvr>
                                        <p:cTn id="30" dur="1" fill="hold">
                                          <p:stCondLst>
                                            <p:cond delay="0"/>
                                          </p:stCondLst>
                                        </p:cTn>
                                        <p:tgtEl>
                                          <p:spTgt spid="109569"/>
                                        </p:tgtEl>
                                        <p:attrNameLst>
                                          <p:attrName>style.visibility</p:attrName>
                                        </p:attrNameLst>
                                      </p:cBhvr>
                                      <p:to>
                                        <p:strVal val="visible"/>
                                      </p:to>
                                    </p:set>
                                    <p:animEffect transition="in" filter="wipe(left)">
                                      <p:cBhvr>
                                        <p:cTn id="31" dur="500"/>
                                        <p:tgtEl>
                                          <p:spTgt spid="10956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09570"/>
                                        </p:tgtEl>
                                        <p:attrNameLst>
                                          <p:attrName>style.visibility</p:attrName>
                                        </p:attrNameLst>
                                      </p:cBhvr>
                                      <p:to>
                                        <p:strVal val="visible"/>
                                      </p:to>
                                    </p:set>
                                    <p:animEffect transition="in" filter="wipe(left)">
                                      <p:cBhvr>
                                        <p:cTn id="36" dur="500"/>
                                        <p:tgtEl>
                                          <p:spTgt spid="109570"/>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500"/>
                                        <p:tgtEl>
                                          <p:spTgt spid="17"/>
                                        </p:tgtEl>
                                      </p:cBhvr>
                                    </p:animEffect>
                                  </p:childTnLst>
                                </p:cTn>
                              </p:par>
                              <p:par>
                                <p:cTn id="42" presetID="22" presetClass="entr" presetSubtype="8" fill="hold" nodeType="withEffect">
                                  <p:stCondLst>
                                    <p:cond delay="0"/>
                                  </p:stCondLst>
                                  <p:childTnLst>
                                    <p:set>
                                      <p:cBhvr>
                                        <p:cTn id="43" dur="1" fill="hold">
                                          <p:stCondLst>
                                            <p:cond delay="0"/>
                                          </p:stCondLst>
                                        </p:cTn>
                                        <p:tgtEl>
                                          <p:spTgt spid="636937"/>
                                        </p:tgtEl>
                                        <p:attrNameLst>
                                          <p:attrName>style.visibility</p:attrName>
                                        </p:attrNameLst>
                                      </p:cBhvr>
                                      <p:to>
                                        <p:strVal val="visible"/>
                                      </p:to>
                                    </p:set>
                                    <p:animEffect transition="in" filter="wipe(left)">
                                      <p:cBhvr>
                                        <p:cTn id="44" dur="500"/>
                                        <p:tgtEl>
                                          <p:spTgt spid="636937"/>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109572"/>
                                        </p:tgtEl>
                                        <p:attrNameLst>
                                          <p:attrName>style.visibility</p:attrName>
                                        </p:attrNameLst>
                                      </p:cBhvr>
                                      <p:to>
                                        <p:strVal val="visible"/>
                                      </p:to>
                                    </p:set>
                                    <p:animEffect transition="in" filter="wipe(left)">
                                      <p:cBhvr>
                                        <p:cTn id="49" dur="500"/>
                                        <p:tgtEl>
                                          <p:spTgt spid="109572"/>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18">
                                            <p:bg/>
                                          </p:spTgt>
                                        </p:tgtEl>
                                        <p:attrNameLst>
                                          <p:attrName>style.visibility</p:attrName>
                                        </p:attrNameLst>
                                      </p:cBhvr>
                                      <p:to>
                                        <p:strVal val="visible"/>
                                      </p:to>
                                    </p:set>
                                    <p:animEffect transition="in" filter="wipe(left)">
                                      <p:cBhvr>
                                        <p:cTn id="54" dur="500"/>
                                        <p:tgtEl>
                                          <p:spTgt spid="18">
                                            <p:bg/>
                                          </p:spTgt>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18">
                                            <p:txEl>
                                              <p:pRg st="0" end="0"/>
                                            </p:txEl>
                                          </p:spTgt>
                                        </p:tgtEl>
                                        <p:attrNameLst>
                                          <p:attrName>style.visibility</p:attrName>
                                        </p:attrNameLst>
                                      </p:cBhvr>
                                      <p:to>
                                        <p:strVal val="visible"/>
                                      </p:to>
                                    </p:set>
                                    <p:animEffect transition="in" filter="wipe(left)">
                                      <p:cBhvr>
                                        <p:cTn id="57" dur="500"/>
                                        <p:tgtEl>
                                          <p:spTgt spid="18">
                                            <p:txEl>
                                              <p:pRg st="0" end="0"/>
                                            </p:txEl>
                                          </p:spTgt>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18">
                                            <p:txEl>
                                              <p:pRg st="1" end="1"/>
                                            </p:txEl>
                                          </p:spTgt>
                                        </p:tgtEl>
                                        <p:attrNameLst>
                                          <p:attrName>style.visibility</p:attrName>
                                        </p:attrNameLst>
                                      </p:cBhvr>
                                      <p:to>
                                        <p:strVal val="visible"/>
                                      </p:to>
                                    </p:set>
                                    <p:animEffect transition="in" filter="wipe(left)">
                                      <p:cBhvr>
                                        <p:cTn id="60" dur="500"/>
                                        <p:tgtEl>
                                          <p:spTgt spid="1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8" grpId="0" autoUpdateAnimBg="0"/>
      <p:bldP spid="38920" grpId="0" animBg="1"/>
      <p:bldP spid="38921" grpId="0" animBg="1"/>
      <p:bldP spid="38922" grpId="0" animBg="1"/>
      <p:bldP spid="38923" grpId="0" animBg="1"/>
      <p:bldP spid="38924" grpId="0" animBg="1"/>
      <p:bldP spid="17" grpId="0"/>
      <p:bldP spid="18" grpId="0" build="allAtOnce" animBg="1"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71472" y="1000108"/>
            <a:ext cx="8572528" cy="5857892"/>
          </a:xfrm>
          <a:prstGeom prst="roundRect">
            <a:avLst>
              <a:gd name="adj" fmla="val 3984"/>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charset="-122"/>
              <a:cs typeface="+mn-cs"/>
            </a:endParaRPr>
          </a:p>
        </p:txBody>
      </p:sp>
      <p:sp>
        <p:nvSpPr>
          <p:cNvPr id="10" name="Text Box 7"/>
          <p:cNvSpPr txBox="1">
            <a:spLocks noChangeArrowheads="1"/>
          </p:cNvSpPr>
          <p:nvPr/>
        </p:nvSpPr>
        <p:spPr bwMode="auto">
          <a:xfrm>
            <a:off x="571472" y="1000108"/>
            <a:ext cx="8358214" cy="523220"/>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1、</a:t>
            </a:r>
            <a:r>
              <a:rPr kumimoji="1" lang="zh-CN" altLang="en-US" sz="24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任意矩阵：</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A~B</a:t>
            </a:r>
            <a:r>
              <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endParaRPr kumimoji="1" lang="zh-CN" altLang="en-US" sz="2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7" name="Rectangle 5"/>
          <p:cNvSpPr>
            <a:spLocks noChangeArrowheads="1"/>
          </p:cNvSpPr>
          <p:nvPr/>
        </p:nvSpPr>
        <p:spPr bwMode="auto">
          <a:xfrm>
            <a:off x="714348" y="0"/>
            <a:ext cx="7215238" cy="830997"/>
          </a:xfrm>
          <a:prstGeom prst="rect">
            <a:avLst/>
          </a:prstGeom>
          <a:noFill/>
          <a:ln w="9525">
            <a:noFill/>
            <a:miter lim="800000"/>
            <a:headEnd/>
            <a:tailEnd/>
          </a:ln>
          <a:effectLst/>
          <a:scene3d>
            <a:camera prst="orthographicFront"/>
            <a:lightRig rig="balanced" dir="t">
              <a:rot lat="0" lon="0" rev="2100000"/>
            </a:lightRig>
          </a:scene3d>
          <a:sp3d>
            <a:bevelT w="165100" prst="coolSlant"/>
          </a:sp3d>
        </p:spPr>
        <p:txBody>
          <a:bodyPr wrap="square">
            <a:sp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三、矩阵秩的性质</a:t>
            </a:r>
          </a:p>
        </p:txBody>
      </p:sp>
      <p:sp>
        <p:nvSpPr>
          <p:cNvPr id="47" name="Text Box 7"/>
          <p:cNvSpPr txBox="1">
            <a:spLocks noChangeArrowheads="1"/>
          </p:cNvSpPr>
          <p:nvPr/>
        </p:nvSpPr>
        <p:spPr bwMode="auto">
          <a:xfrm>
            <a:off x="714348" y="1428736"/>
            <a:ext cx="8358214" cy="3015697"/>
          </a:xfrm>
          <a:prstGeom prst="rect">
            <a:avLst/>
          </a:prstGeom>
          <a:noFill/>
          <a:ln w="9525">
            <a:noFill/>
            <a:miter lim="800000"/>
            <a:headEnd/>
            <a:tailEnd/>
          </a:ln>
        </p:spPr>
        <p:txBody>
          <a:bodyPr wrap="square">
            <a:spAutoFit/>
          </a:bodyPr>
          <a:lstStyle/>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PAQ</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其中</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P,Q</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为可逆阵；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行阶梯阵</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行最简阵</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标准形</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行阶梯阵的阶数</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增广阵的秩</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和的秩</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2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积的秩</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Sylverster</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不等式</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endPar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21" name="Object 23"/>
          <p:cNvGraphicFramePr>
            <a:graphicFrameLocks noChangeAspect="1"/>
          </p:cNvGraphicFramePr>
          <p:nvPr/>
        </p:nvGraphicFramePr>
        <p:xfrm>
          <a:off x="2703513" y="2204864"/>
          <a:ext cx="4889500" cy="423862"/>
        </p:xfrm>
        <a:graphic>
          <a:graphicData uri="http://schemas.openxmlformats.org/presentationml/2006/ole">
            <mc:AlternateContent xmlns:mc="http://schemas.openxmlformats.org/markup-compatibility/2006">
              <mc:Choice xmlns:v="urn:schemas-microsoft-com:vml" Requires="v">
                <p:oleObj name="Equation" r:id="rId4" imgW="2781000" imgH="241200" progId="Equation.DSMT4">
                  <p:embed/>
                </p:oleObj>
              </mc:Choice>
              <mc:Fallback>
                <p:oleObj name="Equation" r:id="rId4" imgW="2781000" imgH="241200" progId="Equation.DSMT4">
                  <p:embed/>
                  <p:pic>
                    <p:nvPicPr>
                      <p:cNvPr id="21" name="Object 2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03513" y="2204864"/>
                        <a:ext cx="4889500" cy="4238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28"/>
          <p:cNvGraphicFramePr>
            <a:graphicFrameLocks noChangeAspect="1"/>
          </p:cNvGraphicFramePr>
          <p:nvPr/>
        </p:nvGraphicFramePr>
        <p:xfrm>
          <a:off x="2267744" y="3717032"/>
          <a:ext cx="2876325" cy="357192"/>
        </p:xfrm>
        <a:graphic>
          <a:graphicData uri="http://schemas.openxmlformats.org/presentationml/2006/ole">
            <mc:AlternateContent xmlns:mc="http://schemas.openxmlformats.org/markup-compatibility/2006">
              <mc:Choice xmlns:v="urn:schemas-microsoft-com:vml" Requires="v">
                <p:oleObj name="Equation" r:id="rId6" imgW="1625400" imgH="203040" progId="Equation.DSMT4">
                  <p:embed/>
                </p:oleObj>
              </mc:Choice>
              <mc:Fallback>
                <p:oleObj name="Equation" r:id="rId6" imgW="1625400" imgH="203040" progId="Equation.DSMT4">
                  <p:embed/>
                  <p:pic>
                    <p:nvPicPr>
                      <p:cNvPr id="22" name="Object 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67744" y="3717032"/>
                        <a:ext cx="2876325" cy="35719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28"/>
          <p:cNvGraphicFramePr>
            <a:graphicFrameLocks noChangeAspect="1"/>
          </p:cNvGraphicFramePr>
          <p:nvPr/>
        </p:nvGraphicFramePr>
        <p:xfrm>
          <a:off x="4324350" y="4072235"/>
          <a:ext cx="4643438" cy="387350"/>
        </p:xfrm>
        <a:graphic>
          <a:graphicData uri="http://schemas.openxmlformats.org/presentationml/2006/ole">
            <mc:AlternateContent xmlns:mc="http://schemas.openxmlformats.org/markup-compatibility/2006">
              <mc:Choice xmlns:v="urn:schemas-microsoft-com:vml" Requires="v">
                <p:oleObj name="Equation" r:id="rId8" imgW="3340080" imgH="253800" progId="Equation.DSMT4">
                  <p:embed/>
                </p:oleObj>
              </mc:Choice>
              <mc:Fallback>
                <p:oleObj name="Equation" r:id="rId8" imgW="3340080" imgH="253800" progId="Equation.DSMT4">
                  <p:embed/>
                  <p:pic>
                    <p:nvPicPr>
                      <p:cNvPr id="23" name="Object 2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24350" y="4072235"/>
                        <a:ext cx="4643438" cy="387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28"/>
          <p:cNvGraphicFramePr>
            <a:graphicFrameLocks noChangeAspect="1"/>
          </p:cNvGraphicFramePr>
          <p:nvPr/>
        </p:nvGraphicFramePr>
        <p:xfrm>
          <a:off x="4905405" y="4365104"/>
          <a:ext cx="3952875" cy="403228"/>
        </p:xfrm>
        <a:graphic>
          <a:graphicData uri="http://schemas.openxmlformats.org/presentationml/2006/ole">
            <mc:AlternateContent xmlns:mc="http://schemas.openxmlformats.org/markup-compatibility/2006">
              <mc:Choice xmlns:v="urn:schemas-microsoft-com:vml" Requires="v">
                <p:oleObj name="Equation" r:id="rId10" imgW="2311200" imgH="228600" progId="Equation.DSMT4">
                  <p:embed/>
                </p:oleObj>
              </mc:Choice>
              <mc:Fallback>
                <p:oleObj name="Equation" r:id="rId10" imgW="2311200" imgH="228600" progId="Equation.DSMT4">
                  <p:embed/>
                  <p:pic>
                    <p:nvPicPr>
                      <p:cNvPr id="24" name="Object 2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05405" y="4365104"/>
                        <a:ext cx="3952875" cy="4032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 name="Text Box 7"/>
          <p:cNvSpPr txBox="1">
            <a:spLocks noChangeArrowheads="1"/>
          </p:cNvSpPr>
          <p:nvPr/>
        </p:nvSpPr>
        <p:spPr bwMode="auto">
          <a:xfrm>
            <a:off x="611560" y="4695527"/>
            <a:ext cx="8358214" cy="4616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2、</a:t>
            </a:r>
            <a:r>
              <a:rPr kumimoji="1" lang="zh-CN" altLang="en-US" sz="24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方阵：</a:t>
            </a:r>
          </a:p>
        </p:txBody>
      </p:sp>
      <p:graphicFrame>
        <p:nvGraphicFramePr>
          <p:cNvPr id="637971" name="Object 19"/>
          <p:cNvGraphicFramePr>
            <a:graphicFrameLocks noChangeAspect="1"/>
          </p:cNvGraphicFramePr>
          <p:nvPr/>
        </p:nvGraphicFramePr>
        <p:xfrm>
          <a:off x="2169543" y="5901111"/>
          <a:ext cx="2435225" cy="984250"/>
        </p:xfrm>
        <a:graphic>
          <a:graphicData uri="http://schemas.openxmlformats.org/presentationml/2006/ole">
            <mc:AlternateContent xmlns:mc="http://schemas.openxmlformats.org/markup-compatibility/2006">
              <mc:Choice xmlns:v="urn:schemas-microsoft-com:vml" Requires="v">
                <p:oleObj name="Equation" r:id="rId12" imgW="1726920" imgH="698400" progId="Equation.DSMT4">
                  <p:embed/>
                </p:oleObj>
              </mc:Choice>
              <mc:Fallback>
                <p:oleObj name="Equation" r:id="rId12" imgW="1726920" imgH="698400" progId="Equation.DSMT4">
                  <p:embed/>
                  <p:pic>
                    <p:nvPicPr>
                      <p:cNvPr id="637971" name="Object 1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69543" y="5901111"/>
                        <a:ext cx="2435225" cy="9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 name="Text Box 4"/>
          <p:cNvSpPr txBox="1">
            <a:spLocks noChangeArrowheads="1"/>
          </p:cNvSpPr>
          <p:nvPr/>
        </p:nvSpPr>
        <p:spPr bwMode="auto">
          <a:xfrm>
            <a:off x="750290" y="5061879"/>
            <a:ext cx="4572032" cy="1323439"/>
          </a:xfrm>
          <a:prstGeom prst="rect">
            <a:avLst/>
          </a:prstGeom>
          <a:no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可逆</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a:t>
            </a:r>
            <a:r>
              <a:rPr kumimoji="1" lang="zh-CN" altLang="en-US" sz="20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满</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秩阵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不</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可逆</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Times New Roman" pitchFamily="18" charset="0"/>
              </a:rPr>
              <a:t>n</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)&lt;n，</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a:t>
            </a:r>
            <a:r>
              <a:rPr kumimoji="1" lang="zh-CN" altLang="en-US" sz="2000" b="1" i="0" u="none" strike="noStrike" kern="120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降</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秩阵</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00000"/>
              </a:lnSpc>
              <a:spcBef>
                <a:spcPct val="5000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伴随阵</a:t>
            </a:r>
          </a:p>
        </p:txBody>
      </p:sp>
      <p:sp>
        <p:nvSpPr>
          <p:cNvPr id="15" name="Text Box 4"/>
          <p:cNvSpPr txBox="1">
            <a:spLocks noChangeArrowheads="1"/>
          </p:cNvSpPr>
          <p:nvPr/>
        </p:nvSpPr>
        <p:spPr bwMode="auto">
          <a:xfrm>
            <a:off x="4893694" y="5027996"/>
            <a:ext cx="3714776" cy="861774"/>
          </a:xfrm>
          <a:prstGeom prst="rect">
            <a:avLst/>
          </a:prstGeom>
          <a:no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|A|≠0  A~E</a:t>
            </a:r>
          </a:p>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|A|=0</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4" name="Text Box 4"/>
          <p:cNvSpPr txBox="1">
            <a:spLocks noChangeArrowheads="1"/>
          </p:cNvSpPr>
          <p:nvPr/>
        </p:nvSpPr>
        <p:spPr bwMode="auto">
          <a:xfrm>
            <a:off x="4893694" y="5956690"/>
            <a:ext cx="3000396" cy="400110"/>
          </a:xfrm>
          <a:prstGeom prst="rect">
            <a:avLst/>
          </a:prstGeom>
          <a:solidFill>
            <a:srgbClr val="006600"/>
          </a:solidFill>
          <a:ln w="28575">
            <a:solidFill>
              <a:srgbClr val="FFC000"/>
            </a:solid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满秩</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000" b="1" i="0" u="none" strike="noStrike" kern="1200" cap="none" spc="0" normalizeH="0" baseline="30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满秩</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endParaRPr>
          </a:p>
        </p:txBody>
      </p:sp>
      <p:sp>
        <p:nvSpPr>
          <p:cNvPr id="16" name="Text Box 4"/>
          <p:cNvSpPr txBox="1">
            <a:spLocks noChangeArrowheads="1"/>
          </p:cNvSpPr>
          <p:nvPr/>
        </p:nvSpPr>
        <p:spPr bwMode="auto">
          <a:xfrm>
            <a:off x="4893694" y="6453336"/>
            <a:ext cx="3000396" cy="400110"/>
          </a:xfrm>
          <a:prstGeom prst="rect">
            <a:avLst/>
          </a:prstGeom>
          <a:solidFill>
            <a:srgbClr val="006600"/>
          </a:solidFill>
          <a:ln w="28575">
            <a:solidFill>
              <a:srgbClr val="FFC000"/>
            </a:solid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A</a:t>
            </a:r>
            <a:r>
              <a:rPr kumimoji="1" lang="en-US" altLang="zh-CN"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n</a:t>
            </a:r>
            <a:r>
              <a:rPr kumimoji="1" lang="zh-CN" altLang="en-US" sz="2000" b="1" i="0" u="none" strike="noStrike" kern="1200" cap="none" spc="0" normalizeH="0" baseline="-25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 </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降秩</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000" b="1" i="0" u="none" strike="noStrike" kern="1200" cap="none" spc="0" normalizeH="0" baseline="3000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Times New Roman" pitchFamily="18" charset="0"/>
              </a:rPr>
              <a:t>降</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秩</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endParaRPr>
          </a:p>
        </p:txBody>
      </p:sp>
      <p:graphicFrame>
        <p:nvGraphicFramePr>
          <p:cNvPr id="18" name="Object 28"/>
          <p:cNvGraphicFramePr>
            <a:graphicFrameLocks noChangeAspect="1"/>
          </p:cNvGraphicFramePr>
          <p:nvPr/>
        </p:nvGraphicFramePr>
        <p:xfrm>
          <a:off x="1308100" y="4370114"/>
          <a:ext cx="3175000" cy="427038"/>
        </p:xfrm>
        <a:graphic>
          <a:graphicData uri="http://schemas.openxmlformats.org/presentationml/2006/ole">
            <mc:AlternateContent xmlns:mc="http://schemas.openxmlformats.org/markup-compatibility/2006">
              <mc:Choice xmlns:v="urn:schemas-microsoft-com:vml" Requires="v">
                <p:oleObj name="Equation" r:id="rId14" imgW="1803240" imgH="253800" progId="Equation.DSMT4">
                  <p:embed/>
                </p:oleObj>
              </mc:Choice>
              <mc:Fallback>
                <p:oleObj name="Equation" r:id="rId14" imgW="1803240" imgH="253800" progId="Equation.DSMT4">
                  <p:embed/>
                  <p:pic>
                    <p:nvPicPr>
                      <p:cNvPr id="18" name="Object 28"/>
                      <p:cNvPicPr>
                        <a:picLocks noChangeAspect="1" noChangeArrowheads="1"/>
                      </p:cNvPicPr>
                      <p:nvPr/>
                    </p:nvPicPr>
                    <p:blipFill>
                      <a:blip r:embed="rId15"/>
                      <a:srcRect/>
                      <a:stretch>
                        <a:fillRect/>
                      </a:stretch>
                    </p:blipFill>
                    <p:spPr bwMode="auto">
                      <a:xfrm>
                        <a:off x="1308100" y="4370114"/>
                        <a:ext cx="3175000"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23"/>
          <p:cNvGraphicFramePr>
            <a:graphicFrameLocks noChangeAspect="1"/>
          </p:cNvGraphicFramePr>
          <p:nvPr/>
        </p:nvGraphicFramePr>
        <p:xfrm>
          <a:off x="1259632" y="2564908"/>
          <a:ext cx="2917825" cy="423863"/>
        </p:xfrm>
        <a:graphic>
          <a:graphicData uri="http://schemas.openxmlformats.org/presentationml/2006/ole">
            <mc:AlternateContent xmlns:mc="http://schemas.openxmlformats.org/markup-compatibility/2006">
              <mc:Choice xmlns:v="urn:schemas-microsoft-com:vml" Requires="v">
                <p:oleObj name="Equation" r:id="rId16" imgW="1803240" imgH="241200" progId="Equation.DSMT4">
                  <p:embed/>
                </p:oleObj>
              </mc:Choice>
              <mc:Fallback>
                <p:oleObj name="Equation" r:id="rId16" imgW="1803240" imgH="241200" progId="Equation.DSMT4">
                  <p:embed/>
                  <p:pic>
                    <p:nvPicPr>
                      <p:cNvPr id="19" name="Object 23"/>
                      <p:cNvPicPr>
                        <a:picLocks noChangeAspect="1" noChangeArrowheads="1"/>
                      </p:cNvPicPr>
                      <p:nvPr/>
                    </p:nvPicPr>
                    <p:blipFill>
                      <a:blip r:embed="rId17"/>
                      <a:srcRect/>
                      <a:stretch>
                        <a:fillRect/>
                      </a:stretch>
                    </p:blipFill>
                    <p:spPr bwMode="auto">
                      <a:xfrm>
                        <a:off x="1259632" y="2564908"/>
                        <a:ext cx="2917825" cy="423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23"/>
          <p:cNvGraphicFramePr>
            <a:graphicFrameLocks noChangeAspect="1"/>
          </p:cNvGraphicFramePr>
          <p:nvPr/>
        </p:nvGraphicFramePr>
        <p:xfrm>
          <a:off x="4139952" y="2564904"/>
          <a:ext cx="3286148" cy="423863"/>
        </p:xfrm>
        <a:graphic>
          <a:graphicData uri="http://schemas.openxmlformats.org/presentationml/2006/ole">
            <mc:AlternateContent xmlns:mc="http://schemas.openxmlformats.org/markup-compatibility/2006">
              <mc:Choice xmlns:v="urn:schemas-microsoft-com:vml" Requires="v">
                <p:oleObj name="Equation" r:id="rId18" imgW="2070000" imgH="241200" progId="Equation.DSMT4">
                  <p:embed/>
                </p:oleObj>
              </mc:Choice>
              <mc:Fallback>
                <p:oleObj name="Equation" r:id="rId18" imgW="2070000" imgH="241200" progId="Equation.DSMT4">
                  <p:embed/>
                  <p:pic>
                    <p:nvPicPr>
                      <p:cNvPr id="20" name="Object 2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139952" y="2564904"/>
                        <a:ext cx="3286148" cy="423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Object 28">
            <a:extLst>
              <a:ext uri="{FF2B5EF4-FFF2-40B4-BE49-F238E27FC236}">
                <a16:creationId xmlns:a16="http://schemas.microsoft.com/office/drawing/2014/main" id="{00DFF08E-2885-652B-86A9-B9125117884A}"/>
              </a:ext>
            </a:extLst>
          </p:cNvPr>
          <p:cNvGraphicFramePr>
            <a:graphicFrameLocks noChangeAspect="1"/>
          </p:cNvGraphicFramePr>
          <p:nvPr/>
        </p:nvGraphicFramePr>
        <p:xfrm>
          <a:off x="1333263" y="2929733"/>
          <a:ext cx="4449763" cy="825500"/>
        </p:xfrm>
        <a:graphic>
          <a:graphicData uri="http://schemas.openxmlformats.org/presentationml/2006/ole">
            <mc:AlternateContent xmlns:mc="http://schemas.openxmlformats.org/markup-compatibility/2006">
              <mc:Choice xmlns:v="urn:schemas-microsoft-com:vml" Requires="v">
                <p:oleObj name="Equation" r:id="rId20" imgW="2514600" imgH="469800" progId="Equation.DSMT4">
                  <p:embed/>
                </p:oleObj>
              </mc:Choice>
              <mc:Fallback>
                <p:oleObj name="Equation" r:id="rId20" imgW="2514600" imgH="469800" progId="Equation.DSMT4">
                  <p:embed/>
                  <p:pic>
                    <p:nvPicPr>
                      <p:cNvPr id="3" name="Object 28">
                        <a:extLst>
                          <a:ext uri="{FF2B5EF4-FFF2-40B4-BE49-F238E27FC236}">
                            <a16:creationId xmlns:a16="http://schemas.microsoft.com/office/drawing/2014/main" id="{00DFF08E-2885-652B-86A9-B9125117884A}"/>
                          </a:ext>
                        </a:extLst>
                      </p:cNvPr>
                      <p:cNvPicPr>
                        <a:picLocks noChangeAspect="1" noChangeArrowheads="1"/>
                      </p:cNvPicPr>
                      <p:nvPr/>
                    </p:nvPicPr>
                    <p:blipFill>
                      <a:blip r:embed="rId21"/>
                      <a:srcRect/>
                      <a:stretch>
                        <a:fillRect/>
                      </a:stretch>
                    </p:blipFill>
                    <p:spPr bwMode="auto">
                      <a:xfrm>
                        <a:off x="1333263" y="2929733"/>
                        <a:ext cx="4449763"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Object 28">
            <a:extLst>
              <a:ext uri="{FF2B5EF4-FFF2-40B4-BE49-F238E27FC236}">
                <a16:creationId xmlns:a16="http://schemas.microsoft.com/office/drawing/2014/main" id="{92006C47-63B2-3D7F-C274-C43C1041AAC5}"/>
              </a:ext>
            </a:extLst>
          </p:cNvPr>
          <p:cNvGraphicFramePr>
            <a:graphicFrameLocks noChangeAspect="1"/>
          </p:cNvGraphicFramePr>
          <p:nvPr/>
        </p:nvGraphicFramePr>
        <p:xfrm>
          <a:off x="5678488" y="2924175"/>
          <a:ext cx="3100387" cy="825500"/>
        </p:xfrm>
        <a:graphic>
          <a:graphicData uri="http://schemas.openxmlformats.org/presentationml/2006/ole">
            <mc:AlternateContent xmlns:mc="http://schemas.openxmlformats.org/markup-compatibility/2006">
              <mc:Choice xmlns:v="urn:schemas-microsoft-com:vml" Requires="v">
                <p:oleObj name="Equation" r:id="rId22" imgW="1752480" imgH="469800" progId="Equation.DSMT4">
                  <p:embed/>
                </p:oleObj>
              </mc:Choice>
              <mc:Fallback>
                <p:oleObj name="Equation" r:id="rId22" imgW="1752480" imgH="469800" progId="Equation.DSMT4">
                  <p:embed/>
                  <p:pic>
                    <p:nvPicPr>
                      <p:cNvPr id="4" name="Object 28">
                        <a:extLst>
                          <a:ext uri="{FF2B5EF4-FFF2-40B4-BE49-F238E27FC236}">
                            <a16:creationId xmlns:a16="http://schemas.microsoft.com/office/drawing/2014/main" id="{92006C47-63B2-3D7F-C274-C43C1041AAC5}"/>
                          </a:ext>
                        </a:extLst>
                      </p:cNvPr>
                      <p:cNvPicPr>
                        <a:picLocks noChangeAspect="1" noChangeArrowheads="1"/>
                      </p:cNvPicPr>
                      <p:nvPr/>
                    </p:nvPicPr>
                    <p:blipFill>
                      <a:blip r:embed="rId23"/>
                      <a:srcRect/>
                      <a:stretch>
                        <a:fillRect/>
                      </a:stretch>
                    </p:blipFill>
                    <p:spPr bwMode="auto">
                      <a:xfrm>
                        <a:off x="5678488" y="2924175"/>
                        <a:ext cx="3100387"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7">
                                            <p:txEl>
                                              <p:pRg st="0" end="0"/>
                                            </p:txEl>
                                          </p:spTgt>
                                        </p:tgtEl>
                                        <p:attrNameLst>
                                          <p:attrName>style.visibility</p:attrName>
                                        </p:attrNameLst>
                                      </p:cBhvr>
                                      <p:to>
                                        <p:strVal val="visible"/>
                                      </p:to>
                                    </p:set>
                                    <p:animEffect transition="in" filter="wipe(left)">
                                      <p:cBhvr>
                                        <p:cTn id="7" dur="500"/>
                                        <p:tgtEl>
                                          <p:spTgt spid="4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7">
                                            <p:txEl>
                                              <p:pRg st="1" end="1"/>
                                            </p:txEl>
                                          </p:spTgt>
                                        </p:tgtEl>
                                        <p:attrNameLst>
                                          <p:attrName>style.visibility</p:attrName>
                                        </p:attrNameLst>
                                      </p:cBhvr>
                                      <p:to>
                                        <p:strVal val="visible"/>
                                      </p:to>
                                    </p:set>
                                    <p:animEffect transition="in" filter="wipe(left)">
                                      <p:cBhvr>
                                        <p:cTn id="12" dur="500"/>
                                        <p:tgtEl>
                                          <p:spTgt spid="4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7">
                                            <p:txEl>
                                              <p:pRg st="2" end="2"/>
                                            </p:txEl>
                                          </p:spTgt>
                                        </p:tgtEl>
                                        <p:attrNameLst>
                                          <p:attrName>style.visibility</p:attrName>
                                        </p:attrNameLst>
                                      </p:cBhvr>
                                      <p:to>
                                        <p:strVal val="visible"/>
                                      </p:to>
                                    </p:set>
                                    <p:animEffect transition="in" filter="wipe(left)">
                                      <p:cBhvr>
                                        <p:cTn id="17" dur="500"/>
                                        <p:tgtEl>
                                          <p:spTgt spid="47">
                                            <p:txEl>
                                              <p:pRg st="2" end="2"/>
                                            </p:txEl>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par>
                                <p:cTn id="21" presetID="22" presetClass="entr" presetSubtype="8"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wipe(left)">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wipe(left)">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wipe(left)">
                                      <p:cBhvr>
                                        <p:cTn id="38" dur="500"/>
                                        <p:tgtEl>
                                          <p:spTgt spid="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47">
                                            <p:txEl>
                                              <p:pRg st="6" end="6"/>
                                            </p:txEl>
                                          </p:spTgt>
                                        </p:tgtEl>
                                        <p:attrNameLst>
                                          <p:attrName>style.visibility</p:attrName>
                                        </p:attrNameLst>
                                      </p:cBhvr>
                                      <p:to>
                                        <p:strVal val="visible"/>
                                      </p:to>
                                    </p:set>
                                    <p:animEffect transition="in" filter="wipe(left)">
                                      <p:cBhvr>
                                        <p:cTn id="43" dur="500"/>
                                        <p:tgtEl>
                                          <p:spTgt spid="47">
                                            <p:txEl>
                                              <p:pRg st="6" end="6"/>
                                            </p:txEl>
                                          </p:spTgt>
                                        </p:tgtEl>
                                      </p:cBhvr>
                                    </p:animEffect>
                                  </p:childTnLst>
                                </p:cTn>
                              </p:par>
                              <p:par>
                                <p:cTn id="44" presetID="22" presetClass="entr" presetSubtype="8" fill="hold"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47">
                                            <p:txEl>
                                              <p:pRg st="7" end="7"/>
                                            </p:txEl>
                                          </p:spTgt>
                                        </p:tgtEl>
                                        <p:attrNameLst>
                                          <p:attrName>style.visibility</p:attrName>
                                        </p:attrNameLst>
                                      </p:cBhvr>
                                      <p:to>
                                        <p:strVal val="visible"/>
                                      </p:to>
                                    </p:set>
                                    <p:animEffect transition="in" filter="wipe(left)">
                                      <p:cBhvr>
                                        <p:cTn id="51" dur="500"/>
                                        <p:tgtEl>
                                          <p:spTgt spid="47">
                                            <p:txEl>
                                              <p:pRg st="7" end="7"/>
                                            </p:txEl>
                                          </p:spTgt>
                                        </p:tgtEl>
                                      </p:cBhvr>
                                    </p:animEffect>
                                  </p:childTnLst>
                                </p:cTn>
                              </p:par>
                              <p:par>
                                <p:cTn id="52" presetID="22" presetClass="entr" presetSubtype="8" fill="hold"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wipe(left)">
                                      <p:cBhvr>
                                        <p:cTn id="54" dur="500"/>
                                        <p:tgtEl>
                                          <p:spTgt spid="23"/>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nodeType="click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left)">
                                      <p:cBhvr>
                                        <p:cTn id="59" dur="500"/>
                                        <p:tgtEl>
                                          <p:spTgt spid="24"/>
                                        </p:tgtEl>
                                      </p:cBhvr>
                                    </p:animEffect>
                                  </p:childTnLst>
                                </p:cTn>
                              </p:par>
                              <p:par>
                                <p:cTn id="60" presetID="22" presetClass="entr" presetSubtype="8" fill="hold"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wipe(left)">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7">
                                            <p:txEl>
                                              <p:pRg st="0" end="0"/>
                                            </p:txEl>
                                          </p:spTgt>
                                        </p:tgtEl>
                                        <p:attrNameLst>
                                          <p:attrName>style.visibility</p:attrName>
                                        </p:attrNameLst>
                                      </p:cBhvr>
                                      <p:to>
                                        <p:strVal val="visible"/>
                                      </p:to>
                                    </p:set>
                                    <p:animEffect transition="in" filter="wipe(left)">
                                      <p:cBhvr>
                                        <p:cTn id="67" dur="500"/>
                                        <p:tgtEl>
                                          <p:spTgt spid="27">
                                            <p:txEl>
                                              <p:pRg st="0" end="0"/>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27">
                                            <p:txEl>
                                              <p:pRg st="1" end="1"/>
                                            </p:txEl>
                                          </p:spTgt>
                                        </p:tgtEl>
                                        <p:attrNameLst>
                                          <p:attrName>style.visibility</p:attrName>
                                        </p:attrNameLst>
                                      </p:cBhvr>
                                      <p:to>
                                        <p:strVal val="visible"/>
                                      </p:to>
                                    </p:set>
                                    <p:animEffect transition="in" filter="wipe(left)">
                                      <p:cBhvr>
                                        <p:cTn id="72" dur="500"/>
                                        <p:tgtEl>
                                          <p:spTgt spid="27">
                                            <p:txEl>
                                              <p:pRg st="1" end="1"/>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15">
                                            <p:txEl>
                                              <p:pRg st="0" end="0"/>
                                            </p:txEl>
                                          </p:spTgt>
                                        </p:tgtEl>
                                        <p:attrNameLst>
                                          <p:attrName>style.visibility</p:attrName>
                                        </p:attrNameLst>
                                      </p:cBhvr>
                                      <p:to>
                                        <p:strVal val="visible"/>
                                      </p:to>
                                    </p:set>
                                    <p:animEffect transition="in" filter="wipe(left)">
                                      <p:cBhvr>
                                        <p:cTn id="77" dur="500"/>
                                        <p:tgtEl>
                                          <p:spTgt spid="15">
                                            <p:txEl>
                                              <p:pRg st="0" end="0"/>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15">
                                            <p:txEl>
                                              <p:pRg st="1" end="1"/>
                                            </p:txEl>
                                          </p:spTgt>
                                        </p:tgtEl>
                                        <p:attrNameLst>
                                          <p:attrName>style.visibility</p:attrName>
                                        </p:attrNameLst>
                                      </p:cBhvr>
                                      <p:to>
                                        <p:strVal val="visible"/>
                                      </p:to>
                                    </p:set>
                                    <p:animEffect transition="in" filter="wipe(left)">
                                      <p:cBhvr>
                                        <p:cTn id="82" dur="500"/>
                                        <p:tgtEl>
                                          <p:spTgt spid="15">
                                            <p:txEl>
                                              <p:pRg st="1" end="1"/>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27">
                                            <p:txEl>
                                              <p:pRg st="2" end="2"/>
                                            </p:txEl>
                                          </p:spTgt>
                                        </p:tgtEl>
                                        <p:attrNameLst>
                                          <p:attrName>style.visibility</p:attrName>
                                        </p:attrNameLst>
                                      </p:cBhvr>
                                      <p:to>
                                        <p:strVal val="visible"/>
                                      </p:to>
                                    </p:set>
                                    <p:animEffect transition="in" filter="wipe(left)">
                                      <p:cBhvr>
                                        <p:cTn id="87" dur="500"/>
                                        <p:tgtEl>
                                          <p:spTgt spid="27">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637971"/>
                                        </p:tgtEl>
                                        <p:attrNameLst>
                                          <p:attrName>style.visibility</p:attrName>
                                        </p:attrNameLst>
                                      </p:cBhvr>
                                      <p:to>
                                        <p:strVal val="visible"/>
                                      </p:to>
                                    </p:set>
                                    <p:animEffect transition="in" filter="wipe(left)">
                                      <p:cBhvr>
                                        <p:cTn id="92" dur="500"/>
                                        <p:tgtEl>
                                          <p:spTgt spid="637971"/>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Effect transition="in" filter="wipe(left)">
                                      <p:cBhvr>
                                        <p:cTn id="97" dur="500"/>
                                        <p:tgtEl>
                                          <p:spTgt spid="14"/>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16"/>
                                        </p:tgtEl>
                                        <p:attrNameLst>
                                          <p:attrName>style.visibility</p:attrName>
                                        </p:attrNameLst>
                                      </p:cBhvr>
                                      <p:to>
                                        <p:strVal val="visible"/>
                                      </p:to>
                                    </p:set>
                                    <p:animEffect transition="in" filter="wipe(left)">
                                      <p:cBhvr>
                                        <p:cTn id="10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allAtOnce" autoUpdateAnimBg="0"/>
      <p:bldP spid="14" grpId="0" animBg="1"/>
      <p:bldP spid="1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40" name="Text Box 20"/>
          <p:cNvSpPr txBox="1">
            <a:spLocks noChangeArrowheads="1"/>
          </p:cNvSpPr>
          <p:nvPr/>
        </p:nvSpPr>
        <p:spPr bwMode="auto">
          <a:xfrm>
            <a:off x="0" y="1234396"/>
            <a:ext cx="1115616" cy="523220"/>
          </a:xfrm>
          <a:prstGeom prst="rect">
            <a:avLst/>
          </a:prstGeom>
          <a:noFill/>
          <a:ln w="2857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rPr>
              <a:t>证明</a:t>
            </a:r>
          </a:p>
        </p:txBody>
      </p:sp>
      <p:graphicFrame>
        <p:nvGraphicFramePr>
          <p:cNvPr id="56343" name="Object 23"/>
          <p:cNvGraphicFramePr>
            <a:graphicFrameLocks noChangeAspect="1"/>
          </p:cNvGraphicFramePr>
          <p:nvPr/>
        </p:nvGraphicFramePr>
        <p:xfrm>
          <a:off x="180017" y="1909534"/>
          <a:ext cx="6829482" cy="542022"/>
        </p:xfrm>
        <a:graphic>
          <a:graphicData uri="http://schemas.openxmlformats.org/presentationml/2006/ole">
            <mc:AlternateContent xmlns:mc="http://schemas.openxmlformats.org/markup-compatibility/2006">
              <mc:Choice xmlns:v="urn:schemas-microsoft-com:vml" Requires="v">
                <p:oleObj name="Equation" r:id="rId3" imgW="2882880" imgH="228600" progId="Equation.DSMT4">
                  <p:embed/>
                </p:oleObj>
              </mc:Choice>
              <mc:Fallback>
                <p:oleObj name="Equation" r:id="rId3" imgW="2882880" imgH="228600" progId="Equation.DSMT4">
                  <p:embed/>
                  <p:pic>
                    <p:nvPicPr>
                      <p:cNvPr id="56343" name="Object 23"/>
                      <p:cNvPicPr>
                        <a:picLocks noChangeAspect="1" noChangeArrowheads="1"/>
                      </p:cNvPicPr>
                      <p:nvPr/>
                    </p:nvPicPr>
                    <p:blipFill>
                      <a:blip r:embed="rId4"/>
                      <a:srcRect/>
                      <a:stretch>
                        <a:fillRect/>
                      </a:stretch>
                    </p:blipFill>
                    <p:spPr bwMode="auto">
                      <a:xfrm>
                        <a:off x="180017" y="1909534"/>
                        <a:ext cx="6829482" cy="542022"/>
                      </a:xfrm>
                      <a:prstGeom prst="rect">
                        <a:avLst/>
                      </a:prstGeom>
                      <a:noFill/>
                    </p:spPr>
                  </p:pic>
                </p:oleObj>
              </mc:Fallback>
            </mc:AlternateContent>
          </a:graphicData>
        </a:graphic>
      </p:graphicFrame>
      <p:sp>
        <p:nvSpPr>
          <p:cNvPr id="27" name="Line 25"/>
          <p:cNvSpPr>
            <a:spLocks noChangeShapeType="1"/>
          </p:cNvSpPr>
          <p:nvPr/>
        </p:nvSpPr>
        <p:spPr bwMode="auto">
          <a:xfrm>
            <a:off x="0" y="126876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3" name="Object 23">
            <a:extLst>
              <a:ext uri="{FF2B5EF4-FFF2-40B4-BE49-F238E27FC236}">
                <a16:creationId xmlns:a16="http://schemas.microsoft.com/office/drawing/2014/main" id="{2508B6CD-B1E4-E059-9140-DFFCB9EE4E5A}"/>
              </a:ext>
            </a:extLst>
          </p:cNvPr>
          <p:cNvGraphicFramePr>
            <a:graphicFrameLocks noChangeAspect="1"/>
          </p:cNvGraphicFramePr>
          <p:nvPr/>
        </p:nvGraphicFramePr>
        <p:xfrm>
          <a:off x="943173" y="2423631"/>
          <a:ext cx="7661275" cy="1082675"/>
        </p:xfrm>
        <a:graphic>
          <a:graphicData uri="http://schemas.openxmlformats.org/presentationml/2006/ole">
            <mc:AlternateContent xmlns:mc="http://schemas.openxmlformats.org/markup-compatibility/2006">
              <mc:Choice xmlns:v="urn:schemas-microsoft-com:vml" Requires="v">
                <p:oleObj name="Equation" r:id="rId5" imgW="3543120" imgH="457200" progId="Equation.DSMT4">
                  <p:embed/>
                </p:oleObj>
              </mc:Choice>
              <mc:Fallback>
                <p:oleObj name="Equation" r:id="rId5" imgW="3543120" imgH="457200" progId="Equation.DSMT4">
                  <p:embed/>
                  <p:pic>
                    <p:nvPicPr>
                      <p:cNvPr id="3" name="Object 23">
                        <a:extLst>
                          <a:ext uri="{FF2B5EF4-FFF2-40B4-BE49-F238E27FC236}">
                            <a16:creationId xmlns:a16="http://schemas.microsoft.com/office/drawing/2014/main" id="{2508B6CD-B1E4-E059-9140-DFFCB9EE4E5A}"/>
                          </a:ext>
                        </a:extLst>
                      </p:cNvPr>
                      <p:cNvPicPr>
                        <a:picLocks noChangeAspect="1" noChangeArrowheads="1"/>
                      </p:cNvPicPr>
                      <p:nvPr/>
                    </p:nvPicPr>
                    <p:blipFill>
                      <a:blip r:embed="rId6"/>
                      <a:srcRect/>
                      <a:stretch>
                        <a:fillRect/>
                      </a:stretch>
                    </p:blipFill>
                    <p:spPr bwMode="auto">
                      <a:xfrm>
                        <a:off x="943173" y="2423631"/>
                        <a:ext cx="7661275" cy="1082675"/>
                      </a:xfrm>
                      <a:prstGeom prst="rect">
                        <a:avLst/>
                      </a:prstGeom>
                      <a:noFill/>
                    </p:spPr>
                  </p:pic>
                </p:oleObj>
              </mc:Fallback>
            </mc:AlternateContent>
          </a:graphicData>
        </a:graphic>
      </p:graphicFrame>
      <p:graphicFrame>
        <p:nvGraphicFramePr>
          <p:cNvPr id="4" name="Object 23">
            <a:extLst>
              <a:ext uri="{FF2B5EF4-FFF2-40B4-BE49-F238E27FC236}">
                <a16:creationId xmlns:a16="http://schemas.microsoft.com/office/drawing/2014/main" id="{2AC094A6-BAD8-7025-55E4-22850B1C54D3}"/>
              </a:ext>
            </a:extLst>
          </p:cNvPr>
          <p:cNvGraphicFramePr>
            <a:graphicFrameLocks noChangeAspect="1"/>
          </p:cNvGraphicFramePr>
          <p:nvPr/>
        </p:nvGraphicFramePr>
        <p:xfrm>
          <a:off x="180017" y="3510944"/>
          <a:ext cx="5597335" cy="509959"/>
        </p:xfrm>
        <a:graphic>
          <a:graphicData uri="http://schemas.openxmlformats.org/presentationml/2006/ole">
            <mc:AlternateContent xmlns:mc="http://schemas.openxmlformats.org/markup-compatibility/2006">
              <mc:Choice xmlns:v="urn:schemas-microsoft-com:vml" Requires="v">
                <p:oleObj name="Equation" r:id="rId7" imgW="2361960" imgH="215640" progId="Equation.DSMT4">
                  <p:embed/>
                </p:oleObj>
              </mc:Choice>
              <mc:Fallback>
                <p:oleObj name="Equation" r:id="rId7" imgW="2361960" imgH="215640" progId="Equation.DSMT4">
                  <p:embed/>
                  <p:pic>
                    <p:nvPicPr>
                      <p:cNvPr id="4" name="Object 23">
                        <a:extLst>
                          <a:ext uri="{FF2B5EF4-FFF2-40B4-BE49-F238E27FC236}">
                            <a16:creationId xmlns:a16="http://schemas.microsoft.com/office/drawing/2014/main" id="{2AC094A6-BAD8-7025-55E4-22850B1C54D3}"/>
                          </a:ext>
                        </a:extLst>
                      </p:cNvPr>
                      <p:cNvPicPr>
                        <a:picLocks noChangeAspect="1" noChangeArrowheads="1"/>
                      </p:cNvPicPr>
                      <p:nvPr/>
                    </p:nvPicPr>
                    <p:blipFill>
                      <a:blip r:embed="rId8"/>
                      <a:srcRect/>
                      <a:stretch>
                        <a:fillRect/>
                      </a:stretch>
                    </p:blipFill>
                    <p:spPr bwMode="auto">
                      <a:xfrm>
                        <a:off x="180017" y="3510944"/>
                        <a:ext cx="5597335" cy="509959"/>
                      </a:xfrm>
                      <a:prstGeom prst="rect">
                        <a:avLst/>
                      </a:prstGeom>
                      <a:noFill/>
                    </p:spPr>
                  </p:pic>
                </p:oleObj>
              </mc:Fallback>
            </mc:AlternateContent>
          </a:graphicData>
        </a:graphic>
      </p:graphicFrame>
      <p:graphicFrame>
        <p:nvGraphicFramePr>
          <p:cNvPr id="5" name="Object 23">
            <a:extLst>
              <a:ext uri="{FF2B5EF4-FFF2-40B4-BE49-F238E27FC236}">
                <a16:creationId xmlns:a16="http://schemas.microsoft.com/office/drawing/2014/main" id="{226F2962-32CB-72A6-3869-458BCF9E4CF2}"/>
              </a:ext>
            </a:extLst>
          </p:cNvPr>
          <p:cNvGraphicFramePr>
            <a:graphicFrameLocks noChangeAspect="1"/>
          </p:cNvGraphicFramePr>
          <p:nvPr/>
        </p:nvGraphicFramePr>
        <p:xfrm>
          <a:off x="943173" y="4103206"/>
          <a:ext cx="7548563" cy="1206500"/>
        </p:xfrm>
        <a:graphic>
          <a:graphicData uri="http://schemas.openxmlformats.org/presentationml/2006/ole">
            <mc:AlternateContent xmlns:mc="http://schemas.openxmlformats.org/markup-compatibility/2006">
              <mc:Choice xmlns:v="urn:schemas-microsoft-com:vml" Requires="v">
                <p:oleObj name="Equation" r:id="rId9" imgW="3187440" imgH="507960" progId="Equation.DSMT4">
                  <p:embed/>
                </p:oleObj>
              </mc:Choice>
              <mc:Fallback>
                <p:oleObj name="Equation" r:id="rId9" imgW="3187440" imgH="507960" progId="Equation.DSMT4">
                  <p:embed/>
                  <p:pic>
                    <p:nvPicPr>
                      <p:cNvPr id="5" name="Object 23">
                        <a:extLst>
                          <a:ext uri="{FF2B5EF4-FFF2-40B4-BE49-F238E27FC236}">
                            <a16:creationId xmlns:a16="http://schemas.microsoft.com/office/drawing/2014/main" id="{226F2962-32CB-72A6-3869-458BCF9E4CF2}"/>
                          </a:ext>
                        </a:extLst>
                      </p:cNvPr>
                      <p:cNvPicPr>
                        <a:picLocks noChangeAspect="1" noChangeArrowheads="1"/>
                      </p:cNvPicPr>
                      <p:nvPr/>
                    </p:nvPicPr>
                    <p:blipFill>
                      <a:blip r:embed="rId10"/>
                      <a:srcRect/>
                      <a:stretch>
                        <a:fillRect/>
                      </a:stretch>
                    </p:blipFill>
                    <p:spPr bwMode="auto">
                      <a:xfrm>
                        <a:off x="943173" y="4103206"/>
                        <a:ext cx="7548563" cy="1206500"/>
                      </a:xfrm>
                      <a:prstGeom prst="rect">
                        <a:avLst/>
                      </a:prstGeom>
                      <a:noFill/>
                    </p:spPr>
                  </p:pic>
                </p:oleObj>
              </mc:Fallback>
            </mc:AlternateContent>
          </a:graphicData>
        </a:graphic>
      </p:graphicFrame>
      <p:graphicFrame>
        <p:nvGraphicFramePr>
          <p:cNvPr id="6" name="Object 23">
            <a:extLst>
              <a:ext uri="{FF2B5EF4-FFF2-40B4-BE49-F238E27FC236}">
                <a16:creationId xmlns:a16="http://schemas.microsoft.com/office/drawing/2014/main" id="{96FE979F-C2A5-D0B7-30DE-64373192499F}"/>
              </a:ext>
            </a:extLst>
          </p:cNvPr>
          <p:cNvGraphicFramePr>
            <a:graphicFrameLocks noChangeAspect="1"/>
          </p:cNvGraphicFramePr>
          <p:nvPr/>
        </p:nvGraphicFramePr>
        <p:xfrm>
          <a:off x="4449763" y="5336693"/>
          <a:ext cx="4511675" cy="512763"/>
        </p:xfrm>
        <a:graphic>
          <a:graphicData uri="http://schemas.openxmlformats.org/presentationml/2006/ole">
            <mc:AlternateContent xmlns:mc="http://schemas.openxmlformats.org/markup-compatibility/2006">
              <mc:Choice xmlns:v="urn:schemas-microsoft-com:vml" Requires="v">
                <p:oleObj name="Equation" r:id="rId11" imgW="1904760" imgH="215640" progId="Equation.DSMT4">
                  <p:embed/>
                </p:oleObj>
              </mc:Choice>
              <mc:Fallback>
                <p:oleObj name="Equation" r:id="rId11" imgW="1904760" imgH="215640" progId="Equation.DSMT4">
                  <p:embed/>
                  <p:pic>
                    <p:nvPicPr>
                      <p:cNvPr id="6" name="Object 23">
                        <a:extLst>
                          <a:ext uri="{FF2B5EF4-FFF2-40B4-BE49-F238E27FC236}">
                            <a16:creationId xmlns:a16="http://schemas.microsoft.com/office/drawing/2014/main" id="{96FE979F-C2A5-D0B7-30DE-64373192499F}"/>
                          </a:ext>
                        </a:extLst>
                      </p:cNvPr>
                      <p:cNvPicPr>
                        <a:picLocks noChangeAspect="1" noChangeArrowheads="1"/>
                      </p:cNvPicPr>
                      <p:nvPr/>
                    </p:nvPicPr>
                    <p:blipFill>
                      <a:blip r:embed="rId12"/>
                      <a:srcRect/>
                      <a:stretch>
                        <a:fillRect/>
                      </a:stretch>
                    </p:blipFill>
                    <p:spPr bwMode="auto">
                      <a:xfrm>
                        <a:off x="4449763" y="5336693"/>
                        <a:ext cx="4511675" cy="512763"/>
                      </a:xfrm>
                      <a:prstGeom prst="rect">
                        <a:avLst/>
                      </a:prstGeom>
                      <a:noFill/>
                    </p:spPr>
                  </p:pic>
                </p:oleObj>
              </mc:Fallback>
            </mc:AlternateContent>
          </a:graphicData>
        </a:graphic>
      </p:graphicFrame>
      <p:graphicFrame>
        <p:nvGraphicFramePr>
          <p:cNvPr id="7" name="Object 23">
            <a:extLst>
              <a:ext uri="{FF2B5EF4-FFF2-40B4-BE49-F238E27FC236}">
                <a16:creationId xmlns:a16="http://schemas.microsoft.com/office/drawing/2014/main" id="{6CC9C38A-567E-73BC-CE05-83FC1ECF6B4E}"/>
              </a:ext>
            </a:extLst>
          </p:cNvPr>
          <p:cNvGraphicFramePr>
            <a:graphicFrameLocks noChangeAspect="1"/>
          </p:cNvGraphicFramePr>
          <p:nvPr/>
        </p:nvGraphicFramePr>
        <p:xfrm>
          <a:off x="92075" y="5682704"/>
          <a:ext cx="4479925" cy="482600"/>
        </p:xfrm>
        <a:graphic>
          <a:graphicData uri="http://schemas.openxmlformats.org/presentationml/2006/ole">
            <mc:AlternateContent xmlns:mc="http://schemas.openxmlformats.org/markup-compatibility/2006">
              <mc:Choice xmlns:v="urn:schemas-microsoft-com:vml" Requires="v">
                <p:oleObj name="Equation" r:id="rId13" imgW="1892160" imgH="203040" progId="Equation.DSMT4">
                  <p:embed/>
                </p:oleObj>
              </mc:Choice>
              <mc:Fallback>
                <p:oleObj name="Equation" r:id="rId13" imgW="1892160" imgH="203040" progId="Equation.DSMT4">
                  <p:embed/>
                  <p:pic>
                    <p:nvPicPr>
                      <p:cNvPr id="7" name="Object 23">
                        <a:extLst>
                          <a:ext uri="{FF2B5EF4-FFF2-40B4-BE49-F238E27FC236}">
                            <a16:creationId xmlns:a16="http://schemas.microsoft.com/office/drawing/2014/main" id="{6CC9C38A-567E-73BC-CE05-83FC1ECF6B4E}"/>
                          </a:ext>
                        </a:extLst>
                      </p:cNvPr>
                      <p:cNvPicPr>
                        <a:picLocks noChangeAspect="1" noChangeArrowheads="1"/>
                      </p:cNvPicPr>
                      <p:nvPr/>
                    </p:nvPicPr>
                    <p:blipFill>
                      <a:blip r:embed="rId14"/>
                      <a:srcRect/>
                      <a:stretch>
                        <a:fillRect/>
                      </a:stretch>
                    </p:blipFill>
                    <p:spPr bwMode="auto">
                      <a:xfrm>
                        <a:off x="92075" y="5682704"/>
                        <a:ext cx="4479925" cy="482600"/>
                      </a:xfrm>
                      <a:prstGeom prst="rect">
                        <a:avLst/>
                      </a:prstGeom>
                      <a:noFill/>
                    </p:spPr>
                  </p:pic>
                </p:oleObj>
              </mc:Fallback>
            </mc:AlternateContent>
          </a:graphicData>
        </a:graphic>
      </p:graphicFrame>
      <p:graphicFrame>
        <p:nvGraphicFramePr>
          <p:cNvPr id="8" name="Object 18">
            <a:extLst>
              <a:ext uri="{FF2B5EF4-FFF2-40B4-BE49-F238E27FC236}">
                <a16:creationId xmlns:a16="http://schemas.microsoft.com/office/drawing/2014/main" id="{CE84FFAA-3977-E9C4-4E26-089F61C42A54}"/>
              </a:ext>
            </a:extLst>
          </p:cNvPr>
          <p:cNvGraphicFramePr>
            <a:graphicFrameLocks noChangeAspect="1"/>
          </p:cNvGraphicFramePr>
          <p:nvPr/>
        </p:nvGraphicFramePr>
        <p:xfrm>
          <a:off x="35496" y="124434"/>
          <a:ext cx="8562295" cy="1216334"/>
        </p:xfrm>
        <a:graphic>
          <a:graphicData uri="http://schemas.openxmlformats.org/presentationml/2006/ole">
            <mc:AlternateContent xmlns:mc="http://schemas.openxmlformats.org/markup-compatibility/2006">
              <mc:Choice xmlns:v="urn:schemas-microsoft-com:vml" Requires="v">
                <p:oleObj name="Equation" r:id="rId15" imgW="3365280" imgH="469800" progId="Equation.DSMT4">
                  <p:embed/>
                </p:oleObj>
              </mc:Choice>
              <mc:Fallback>
                <p:oleObj name="Equation" r:id="rId15" imgW="3365280" imgH="469800" progId="Equation.DSMT4">
                  <p:embed/>
                  <p:pic>
                    <p:nvPicPr>
                      <p:cNvPr id="8" name="Object 18">
                        <a:extLst>
                          <a:ext uri="{FF2B5EF4-FFF2-40B4-BE49-F238E27FC236}">
                            <a16:creationId xmlns:a16="http://schemas.microsoft.com/office/drawing/2014/main" id="{CE84FFAA-3977-E9C4-4E26-089F61C42A54}"/>
                          </a:ext>
                        </a:extLst>
                      </p:cNvPr>
                      <p:cNvPicPr>
                        <a:picLocks noChangeAspect="1" noChangeArrowheads="1"/>
                      </p:cNvPicPr>
                      <p:nvPr/>
                    </p:nvPicPr>
                    <p:blipFill>
                      <a:blip r:embed="rId16"/>
                      <a:srcRect/>
                      <a:stretch>
                        <a:fillRect/>
                      </a:stretch>
                    </p:blipFill>
                    <p:spPr bwMode="auto">
                      <a:xfrm>
                        <a:off x="35496" y="124434"/>
                        <a:ext cx="8562295" cy="1216334"/>
                      </a:xfrm>
                      <a:prstGeom prst="rect">
                        <a:avLst/>
                      </a:prstGeom>
                      <a:noFill/>
                    </p:spPr>
                  </p:pic>
                </p:oleObj>
              </mc:Fallback>
            </mc:AlternateContent>
          </a:graphicData>
        </a:graphic>
      </p:graphicFrame>
      <p:sp>
        <p:nvSpPr>
          <p:cNvPr id="10" name="Text Box 4">
            <a:extLst>
              <a:ext uri="{FF2B5EF4-FFF2-40B4-BE49-F238E27FC236}">
                <a16:creationId xmlns:a16="http://schemas.microsoft.com/office/drawing/2014/main" id="{082C9FDA-E846-23CA-3206-927E277E8BC0}"/>
              </a:ext>
            </a:extLst>
          </p:cNvPr>
          <p:cNvSpPr txBox="1">
            <a:spLocks noChangeArrowheads="1"/>
          </p:cNvSpPr>
          <p:nvPr/>
        </p:nvSpPr>
        <p:spPr bwMode="auto">
          <a:xfrm>
            <a:off x="9718" y="6093296"/>
            <a:ext cx="9144000" cy="830997"/>
          </a:xfrm>
          <a:prstGeom prst="rect">
            <a:avLst/>
          </a:prstGeom>
          <a:solidFill>
            <a:srgbClr val="006600"/>
          </a:solidFill>
          <a:ln w="28575">
            <a:solidFill>
              <a:srgbClr val="FFC000"/>
            </a:solid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对</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n</a:t>
            </a: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阶阵</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，有（</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400" b="1" i="1"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k</a:t>
            </a:r>
            <a:r>
              <a:rPr kumimoji="1" lang="en-US" altLang="zh-CN" sz="2400" b="1" i="0"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E</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a:t>
            </a:r>
            <a:r>
              <a:rPr kumimoji="1" lang="en-US" altLang="zh-CN" sz="2400" b="1" i="1"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m</a:t>
            </a:r>
            <a:r>
              <a:rPr kumimoji="1" lang="en-US" altLang="zh-CN" sz="2400" b="1" i="0"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E</a:t>
            </a: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=0  R(A-</a:t>
            </a:r>
            <a:r>
              <a:rPr kumimoji="1" lang="en-US" altLang="zh-CN" sz="2400" b="1" i="1"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k</a:t>
            </a:r>
            <a:r>
              <a:rPr kumimoji="1" lang="en-US" altLang="zh-CN" sz="2400" b="1" i="0"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E</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)+R(A-</a:t>
            </a:r>
            <a:r>
              <a:rPr kumimoji="1" lang="en-US" altLang="zh-CN" sz="2400" b="1" i="1"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m</a:t>
            </a:r>
            <a:r>
              <a:rPr kumimoji="1" lang="en-US" altLang="zh-CN" sz="2400" b="1" i="0"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E</a:t>
            </a: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=n</a:t>
            </a:r>
          </a:p>
          <a:p>
            <a:pPr marL="457200" marR="0" lvl="0" indent="-457200" algn="r" defTabSz="914400" rtl="0" eaLnBrk="0" fontAlgn="base" latinLnBrk="0" hangingPunct="0">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注：</a:t>
            </a:r>
            <a:r>
              <a:rPr kumimoji="1" lang="en-US" altLang="zh-CN" sz="1600" b="1" i="0" u="none" strike="noStrike" kern="1200" cap="none" spc="0" normalizeH="0" baseline="0" noProof="0" dirty="0" err="1">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k≠m</a:t>
            </a:r>
            <a:endParaRPr kumimoji="1" lang="en-US" altLang="zh-CN" sz="16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endParaRPr>
          </a:p>
        </p:txBody>
      </p:sp>
    </p:spTree>
    <p:extLst>
      <p:ext uri="{BB962C8B-B14F-4D97-AF65-F5344CB8AC3E}">
        <p14:creationId xmlns:p14="http://schemas.microsoft.com/office/powerpoint/2010/main" val="2662835937"/>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6340"/>
                                        </p:tgtEl>
                                        <p:attrNameLst>
                                          <p:attrName>style.visibility</p:attrName>
                                        </p:attrNameLst>
                                      </p:cBhvr>
                                      <p:to>
                                        <p:strVal val="visible"/>
                                      </p:to>
                                    </p:set>
                                    <p:animEffect transition="in" filter="wipe(left)">
                                      <p:cBhvr>
                                        <p:cTn id="7" dur="500"/>
                                        <p:tgtEl>
                                          <p:spTgt spid="56340"/>
                                        </p:tgtEl>
                                      </p:cBhvr>
                                    </p:animEffect>
                                  </p:childTnLst>
                                </p:cTn>
                              </p:par>
                              <p:par>
                                <p:cTn id="8" presetID="22" presetClass="entr" presetSubtype="8" fill="hold" nodeType="withEffect">
                                  <p:stCondLst>
                                    <p:cond delay="0"/>
                                  </p:stCondLst>
                                  <p:childTnLst>
                                    <p:set>
                                      <p:cBhvr>
                                        <p:cTn id="9" dur="1" fill="hold">
                                          <p:stCondLst>
                                            <p:cond delay="0"/>
                                          </p:stCondLst>
                                        </p:cTn>
                                        <p:tgtEl>
                                          <p:spTgt spid="56343"/>
                                        </p:tgtEl>
                                        <p:attrNameLst>
                                          <p:attrName>style.visibility</p:attrName>
                                        </p:attrNameLst>
                                      </p:cBhvr>
                                      <p:to>
                                        <p:strVal val="visible"/>
                                      </p:to>
                                    </p:set>
                                    <p:animEffect transition="in" filter="wipe(left)">
                                      <p:cBhvr>
                                        <p:cTn id="10" dur="500"/>
                                        <p:tgtEl>
                                          <p:spTgt spid="5634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left)">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wipe(left)">
                                      <p:cBhvr>
                                        <p:cTn id="35" dur="500"/>
                                        <p:tgtEl>
                                          <p:spTgt spid="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wipe(left)">
                                      <p:cBhvr>
                                        <p:cTn id="4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40" grpId="0" autoUpdateAnimBg="0"/>
      <p:bldP spid="10"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98EBD2-051E-E2D8-5FD6-B76BF91718FF}"/>
            </a:ext>
          </a:extLst>
        </p:cNvPr>
        <p:cNvGrpSpPr/>
        <p:nvPr/>
      </p:nvGrpSpPr>
      <p:grpSpPr>
        <a:xfrm>
          <a:off x="0" y="0"/>
          <a:ext cx="0" cy="0"/>
          <a:chOff x="0" y="0"/>
          <a:chExt cx="0" cy="0"/>
        </a:xfrm>
      </p:grpSpPr>
      <p:sp>
        <p:nvSpPr>
          <p:cNvPr id="9" name="矩形 8">
            <a:extLst>
              <a:ext uri="{FF2B5EF4-FFF2-40B4-BE49-F238E27FC236}">
                <a16:creationId xmlns:a16="http://schemas.microsoft.com/office/drawing/2014/main" id="{956D892D-2B1A-8DEF-CCA3-72C8FA1DF23D}"/>
              </a:ext>
            </a:extLst>
          </p:cNvPr>
          <p:cNvSpPr/>
          <p:nvPr/>
        </p:nvSpPr>
        <p:spPr bwMode="auto">
          <a:xfrm>
            <a:off x="9718" y="4420"/>
            <a:ext cx="9144000" cy="567812"/>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6340" name="Text Box 20">
            <a:extLst>
              <a:ext uri="{FF2B5EF4-FFF2-40B4-BE49-F238E27FC236}">
                <a16:creationId xmlns:a16="http://schemas.microsoft.com/office/drawing/2014/main" id="{EE71B0A7-C002-5889-5A70-B3FA48CBDC96}"/>
              </a:ext>
            </a:extLst>
          </p:cNvPr>
          <p:cNvSpPr txBox="1">
            <a:spLocks noChangeArrowheads="1"/>
          </p:cNvSpPr>
          <p:nvPr/>
        </p:nvSpPr>
        <p:spPr bwMode="auto">
          <a:xfrm>
            <a:off x="-32933" y="548680"/>
            <a:ext cx="1115616" cy="523220"/>
          </a:xfrm>
          <a:prstGeom prst="rect">
            <a:avLst/>
          </a:prstGeom>
          <a:noFill/>
          <a:ln w="2857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rPr>
              <a:t>证明</a:t>
            </a:r>
          </a:p>
        </p:txBody>
      </p:sp>
      <p:graphicFrame>
        <p:nvGraphicFramePr>
          <p:cNvPr id="2" name="Object 28">
            <a:extLst>
              <a:ext uri="{FF2B5EF4-FFF2-40B4-BE49-F238E27FC236}">
                <a16:creationId xmlns:a16="http://schemas.microsoft.com/office/drawing/2014/main" id="{FDEF5CBF-303D-86BD-A3B3-AB1118907F0A}"/>
              </a:ext>
            </a:extLst>
          </p:cNvPr>
          <p:cNvGraphicFramePr>
            <a:graphicFrameLocks noChangeAspect="1"/>
          </p:cNvGraphicFramePr>
          <p:nvPr/>
        </p:nvGraphicFramePr>
        <p:xfrm>
          <a:off x="10511" y="-27384"/>
          <a:ext cx="9123771" cy="600436"/>
        </p:xfrm>
        <a:graphic>
          <a:graphicData uri="http://schemas.openxmlformats.org/presentationml/2006/ole">
            <mc:AlternateContent xmlns:mc="http://schemas.openxmlformats.org/markup-compatibility/2006">
              <mc:Choice xmlns:v="urn:schemas-microsoft-com:vml" Requires="v">
                <p:oleObj name="Equation" r:id="rId3" imgW="3746160" imgH="241200" progId="Equation.DSMT4">
                  <p:embed/>
                </p:oleObj>
              </mc:Choice>
              <mc:Fallback>
                <p:oleObj name="Equation" r:id="rId3" imgW="3746160" imgH="241200" progId="Equation.DSMT4">
                  <p:embed/>
                  <p:pic>
                    <p:nvPicPr>
                      <p:cNvPr id="2" name="Object 28">
                        <a:extLst>
                          <a:ext uri="{FF2B5EF4-FFF2-40B4-BE49-F238E27FC236}">
                            <a16:creationId xmlns:a16="http://schemas.microsoft.com/office/drawing/2014/main" id="{FDEF5CBF-303D-86BD-A3B3-AB1118907F0A}"/>
                          </a:ext>
                        </a:extLst>
                      </p:cNvPr>
                      <p:cNvPicPr>
                        <a:picLocks noChangeAspect="1" noChangeArrowheads="1"/>
                      </p:cNvPicPr>
                      <p:nvPr/>
                    </p:nvPicPr>
                    <p:blipFill>
                      <a:blip r:embed="rId4"/>
                      <a:srcRect/>
                      <a:stretch>
                        <a:fillRect/>
                      </a:stretch>
                    </p:blipFill>
                    <p:spPr bwMode="auto">
                      <a:xfrm>
                        <a:off x="10511" y="-27384"/>
                        <a:ext cx="9123771" cy="600436"/>
                      </a:xfrm>
                      <a:prstGeom prst="rect">
                        <a:avLst/>
                      </a:prstGeom>
                      <a:noFill/>
                    </p:spPr>
                  </p:pic>
                </p:oleObj>
              </mc:Fallback>
            </mc:AlternateContent>
          </a:graphicData>
        </a:graphic>
      </p:graphicFrame>
      <p:graphicFrame>
        <p:nvGraphicFramePr>
          <p:cNvPr id="11" name="Object 28">
            <a:extLst>
              <a:ext uri="{FF2B5EF4-FFF2-40B4-BE49-F238E27FC236}">
                <a16:creationId xmlns:a16="http://schemas.microsoft.com/office/drawing/2014/main" id="{D0E8FCA5-1B70-0E72-C584-F9AE163338A8}"/>
              </a:ext>
            </a:extLst>
          </p:cNvPr>
          <p:cNvGraphicFramePr>
            <a:graphicFrameLocks noChangeAspect="1"/>
          </p:cNvGraphicFramePr>
          <p:nvPr/>
        </p:nvGraphicFramePr>
        <p:xfrm>
          <a:off x="107504" y="981075"/>
          <a:ext cx="8378825" cy="954088"/>
        </p:xfrm>
        <a:graphic>
          <a:graphicData uri="http://schemas.openxmlformats.org/presentationml/2006/ole">
            <mc:AlternateContent xmlns:mc="http://schemas.openxmlformats.org/markup-compatibility/2006">
              <mc:Choice xmlns:v="urn:schemas-microsoft-com:vml" Requires="v">
                <p:oleObj name="Equation" r:id="rId5" imgW="4101840" imgH="469800" progId="Equation.DSMT4">
                  <p:embed/>
                </p:oleObj>
              </mc:Choice>
              <mc:Fallback>
                <p:oleObj name="Equation" r:id="rId5" imgW="4101840" imgH="469800" progId="Equation.DSMT4">
                  <p:embed/>
                  <p:pic>
                    <p:nvPicPr>
                      <p:cNvPr id="11" name="Object 28">
                        <a:extLst>
                          <a:ext uri="{FF2B5EF4-FFF2-40B4-BE49-F238E27FC236}">
                            <a16:creationId xmlns:a16="http://schemas.microsoft.com/office/drawing/2014/main" id="{D0E8FCA5-1B70-0E72-C584-F9AE163338A8}"/>
                          </a:ext>
                        </a:extLst>
                      </p:cNvPr>
                      <p:cNvPicPr>
                        <a:picLocks noChangeAspect="1" noChangeArrowheads="1"/>
                      </p:cNvPicPr>
                      <p:nvPr/>
                    </p:nvPicPr>
                    <p:blipFill>
                      <a:blip r:embed="rId6"/>
                      <a:srcRect/>
                      <a:stretch>
                        <a:fillRect/>
                      </a:stretch>
                    </p:blipFill>
                    <p:spPr bwMode="auto">
                      <a:xfrm>
                        <a:off x="107504" y="981075"/>
                        <a:ext cx="8378825" cy="954088"/>
                      </a:xfrm>
                      <a:prstGeom prst="rect">
                        <a:avLst/>
                      </a:prstGeom>
                      <a:noFill/>
                    </p:spPr>
                  </p:pic>
                </p:oleObj>
              </mc:Fallback>
            </mc:AlternateContent>
          </a:graphicData>
        </a:graphic>
      </p:graphicFrame>
      <p:graphicFrame>
        <p:nvGraphicFramePr>
          <p:cNvPr id="12" name="Object 28">
            <a:extLst>
              <a:ext uri="{FF2B5EF4-FFF2-40B4-BE49-F238E27FC236}">
                <a16:creationId xmlns:a16="http://schemas.microsoft.com/office/drawing/2014/main" id="{9CE818BA-9D7F-093C-D30E-373C444A5F16}"/>
              </a:ext>
            </a:extLst>
          </p:cNvPr>
          <p:cNvGraphicFramePr>
            <a:graphicFrameLocks noChangeAspect="1"/>
          </p:cNvGraphicFramePr>
          <p:nvPr/>
        </p:nvGraphicFramePr>
        <p:xfrm>
          <a:off x="107504" y="1971911"/>
          <a:ext cx="7421563" cy="952500"/>
        </p:xfrm>
        <a:graphic>
          <a:graphicData uri="http://schemas.openxmlformats.org/presentationml/2006/ole">
            <mc:AlternateContent xmlns:mc="http://schemas.openxmlformats.org/markup-compatibility/2006">
              <mc:Choice xmlns:v="urn:schemas-microsoft-com:vml" Requires="v">
                <p:oleObj name="Equation" r:id="rId7" imgW="3632040" imgH="469800" progId="Equation.DSMT4">
                  <p:embed/>
                </p:oleObj>
              </mc:Choice>
              <mc:Fallback>
                <p:oleObj name="Equation" r:id="rId7" imgW="3632040" imgH="469800" progId="Equation.DSMT4">
                  <p:embed/>
                  <p:pic>
                    <p:nvPicPr>
                      <p:cNvPr id="12" name="Object 28">
                        <a:extLst>
                          <a:ext uri="{FF2B5EF4-FFF2-40B4-BE49-F238E27FC236}">
                            <a16:creationId xmlns:a16="http://schemas.microsoft.com/office/drawing/2014/main" id="{9CE818BA-9D7F-093C-D30E-373C444A5F16}"/>
                          </a:ext>
                        </a:extLst>
                      </p:cNvPr>
                      <p:cNvPicPr>
                        <a:picLocks noChangeAspect="1" noChangeArrowheads="1"/>
                      </p:cNvPicPr>
                      <p:nvPr/>
                    </p:nvPicPr>
                    <p:blipFill>
                      <a:blip r:embed="rId8"/>
                      <a:srcRect/>
                      <a:stretch>
                        <a:fillRect/>
                      </a:stretch>
                    </p:blipFill>
                    <p:spPr bwMode="auto">
                      <a:xfrm>
                        <a:off x="107504" y="1971911"/>
                        <a:ext cx="7421563" cy="952500"/>
                      </a:xfrm>
                      <a:prstGeom prst="rect">
                        <a:avLst/>
                      </a:prstGeom>
                      <a:noFill/>
                    </p:spPr>
                  </p:pic>
                </p:oleObj>
              </mc:Fallback>
            </mc:AlternateContent>
          </a:graphicData>
        </a:graphic>
      </p:graphicFrame>
      <p:graphicFrame>
        <p:nvGraphicFramePr>
          <p:cNvPr id="13" name="Object 28">
            <a:extLst>
              <a:ext uri="{FF2B5EF4-FFF2-40B4-BE49-F238E27FC236}">
                <a16:creationId xmlns:a16="http://schemas.microsoft.com/office/drawing/2014/main" id="{1CD470A0-0674-8674-BD58-9CDCA2A7A894}"/>
              </a:ext>
            </a:extLst>
          </p:cNvPr>
          <p:cNvGraphicFramePr>
            <a:graphicFrameLocks noChangeAspect="1"/>
          </p:cNvGraphicFramePr>
          <p:nvPr/>
        </p:nvGraphicFramePr>
        <p:xfrm>
          <a:off x="156219" y="2960688"/>
          <a:ext cx="8304213" cy="952500"/>
        </p:xfrm>
        <a:graphic>
          <a:graphicData uri="http://schemas.openxmlformats.org/presentationml/2006/ole">
            <mc:AlternateContent xmlns:mc="http://schemas.openxmlformats.org/markup-compatibility/2006">
              <mc:Choice xmlns:v="urn:schemas-microsoft-com:vml" Requires="v">
                <p:oleObj name="Equation" r:id="rId9" imgW="4063680" imgH="469800" progId="Equation.DSMT4">
                  <p:embed/>
                </p:oleObj>
              </mc:Choice>
              <mc:Fallback>
                <p:oleObj name="Equation" r:id="rId9" imgW="4063680" imgH="469800" progId="Equation.DSMT4">
                  <p:embed/>
                  <p:pic>
                    <p:nvPicPr>
                      <p:cNvPr id="13" name="Object 28">
                        <a:extLst>
                          <a:ext uri="{FF2B5EF4-FFF2-40B4-BE49-F238E27FC236}">
                            <a16:creationId xmlns:a16="http://schemas.microsoft.com/office/drawing/2014/main" id="{1CD470A0-0674-8674-BD58-9CDCA2A7A894}"/>
                          </a:ext>
                        </a:extLst>
                      </p:cNvPr>
                      <p:cNvPicPr>
                        <a:picLocks noChangeAspect="1" noChangeArrowheads="1"/>
                      </p:cNvPicPr>
                      <p:nvPr/>
                    </p:nvPicPr>
                    <p:blipFill>
                      <a:blip r:embed="rId10"/>
                      <a:srcRect/>
                      <a:stretch>
                        <a:fillRect/>
                      </a:stretch>
                    </p:blipFill>
                    <p:spPr bwMode="auto">
                      <a:xfrm>
                        <a:off x="156219" y="2960688"/>
                        <a:ext cx="8304213" cy="952500"/>
                      </a:xfrm>
                      <a:prstGeom prst="rect">
                        <a:avLst/>
                      </a:prstGeom>
                      <a:noFill/>
                    </p:spPr>
                  </p:pic>
                </p:oleObj>
              </mc:Fallback>
            </mc:AlternateContent>
          </a:graphicData>
        </a:graphic>
      </p:graphicFrame>
      <p:graphicFrame>
        <p:nvGraphicFramePr>
          <p:cNvPr id="14" name="Object 28">
            <a:extLst>
              <a:ext uri="{FF2B5EF4-FFF2-40B4-BE49-F238E27FC236}">
                <a16:creationId xmlns:a16="http://schemas.microsoft.com/office/drawing/2014/main" id="{175411A4-7DC1-F444-1755-58CC8325617C}"/>
              </a:ext>
            </a:extLst>
          </p:cNvPr>
          <p:cNvGraphicFramePr>
            <a:graphicFrameLocks noChangeAspect="1"/>
          </p:cNvGraphicFramePr>
          <p:nvPr/>
        </p:nvGraphicFramePr>
        <p:xfrm>
          <a:off x="107504" y="3950407"/>
          <a:ext cx="3995738" cy="952500"/>
        </p:xfrm>
        <a:graphic>
          <a:graphicData uri="http://schemas.openxmlformats.org/presentationml/2006/ole">
            <mc:AlternateContent xmlns:mc="http://schemas.openxmlformats.org/markup-compatibility/2006">
              <mc:Choice xmlns:v="urn:schemas-microsoft-com:vml" Requires="v">
                <p:oleObj name="Equation" r:id="rId11" imgW="1955520" imgH="469800" progId="Equation.DSMT4">
                  <p:embed/>
                </p:oleObj>
              </mc:Choice>
              <mc:Fallback>
                <p:oleObj name="Equation" r:id="rId11" imgW="1955520" imgH="469800" progId="Equation.DSMT4">
                  <p:embed/>
                  <p:pic>
                    <p:nvPicPr>
                      <p:cNvPr id="14" name="Object 28">
                        <a:extLst>
                          <a:ext uri="{FF2B5EF4-FFF2-40B4-BE49-F238E27FC236}">
                            <a16:creationId xmlns:a16="http://schemas.microsoft.com/office/drawing/2014/main" id="{175411A4-7DC1-F444-1755-58CC8325617C}"/>
                          </a:ext>
                        </a:extLst>
                      </p:cNvPr>
                      <p:cNvPicPr>
                        <a:picLocks noChangeAspect="1" noChangeArrowheads="1"/>
                      </p:cNvPicPr>
                      <p:nvPr/>
                    </p:nvPicPr>
                    <p:blipFill>
                      <a:blip r:embed="rId12"/>
                      <a:srcRect/>
                      <a:stretch>
                        <a:fillRect/>
                      </a:stretch>
                    </p:blipFill>
                    <p:spPr bwMode="auto">
                      <a:xfrm>
                        <a:off x="107504" y="3950407"/>
                        <a:ext cx="3995738" cy="952500"/>
                      </a:xfrm>
                      <a:prstGeom prst="rect">
                        <a:avLst/>
                      </a:prstGeom>
                      <a:noFill/>
                    </p:spPr>
                  </p:pic>
                </p:oleObj>
              </mc:Fallback>
            </mc:AlternateContent>
          </a:graphicData>
        </a:graphic>
      </p:graphicFrame>
      <p:graphicFrame>
        <p:nvGraphicFramePr>
          <p:cNvPr id="15" name="Object 28">
            <a:extLst>
              <a:ext uri="{FF2B5EF4-FFF2-40B4-BE49-F238E27FC236}">
                <a16:creationId xmlns:a16="http://schemas.microsoft.com/office/drawing/2014/main" id="{FD422C94-DD55-D454-858A-E6FC50852EBE}"/>
              </a:ext>
            </a:extLst>
          </p:cNvPr>
          <p:cNvGraphicFramePr>
            <a:graphicFrameLocks noChangeAspect="1"/>
          </p:cNvGraphicFramePr>
          <p:nvPr/>
        </p:nvGraphicFramePr>
        <p:xfrm>
          <a:off x="95448" y="4940300"/>
          <a:ext cx="8509000" cy="952500"/>
        </p:xfrm>
        <a:graphic>
          <a:graphicData uri="http://schemas.openxmlformats.org/presentationml/2006/ole">
            <mc:AlternateContent xmlns:mc="http://schemas.openxmlformats.org/markup-compatibility/2006">
              <mc:Choice xmlns:v="urn:schemas-microsoft-com:vml" Requires="v">
                <p:oleObj name="Equation" r:id="rId13" imgW="4165560" imgH="469800" progId="Equation.DSMT4">
                  <p:embed/>
                </p:oleObj>
              </mc:Choice>
              <mc:Fallback>
                <p:oleObj name="Equation" r:id="rId13" imgW="4165560" imgH="469800" progId="Equation.DSMT4">
                  <p:embed/>
                  <p:pic>
                    <p:nvPicPr>
                      <p:cNvPr id="15" name="Object 28">
                        <a:extLst>
                          <a:ext uri="{FF2B5EF4-FFF2-40B4-BE49-F238E27FC236}">
                            <a16:creationId xmlns:a16="http://schemas.microsoft.com/office/drawing/2014/main" id="{FD422C94-DD55-D454-858A-E6FC50852EBE}"/>
                          </a:ext>
                        </a:extLst>
                      </p:cNvPr>
                      <p:cNvPicPr>
                        <a:picLocks noChangeAspect="1" noChangeArrowheads="1"/>
                      </p:cNvPicPr>
                      <p:nvPr/>
                    </p:nvPicPr>
                    <p:blipFill>
                      <a:blip r:embed="rId14"/>
                      <a:srcRect/>
                      <a:stretch>
                        <a:fillRect/>
                      </a:stretch>
                    </p:blipFill>
                    <p:spPr bwMode="auto">
                      <a:xfrm>
                        <a:off x="95448" y="4940300"/>
                        <a:ext cx="8509000" cy="952500"/>
                      </a:xfrm>
                      <a:prstGeom prst="rect">
                        <a:avLst/>
                      </a:prstGeom>
                      <a:noFill/>
                    </p:spPr>
                  </p:pic>
                </p:oleObj>
              </mc:Fallback>
            </mc:AlternateContent>
          </a:graphicData>
        </a:graphic>
      </p:graphicFrame>
      <p:graphicFrame>
        <p:nvGraphicFramePr>
          <p:cNvPr id="16" name="Object 28">
            <a:extLst>
              <a:ext uri="{FF2B5EF4-FFF2-40B4-BE49-F238E27FC236}">
                <a16:creationId xmlns:a16="http://schemas.microsoft.com/office/drawing/2014/main" id="{028A88BA-8BFF-1BB6-3D3F-EC82C991515E}"/>
              </a:ext>
            </a:extLst>
          </p:cNvPr>
          <p:cNvGraphicFramePr>
            <a:graphicFrameLocks noChangeAspect="1"/>
          </p:cNvGraphicFramePr>
          <p:nvPr/>
        </p:nvGraphicFramePr>
        <p:xfrm>
          <a:off x="107504" y="5928903"/>
          <a:ext cx="3760788" cy="411163"/>
        </p:xfrm>
        <a:graphic>
          <a:graphicData uri="http://schemas.openxmlformats.org/presentationml/2006/ole">
            <mc:AlternateContent xmlns:mc="http://schemas.openxmlformats.org/markup-compatibility/2006">
              <mc:Choice xmlns:v="urn:schemas-microsoft-com:vml" Requires="v">
                <p:oleObj name="Equation" r:id="rId15" imgW="1841400" imgH="203040" progId="Equation.DSMT4">
                  <p:embed/>
                </p:oleObj>
              </mc:Choice>
              <mc:Fallback>
                <p:oleObj name="Equation" r:id="rId15" imgW="1841400" imgH="203040" progId="Equation.DSMT4">
                  <p:embed/>
                  <p:pic>
                    <p:nvPicPr>
                      <p:cNvPr id="16" name="Object 28">
                        <a:extLst>
                          <a:ext uri="{FF2B5EF4-FFF2-40B4-BE49-F238E27FC236}">
                            <a16:creationId xmlns:a16="http://schemas.microsoft.com/office/drawing/2014/main" id="{028A88BA-8BFF-1BB6-3D3F-EC82C991515E}"/>
                          </a:ext>
                        </a:extLst>
                      </p:cNvPr>
                      <p:cNvPicPr>
                        <a:picLocks noChangeAspect="1" noChangeArrowheads="1"/>
                      </p:cNvPicPr>
                      <p:nvPr/>
                    </p:nvPicPr>
                    <p:blipFill>
                      <a:blip r:embed="rId16"/>
                      <a:srcRect/>
                      <a:stretch>
                        <a:fillRect/>
                      </a:stretch>
                    </p:blipFill>
                    <p:spPr bwMode="auto">
                      <a:xfrm>
                        <a:off x="107504" y="5928903"/>
                        <a:ext cx="3760788" cy="411163"/>
                      </a:xfrm>
                      <a:prstGeom prst="rect">
                        <a:avLst/>
                      </a:prstGeom>
                      <a:noFill/>
                    </p:spPr>
                  </p:pic>
                </p:oleObj>
              </mc:Fallback>
            </mc:AlternateContent>
          </a:graphicData>
        </a:graphic>
      </p:graphicFrame>
      <p:graphicFrame>
        <p:nvGraphicFramePr>
          <p:cNvPr id="17" name="Object 28">
            <a:extLst>
              <a:ext uri="{FF2B5EF4-FFF2-40B4-BE49-F238E27FC236}">
                <a16:creationId xmlns:a16="http://schemas.microsoft.com/office/drawing/2014/main" id="{F4476BF1-C5E7-36F8-829B-00D8C11EB2AB}"/>
              </a:ext>
            </a:extLst>
          </p:cNvPr>
          <p:cNvGraphicFramePr>
            <a:graphicFrameLocks noChangeAspect="1"/>
          </p:cNvGraphicFramePr>
          <p:nvPr/>
        </p:nvGraphicFramePr>
        <p:xfrm>
          <a:off x="107504" y="6448822"/>
          <a:ext cx="3760788" cy="436562"/>
        </p:xfrm>
        <a:graphic>
          <a:graphicData uri="http://schemas.openxmlformats.org/presentationml/2006/ole">
            <mc:AlternateContent xmlns:mc="http://schemas.openxmlformats.org/markup-compatibility/2006">
              <mc:Choice xmlns:v="urn:schemas-microsoft-com:vml" Requires="v">
                <p:oleObj name="Equation" r:id="rId17" imgW="1841400" imgH="215640" progId="Equation.DSMT4">
                  <p:embed/>
                </p:oleObj>
              </mc:Choice>
              <mc:Fallback>
                <p:oleObj name="Equation" r:id="rId17" imgW="1841400" imgH="215640" progId="Equation.DSMT4">
                  <p:embed/>
                  <p:pic>
                    <p:nvPicPr>
                      <p:cNvPr id="17" name="Object 28">
                        <a:extLst>
                          <a:ext uri="{FF2B5EF4-FFF2-40B4-BE49-F238E27FC236}">
                            <a16:creationId xmlns:a16="http://schemas.microsoft.com/office/drawing/2014/main" id="{F4476BF1-C5E7-36F8-829B-00D8C11EB2AB}"/>
                          </a:ext>
                        </a:extLst>
                      </p:cNvPr>
                      <p:cNvPicPr>
                        <a:picLocks noChangeAspect="1" noChangeArrowheads="1"/>
                      </p:cNvPicPr>
                      <p:nvPr/>
                    </p:nvPicPr>
                    <p:blipFill>
                      <a:blip r:embed="rId18"/>
                      <a:srcRect/>
                      <a:stretch>
                        <a:fillRect/>
                      </a:stretch>
                    </p:blipFill>
                    <p:spPr bwMode="auto">
                      <a:xfrm>
                        <a:off x="107504" y="6448822"/>
                        <a:ext cx="3760788" cy="436562"/>
                      </a:xfrm>
                      <a:prstGeom prst="rect">
                        <a:avLst/>
                      </a:prstGeom>
                      <a:noFill/>
                    </p:spPr>
                  </p:pic>
                </p:oleObj>
              </mc:Fallback>
            </mc:AlternateContent>
          </a:graphicData>
        </a:graphic>
      </p:graphicFrame>
    </p:spTree>
    <p:extLst>
      <p:ext uri="{BB962C8B-B14F-4D97-AF65-F5344CB8AC3E}">
        <p14:creationId xmlns:p14="http://schemas.microsoft.com/office/powerpoint/2010/main" val="4179876943"/>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6340"/>
                                        </p:tgtEl>
                                        <p:attrNameLst>
                                          <p:attrName>style.visibility</p:attrName>
                                        </p:attrNameLst>
                                      </p:cBhvr>
                                      <p:to>
                                        <p:strVal val="visible"/>
                                      </p:to>
                                    </p:set>
                                    <p:animEffect transition="in" filter="wipe(left)">
                                      <p:cBhvr>
                                        <p:cTn id="7" dur="500"/>
                                        <p:tgtEl>
                                          <p:spTgt spid="56340"/>
                                        </p:tgtEl>
                                      </p:cBhvr>
                                    </p:animEffect>
                                  </p:childTnLst>
                                </p:cTn>
                              </p:par>
                              <p:par>
                                <p:cTn id="8" presetID="22" presetClass="entr" presetSubtype="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left)">
                                      <p:cBhvr>
                                        <p:cTn id="25" dur="500"/>
                                        <p:tgtEl>
                                          <p:spTgt spid="1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left)">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wipe(left)">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wipe(left)">
                                      <p:cBhvr>
                                        <p:cTn id="4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40"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圆角矩形 18"/>
          <p:cNvSpPr/>
          <p:nvPr/>
        </p:nvSpPr>
        <p:spPr bwMode="auto">
          <a:xfrm>
            <a:off x="714348" y="3929066"/>
            <a:ext cx="8429652" cy="2928934"/>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20" name="Text Box 3"/>
          <p:cNvSpPr txBox="1">
            <a:spLocks noChangeArrowheads="1"/>
          </p:cNvSpPr>
          <p:nvPr/>
        </p:nvSpPr>
        <p:spPr bwMode="auto">
          <a:xfrm>
            <a:off x="714348" y="4000504"/>
            <a:ext cx="958917"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黑体" pitchFamily="49" charset="-122"/>
                <a:ea typeface="黑体" pitchFamily="49" charset="-122"/>
                <a:cs typeface="+mn-cs"/>
              </a:rPr>
              <a:t>结论：</a:t>
            </a:r>
            <a:endParaRPr kumimoji="1" lang="zh-CN" altLang="en-US"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0" name="Text Box 7"/>
          <p:cNvSpPr txBox="1">
            <a:spLocks noChangeArrowheads="1"/>
          </p:cNvSpPr>
          <p:nvPr/>
        </p:nvSpPr>
        <p:spPr bwMode="auto">
          <a:xfrm>
            <a:off x="571472" y="1002929"/>
            <a:ext cx="7858180" cy="3354765"/>
          </a:xfrm>
          <a:prstGeom prst="rect">
            <a:avLst/>
          </a:prstGeom>
          <a:noFill/>
          <a:ln w="9525">
            <a:no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R(</a:t>
            </a:r>
            <a:r>
              <a:rPr kumimoji="1" lang="en-US" altLang="zh-CN" sz="2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en-US" altLang="zh-CN" sz="2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sym typeface="Wingdings" pitchFamily="2" charset="2"/>
              </a:rPr>
              <a:t>m×n</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=min(</a:t>
            </a:r>
            <a:r>
              <a:rPr kumimoji="1" lang="en-US" altLang="zh-CN" sz="2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m,n</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则也可称其</a:t>
            </a:r>
            <a:r>
              <a:rPr kumimoji="1" lang="zh-CN" altLang="zh-CN" sz="2800" b="1" i="0" u="none" strike="noStrike" kern="1200" cap="none" spc="0" normalizeH="0" baseline="0" noProof="0" dirty="0">
                <a:ln>
                  <a:noFill/>
                </a:ln>
                <a:solidFill>
                  <a:srgbClr val="FFFFCC"/>
                </a:solidFill>
                <a:effectLst/>
                <a:uLnTx/>
                <a:uFillTx/>
                <a:latin typeface="微软雅黑"/>
                <a:ea typeface="微软雅黑"/>
                <a:cs typeface="+mn-cs"/>
              </a:rPr>
              <a:t>满秩</a:t>
            </a:r>
            <a:endParaRPr kumimoji="1" lang="en-US" altLang="zh-CN" sz="2800" b="1" i="0" u="none" strike="noStrike" kern="1200" cap="none" spc="0" normalizeH="0" baseline="0" noProof="0" dirty="0">
              <a:ln>
                <a:noFill/>
              </a:ln>
              <a:solidFill>
                <a:srgbClr val="FFFFCC"/>
              </a:solidFill>
              <a:effectLst/>
              <a:uLnTx/>
              <a:uFillTx/>
              <a:latin typeface="微软雅黑"/>
              <a:ea typeface="微软雅黑"/>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800" b="1" i="0" u="none" strike="noStrike" kern="1200" cap="none" spc="0" normalizeH="0" baseline="0" noProof="0" dirty="0">
              <a:ln>
                <a:noFill/>
              </a:ln>
              <a:solidFill>
                <a:srgbClr val="FFFFCC"/>
              </a:solidFill>
              <a:effectLst/>
              <a:uLnTx/>
              <a:uFillTx/>
              <a:latin typeface="微软雅黑"/>
              <a:ea typeface="微软雅黑"/>
              <a:cs typeface="+mn-cs"/>
            </a:endParaRPr>
          </a:p>
          <a:p>
            <a:pPr marL="0" marR="0" lvl="0" indent="72390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若</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R(</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en-US" altLang="zh-CN" sz="24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sym typeface="Wingdings" pitchFamily="2" charset="2"/>
              </a:rPr>
              <a:t>m×n</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=m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则称其行</a:t>
            </a:r>
            <a:r>
              <a:rPr kumimoji="1" lang="zh-CN" altLang="zh-CN" sz="2400" b="1" i="0" u="none" strike="noStrike" kern="1200" cap="none" spc="0" normalizeH="0" baseline="0" noProof="0" dirty="0">
                <a:ln>
                  <a:noFill/>
                </a:ln>
                <a:solidFill>
                  <a:srgbClr val="FFFFCC"/>
                </a:solidFill>
                <a:effectLst/>
                <a:uLnTx/>
                <a:uFillTx/>
                <a:latin typeface="微软雅黑"/>
                <a:ea typeface="微软雅黑"/>
                <a:cs typeface="+mn-cs"/>
              </a:rPr>
              <a:t>满秩</a:t>
            </a:r>
            <a:endParaRPr kumimoji="1" lang="en-US" altLang="zh-CN" sz="2400" b="1" i="0" u="none" strike="noStrike" kern="1200" cap="none" spc="0" normalizeH="0" baseline="0" noProof="0" dirty="0">
              <a:ln>
                <a:noFill/>
              </a:ln>
              <a:solidFill>
                <a:srgbClr val="FFFFCC"/>
              </a:solidFill>
              <a:effectLst/>
              <a:uLnTx/>
              <a:uFillTx/>
              <a:latin typeface="微软雅黑"/>
              <a:ea typeface="微软雅黑"/>
              <a:cs typeface="+mn-cs"/>
            </a:endParaRPr>
          </a:p>
          <a:p>
            <a:pPr marL="0" marR="0" lvl="0" indent="723900" algn="l" defTabSz="914400" rtl="0" eaLnBrk="0" fontAlgn="base" latinLnBrk="0" hangingPunct="0">
              <a:lnSpc>
                <a:spcPct val="150000"/>
              </a:lnSpc>
              <a:spcBef>
                <a:spcPct val="0"/>
              </a:spcBef>
              <a:spcAft>
                <a:spcPct val="0"/>
              </a:spcAft>
              <a:buClrTx/>
              <a:buSzTx/>
              <a:buFont typeface="+mj-ea"/>
              <a:buAutoNum type="circleNumDbPlain"/>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若</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R(</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en-US" altLang="zh-CN" sz="24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sym typeface="Wingdings" pitchFamily="2" charset="2"/>
              </a:rPr>
              <a:t>m×n</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=n</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则称其列</a:t>
            </a:r>
            <a:r>
              <a:rPr kumimoji="1" lang="zh-CN" altLang="zh-CN" sz="2400" b="1" i="0" u="none" strike="noStrike" kern="1200" cap="none" spc="0" normalizeH="0" baseline="0" noProof="0" dirty="0">
                <a:ln>
                  <a:noFill/>
                </a:ln>
                <a:solidFill>
                  <a:srgbClr val="FFFFCC"/>
                </a:solidFill>
                <a:effectLst/>
                <a:uLnTx/>
                <a:uFillTx/>
                <a:latin typeface="微软雅黑"/>
                <a:ea typeface="微软雅黑"/>
                <a:cs typeface="+mn-cs"/>
              </a:rPr>
              <a:t>满秩</a:t>
            </a:r>
            <a:endParaRPr kumimoji="1" lang="en-US" altLang="zh-CN" sz="2400" b="1" i="0" u="none" strike="noStrike" kern="1200" cap="none" spc="0" normalizeH="0" baseline="0" noProof="0" dirty="0">
              <a:ln>
                <a:noFill/>
              </a:ln>
              <a:solidFill>
                <a:srgbClr val="FFFFCC"/>
              </a:solidFill>
              <a:effectLst/>
              <a:uLnTx/>
              <a:uFillTx/>
              <a:latin typeface="微软雅黑"/>
              <a:ea typeface="微软雅黑"/>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800" b="1" i="0" u="none" strike="noStrike" kern="1200" cap="none" spc="0" normalizeH="0" baseline="0" noProof="0" dirty="0">
              <a:ln>
                <a:noFill/>
              </a:ln>
              <a:solidFill>
                <a:srgbClr val="FFFFCC"/>
              </a:solidFill>
              <a:effectLst/>
              <a:uLnTx/>
              <a:uFillTx/>
              <a:latin typeface="微软雅黑"/>
              <a:ea typeface="微软雅黑"/>
              <a:cs typeface="+mn-cs"/>
            </a:endParaRPr>
          </a:p>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R(</a:t>
            </a:r>
            <a:r>
              <a:rPr kumimoji="1" lang="en-US" altLang="zh-CN" sz="2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en-US" altLang="zh-CN" sz="2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sym typeface="Wingdings" pitchFamily="2" charset="2"/>
              </a:rPr>
              <a:t>m×n</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)&lt;</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min(</a:t>
            </a:r>
            <a:r>
              <a:rPr kumimoji="1" lang="en-US" altLang="zh-CN" sz="2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m,n</a:t>
            </a:r>
            <a:r>
              <a:rPr kumimoji="1"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则称其降</a:t>
            </a:r>
            <a:r>
              <a:rPr kumimoji="1" lang="zh-CN" altLang="zh-CN" sz="2800" b="1" i="0" u="none" strike="noStrike" kern="1200" cap="none" spc="0" normalizeH="0" baseline="0" noProof="0" dirty="0">
                <a:ln>
                  <a:noFill/>
                </a:ln>
                <a:solidFill>
                  <a:srgbClr val="FFFFCC"/>
                </a:solidFill>
                <a:effectLst/>
                <a:uLnTx/>
                <a:uFillTx/>
                <a:latin typeface="微软雅黑"/>
                <a:ea typeface="微软雅黑"/>
                <a:cs typeface="+mn-cs"/>
              </a:rPr>
              <a:t>秩</a:t>
            </a:r>
            <a:endPar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7" name="Rectangle 5"/>
          <p:cNvSpPr>
            <a:spLocks noChangeArrowheads="1"/>
          </p:cNvSpPr>
          <p:nvPr/>
        </p:nvSpPr>
        <p:spPr bwMode="auto">
          <a:xfrm>
            <a:off x="714348" y="0"/>
            <a:ext cx="9072626" cy="830997"/>
          </a:xfrm>
          <a:prstGeom prst="rect">
            <a:avLst/>
          </a:prstGeom>
          <a:noFill/>
          <a:ln w="9525">
            <a:noFill/>
            <a:miter lim="800000"/>
            <a:headEnd/>
            <a:tailEnd/>
          </a:ln>
          <a:effectLst/>
          <a:scene3d>
            <a:camera prst="orthographicFront"/>
            <a:lightRig rig="balanced" dir="t">
              <a:rot lat="0" lon="0" rev="2100000"/>
            </a:lightRig>
          </a:scene3d>
          <a:sp3d>
            <a:bevelT w="165100" prst="coolSlant"/>
          </a:sp3d>
        </p:spPr>
        <p:txBody>
          <a:bodyPr wrap="square">
            <a:sp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solidFill>
                  <a:srgbClr val="FFFFCC"/>
                </a:solid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四、非方阵的行满秩与列满秩</a:t>
            </a:r>
          </a:p>
        </p:txBody>
      </p:sp>
      <p:sp>
        <p:nvSpPr>
          <p:cNvPr id="25" name="Text Box 7"/>
          <p:cNvSpPr txBox="1">
            <a:spLocks noChangeArrowheads="1"/>
          </p:cNvSpPr>
          <p:nvPr/>
        </p:nvSpPr>
        <p:spPr bwMode="auto">
          <a:xfrm>
            <a:off x="785786" y="4214818"/>
            <a:ext cx="8358214" cy="2492990"/>
          </a:xfrm>
          <a:prstGeom prst="rect">
            <a:avLst/>
          </a:prstGeom>
          <a:noFill/>
          <a:ln w="9525">
            <a:noFill/>
            <a:miter lim="800000"/>
            <a:headEnd/>
            <a:tailEnd/>
          </a:ln>
        </p:spPr>
        <p:txBody>
          <a:bodyPr wrap="square">
            <a:spAutoFit/>
          </a:bodyPr>
          <a:lstStyle/>
          <a:p>
            <a:pPr marL="342900" marR="0" lvl="0" indent="-342900" algn="l" defTabSz="914400" rtl="0" eaLnBrk="0" fontAlgn="base" latinLnBrk="0" hangingPunct="0">
              <a:lnSpc>
                <a:spcPct val="100000"/>
              </a:lnSpc>
              <a:spcBef>
                <a:spcPct val="0"/>
              </a:spcBef>
              <a:spcAft>
                <a:spcPct val="0"/>
              </a:spcAft>
              <a:buClrTx/>
              <a:buSzTx/>
              <a:buFont typeface="+mj-lt"/>
              <a:buAutoNum type="arabicPeriod"/>
              <a:tabLst/>
              <a:defRPr/>
            </a:pPr>
            <a:r>
              <a:rPr kumimoji="1" lang="en-US" altLang="zh-CN" sz="1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FF0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m×n</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B</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C</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8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a:t>
            </a:r>
            <a:r>
              <a:rPr kumimoji="1" lang="zh-CN" altLang="en-US" sz="18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列</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满秩（</a:t>
            </a:r>
            <a:r>
              <a:rPr kumimoji="1" lang="en-US" altLang="zh-CN" sz="2800" b="1" i="0" u="none" strike="noStrike" kern="1200" cap="none" spc="0" normalizeH="0" baseline="0" noProof="0" dirty="0">
                <a:ln>
                  <a:noFill/>
                </a:ln>
                <a:solidFill>
                  <a:srgbClr val="FF3300"/>
                </a:solidFill>
                <a:effectLst/>
                <a:uLnTx/>
                <a:uFillTx/>
                <a:latin typeface="黑体"/>
                <a:ea typeface="黑体"/>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R(C).</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err="1">
                <a:ln>
                  <a:noFill/>
                </a:ln>
                <a:solidFill>
                  <a:srgbClr val="000099">
                    <a:lumMod val="75000"/>
                  </a:srgbClr>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000099">
                    <a:lumMod val="75000"/>
                  </a:srgbClr>
                </a:solidFill>
                <a:effectLst/>
                <a:uLnTx/>
                <a:uFillTx/>
                <a:latin typeface="微软雅黑" pitchFamily="34" charset="-122"/>
                <a:ea typeface="微软雅黑" pitchFamily="34" charset="-122"/>
                <a:cs typeface="+mn-cs"/>
                <a:sym typeface="Wingdings" pitchFamily="2" charset="2"/>
              </a:rPr>
              <a:t>m×</a:t>
            </a:r>
            <a:r>
              <a:rPr kumimoji="1" lang="en-US" altLang="zh-CN" sz="1800" b="1" i="0" u="none" strike="noStrike" kern="1200" cap="none" spc="0" normalizeH="0" baseline="-25000" noProof="0" dirty="0" err="1">
                <a:ln>
                  <a:noFill/>
                </a:ln>
                <a:solidFill>
                  <a:srgbClr val="010199">
                    <a:lumMod val="50000"/>
                  </a:srgbClr>
                </a:solidFill>
                <a:effectLst/>
                <a:uLnTx/>
                <a:uFillTx/>
                <a:latin typeface="微软雅黑" pitchFamily="34" charset="-122"/>
                <a:ea typeface="微软雅黑" pitchFamily="34" charset="-122"/>
                <a:cs typeface="+mn-cs"/>
                <a:sym typeface="Wingdings" pitchFamily="2" charset="2"/>
              </a:rPr>
              <a:t>n</a:t>
            </a:r>
            <a:r>
              <a:rPr kumimoji="1" lang="en-US" altLang="zh-CN" sz="1800" b="1" i="0" u="none" strike="noStrike" kern="1200" cap="none" spc="0" normalizeH="0" baseline="0" noProof="0" dirty="0" err="1">
                <a:ln>
                  <a:noFill/>
                </a:ln>
                <a:solidFill>
                  <a:srgbClr val="00B0F0"/>
                </a:solidFill>
                <a:effectLst/>
                <a:uLnTx/>
                <a:uFillTx/>
                <a:latin typeface="微软雅黑" pitchFamily="34" charset="-122"/>
                <a:ea typeface="微软雅黑" pitchFamily="34" charset="-122"/>
                <a:cs typeface="+mn-cs"/>
              </a:rPr>
              <a:t>B</a:t>
            </a:r>
            <a:r>
              <a:rPr kumimoji="1" lang="en-US" altLang="zh-CN" sz="1800" b="1" i="0" u="none" strike="noStrike" kern="1200" cap="none" spc="0" normalizeH="0" baseline="-25000" noProof="0" dirty="0" err="1">
                <a:ln>
                  <a:noFill/>
                </a:ln>
                <a:solidFill>
                  <a:srgbClr val="00B0F0"/>
                </a:solidFill>
                <a:effectLst/>
                <a:uLnTx/>
                <a:uFillTx/>
                <a:latin typeface="微软雅黑" pitchFamily="34" charset="-122"/>
                <a:ea typeface="微软雅黑" pitchFamily="34" charset="-122"/>
                <a:cs typeface="+mn-cs"/>
                <a:sym typeface="Wingdings" pitchFamily="2" charset="2"/>
              </a:rPr>
              <a:t>n×k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C</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11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800" b="1" i="0" u="none" strike="noStrike" kern="1200" cap="none" spc="0" normalizeH="0" baseline="0" noProof="0" dirty="0">
                <a:ln>
                  <a:noFill/>
                </a:ln>
                <a:solidFill>
                  <a:srgbClr val="00FFFF"/>
                </a:solidFill>
                <a:effectLst/>
                <a:uLnTx/>
                <a:uFillTx/>
                <a:latin typeface="微软雅黑" pitchFamily="34" charset="-122"/>
                <a:ea typeface="微软雅黑" pitchFamily="34" charset="-122"/>
                <a:cs typeface="+mn-cs"/>
              </a:rPr>
              <a:t>B</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a:t>
            </a:r>
            <a:r>
              <a:rPr kumimoji="1" lang="zh-CN" altLang="en-US" sz="1800" b="1" i="0" u="none" strike="noStrike" kern="1200" cap="none" spc="0" normalizeH="0" baseline="0" noProof="0" dirty="0">
                <a:ln>
                  <a:noFill/>
                </a:ln>
                <a:solidFill>
                  <a:srgbClr val="00FFFF"/>
                </a:solidFill>
                <a:effectLst/>
                <a:uLnTx/>
                <a:uFillTx/>
                <a:latin typeface="微软雅黑" pitchFamily="34" charset="-122"/>
                <a:ea typeface="微软雅黑" pitchFamily="34" charset="-122"/>
                <a:cs typeface="+mn-cs"/>
              </a:rPr>
              <a:t>行</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满秩（</a:t>
            </a:r>
            <a:r>
              <a:rPr kumimoji="1" lang="en-US" altLang="zh-CN" sz="3200" b="1" i="0" u="none" strike="noStrike" kern="1200" cap="none" spc="0" normalizeH="0" baseline="0" noProof="0" dirty="0">
                <a:ln>
                  <a:noFill/>
                </a:ln>
                <a:solidFill>
                  <a:srgbClr val="00FFFF"/>
                </a:solidFill>
                <a:effectLst/>
                <a:uLnTx/>
                <a:uFillTx/>
                <a:latin typeface="黑体"/>
                <a:ea typeface="黑体"/>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R(C).</a:t>
            </a: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2"/>
              <a:tabLst/>
              <a:defRPr/>
            </a:pP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FF0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sym typeface="Wingdings" pitchFamily="2" charset="2"/>
              </a:rPr>
              <a:t>m×n</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B</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n×k</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O</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为列满秩（</a:t>
            </a:r>
            <a:r>
              <a:rPr kumimoji="1" lang="en-US" altLang="zh-CN" sz="2800" b="1" i="0" u="none" strike="noStrike" kern="1200" cap="none" spc="0" normalizeH="0" baseline="0" noProof="0" dirty="0">
                <a:ln>
                  <a:noFill/>
                </a:ln>
                <a:solidFill>
                  <a:srgbClr val="FF3300"/>
                </a:solidFill>
                <a:effectLst/>
                <a:uLnTx/>
                <a:uFillTx/>
                <a:latin typeface="黑体"/>
                <a:ea typeface="黑体"/>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      B</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err="1">
                <a:ln>
                  <a:noFill/>
                </a:ln>
                <a:solidFill>
                  <a:srgbClr val="000099">
                    <a:lumMod val="75000"/>
                  </a:srgbClr>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000099">
                    <a:lumMod val="75000"/>
                  </a:srgbClr>
                </a:solidFill>
                <a:effectLst/>
                <a:uLnTx/>
                <a:uFillTx/>
                <a:latin typeface="微软雅黑" pitchFamily="34" charset="-122"/>
                <a:ea typeface="微软雅黑" pitchFamily="34" charset="-122"/>
                <a:cs typeface="+mn-cs"/>
                <a:sym typeface="Wingdings" pitchFamily="2" charset="2"/>
              </a:rPr>
              <a:t>m×</a:t>
            </a:r>
            <a:r>
              <a:rPr kumimoji="1" lang="en-US" altLang="zh-CN" sz="1800" b="1" i="0" u="none" strike="noStrike" kern="1200" cap="none" spc="0" normalizeH="0" baseline="-25000" noProof="0" dirty="0" err="1">
                <a:ln>
                  <a:noFill/>
                </a:ln>
                <a:solidFill>
                  <a:srgbClr val="010199">
                    <a:lumMod val="50000"/>
                  </a:srgbClr>
                </a:solidFill>
                <a:effectLst/>
                <a:uLnTx/>
                <a:uFillTx/>
                <a:latin typeface="微软雅黑" pitchFamily="34" charset="-122"/>
                <a:ea typeface="微软雅黑" pitchFamily="34" charset="-122"/>
                <a:cs typeface="+mn-cs"/>
                <a:sym typeface="Wingdings" pitchFamily="2" charset="2"/>
              </a:rPr>
              <a:t>n</a:t>
            </a:r>
            <a:r>
              <a:rPr kumimoji="1" lang="en-US" altLang="zh-CN" sz="1800" b="1" i="0" u="none" strike="noStrike" kern="1200" cap="none" spc="0" normalizeH="0" baseline="0" noProof="0" dirty="0" err="1">
                <a:ln>
                  <a:noFill/>
                </a:ln>
                <a:solidFill>
                  <a:srgbClr val="00B0F0"/>
                </a:solidFill>
                <a:effectLst/>
                <a:uLnTx/>
                <a:uFillTx/>
                <a:latin typeface="微软雅黑" pitchFamily="34" charset="-122"/>
                <a:ea typeface="微软雅黑" pitchFamily="34" charset="-122"/>
                <a:cs typeface="+mn-cs"/>
              </a:rPr>
              <a:t>B</a:t>
            </a:r>
            <a:r>
              <a:rPr kumimoji="1" lang="en-US" altLang="zh-CN" sz="1800" b="1" i="0" u="none" strike="noStrike" kern="1200" cap="none" spc="0" normalizeH="0" baseline="-25000" noProof="0" dirty="0" err="1">
                <a:ln>
                  <a:noFill/>
                </a:ln>
                <a:solidFill>
                  <a:srgbClr val="00B0F0"/>
                </a:solidFill>
                <a:effectLst/>
                <a:uLnTx/>
                <a:uFillTx/>
                <a:latin typeface="微软雅黑" pitchFamily="34" charset="-122"/>
                <a:ea typeface="微软雅黑" pitchFamily="34" charset="-122"/>
                <a:cs typeface="+mn-cs"/>
                <a:sym typeface="Wingdings" pitchFamily="2" charset="2"/>
              </a:rPr>
              <a:t>n×k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O</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7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为行满秩（</a:t>
            </a:r>
            <a:r>
              <a:rPr kumimoji="1" lang="en-US" altLang="zh-CN" sz="3200" b="1" i="0" u="none" strike="noStrike" kern="1200" cap="none" spc="0" normalizeH="0" baseline="0" noProof="0" dirty="0">
                <a:ln>
                  <a:noFill/>
                </a:ln>
                <a:solidFill>
                  <a:srgbClr val="00FFFF"/>
                </a:solidFill>
                <a:effectLst/>
                <a:uLnTx/>
                <a:uFillTx/>
                <a:latin typeface="黑体"/>
                <a:ea typeface="黑体"/>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      A</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a:t>
            </a:r>
          </a:p>
          <a:p>
            <a:pPr marL="342900" marR="0" lvl="0" indent="-342900" algn="l" defTabSz="914400" rtl="0" eaLnBrk="0" fontAlgn="base" latinLnBrk="0" hangingPunct="0">
              <a:lnSpc>
                <a:spcPct val="100000"/>
              </a:lnSpc>
              <a:spcBef>
                <a:spcPct val="0"/>
              </a:spcBef>
              <a:spcAft>
                <a:spcPct val="0"/>
              </a:spcAft>
              <a:buClrTx/>
              <a:buSzTx/>
              <a:buFontTx/>
              <a:buNone/>
              <a:tabLst/>
              <a:defRPr/>
            </a:pP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3"/>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方阵</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若行（</a:t>
            </a:r>
            <a:r>
              <a:rPr kumimoji="1" lang="zh-CN" altLang="en-US" sz="18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mn-cs"/>
              </a:rPr>
              <a:t>列</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）满秩</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必有列（</a:t>
            </a:r>
            <a:r>
              <a:rPr kumimoji="1" lang="zh-CN" altLang="en-US" sz="18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mn-cs"/>
              </a:rPr>
              <a:t>行</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）满秩，</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R(</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n×n</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)=n .</a:t>
            </a:r>
            <a:endPar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6" name="Text Box 4"/>
          <p:cNvSpPr txBox="1">
            <a:spLocks noChangeArrowheads="1"/>
          </p:cNvSpPr>
          <p:nvPr/>
        </p:nvSpPr>
        <p:spPr bwMode="auto">
          <a:xfrm>
            <a:off x="6000760" y="1571612"/>
            <a:ext cx="2143140" cy="923330"/>
          </a:xfrm>
          <a:prstGeom prst="rect">
            <a:avLst/>
          </a:prstGeom>
          <a:noFill/>
          <a:ln w="9525">
            <a:noFill/>
            <a:miter lim="800000"/>
            <a:headEnd/>
            <a:tailEnd/>
          </a:ln>
          <a:effectLst/>
        </p:spPr>
        <p:txBody>
          <a:bodyPr wrap="square">
            <a:spAutoFit/>
          </a:bodyPr>
          <a:lstStyle/>
          <a:p>
            <a:pPr marL="457200" marR="0" lvl="0" indent="-457200" algn="l" defTabSz="914400" rtl="0" eaLnBrk="0" fontAlgn="base" latinLnBrk="0" hangingPunct="0">
              <a:lnSpc>
                <a:spcPct val="100000"/>
              </a:lnSpc>
              <a:spcBef>
                <a:spcPct val="50000"/>
              </a:spcBef>
              <a:spcAft>
                <a:spcPct val="0"/>
              </a:spcAft>
              <a:buClrTx/>
              <a:buSzTx/>
              <a:buFontTx/>
              <a:buNone/>
              <a:tabLst/>
              <a:defRPr/>
            </a:pPr>
            <a:r>
              <a:rPr kumimoji="1" lang="en-US" altLang="zh-CN" sz="5400" b="1" i="0" u="none" strike="noStrike" kern="1200" cap="none" spc="0" normalizeH="0" baseline="0" noProof="0" dirty="0">
                <a:ln>
                  <a:noFill/>
                </a:ln>
                <a:solidFill>
                  <a:srgbClr val="FFFFCC">
                    <a:lumMod val="75000"/>
                  </a:srgbClr>
                </a:solidFill>
                <a:effectLst/>
                <a:uLnTx/>
                <a:uFillTx/>
                <a:latin typeface="黑体"/>
                <a:ea typeface="黑体"/>
                <a:cs typeface="+mn-cs"/>
                <a:sym typeface="Wingdings"/>
              </a:rPr>
              <a:t>▅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a:rPr>
              <a:t>m&lt;n</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18" name="Text Box 4"/>
          <p:cNvSpPr txBox="1">
            <a:spLocks noChangeArrowheads="1"/>
          </p:cNvSpPr>
          <p:nvPr/>
        </p:nvSpPr>
        <p:spPr bwMode="auto">
          <a:xfrm>
            <a:off x="6000760" y="2285992"/>
            <a:ext cx="2714644" cy="830997"/>
          </a:xfrm>
          <a:prstGeom prst="rect">
            <a:avLst/>
          </a:prstGeom>
          <a:noFill/>
          <a:ln w="9525">
            <a:noFill/>
            <a:miter lim="800000"/>
            <a:headEnd/>
            <a:tailEnd/>
          </a:ln>
          <a:effectLst/>
        </p:spPr>
        <p:txBody>
          <a:bodyPr wrap="square">
            <a:spAutoFit/>
          </a:bodyPr>
          <a:lstStyle/>
          <a:p>
            <a:pPr marL="901700" marR="0" lvl="0" indent="-901700" algn="l" defTabSz="914400" rtl="0" eaLnBrk="0" fontAlgn="base" latinLnBrk="0" hangingPunct="0">
              <a:lnSpc>
                <a:spcPct val="100000"/>
              </a:lnSpc>
              <a:spcBef>
                <a:spcPct val="50000"/>
              </a:spcBef>
              <a:spcAft>
                <a:spcPct val="0"/>
              </a:spcAft>
              <a:buClrTx/>
              <a:buSzTx/>
              <a:buFontTx/>
              <a:buNone/>
              <a:tabLst/>
              <a:defRPr/>
            </a:pPr>
            <a:r>
              <a:rPr kumimoji="1" lang="en-US" altLang="zh-CN" sz="4800" b="1" i="0" u="none" strike="noStrike" kern="1200" cap="none" spc="0" normalizeH="0" baseline="0" noProof="0" dirty="0">
                <a:ln>
                  <a:noFill/>
                </a:ln>
                <a:solidFill>
                  <a:srgbClr val="FFFFCC">
                    <a:lumMod val="75000"/>
                  </a:srgbClr>
                </a:solidFill>
                <a:effectLst/>
                <a:uLnTx/>
                <a:uFillTx/>
                <a:latin typeface="黑体"/>
                <a:ea typeface="黑体"/>
                <a:cs typeface="+mn-cs"/>
                <a:sym typeface="Wingdings"/>
              </a:rPr>
              <a:t>▊ </a:t>
            </a:r>
            <a:r>
              <a:rPr kumimoji="1" lang="en-US" altLang="zh-CN" sz="1800" b="1" i="0" u="none" strike="noStrike" kern="1200" cap="none" spc="0" normalizeH="0" baseline="0" noProof="0" dirty="0">
                <a:ln>
                  <a:noFill/>
                </a:ln>
                <a:solidFill>
                  <a:srgbClr val="FFFFCC">
                    <a:lumMod val="75000"/>
                  </a:srgbClr>
                </a:solidFill>
                <a:effectLst/>
                <a:uLnTx/>
                <a:uFillTx/>
                <a:latin typeface="黑体"/>
                <a:ea typeface="黑体"/>
                <a:cs typeface="+mn-cs"/>
                <a:sym typeface="Wingdings"/>
              </a:rPr>
              <a:t>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a:rPr>
              <a:t>m&gt;n</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xEl>
                                              <p:pRg st="5" end="5"/>
                                            </p:txEl>
                                          </p:spTgt>
                                        </p:tgtEl>
                                        <p:attrNameLst>
                                          <p:attrName>style.visibility</p:attrName>
                                        </p:attrNameLst>
                                      </p:cBhvr>
                                      <p:to>
                                        <p:strVal val="visible"/>
                                      </p:to>
                                    </p:set>
                                    <p:animEffect transition="in" filter="wipe(left)">
                                      <p:cBhvr>
                                        <p:cTn id="12" dur="500"/>
                                        <p:tgtEl>
                                          <p:spTgt spid="10">
                                            <p:txEl>
                                              <p:pRg st="5" end="5"/>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wipe(left)">
                                      <p:cBhvr>
                                        <p:cTn id="17" dur="5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wipe(left)">
                                      <p:cBhvr>
                                        <p:cTn id="22" dur="500"/>
                                        <p:tgtEl>
                                          <p:spTgt spid="10">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wipe(left)">
                                      <p:cBhvr>
                                        <p:cTn id="37" dur="500"/>
                                        <p:tgtEl>
                                          <p:spTgt spid="19"/>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left)">
                                      <p:cBhvr>
                                        <p:cTn id="40" dur="5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25">
                                            <p:txEl>
                                              <p:pRg st="0" end="0"/>
                                            </p:txEl>
                                          </p:spTgt>
                                        </p:tgtEl>
                                        <p:attrNameLst>
                                          <p:attrName>style.visibility</p:attrName>
                                        </p:attrNameLst>
                                      </p:cBhvr>
                                      <p:to>
                                        <p:strVal val="visible"/>
                                      </p:to>
                                    </p:set>
                                    <p:animEffect transition="in" filter="wipe(left)">
                                      <p:cBhvr>
                                        <p:cTn id="45" dur="500"/>
                                        <p:tgtEl>
                                          <p:spTgt spid="25">
                                            <p:txEl>
                                              <p:pRg st="0" end="0"/>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25">
                                            <p:txEl>
                                              <p:pRg st="2" end="2"/>
                                            </p:txEl>
                                          </p:spTgt>
                                        </p:tgtEl>
                                        <p:attrNameLst>
                                          <p:attrName>style.visibility</p:attrName>
                                        </p:attrNameLst>
                                      </p:cBhvr>
                                      <p:to>
                                        <p:strVal val="visible"/>
                                      </p:to>
                                    </p:set>
                                    <p:animEffect transition="in" filter="wipe(left)">
                                      <p:cBhvr>
                                        <p:cTn id="50" dur="500"/>
                                        <p:tgtEl>
                                          <p:spTgt spid="25">
                                            <p:txEl>
                                              <p:pRg st="2" end="2"/>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5">
                                            <p:txEl>
                                              <p:pRg st="1" end="1"/>
                                            </p:txEl>
                                          </p:spTgt>
                                        </p:tgtEl>
                                        <p:attrNameLst>
                                          <p:attrName>style.visibility</p:attrName>
                                        </p:attrNameLst>
                                      </p:cBhvr>
                                      <p:to>
                                        <p:strVal val="visible"/>
                                      </p:to>
                                    </p:set>
                                    <p:animEffect transition="in" filter="wipe(left)">
                                      <p:cBhvr>
                                        <p:cTn id="55" dur="500"/>
                                        <p:tgtEl>
                                          <p:spTgt spid="25">
                                            <p:txEl>
                                              <p:pRg st="1" end="1"/>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5">
                                            <p:txEl>
                                              <p:pRg st="3" end="3"/>
                                            </p:txEl>
                                          </p:spTgt>
                                        </p:tgtEl>
                                        <p:attrNameLst>
                                          <p:attrName>style.visibility</p:attrName>
                                        </p:attrNameLst>
                                      </p:cBhvr>
                                      <p:to>
                                        <p:strVal val="visible"/>
                                      </p:to>
                                    </p:set>
                                    <p:animEffect transition="in" filter="wipe(left)">
                                      <p:cBhvr>
                                        <p:cTn id="60" dur="500"/>
                                        <p:tgtEl>
                                          <p:spTgt spid="25">
                                            <p:txEl>
                                              <p:pRg st="3" end="3"/>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25">
                                            <p:txEl>
                                              <p:pRg st="5" end="5"/>
                                            </p:txEl>
                                          </p:spTgt>
                                        </p:tgtEl>
                                        <p:attrNameLst>
                                          <p:attrName>style.visibility</p:attrName>
                                        </p:attrNameLst>
                                      </p:cBhvr>
                                      <p:to>
                                        <p:strVal val="visible"/>
                                      </p:to>
                                    </p:set>
                                    <p:animEffect transition="in" filter="wipe(left)">
                                      <p:cBhvr>
                                        <p:cTn id="65"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p:bldP spid="16" grpId="0"/>
      <p:bldP spid="18"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00" name="Rectangle 2"/>
          <p:cNvSpPr>
            <a:spLocks noChangeArrowheads="1"/>
          </p:cNvSpPr>
          <p:nvPr/>
        </p:nvSpPr>
        <p:spPr bwMode="auto">
          <a:xfrm>
            <a:off x="0" y="0"/>
            <a:ext cx="2443298" cy="400110"/>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例</a:t>
            </a:r>
            <a:r>
              <a:rPr kumimoji="1" lang="en-US" altLang="zh-CN" sz="20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 </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设有线性方程组</a:t>
            </a:r>
          </a:p>
        </p:txBody>
      </p:sp>
      <p:graphicFrame>
        <p:nvGraphicFramePr>
          <p:cNvPr id="33794" name="Object 3"/>
          <p:cNvGraphicFramePr>
            <a:graphicFrameLocks noChangeAspect="1"/>
          </p:cNvGraphicFramePr>
          <p:nvPr/>
        </p:nvGraphicFramePr>
        <p:xfrm>
          <a:off x="2571736" y="0"/>
          <a:ext cx="1838806" cy="997738"/>
        </p:xfrm>
        <a:graphic>
          <a:graphicData uri="http://schemas.openxmlformats.org/presentationml/2006/ole">
            <mc:AlternateContent xmlns:mc="http://schemas.openxmlformats.org/markup-compatibility/2006">
              <mc:Choice xmlns:v="urn:schemas-microsoft-com:vml" Requires="v">
                <p:oleObj name="Equation" r:id="rId3" imgW="2831760" imgH="1536480" progId="Equation.3">
                  <p:embed/>
                </p:oleObj>
              </mc:Choice>
              <mc:Fallback>
                <p:oleObj name="Equation" r:id="rId3" imgW="2831760" imgH="1536480" progId="Equation.3">
                  <p:embed/>
                  <p:pic>
                    <p:nvPicPr>
                      <p:cNvPr id="33794"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1736" y="0"/>
                        <a:ext cx="1838806" cy="9977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795" name="Object 4"/>
          <p:cNvGraphicFramePr>
            <a:graphicFrameLocks noChangeAspect="1"/>
          </p:cNvGraphicFramePr>
          <p:nvPr/>
        </p:nvGraphicFramePr>
        <p:xfrm>
          <a:off x="5286380" y="0"/>
          <a:ext cx="3505482" cy="272110"/>
        </p:xfrm>
        <a:graphic>
          <a:graphicData uri="http://schemas.openxmlformats.org/presentationml/2006/ole">
            <mc:AlternateContent xmlns:mc="http://schemas.openxmlformats.org/markup-compatibility/2006">
              <mc:Choice xmlns:v="urn:schemas-microsoft-com:vml" Requires="v">
                <p:oleObj name="Equation" r:id="rId5" imgW="5397480" imgH="419040" progId="Equation.3">
                  <p:embed/>
                </p:oleObj>
              </mc:Choice>
              <mc:Fallback>
                <p:oleObj name="Equation" r:id="rId5" imgW="5397480" imgH="419040" progId="Equation.3">
                  <p:embed/>
                  <p:pic>
                    <p:nvPicPr>
                      <p:cNvPr id="33795"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6380" y="0"/>
                        <a:ext cx="3505482" cy="2721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2405" name="Text Box 5"/>
          <p:cNvSpPr txBox="1">
            <a:spLocks noChangeArrowheads="1"/>
          </p:cNvSpPr>
          <p:nvPr/>
        </p:nvSpPr>
        <p:spPr bwMode="auto">
          <a:xfrm>
            <a:off x="0" y="1071546"/>
            <a:ext cx="714348"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解</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1</a:t>
            </a:r>
            <a:endPar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endParaRPr>
          </a:p>
        </p:txBody>
      </p:sp>
      <p:graphicFrame>
        <p:nvGraphicFramePr>
          <p:cNvPr id="102406" name="Object 6"/>
          <p:cNvGraphicFramePr>
            <a:graphicFrameLocks noChangeAspect="1"/>
          </p:cNvGraphicFramePr>
          <p:nvPr/>
        </p:nvGraphicFramePr>
        <p:xfrm>
          <a:off x="1450008" y="1500174"/>
          <a:ext cx="1978984" cy="981246"/>
        </p:xfrm>
        <a:graphic>
          <a:graphicData uri="http://schemas.openxmlformats.org/presentationml/2006/ole">
            <mc:AlternateContent xmlns:mc="http://schemas.openxmlformats.org/markup-compatibility/2006">
              <mc:Choice xmlns:v="urn:schemas-microsoft-com:vml" Requires="v">
                <p:oleObj name="Equation" r:id="rId7" imgW="3047760" imgH="1511280" progId="Equation.3">
                  <p:embed/>
                </p:oleObj>
              </mc:Choice>
              <mc:Fallback>
                <p:oleObj name="Equation" r:id="rId7" imgW="3047760" imgH="1511280" progId="Equation.3">
                  <p:embed/>
                  <p:pic>
                    <p:nvPicPr>
                      <p:cNvPr id="102406"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0008" y="1500174"/>
                        <a:ext cx="1978984" cy="9812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2408" name="Object 8"/>
          <p:cNvGraphicFramePr>
            <a:graphicFrameLocks noChangeAspect="1"/>
          </p:cNvGraphicFramePr>
          <p:nvPr/>
        </p:nvGraphicFramePr>
        <p:xfrm>
          <a:off x="749300" y="1133458"/>
          <a:ext cx="3718841" cy="288602"/>
        </p:xfrm>
        <a:graphic>
          <a:graphicData uri="http://schemas.openxmlformats.org/presentationml/2006/ole">
            <mc:AlternateContent xmlns:mc="http://schemas.openxmlformats.org/markup-compatibility/2006">
              <mc:Choice xmlns:v="urn:schemas-microsoft-com:vml" Requires="v">
                <p:oleObj name="Equation" r:id="rId9" imgW="5727600" imgH="444240" progId="Equation.3">
                  <p:embed/>
                </p:oleObj>
              </mc:Choice>
              <mc:Fallback>
                <p:oleObj name="Equation" r:id="rId9" imgW="5727600" imgH="444240" progId="Equation.3">
                  <p:embed/>
                  <p:pic>
                    <p:nvPicPr>
                      <p:cNvPr id="102408"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9300" y="1133458"/>
                        <a:ext cx="3718841" cy="28860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组合 33"/>
          <p:cNvGrpSpPr/>
          <p:nvPr/>
        </p:nvGrpSpPr>
        <p:grpSpPr>
          <a:xfrm>
            <a:off x="3500431" y="1510356"/>
            <a:ext cx="500066" cy="918512"/>
            <a:chOff x="2000232" y="1510356"/>
            <a:chExt cx="500066" cy="918512"/>
          </a:xfrm>
        </p:grpSpPr>
        <p:grpSp>
          <p:nvGrpSpPr>
            <p:cNvPr id="3" name="组合 32"/>
            <p:cNvGrpSpPr/>
            <p:nvPr/>
          </p:nvGrpSpPr>
          <p:grpSpPr>
            <a:xfrm>
              <a:off x="2000232" y="1510356"/>
              <a:ext cx="500066" cy="918512"/>
              <a:chOff x="2000232" y="1510356"/>
              <a:chExt cx="500066" cy="918512"/>
            </a:xfrm>
          </p:grpSpPr>
          <p:graphicFrame>
            <p:nvGraphicFramePr>
              <p:cNvPr id="102410" name="Object 10"/>
              <p:cNvGraphicFramePr>
                <a:graphicFrameLocks noChangeAspect="1"/>
              </p:cNvGraphicFramePr>
              <p:nvPr/>
            </p:nvGraphicFramePr>
            <p:xfrm>
              <a:off x="2000232" y="1510356"/>
              <a:ext cx="489834" cy="204132"/>
            </p:xfrm>
            <a:graphic>
              <a:graphicData uri="http://schemas.openxmlformats.org/presentationml/2006/ole">
                <mc:AlternateContent xmlns:mc="http://schemas.openxmlformats.org/markup-compatibility/2006">
                  <mc:Choice xmlns:v="urn:schemas-microsoft-com:vml" Requires="v">
                    <p:oleObj name="公式" r:id="rId11" imgW="482400" imgH="228600" progId="Equation.3">
                      <p:embed/>
                    </p:oleObj>
                  </mc:Choice>
                  <mc:Fallback>
                    <p:oleObj name="公式" r:id="rId11" imgW="482400" imgH="228600" progId="Equation.3">
                      <p:embed/>
                      <p:pic>
                        <p:nvPicPr>
                          <p:cNvPr id="10241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00232" y="1510356"/>
                            <a:ext cx="489834" cy="2041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6"/>
              <p:cNvGraphicFramePr>
                <a:graphicFrameLocks noChangeAspect="1"/>
              </p:cNvGraphicFramePr>
              <p:nvPr/>
            </p:nvGraphicFramePr>
            <p:xfrm>
              <a:off x="2000233" y="1785926"/>
              <a:ext cx="405417" cy="202523"/>
            </p:xfrm>
            <a:graphic>
              <a:graphicData uri="http://schemas.openxmlformats.org/presentationml/2006/ole">
                <mc:AlternateContent xmlns:mc="http://schemas.openxmlformats.org/markup-compatibility/2006">
                  <mc:Choice xmlns:v="urn:schemas-microsoft-com:vml" Requires="v">
                    <p:oleObj name="公式" r:id="rId13" imgW="380880" imgH="215640" progId="Equation.3">
                      <p:embed/>
                    </p:oleObj>
                  </mc:Choice>
                  <mc:Fallback>
                    <p:oleObj name="公式" r:id="rId13" imgW="380880" imgH="215640" progId="Equation.3">
                      <p:embed/>
                      <p:pic>
                        <p:nvPicPr>
                          <p:cNvPr id="15" name="Object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00233" y="1785926"/>
                            <a:ext cx="405417" cy="20252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7"/>
              <p:cNvGraphicFramePr>
                <a:graphicFrameLocks noChangeAspect="1"/>
              </p:cNvGraphicFramePr>
              <p:nvPr/>
            </p:nvGraphicFramePr>
            <p:xfrm>
              <a:off x="2000232" y="2000241"/>
              <a:ext cx="500066" cy="214313"/>
            </p:xfrm>
            <a:graphic>
              <a:graphicData uri="http://schemas.openxmlformats.org/presentationml/2006/ole">
                <mc:AlternateContent xmlns:mc="http://schemas.openxmlformats.org/markup-compatibility/2006">
                  <mc:Choice xmlns:v="urn:schemas-microsoft-com:vml" Requires="v">
                    <p:oleObj name="公式" r:id="rId15" imgW="469800" imgH="228600" progId="Equation.3">
                      <p:embed/>
                    </p:oleObj>
                  </mc:Choice>
                  <mc:Fallback>
                    <p:oleObj name="公式" r:id="rId15" imgW="469800" imgH="228600" progId="Equation.3">
                      <p:embed/>
                      <p:pic>
                        <p:nvPicPr>
                          <p:cNvPr id="16" name="Object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00232" y="2000241"/>
                            <a:ext cx="500066" cy="214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9"/>
              <p:cNvGraphicFramePr>
                <a:graphicFrameLocks noChangeAspect="1"/>
              </p:cNvGraphicFramePr>
              <p:nvPr/>
            </p:nvGraphicFramePr>
            <p:xfrm>
              <a:off x="2000232" y="2214554"/>
              <a:ext cx="418826" cy="214314"/>
            </p:xfrm>
            <a:graphic>
              <a:graphicData uri="http://schemas.openxmlformats.org/presentationml/2006/ole">
                <mc:AlternateContent xmlns:mc="http://schemas.openxmlformats.org/markup-compatibility/2006">
                  <mc:Choice xmlns:v="urn:schemas-microsoft-com:vml" Requires="v">
                    <p:oleObj name="公式" r:id="rId17" imgW="393480" imgH="228600" progId="Equation.3">
                      <p:embed/>
                    </p:oleObj>
                  </mc:Choice>
                  <mc:Fallback>
                    <p:oleObj name="公式" r:id="rId17" imgW="393480" imgH="228600" progId="Equation.3">
                      <p:embed/>
                      <p:pic>
                        <p:nvPicPr>
                          <p:cNvPr id="18" name="Object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00232" y="2214554"/>
                            <a:ext cx="418826" cy="2143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02409" name="Freeform 9"/>
            <p:cNvSpPr>
              <a:spLocks/>
            </p:cNvSpPr>
            <p:nvPr/>
          </p:nvSpPr>
          <p:spPr bwMode="auto">
            <a:xfrm rot="374069">
              <a:off x="2001327" y="1739809"/>
              <a:ext cx="468799" cy="45719"/>
            </a:xfrm>
            <a:custGeom>
              <a:avLst/>
              <a:gdLst>
                <a:gd name="T0" fmla="*/ 0 w 624"/>
                <a:gd name="T1" fmla="*/ 48 h 48"/>
                <a:gd name="T2" fmla="*/ 192 w 624"/>
                <a:gd name="T3" fmla="*/ 0 h 48"/>
                <a:gd name="T4" fmla="*/ 384 w 624"/>
                <a:gd name="T5" fmla="*/ 48 h 48"/>
                <a:gd name="T6" fmla="*/ 624 w 624"/>
                <a:gd name="T7" fmla="*/ 0 h 48"/>
                <a:gd name="T8" fmla="*/ 0 60000 65536"/>
                <a:gd name="T9" fmla="*/ 0 60000 65536"/>
                <a:gd name="T10" fmla="*/ 0 60000 65536"/>
                <a:gd name="T11" fmla="*/ 0 60000 65536"/>
                <a:gd name="T12" fmla="*/ 0 w 624"/>
                <a:gd name="T13" fmla="*/ 0 h 48"/>
                <a:gd name="T14" fmla="*/ 624 w 624"/>
                <a:gd name="T15" fmla="*/ 48 h 48"/>
              </a:gdLst>
              <a:ahLst/>
              <a:cxnLst>
                <a:cxn ang="T8">
                  <a:pos x="T0" y="T1"/>
                </a:cxn>
                <a:cxn ang="T9">
                  <a:pos x="T2" y="T3"/>
                </a:cxn>
                <a:cxn ang="T10">
                  <a:pos x="T4" y="T5"/>
                </a:cxn>
                <a:cxn ang="T11">
                  <a:pos x="T6" y="T7"/>
                </a:cxn>
              </a:cxnLst>
              <a:rect l="T12" t="T13" r="T14" b="T15"/>
              <a:pathLst>
                <a:path w="624" h="48">
                  <a:moveTo>
                    <a:pt x="0" y="48"/>
                  </a:moveTo>
                  <a:cubicBezTo>
                    <a:pt x="64" y="24"/>
                    <a:pt x="128" y="0"/>
                    <a:pt x="192" y="0"/>
                  </a:cubicBezTo>
                  <a:cubicBezTo>
                    <a:pt x="256" y="0"/>
                    <a:pt x="312" y="48"/>
                    <a:pt x="384" y="48"/>
                  </a:cubicBezTo>
                  <a:cubicBezTo>
                    <a:pt x="456" y="48"/>
                    <a:pt x="540" y="24"/>
                    <a:pt x="624" y="0"/>
                  </a:cubicBezTo>
                </a:path>
              </a:pathLst>
            </a:custGeom>
            <a:noFill/>
            <a:ln w="19050" cap="flat" cmpd="sng">
              <a:solidFill>
                <a:schemeClr val="tx1"/>
              </a:solidFill>
              <a:prstDash val="solid"/>
              <a:round/>
              <a:headEnd/>
              <a:tailEnd/>
            </a:ln>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Verdana" pitchFamily="34" charset="0"/>
                <a:ea typeface="宋体" pitchFamily="2" charset="-122"/>
                <a:cs typeface="+mn-cs"/>
              </a:endParaRPr>
            </a:p>
          </p:txBody>
        </p:sp>
      </p:grpSp>
      <p:graphicFrame>
        <p:nvGraphicFramePr>
          <p:cNvPr id="13" name="Object 4"/>
          <p:cNvGraphicFramePr>
            <a:graphicFrameLocks noChangeAspect="1"/>
          </p:cNvGraphicFramePr>
          <p:nvPr/>
        </p:nvGraphicFramePr>
        <p:xfrm>
          <a:off x="4106603" y="1500174"/>
          <a:ext cx="3822983" cy="1000132"/>
        </p:xfrm>
        <a:graphic>
          <a:graphicData uri="http://schemas.openxmlformats.org/presentationml/2006/ole">
            <mc:AlternateContent xmlns:mc="http://schemas.openxmlformats.org/markup-compatibility/2006">
              <mc:Choice xmlns:v="urn:schemas-microsoft-com:vml" Requires="v">
                <p:oleObj name="Equation" r:id="rId19" imgW="2654280" imgH="736560" progId="Equation.3">
                  <p:embed/>
                </p:oleObj>
              </mc:Choice>
              <mc:Fallback>
                <p:oleObj name="Equation" r:id="rId19" imgW="2654280" imgH="736560" progId="Equation.3">
                  <p:embed/>
                  <p:pic>
                    <p:nvPicPr>
                      <p:cNvPr id="13" name="Object 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106603" y="1500174"/>
                        <a:ext cx="3822983" cy="10001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2"/>
          <p:cNvGraphicFramePr>
            <a:graphicFrameLocks noChangeAspect="1"/>
          </p:cNvGraphicFramePr>
          <p:nvPr/>
        </p:nvGraphicFramePr>
        <p:xfrm>
          <a:off x="0" y="2643182"/>
          <a:ext cx="1786293" cy="289506"/>
        </p:xfrm>
        <a:graphic>
          <a:graphicData uri="http://schemas.openxmlformats.org/presentationml/2006/ole">
            <mc:AlternateContent xmlns:mc="http://schemas.openxmlformats.org/markup-compatibility/2006">
              <mc:Choice xmlns:v="urn:schemas-microsoft-com:vml" Requires="v">
                <p:oleObj name="Equation" r:id="rId21" imgW="2260440" imgH="431640" progId="Equation.3">
                  <p:embed/>
                </p:oleObj>
              </mc:Choice>
              <mc:Fallback>
                <p:oleObj name="Equation" r:id="rId21" imgW="2260440" imgH="431640" progId="Equation.3">
                  <p:embed/>
                  <p:pic>
                    <p:nvPicPr>
                      <p:cNvPr id="19" name="Object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0" y="2643182"/>
                        <a:ext cx="1786293" cy="2895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3"/>
          <p:cNvGraphicFramePr>
            <a:graphicFrameLocks noChangeAspect="1"/>
          </p:cNvGraphicFramePr>
          <p:nvPr/>
        </p:nvGraphicFramePr>
        <p:xfrm>
          <a:off x="1424302" y="2630045"/>
          <a:ext cx="2147566" cy="1013269"/>
        </p:xfrm>
        <a:graphic>
          <a:graphicData uri="http://schemas.openxmlformats.org/presentationml/2006/ole">
            <mc:AlternateContent xmlns:mc="http://schemas.openxmlformats.org/markup-compatibility/2006">
              <mc:Choice xmlns:v="urn:schemas-microsoft-com:vml" Requires="v">
                <p:oleObj name="Equation" r:id="rId23" imgW="2717640" imgH="1511280" progId="Equation.3">
                  <p:embed/>
                </p:oleObj>
              </mc:Choice>
              <mc:Fallback>
                <p:oleObj name="Equation" r:id="rId23" imgW="2717640" imgH="1511280" progId="Equation.3">
                  <p:embed/>
                  <p:pic>
                    <p:nvPicPr>
                      <p:cNvPr id="20" name="Object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424302" y="2630045"/>
                        <a:ext cx="2147566" cy="101326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4"/>
          <p:cNvGraphicFramePr>
            <a:graphicFrameLocks noChangeAspect="1"/>
          </p:cNvGraphicFramePr>
          <p:nvPr/>
        </p:nvGraphicFramePr>
        <p:xfrm>
          <a:off x="3548063" y="2747963"/>
          <a:ext cx="2238383" cy="719137"/>
        </p:xfrm>
        <a:graphic>
          <a:graphicData uri="http://schemas.openxmlformats.org/presentationml/2006/ole">
            <mc:AlternateContent xmlns:mc="http://schemas.openxmlformats.org/markup-compatibility/2006">
              <mc:Choice xmlns:v="urn:schemas-microsoft-com:vml" Requires="v">
                <p:oleObj name="Equation" r:id="rId25" imgW="1473120" imgH="482400" progId="Equation.DSMT4">
                  <p:embed/>
                </p:oleObj>
              </mc:Choice>
              <mc:Fallback>
                <p:oleObj name="Equation" r:id="rId25" imgW="1473120" imgH="482400" progId="Equation.DSMT4">
                  <p:embed/>
                  <p:pic>
                    <p:nvPicPr>
                      <p:cNvPr id="21" name="Object 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548063" y="2747963"/>
                        <a:ext cx="2238383" cy="719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Rectangle 5"/>
          <p:cNvSpPr>
            <a:spLocks noChangeArrowheads="1"/>
          </p:cNvSpPr>
          <p:nvPr/>
        </p:nvSpPr>
        <p:spPr bwMode="auto">
          <a:xfrm>
            <a:off x="5786446" y="3071810"/>
            <a:ext cx="1857388" cy="369332"/>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其通解为</a:t>
            </a:r>
          </a:p>
        </p:txBody>
      </p:sp>
      <p:graphicFrame>
        <p:nvGraphicFramePr>
          <p:cNvPr id="23" name="Object 6"/>
          <p:cNvGraphicFramePr>
            <a:graphicFrameLocks noChangeAspect="1"/>
          </p:cNvGraphicFramePr>
          <p:nvPr/>
        </p:nvGraphicFramePr>
        <p:xfrm>
          <a:off x="6786578" y="2727714"/>
          <a:ext cx="1536683" cy="1129914"/>
        </p:xfrm>
        <a:graphic>
          <a:graphicData uri="http://schemas.openxmlformats.org/presentationml/2006/ole">
            <mc:AlternateContent xmlns:mc="http://schemas.openxmlformats.org/markup-compatibility/2006">
              <mc:Choice xmlns:v="urn:schemas-microsoft-com:vml" Requires="v">
                <p:oleObj name="Equation" r:id="rId27" imgW="1117440" imgH="711000" progId="Equation.DSMT4">
                  <p:embed/>
                </p:oleObj>
              </mc:Choice>
              <mc:Fallback>
                <p:oleObj name="Equation" r:id="rId27" imgW="1117440" imgH="711000" progId="Equation.DSMT4">
                  <p:embed/>
                  <p:pic>
                    <p:nvPicPr>
                      <p:cNvPr id="23" name="Object 6"/>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786578" y="2727714"/>
                        <a:ext cx="1536683" cy="11299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2"/>
          <p:cNvGraphicFramePr>
            <a:graphicFrameLocks noChangeAspect="1"/>
          </p:cNvGraphicFramePr>
          <p:nvPr/>
        </p:nvGraphicFramePr>
        <p:xfrm>
          <a:off x="0" y="3772703"/>
          <a:ext cx="1718849" cy="309613"/>
        </p:xfrm>
        <a:graphic>
          <a:graphicData uri="http://schemas.openxmlformats.org/presentationml/2006/ole">
            <mc:AlternateContent xmlns:mc="http://schemas.openxmlformats.org/markup-compatibility/2006">
              <mc:Choice xmlns:v="urn:schemas-microsoft-com:vml" Requires="v">
                <p:oleObj name="Equation" r:id="rId29" imgW="2298600" imgH="431640" progId="Equation.3">
                  <p:embed/>
                </p:oleObj>
              </mc:Choice>
              <mc:Fallback>
                <p:oleObj name="Equation" r:id="rId29" imgW="2298600" imgH="431640" progId="Equation.3">
                  <p:embed/>
                  <p:pic>
                    <p:nvPicPr>
                      <p:cNvPr id="24" name="Object 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0" y="3772703"/>
                        <a:ext cx="1718849" cy="309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3"/>
          <p:cNvGraphicFramePr>
            <a:graphicFrameLocks noChangeAspect="1"/>
          </p:cNvGraphicFramePr>
          <p:nvPr/>
        </p:nvGraphicFramePr>
        <p:xfrm>
          <a:off x="1428728" y="3772702"/>
          <a:ext cx="2805113" cy="1156496"/>
        </p:xfrm>
        <a:graphic>
          <a:graphicData uri="http://schemas.openxmlformats.org/presentationml/2006/ole">
            <mc:AlternateContent xmlns:mc="http://schemas.openxmlformats.org/markup-compatibility/2006">
              <mc:Choice xmlns:v="urn:schemas-microsoft-com:vml" Requires="v">
                <p:oleObj name="Equation" r:id="rId31" imgW="4228920" imgH="1612800" progId="Equation.3">
                  <p:embed/>
                </p:oleObj>
              </mc:Choice>
              <mc:Fallback>
                <p:oleObj name="Equation" r:id="rId31" imgW="4228920" imgH="1612800" progId="Equation.3">
                  <p:embed/>
                  <p:pic>
                    <p:nvPicPr>
                      <p:cNvPr id="25" name="Object 3"/>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428728" y="3772702"/>
                        <a:ext cx="2805113" cy="11564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Text Box 4"/>
          <p:cNvSpPr txBox="1">
            <a:spLocks noChangeArrowheads="1"/>
          </p:cNvSpPr>
          <p:nvPr/>
        </p:nvSpPr>
        <p:spPr bwMode="auto">
          <a:xfrm>
            <a:off x="4429124" y="3929066"/>
            <a:ext cx="2928958" cy="369332"/>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可分以下两种情形：</a:t>
            </a:r>
          </a:p>
        </p:txBody>
      </p:sp>
      <p:graphicFrame>
        <p:nvGraphicFramePr>
          <p:cNvPr id="27" name="Object 5"/>
          <p:cNvGraphicFramePr>
            <a:graphicFrameLocks noChangeAspect="1"/>
          </p:cNvGraphicFramePr>
          <p:nvPr/>
        </p:nvGraphicFramePr>
        <p:xfrm>
          <a:off x="571472" y="4949838"/>
          <a:ext cx="1285884" cy="336550"/>
        </p:xfrm>
        <a:graphic>
          <a:graphicData uri="http://schemas.openxmlformats.org/presentationml/2006/ole">
            <mc:AlternateContent xmlns:mc="http://schemas.openxmlformats.org/markup-compatibility/2006">
              <mc:Choice xmlns:v="urn:schemas-microsoft-com:vml" Requires="v">
                <p:oleObj name="Equation" r:id="rId33" imgW="812520" imgH="203040" progId="Equation.3">
                  <p:embed/>
                </p:oleObj>
              </mc:Choice>
              <mc:Fallback>
                <p:oleObj name="Equation" r:id="rId33" imgW="812520" imgH="203040" progId="Equation.3">
                  <p:embed/>
                  <p:pic>
                    <p:nvPicPr>
                      <p:cNvPr id="27" name="Object 5"/>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71472" y="4949838"/>
                        <a:ext cx="1285884" cy="336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Object 6"/>
          <p:cNvGraphicFramePr>
            <a:graphicFrameLocks noChangeAspect="1"/>
          </p:cNvGraphicFramePr>
          <p:nvPr/>
        </p:nvGraphicFramePr>
        <p:xfrm>
          <a:off x="4214842" y="5214950"/>
          <a:ext cx="4357686" cy="655651"/>
        </p:xfrm>
        <a:graphic>
          <a:graphicData uri="http://schemas.openxmlformats.org/presentationml/2006/ole">
            <mc:AlternateContent xmlns:mc="http://schemas.openxmlformats.org/markup-compatibility/2006">
              <mc:Choice xmlns:v="urn:schemas-microsoft-com:vml" Requires="v">
                <p:oleObj name="Equation" r:id="rId35" imgW="6159240" imgH="914400" progId="Equation.3">
                  <p:embed/>
                </p:oleObj>
              </mc:Choice>
              <mc:Fallback>
                <p:oleObj name="Equation" r:id="rId35" imgW="6159240" imgH="914400" progId="Equation.3">
                  <p:embed/>
                  <p:pic>
                    <p:nvPicPr>
                      <p:cNvPr id="28" name="Object 6"/>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214842" y="5214950"/>
                        <a:ext cx="4357686" cy="6556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9" name="Object 2"/>
          <p:cNvGraphicFramePr>
            <a:graphicFrameLocks noChangeAspect="1"/>
          </p:cNvGraphicFramePr>
          <p:nvPr/>
        </p:nvGraphicFramePr>
        <p:xfrm>
          <a:off x="4214778" y="6218259"/>
          <a:ext cx="3884612" cy="282575"/>
        </p:xfrm>
        <a:graphic>
          <a:graphicData uri="http://schemas.openxmlformats.org/presentationml/2006/ole">
            <mc:AlternateContent xmlns:mc="http://schemas.openxmlformats.org/markup-compatibility/2006">
              <mc:Choice xmlns:v="urn:schemas-microsoft-com:vml" Requires="v">
                <p:oleObj name="Equation" r:id="rId37" imgW="4292280" imgH="419040" progId="Equation.3">
                  <p:embed/>
                </p:oleObj>
              </mc:Choice>
              <mc:Fallback>
                <p:oleObj name="Equation" r:id="rId37" imgW="4292280" imgH="419040" progId="Equation.3">
                  <p:embed/>
                  <p:pic>
                    <p:nvPicPr>
                      <p:cNvPr id="29" name="Object 2"/>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4214778" y="6218259"/>
                        <a:ext cx="3884612" cy="282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3"/>
          <p:cNvGraphicFramePr>
            <a:graphicFrameLocks noChangeAspect="1"/>
          </p:cNvGraphicFramePr>
          <p:nvPr/>
        </p:nvGraphicFramePr>
        <p:xfrm>
          <a:off x="571472" y="6205559"/>
          <a:ext cx="1285884" cy="347668"/>
        </p:xfrm>
        <a:graphic>
          <a:graphicData uri="http://schemas.openxmlformats.org/presentationml/2006/ole">
            <mc:AlternateContent xmlns:mc="http://schemas.openxmlformats.org/markup-compatibility/2006">
              <mc:Choice xmlns:v="urn:schemas-microsoft-com:vml" Requires="v">
                <p:oleObj name="Equation" r:id="rId39" imgW="838080" imgH="203040" progId="Equation.3">
                  <p:embed/>
                </p:oleObj>
              </mc:Choice>
              <mc:Fallback>
                <p:oleObj name="Equation" r:id="rId39" imgW="838080" imgH="203040" progId="Equation.3">
                  <p:embed/>
                  <p:pic>
                    <p:nvPicPr>
                      <p:cNvPr id="30" name="Object 3"/>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571472" y="6205559"/>
                        <a:ext cx="1285884" cy="34766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4"/>
          <p:cNvGraphicFramePr>
            <a:graphicFrameLocks noChangeAspect="1"/>
          </p:cNvGraphicFramePr>
          <p:nvPr/>
        </p:nvGraphicFramePr>
        <p:xfrm>
          <a:off x="2098640" y="5838849"/>
          <a:ext cx="2025650" cy="1019175"/>
        </p:xfrm>
        <a:graphic>
          <a:graphicData uri="http://schemas.openxmlformats.org/presentationml/2006/ole">
            <mc:AlternateContent xmlns:mc="http://schemas.openxmlformats.org/markup-compatibility/2006">
              <mc:Choice xmlns:v="urn:schemas-microsoft-com:vml" Requires="v">
                <p:oleObj name="Equation" r:id="rId41" imgW="3555720" imgH="1511280" progId="Equation.3">
                  <p:embed/>
                </p:oleObj>
              </mc:Choice>
              <mc:Fallback>
                <p:oleObj name="Equation" r:id="rId41" imgW="3555720" imgH="1511280" progId="Equation.3">
                  <p:embed/>
                  <p:pic>
                    <p:nvPicPr>
                      <p:cNvPr id="31" name="Object 4"/>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2098640" y="5838849"/>
                        <a:ext cx="2025650" cy="1019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 name="Object 5"/>
          <p:cNvGraphicFramePr>
            <a:graphicFrameLocks noChangeAspect="1"/>
          </p:cNvGraphicFramePr>
          <p:nvPr/>
        </p:nvGraphicFramePr>
        <p:xfrm>
          <a:off x="1846266" y="4929198"/>
          <a:ext cx="3654428" cy="357187"/>
        </p:xfrm>
        <a:graphic>
          <a:graphicData uri="http://schemas.openxmlformats.org/presentationml/2006/ole">
            <mc:AlternateContent xmlns:mc="http://schemas.openxmlformats.org/markup-compatibility/2006">
              <mc:Choice xmlns:v="urn:schemas-microsoft-com:vml" Requires="v">
                <p:oleObj name="Equation" r:id="rId43" imgW="2260440" imgH="215640" progId="Equation.3">
                  <p:embed/>
                </p:oleObj>
              </mc:Choice>
              <mc:Fallback>
                <p:oleObj name="Equation" r:id="rId43" imgW="2260440" imgH="215640" progId="Equation.3">
                  <p:embed/>
                  <p:pic>
                    <p:nvPicPr>
                      <p:cNvPr id="32" name="Object 5"/>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1846266" y="4929198"/>
                        <a:ext cx="3654428"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3" name="Line 25"/>
          <p:cNvSpPr>
            <a:spLocks noChangeShapeType="1"/>
          </p:cNvSpPr>
          <p:nvPr/>
        </p:nvSpPr>
        <p:spPr bwMode="auto">
          <a:xfrm>
            <a:off x="0" y="1000108"/>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4" name="Text Box 28"/>
          <p:cNvSpPr txBox="1">
            <a:spLocks noChangeArrowheads="1"/>
          </p:cNvSpPr>
          <p:nvPr/>
        </p:nvSpPr>
        <p:spPr bwMode="auto">
          <a:xfrm>
            <a:off x="6643702" y="571480"/>
            <a:ext cx="2500298" cy="369332"/>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带参数判定解的情况</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
                                            <p:bg/>
                                          </p:spTgt>
                                        </p:tgtEl>
                                        <p:attrNameLst>
                                          <p:attrName>style.visibility</p:attrName>
                                        </p:attrNameLst>
                                      </p:cBhvr>
                                      <p:to>
                                        <p:strVal val="visible"/>
                                      </p:to>
                                    </p:set>
                                    <p:animEffect transition="in" filter="wipe(left)">
                                      <p:cBhvr>
                                        <p:cTn id="7" dur="500"/>
                                        <p:tgtEl>
                                          <p:spTgt spid="34">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4">
                                            <p:txEl>
                                              <p:pRg st="0" end="0"/>
                                            </p:txEl>
                                          </p:spTgt>
                                        </p:tgtEl>
                                        <p:attrNameLst>
                                          <p:attrName>style.visibility</p:attrName>
                                        </p:attrNameLst>
                                      </p:cBhvr>
                                      <p:to>
                                        <p:strVal val="visible"/>
                                      </p:to>
                                    </p:set>
                                    <p:animEffect transition="in" filter="wipe(left)">
                                      <p:cBhvr>
                                        <p:cTn id="10" dur="500"/>
                                        <p:tgtEl>
                                          <p:spTgt spid="3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02405"/>
                                        </p:tgtEl>
                                        <p:attrNameLst>
                                          <p:attrName>style.visibility</p:attrName>
                                        </p:attrNameLst>
                                      </p:cBhvr>
                                      <p:to>
                                        <p:strVal val="visible"/>
                                      </p:to>
                                    </p:set>
                                    <p:animEffect transition="in" filter="wipe(left)">
                                      <p:cBhvr>
                                        <p:cTn id="15" dur="500"/>
                                        <p:tgtEl>
                                          <p:spTgt spid="102405"/>
                                        </p:tgtEl>
                                      </p:cBhvr>
                                    </p:animEffect>
                                  </p:childTnLst>
                                </p:cTn>
                              </p:par>
                              <p:par>
                                <p:cTn id="16" presetID="22" presetClass="entr" presetSubtype="8" fill="hold" nodeType="withEffect">
                                  <p:stCondLst>
                                    <p:cond delay="0"/>
                                  </p:stCondLst>
                                  <p:childTnLst>
                                    <p:set>
                                      <p:cBhvr>
                                        <p:cTn id="17" dur="1" fill="hold">
                                          <p:stCondLst>
                                            <p:cond delay="0"/>
                                          </p:stCondLst>
                                        </p:cTn>
                                        <p:tgtEl>
                                          <p:spTgt spid="102408"/>
                                        </p:tgtEl>
                                        <p:attrNameLst>
                                          <p:attrName>style.visibility</p:attrName>
                                        </p:attrNameLst>
                                      </p:cBhvr>
                                      <p:to>
                                        <p:strVal val="visible"/>
                                      </p:to>
                                    </p:set>
                                    <p:animEffect transition="in" filter="wipe(left)">
                                      <p:cBhvr>
                                        <p:cTn id="18" dur="500"/>
                                        <p:tgtEl>
                                          <p:spTgt spid="10240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02406"/>
                                        </p:tgtEl>
                                        <p:attrNameLst>
                                          <p:attrName>style.visibility</p:attrName>
                                        </p:attrNameLst>
                                      </p:cBhvr>
                                      <p:to>
                                        <p:strVal val="visible"/>
                                      </p:to>
                                    </p:set>
                                    <p:animEffect transition="in" filter="wipe(left)">
                                      <p:cBhvr>
                                        <p:cTn id="23" dur="500"/>
                                        <p:tgtEl>
                                          <p:spTgt spid="102406"/>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wipe(left)">
                                      <p:cBhvr>
                                        <p:cTn id="28" dur="500"/>
                                        <p:tgtEl>
                                          <p:spTgt spid="2"/>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wipe(left)">
                                      <p:cBhvr>
                                        <p:cTn id="37" dur="500"/>
                                        <p:tgtEl>
                                          <p:spTgt spid="19"/>
                                        </p:tgtEl>
                                      </p:cBhvr>
                                    </p:animEffect>
                                  </p:childTnLst>
                                </p:cTn>
                              </p:par>
                              <p:par>
                                <p:cTn id="38" presetID="22" presetClass="entr" presetSubtype="8" fill="hold" nodeType="with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wipe(left)">
                                      <p:cBhvr>
                                        <p:cTn id="40" dur="500"/>
                                        <p:tgtEl>
                                          <p:spTgt spid="24"/>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left)">
                                      <p:cBhvr>
                                        <p:cTn id="45" dur="500"/>
                                        <p:tgtEl>
                                          <p:spTgt spid="20"/>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wipe(left)">
                                      <p:cBhvr>
                                        <p:cTn id="50" dur="500"/>
                                        <p:tgtEl>
                                          <p:spTgt spid="21"/>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iterate type="lt">
                                    <p:tmPct val="100000"/>
                                  </p:iterate>
                                  <p:childTnLst>
                                    <p:set>
                                      <p:cBhvr>
                                        <p:cTn id="54" dur="1" fill="hold">
                                          <p:stCondLst>
                                            <p:cond delay="0"/>
                                          </p:stCondLst>
                                        </p:cTn>
                                        <p:tgtEl>
                                          <p:spTgt spid="22"/>
                                        </p:tgtEl>
                                        <p:attrNameLst>
                                          <p:attrName>style.visibility</p:attrName>
                                        </p:attrNameLst>
                                      </p:cBhvr>
                                      <p:to>
                                        <p:strVal val="visible"/>
                                      </p:to>
                                    </p:set>
                                    <p:animEffect transition="in" filter="wipe(left)">
                                      <p:cBhvr>
                                        <p:cTn id="55" dur="75"/>
                                        <p:tgtEl>
                                          <p:spTgt spid="22"/>
                                        </p:tgtEl>
                                      </p:cBhvr>
                                    </p:animEffect>
                                  </p:childTnLst>
                                </p:cTn>
                              </p:par>
                              <p:par>
                                <p:cTn id="56" presetID="22" presetClass="entr" presetSubtype="8" fill="hold"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wipe(left)">
                                      <p:cBhvr>
                                        <p:cTn id="58" dur="500"/>
                                        <p:tgtEl>
                                          <p:spTgt spid="2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wipe(left)">
                                      <p:cBhvr>
                                        <p:cTn id="63" dur="500"/>
                                        <p:tgtEl>
                                          <p:spTgt spid="2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iterate type="lt">
                                    <p:tmPct val="100000"/>
                                  </p:iterate>
                                  <p:childTnLst>
                                    <p:set>
                                      <p:cBhvr>
                                        <p:cTn id="67" dur="1" fill="hold">
                                          <p:stCondLst>
                                            <p:cond delay="0"/>
                                          </p:stCondLst>
                                        </p:cTn>
                                        <p:tgtEl>
                                          <p:spTgt spid="26"/>
                                        </p:tgtEl>
                                        <p:attrNameLst>
                                          <p:attrName>style.visibility</p:attrName>
                                        </p:attrNameLst>
                                      </p:cBhvr>
                                      <p:to>
                                        <p:strVal val="visible"/>
                                      </p:to>
                                    </p:set>
                                    <p:animEffect transition="in" filter="wipe(left)">
                                      <p:cBhvr>
                                        <p:cTn id="68" dur="75"/>
                                        <p:tgtEl>
                                          <p:spTgt spid="26"/>
                                        </p:tgtEl>
                                      </p:cBhvr>
                                    </p:animEffect>
                                  </p:childTnLst>
                                </p:cTn>
                              </p:par>
                              <p:par>
                                <p:cTn id="69" presetID="22" presetClass="entr" presetSubtype="8" fill="hold" nodeType="with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left)">
                                      <p:cBhvr>
                                        <p:cTn id="71" dur="500"/>
                                        <p:tgtEl>
                                          <p:spTgt spid="27"/>
                                        </p:tgtEl>
                                      </p:cBhvr>
                                    </p:animEffect>
                                  </p:childTnLst>
                                </p:cTn>
                              </p:par>
                              <p:par>
                                <p:cTn id="72" presetID="22" presetClass="entr" presetSubtype="8" fill="hold" nodeType="with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500"/>
                                        <p:tgtEl>
                                          <p:spTgt spid="30"/>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32"/>
                                        </p:tgtEl>
                                        <p:attrNameLst>
                                          <p:attrName>style.visibility</p:attrName>
                                        </p:attrNameLst>
                                      </p:cBhvr>
                                      <p:to>
                                        <p:strVal val="visible"/>
                                      </p:to>
                                    </p:set>
                                    <p:animEffect transition="in" filter="wipe(left)">
                                      <p:cBhvr>
                                        <p:cTn id="79" dur="500"/>
                                        <p:tgtEl>
                                          <p:spTgt spid="32"/>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28"/>
                                        </p:tgtEl>
                                        <p:attrNameLst>
                                          <p:attrName>style.visibility</p:attrName>
                                        </p:attrNameLst>
                                      </p:cBhvr>
                                      <p:to>
                                        <p:strVal val="visible"/>
                                      </p:to>
                                    </p:set>
                                    <p:animEffect transition="in" filter="wipe(left)">
                                      <p:cBhvr>
                                        <p:cTn id="84" dur="500"/>
                                        <p:tgtEl>
                                          <p:spTgt spid="28"/>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nodeType="click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wipe(left)">
                                      <p:cBhvr>
                                        <p:cTn id="89" dur="500"/>
                                        <p:tgtEl>
                                          <p:spTgt spid="31"/>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wipe(left)">
                                      <p:cBhvr>
                                        <p:cTn id="9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5" grpId="0" autoUpdateAnimBg="0"/>
      <p:bldP spid="22" grpId="0" autoUpdateAnimBg="0"/>
      <p:bldP spid="26" grpId="0" autoUpdateAnimBg="0"/>
      <p:bldP spid="34" grpId="0" build="allAtOnce" animBg="1"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00" name="Rectangle 2"/>
          <p:cNvSpPr>
            <a:spLocks noChangeArrowheads="1"/>
          </p:cNvSpPr>
          <p:nvPr/>
        </p:nvSpPr>
        <p:spPr bwMode="auto">
          <a:xfrm>
            <a:off x="0" y="0"/>
            <a:ext cx="2443298" cy="400110"/>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例</a:t>
            </a:r>
            <a:r>
              <a:rPr kumimoji="1" lang="en-US" altLang="zh-CN" sz="20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 </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设有线性方程组</a:t>
            </a:r>
          </a:p>
        </p:txBody>
      </p:sp>
      <p:graphicFrame>
        <p:nvGraphicFramePr>
          <p:cNvPr id="33794" name="Object 3"/>
          <p:cNvGraphicFramePr>
            <a:graphicFrameLocks noChangeAspect="1"/>
          </p:cNvGraphicFramePr>
          <p:nvPr/>
        </p:nvGraphicFramePr>
        <p:xfrm>
          <a:off x="2571736" y="0"/>
          <a:ext cx="1838806" cy="997738"/>
        </p:xfrm>
        <a:graphic>
          <a:graphicData uri="http://schemas.openxmlformats.org/presentationml/2006/ole">
            <mc:AlternateContent xmlns:mc="http://schemas.openxmlformats.org/markup-compatibility/2006">
              <mc:Choice xmlns:v="urn:schemas-microsoft-com:vml" Requires="v">
                <p:oleObj name="Equation" r:id="rId3" imgW="2831760" imgH="1536480" progId="Equation.3">
                  <p:embed/>
                </p:oleObj>
              </mc:Choice>
              <mc:Fallback>
                <p:oleObj name="Equation" r:id="rId3" imgW="2831760" imgH="1536480" progId="Equation.3">
                  <p:embed/>
                  <p:pic>
                    <p:nvPicPr>
                      <p:cNvPr id="33794"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1736" y="0"/>
                        <a:ext cx="1838806" cy="9977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795" name="Object 4"/>
          <p:cNvGraphicFramePr>
            <a:graphicFrameLocks noChangeAspect="1"/>
          </p:cNvGraphicFramePr>
          <p:nvPr/>
        </p:nvGraphicFramePr>
        <p:xfrm>
          <a:off x="5286380" y="0"/>
          <a:ext cx="3505482" cy="272110"/>
        </p:xfrm>
        <a:graphic>
          <a:graphicData uri="http://schemas.openxmlformats.org/presentationml/2006/ole">
            <mc:AlternateContent xmlns:mc="http://schemas.openxmlformats.org/markup-compatibility/2006">
              <mc:Choice xmlns:v="urn:schemas-microsoft-com:vml" Requires="v">
                <p:oleObj name="Equation" r:id="rId5" imgW="5397480" imgH="419040" progId="Equation.3">
                  <p:embed/>
                </p:oleObj>
              </mc:Choice>
              <mc:Fallback>
                <p:oleObj name="Equation" r:id="rId5" imgW="5397480" imgH="419040" progId="Equation.3">
                  <p:embed/>
                  <p:pic>
                    <p:nvPicPr>
                      <p:cNvPr id="33795"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6380" y="0"/>
                        <a:ext cx="3505482" cy="2721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2405" name="Text Box 5"/>
          <p:cNvSpPr txBox="1">
            <a:spLocks noChangeArrowheads="1"/>
          </p:cNvSpPr>
          <p:nvPr/>
        </p:nvSpPr>
        <p:spPr bwMode="auto">
          <a:xfrm>
            <a:off x="0" y="1071546"/>
            <a:ext cx="714348"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解</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rPr>
              <a:t>2</a:t>
            </a:r>
            <a:endPar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黑体" pitchFamily="2" charset="-122"/>
              <a:cs typeface="+mn-cs"/>
            </a:endParaRPr>
          </a:p>
        </p:txBody>
      </p:sp>
      <p:sp>
        <p:nvSpPr>
          <p:cNvPr id="33" name="Line 25"/>
          <p:cNvSpPr>
            <a:spLocks noChangeShapeType="1"/>
          </p:cNvSpPr>
          <p:nvPr/>
        </p:nvSpPr>
        <p:spPr bwMode="auto">
          <a:xfrm>
            <a:off x="0" y="1000108"/>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07525" name="Object 5"/>
          <p:cNvGraphicFramePr>
            <a:graphicFrameLocks noChangeAspect="1"/>
          </p:cNvGraphicFramePr>
          <p:nvPr/>
        </p:nvGraphicFramePr>
        <p:xfrm>
          <a:off x="642910" y="1071546"/>
          <a:ext cx="1935162" cy="1382712"/>
        </p:xfrm>
        <a:graphic>
          <a:graphicData uri="http://schemas.openxmlformats.org/presentationml/2006/ole">
            <mc:AlternateContent xmlns:mc="http://schemas.openxmlformats.org/markup-compatibility/2006">
              <mc:Choice xmlns:v="urn:schemas-microsoft-com:vml" Requires="v">
                <p:oleObj name="公式" r:id="rId7" imgW="977760" imgH="698400" progId="Equation.3">
                  <p:embed/>
                </p:oleObj>
              </mc:Choice>
              <mc:Fallback>
                <p:oleObj name="公式" r:id="rId7" imgW="977760" imgH="698400" progId="Equation.3">
                  <p:embed/>
                  <p:pic>
                    <p:nvPicPr>
                      <p:cNvPr id="107525"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2910" y="1071546"/>
                        <a:ext cx="1935162" cy="13827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7542" name="Object 22"/>
          <p:cNvGraphicFramePr>
            <a:graphicFrameLocks noChangeAspect="1"/>
          </p:cNvGraphicFramePr>
          <p:nvPr/>
        </p:nvGraphicFramePr>
        <p:xfrm>
          <a:off x="2571736" y="1500174"/>
          <a:ext cx="1887538" cy="409575"/>
        </p:xfrm>
        <a:graphic>
          <a:graphicData uri="http://schemas.openxmlformats.org/presentationml/2006/ole">
            <mc:AlternateContent xmlns:mc="http://schemas.openxmlformats.org/markup-compatibility/2006">
              <mc:Choice xmlns:v="urn:schemas-microsoft-com:vml" Requires="v">
                <p:oleObj name="公式" r:id="rId9" imgW="1054080" imgH="228600" progId="Equation.3">
                  <p:embed/>
                </p:oleObj>
              </mc:Choice>
              <mc:Fallback>
                <p:oleObj name="公式" r:id="rId9" imgW="1054080" imgH="228600" progId="Equation.3">
                  <p:embed/>
                  <p:pic>
                    <p:nvPicPr>
                      <p:cNvPr id="107542" name="Object 2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71736" y="1500174"/>
                        <a:ext cx="1887538" cy="409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7543" name="Object 23"/>
          <p:cNvGraphicFramePr>
            <a:graphicFrameLocks noChangeAspect="1"/>
          </p:cNvGraphicFramePr>
          <p:nvPr/>
        </p:nvGraphicFramePr>
        <p:xfrm>
          <a:off x="571471" y="2643181"/>
          <a:ext cx="2794515" cy="428629"/>
        </p:xfrm>
        <a:graphic>
          <a:graphicData uri="http://schemas.openxmlformats.org/presentationml/2006/ole">
            <mc:AlternateContent xmlns:mc="http://schemas.openxmlformats.org/markup-compatibility/2006">
              <mc:Choice xmlns:v="urn:schemas-microsoft-com:vml" Requires="v">
                <p:oleObj name="公式" r:id="rId11" imgW="1257120" imgH="203040" progId="Equation.3">
                  <p:embed/>
                </p:oleObj>
              </mc:Choice>
              <mc:Fallback>
                <p:oleObj name="公式" r:id="rId11" imgW="1257120" imgH="203040" progId="Equation.3">
                  <p:embed/>
                  <p:pic>
                    <p:nvPicPr>
                      <p:cNvPr id="107543" name="Object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1471" y="2643181"/>
                        <a:ext cx="2794515" cy="42862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7544" name="Object 24"/>
          <p:cNvGraphicFramePr>
            <a:graphicFrameLocks noChangeAspect="1"/>
          </p:cNvGraphicFramePr>
          <p:nvPr/>
        </p:nvGraphicFramePr>
        <p:xfrm>
          <a:off x="571471" y="3565528"/>
          <a:ext cx="1412875" cy="363538"/>
        </p:xfrm>
        <a:graphic>
          <a:graphicData uri="http://schemas.openxmlformats.org/presentationml/2006/ole">
            <mc:AlternateContent xmlns:mc="http://schemas.openxmlformats.org/markup-compatibility/2006">
              <mc:Choice xmlns:v="urn:schemas-microsoft-com:vml" Requires="v">
                <p:oleObj name="公式" r:id="rId13" imgW="749160" imgH="203040" progId="Equation.3">
                  <p:embed/>
                </p:oleObj>
              </mc:Choice>
              <mc:Fallback>
                <p:oleObj name="公式" r:id="rId13" imgW="749160" imgH="203040" progId="Equation.3">
                  <p:embed/>
                  <p:pic>
                    <p:nvPicPr>
                      <p:cNvPr id="107544" name="Object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1471" y="3565528"/>
                        <a:ext cx="1412875" cy="363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7545" name="Object 25"/>
          <p:cNvGraphicFramePr>
            <a:graphicFrameLocks noChangeAspect="1"/>
          </p:cNvGraphicFramePr>
          <p:nvPr/>
        </p:nvGraphicFramePr>
        <p:xfrm>
          <a:off x="571471" y="4714884"/>
          <a:ext cx="1246187" cy="363538"/>
        </p:xfrm>
        <a:graphic>
          <a:graphicData uri="http://schemas.openxmlformats.org/presentationml/2006/ole">
            <mc:AlternateContent xmlns:mc="http://schemas.openxmlformats.org/markup-compatibility/2006">
              <mc:Choice xmlns:v="urn:schemas-microsoft-com:vml" Requires="v">
                <p:oleObj name="公式" r:id="rId15" imgW="660240" imgH="203040" progId="Equation.3">
                  <p:embed/>
                </p:oleObj>
              </mc:Choice>
              <mc:Fallback>
                <p:oleObj name="公式" r:id="rId15" imgW="660240" imgH="203040" progId="Equation.3">
                  <p:embed/>
                  <p:pic>
                    <p:nvPicPr>
                      <p:cNvPr id="107545" name="Object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1471" y="4714884"/>
                        <a:ext cx="1246187" cy="363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 name="Object 23"/>
          <p:cNvGraphicFramePr>
            <a:graphicFrameLocks noChangeAspect="1"/>
          </p:cNvGraphicFramePr>
          <p:nvPr/>
        </p:nvGraphicFramePr>
        <p:xfrm>
          <a:off x="3571868" y="2571744"/>
          <a:ext cx="2767139" cy="428628"/>
        </p:xfrm>
        <a:graphic>
          <a:graphicData uri="http://schemas.openxmlformats.org/presentationml/2006/ole">
            <mc:AlternateContent xmlns:mc="http://schemas.openxmlformats.org/markup-compatibility/2006">
              <mc:Choice xmlns:v="urn:schemas-microsoft-com:vml" Requires="v">
                <p:oleObj name="公式" r:id="rId17" imgW="1168200" imgH="190440" progId="Equation.3">
                  <p:embed/>
                </p:oleObj>
              </mc:Choice>
              <mc:Fallback>
                <p:oleObj name="公式" r:id="rId17" imgW="1168200" imgH="190440" progId="Equation.3">
                  <p:embed/>
                  <p:pic>
                    <p:nvPicPr>
                      <p:cNvPr id="36" name="Object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71868" y="2571744"/>
                        <a:ext cx="2767139" cy="4286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6498" name="Object 29"/>
          <p:cNvGraphicFramePr>
            <a:graphicFrameLocks noChangeAspect="1"/>
          </p:cNvGraphicFramePr>
          <p:nvPr/>
        </p:nvGraphicFramePr>
        <p:xfrm>
          <a:off x="4357687" y="3546088"/>
          <a:ext cx="3856228" cy="467117"/>
        </p:xfrm>
        <a:graphic>
          <a:graphicData uri="http://schemas.openxmlformats.org/presentationml/2006/ole">
            <mc:AlternateContent xmlns:mc="http://schemas.openxmlformats.org/markup-compatibility/2006">
              <mc:Choice xmlns:v="urn:schemas-microsoft-com:vml" Requires="v">
                <p:oleObj name="Equation" r:id="rId19" imgW="1942920" imgH="253800" progId="Equation.DSMT4">
                  <p:embed/>
                </p:oleObj>
              </mc:Choice>
              <mc:Fallback>
                <p:oleObj name="Equation" r:id="rId19" imgW="1942920" imgH="253800" progId="Equation.DSMT4">
                  <p:embed/>
                  <p:pic>
                    <p:nvPicPr>
                      <p:cNvPr id="106498" name="Object 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357687" y="3546088"/>
                        <a:ext cx="3856228" cy="46711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6500" name="Object 31"/>
          <p:cNvGraphicFramePr>
            <a:graphicFrameLocks noChangeAspect="1"/>
          </p:cNvGraphicFramePr>
          <p:nvPr/>
        </p:nvGraphicFramePr>
        <p:xfrm>
          <a:off x="2170706" y="3195643"/>
          <a:ext cx="2025650" cy="1019175"/>
        </p:xfrm>
        <a:graphic>
          <a:graphicData uri="http://schemas.openxmlformats.org/presentationml/2006/ole">
            <mc:AlternateContent xmlns:mc="http://schemas.openxmlformats.org/markup-compatibility/2006">
              <mc:Choice xmlns:v="urn:schemas-microsoft-com:vml" Requires="v">
                <p:oleObj name="Equation" r:id="rId21" imgW="3555720" imgH="1511280" progId="Equation.3">
                  <p:embed/>
                </p:oleObj>
              </mc:Choice>
              <mc:Fallback>
                <p:oleObj name="Equation" r:id="rId21" imgW="3555720" imgH="1511280" progId="Equation.3">
                  <p:embed/>
                  <p:pic>
                    <p:nvPicPr>
                      <p:cNvPr id="106500" name="Object 3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0706" y="3195643"/>
                        <a:ext cx="2025650" cy="1019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3"/>
          <p:cNvGraphicFramePr>
            <a:graphicFrameLocks noChangeAspect="1"/>
          </p:cNvGraphicFramePr>
          <p:nvPr/>
        </p:nvGraphicFramePr>
        <p:xfrm>
          <a:off x="2170706" y="4500570"/>
          <a:ext cx="1829790" cy="1013269"/>
        </p:xfrm>
        <a:graphic>
          <a:graphicData uri="http://schemas.openxmlformats.org/presentationml/2006/ole">
            <mc:AlternateContent xmlns:mc="http://schemas.openxmlformats.org/markup-compatibility/2006">
              <mc:Choice xmlns:v="urn:schemas-microsoft-com:vml" Requires="v">
                <p:oleObj name="Equation" r:id="rId23" imgW="2717640" imgH="1511280" progId="Equation.3">
                  <p:embed/>
                </p:oleObj>
              </mc:Choice>
              <mc:Fallback>
                <p:oleObj name="Equation" r:id="rId23" imgW="2717640" imgH="1511280" progId="Equation.3">
                  <p:embed/>
                  <p:pic>
                    <p:nvPicPr>
                      <p:cNvPr id="16" name="Object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170706" y="4500570"/>
                        <a:ext cx="1829790" cy="101326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4"/>
          <p:cNvGraphicFramePr>
            <a:graphicFrameLocks noChangeAspect="1"/>
          </p:cNvGraphicFramePr>
          <p:nvPr/>
        </p:nvGraphicFramePr>
        <p:xfrm>
          <a:off x="4357687" y="4786313"/>
          <a:ext cx="4194204" cy="454025"/>
        </p:xfrm>
        <a:graphic>
          <a:graphicData uri="http://schemas.openxmlformats.org/presentationml/2006/ole">
            <mc:AlternateContent xmlns:mc="http://schemas.openxmlformats.org/markup-compatibility/2006">
              <mc:Choice xmlns:v="urn:schemas-microsoft-com:vml" Requires="v">
                <p:oleObj name="Equation" r:id="rId25" imgW="2361960" imgH="253800" progId="Equation.DSMT4">
                  <p:embed/>
                </p:oleObj>
              </mc:Choice>
              <mc:Fallback>
                <p:oleObj name="Equation" r:id="rId25" imgW="2361960" imgH="253800" progId="Equation.DSMT4">
                  <p:embed/>
                  <p:pic>
                    <p:nvPicPr>
                      <p:cNvPr id="17" name="Object 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357687" y="4786313"/>
                        <a:ext cx="4194204" cy="4540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8163" name="Object 35"/>
          <p:cNvGraphicFramePr>
            <a:graphicFrameLocks noChangeAspect="1"/>
          </p:cNvGraphicFramePr>
          <p:nvPr/>
        </p:nvGraphicFramePr>
        <p:xfrm>
          <a:off x="6786578" y="5500702"/>
          <a:ext cx="2286016" cy="928687"/>
        </p:xfrm>
        <a:graphic>
          <a:graphicData uri="http://schemas.openxmlformats.org/presentationml/2006/ole">
            <mc:AlternateContent xmlns:mc="http://schemas.openxmlformats.org/markup-compatibility/2006">
              <mc:Choice xmlns:v="urn:schemas-microsoft-com:vml" Requires="v">
                <p:oleObj name="Equation" r:id="rId27" imgW="4838400" imgH="1676160" progId="Equation.DSMT4">
                  <p:embed/>
                </p:oleObj>
              </mc:Choice>
              <mc:Fallback>
                <p:oleObj name="Equation" r:id="rId27" imgW="4838400" imgH="1676160" progId="Equation.DSMT4">
                  <p:embed/>
                  <p:pic>
                    <p:nvPicPr>
                      <p:cNvPr id="688163" name="Object 3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786578" y="5500702"/>
                        <a:ext cx="2286016" cy="928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4454" name="Object 36"/>
          <p:cNvGraphicFramePr>
            <a:graphicFrameLocks noChangeAspect="1"/>
          </p:cNvGraphicFramePr>
          <p:nvPr/>
        </p:nvGraphicFramePr>
        <p:xfrm>
          <a:off x="4786314" y="5429250"/>
          <a:ext cx="1798637" cy="1130300"/>
        </p:xfrm>
        <a:graphic>
          <a:graphicData uri="http://schemas.openxmlformats.org/presentationml/2006/ole">
            <mc:AlternateContent xmlns:mc="http://schemas.openxmlformats.org/markup-compatibility/2006">
              <mc:Choice xmlns:v="urn:schemas-microsoft-com:vml" Requires="v">
                <p:oleObj name="Equation" r:id="rId29" imgW="1307880" imgH="711000" progId="Equation.DSMT4">
                  <p:embed/>
                </p:oleObj>
              </mc:Choice>
              <mc:Fallback>
                <p:oleObj name="Equation" r:id="rId29" imgW="1307880" imgH="711000" progId="Equation.DSMT4">
                  <p:embed/>
                  <p:pic>
                    <p:nvPicPr>
                      <p:cNvPr id="104454" name="Object 3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786314" y="5429250"/>
                        <a:ext cx="1798637" cy="1130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Text Box 28"/>
          <p:cNvSpPr txBox="1">
            <a:spLocks noChangeArrowheads="1"/>
          </p:cNvSpPr>
          <p:nvPr/>
        </p:nvSpPr>
        <p:spPr bwMode="auto">
          <a:xfrm>
            <a:off x="5286380" y="1071546"/>
            <a:ext cx="3857620" cy="1061829"/>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带参数判定解的情况：</a:t>
            </a:r>
            <a:endParaRPr kumimoji="1" lang="en-US" altLang="zh-CN"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Times New Roman" pitchFamily="18" charset="0"/>
                <a:ea typeface="黑体" pitchFamily="49" charset="-122"/>
                <a:cs typeface="+mn-cs"/>
              </a:rPr>
              <a:t>当系数阵是方阵时，尽量用行列式来求解</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2405"/>
                                        </p:tgtEl>
                                        <p:attrNameLst>
                                          <p:attrName>style.visibility</p:attrName>
                                        </p:attrNameLst>
                                      </p:cBhvr>
                                      <p:to>
                                        <p:strVal val="visible"/>
                                      </p:to>
                                    </p:set>
                                    <p:animEffect transition="in" filter="wipe(left)">
                                      <p:cBhvr>
                                        <p:cTn id="7" dur="500"/>
                                        <p:tgtEl>
                                          <p:spTgt spid="102405"/>
                                        </p:tgtEl>
                                      </p:cBhvr>
                                    </p:animEffect>
                                  </p:childTnLst>
                                </p:cTn>
                              </p:par>
                              <p:par>
                                <p:cTn id="8" presetID="22" presetClass="entr" presetSubtype="8" fill="hold" nodeType="withEffect">
                                  <p:stCondLst>
                                    <p:cond delay="0"/>
                                  </p:stCondLst>
                                  <p:childTnLst>
                                    <p:set>
                                      <p:cBhvr>
                                        <p:cTn id="9" dur="1" fill="hold">
                                          <p:stCondLst>
                                            <p:cond delay="0"/>
                                          </p:stCondLst>
                                        </p:cTn>
                                        <p:tgtEl>
                                          <p:spTgt spid="107525"/>
                                        </p:tgtEl>
                                        <p:attrNameLst>
                                          <p:attrName>style.visibility</p:attrName>
                                        </p:attrNameLst>
                                      </p:cBhvr>
                                      <p:to>
                                        <p:strVal val="visible"/>
                                      </p:to>
                                    </p:set>
                                    <p:animEffect transition="in" filter="wipe(left)">
                                      <p:cBhvr>
                                        <p:cTn id="10" dur="500"/>
                                        <p:tgtEl>
                                          <p:spTgt spid="10752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07542"/>
                                        </p:tgtEl>
                                        <p:attrNameLst>
                                          <p:attrName>style.visibility</p:attrName>
                                        </p:attrNameLst>
                                      </p:cBhvr>
                                      <p:to>
                                        <p:strVal val="visible"/>
                                      </p:to>
                                    </p:set>
                                    <p:animEffect transition="in" filter="wipe(left)">
                                      <p:cBhvr>
                                        <p:cTn id="15" dur="500"/>
                                        <p:tgtEl>
                                          <p:spTgt spid="10754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07543"/>
                                        </p:tgtEl>
                                        <p:attrNameLst>
                                          <p:attrName>style.visibility</p:attrName>
                                        </p:attrNameLst>
                                      </p:cBhvr>
                                      <p:to>
                                        <p:strVal val="visible"/>
                                      </p:to>
                                    </p:set>
                                    <p:animEffect transition="in" filter="wipe(left)">
                                      <p:cBhvr>
                                        <p:cTn id="20" dur="500"/>
                                        <p:tgtEl>
                                          <p:spTgt spid="107543"/>
                                        </p:tgtEl>
                                      </p:cBhvr>
                                    </p:animEffect>
                                  </p:childTnLst>
                                </p:cTn>
                              </p:par>
                              <p:par>
                                <p:cTn id="21" presetID="22" presetClass="entr" presetSubtype="8" fill="hold" nodeType="withEffect">
                                  <p:stCondLst>
                                    <p:cond delay="0"/>
                                  </p:stCondLst>
                                  <p:childTnLst>
                                    <p:set>
                                      <p:cBhvr>
                                        <p:cTn id="22" dur="1" fill="hold">
                                          <p:stCondLst>
                                            <p:cond delay="0"/>
                                          </p:stCondLst>
                                        </p:cTn>
                                        <p:tgtEl>
                                          <p:spTgt spid="107544"/>
                                        </p:tgtEl>
                                        <p:attrNameLst>
                                          <p:attrName>style.visibility</p:attrName>
                                        </p:attrNameLst>
                                      </p:cBhvr>
                                      <p:to>
                                        <p:strVal val="visible"/>
                                      </p:to>
                                    </p:set>
                                    <p:animEffect transition="in" filter="wipe(left)">
                                      <p:cBhvr>
                                        <p:cTn id="23" dur="500"/>
                                        <p:tgtEl>
                                          <p:spTgt spid="107544"/>
                                        </p:tgtEl>
                                      </p:cBhvr>
                                    </p:animEffect>
                                  </p:childTnLst>
                                </p:cTn>
                              </p:par>
                              <p:par>
                                <p:cTn id="24" presetID="22" presetClass="entr" presetSubtype="8" fill="hold" nodeType="withEffect">
                                  <p:stCondLst>
                                    <p:cond delay="0"/>
                                  </p:stCondLst>
                                  <p:childTnLst>
                                    <p:set>
                                      <p:cBhvr>
                                        <p:cTn id="25" dur="1" fill="hold">
                                          <p:stCondLst>
                                            <p:cond delay="0"/>
                                          </p:stCondLst>
                                        </p:cTn>
                                        <p:tgtEl>
                                          <p:spTgt spid="107545"/>
                                        </p:tgtEl>
                                        <p:attrNameLst>
                                          <p:attrName>style.visibility</p:attrName>
                                        </p:attrNameLst>
                                      </p:cBhvr>
                                      <p:to>
                                        <p:strVal val="visible"/>
                                      </p:to>
                                    </p:set>
                                    <p:animEffect transition="in" filter="wipe(left)">
                                      <p:cBhvr>
                                        <p:cTn id="26" dur="500"/>
                                        <p:tgtEl>
                                          <p:spTgt spid="107545"/>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wipe(left)">
                                      <p:cBhvr>
                                        <p:cTn id="31" dur="500"/>
                                        <p:tgtEl>
                                          <p:spTgt spid="36"/>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06500"/>
                                        </p:tgtEl>
                                        <p:attrNameLst>
                                          <p:attrName>style.visibility</p:attrName>
                                        </p:attrNameLst>
                                      </p:cBhvr>
                                      <p:to>
                                        <p:strVal val="visible"/>
                                      </p:to>
                                    </p:set>
                                    <p:animEffect transition="in" filter="wipe(left)">
                                      <p:cBhvr>
                                        <p:cTn id="36" dur="500"/>
                                        <p:tgtEl>
                                          <p:spTgt spid="106500"/>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06498"/>
                                        </p:tgtEl>
                                        <p:attrNameLst>
                                          <p:attrName>style.visibility</p:attrName>
                                        </p:attrNameLst>
                                      </p:cBhvr>
                                      <p:to>
                                        <p:strVal val="visible"/>
                                      </p:to>
                                    </p:set>
                                    <p:animEffect transition="in" filter="wipe(left)">
                                      <p:cBhvr>
                                        <p:cTn id="41" dur="500"/>
                                        <p:tgtEl>
                                          <p:spTgt spid="10649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wipe(left)">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wipe(left)">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104454"/>
                                        </p:tgtEl>
                                        <p:attrNameLst>
                                          <p:attrName>style.visibility</p:attrName>
                                        </p:attrNameLst>
                                      </p:cBhvr>
                                      <p:to>
                                        <p:strVal val="visible"/>
                                      </p:to>
                                    </p:set>
                                    <p:animEffect transition="in" filter="wipe(left)">
                                      <p:cBhvr>
                                        <p:cTn id="56" dur="500"/>
                                        <p:tgtEl>
                                          <p:spTgt spid="104454"/>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688163"/>
                                        </p:tgtEl>
                                        <p:attrNameLst>
                                          <p:attrName>style.visibility</p:attrName>
                                        </p:attrNameLst>
                                      </p:cBhvr>
                                      <p:to>
                                        <p:strVal val="visible"/>
                                      </p:to>
                                    </p:set>
                                    <p:animEffect transition="in" filter="wipe(left)">
                                      <p:cBhvr>
                                        <p:cTn id="61" dur="500"/>
                                        <p:tgtEl>
                                          <p:spTgt spid="688163"/>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9">
                                            <p:bg/>
                                          </p:spTgt>
                                        </p:tgtEl>
                                        <p:attrNameLst>
                                          <p:attrName>style.visibility</p:attrName>
                                        </p:attrNameLst>
                                      </p:cBhvr>
                                      <p:to>
                                        <p:strVal val="visible"/>
                                      </p:to>
                                    </p:set>
                                    <p:animEffect transition="in" filter="wipe(left)">
                                      <p:cBhvr>
                                        <p:cTn id="66" dur="500"/>
                                        <p:tgtEl>
                                          <p:spTgt spid="19">
                                            <p:bg/>
                                          </p:spTgt>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19">
                                            <p:txEl>
                                              <p:pRg st="0" end="0"/>
                                            </p:txEl>
                                          </p:spTgt>
                                        </p:tgtEl>
                                        <p:attrNameLst>
                                          <p:attrName>style.visibility</p:attrName>
                                        </p:attrNameLst>
                                      </p:cBhvr>
                                      <p:to>
                                        <p:strVal val="visible"/>
                                      </p:to>
                                    </p:set>
                                    <p:animEffect transition="in" filter="wipe(left)">
                                      <p:cBhvr>
                                        <p:cTn id="69" dur="500"/>
                                        <p:tgtEl>
                                          <p:spTgt spid="19">
                                            <p:txEl>
                                              <p:pRg st="0" end="0"/>
                                            </p:txEl>
                                          </p:spTgt>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9">
                                            <p:txEl>
                                              <p:pRg st="1" end="1"/>
                                            </p:txEl>
                                          </p:spTgt>
                                        </p:tgtEl>
                                        <p:attrNameLst>
                                          <p:attrName>style.visibility</p:attrName>
                                        </p:attrNameLst>
                                      </p:cBhvr>
                                      <p:to>
                                        <p:strVal val="visible"/>
                                      </p:to>
                                    </p:set>
                                    <p:animEffect transition="in" filter="wipe(left)">
                                      <p:cBhvr>
                                        <p:cTn id="72" dur="500"/>
                                        <p:tgtEl>
                                          <p:spTgt spid="1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5" grpId="0" autoUpdateAnimBg="0"/>
      <p:bldP spid="19" grpId="0" build="allAtOnce" animBg="1"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bwMode="auto">
          <a:xfrm>
            <a:off x="0" y="0"/>
            <a:ext cx="9144000" cy="1285860"/>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7" name="Rectangle 15"/>
          <p:cNvSpPr>
            <a:spLocks noChangeArrowheads="1"/>
          </p:cNvSpPr>
          <p:nvPr/>
        </p:nvSpPr>
        <p:spPr bwMode="auto">
          <a:xfrm>
            <a:off x="0" y="-24"/>
            <a:ext cx="1187450" cy="461665"/>
          </a:xfrm>
          <a:prstGeom prst="rect">
            <a:avLst/>
          </a:prstGeom>
          <a:noFill/>
          <a:ln w="9525">
            <a:noFill/>
            <a:miter lim="800000"/>
            <a:headEnd/>
            <a:tailEnd/>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练习</a:t>
            </a:r>
          </a:p>
        </p:txBody>
      </p:sp>
      <p:sp>
        <p:nvSpPr>
          <p:cNvPr id="8" name="Rectangle 3"/>
          <p:cNvSpPr>
            <a:spLocks noChangeArrowheads="1"/>
          </p:cNvSpPr>
          <p:nvPr/>
        </p:nvSpPr>
        <p:spPr bwMode="auto">
          <a:xfrm>
            <a:off x="0" y="1285860"/>
            <a:ext cx="803425"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43010" name="Object 3"/>
          <p:cNvGraphicFramePr>
            <a:graphicFrameLocks noChangeAspect="1"/>
          </p:cNvGraphicFramePr>
          <p:nvPr/>
        </p:nvGraphicFramePr>
        <p:xfrm>
          <a:off x="1000100" y="34912"/>
          <a:ext cx="3357586" cy="1205543"/>
        </p:xfrm>
        <a:graphic>
          <a:graphicData uri="http://schemas.openxmlformats.org/presentationml/2006/ole">
            <mc:AlternateContent xmlns:mc="http://schemas.openxmlformats.org/markup-compatibility/2006">
              <mc:Choice xmlns:v="urn:schemas-microsoft-com:vml" Requires="v">
                <p:oleObj name="Equation" r:id="rId2" imgW="4279680" imgH="1536480" progId="Equation.3">
                  <p:embed/>
                </p:oleObj>
              </mc:Choice>
              <mc:Fallback>
                <p:oleObj name="Equation" r:id="rId2" imgW="4279680" imgH="1536480" progId="Equation.3">
                  <p:embed/>
                  <p:pic>
                    <p:nvPicPr>
                      <p:cNvPr id="43010" name="Object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0100" y="34912"/>
                        <a:ext cx="3357586" cy="120554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44" name="Object 4"/>
          <p:cNvGraphicFramePr>
            <a:graphicFrameLocks noChangeAspect="1"/>
          </p:cNvGraphicFramePr>
          <p:nvPr/>
        </p:nvGraphicFramePr>
        <p:xfrm>
          <a:off x="4286248" y="1285860"/>
          <a:ext cx="2171700" cy="1643063"/>
        </p:xfrm>
        <a:graphic>
          <a:graphicData uri="http://schemas.openxmlformats.org/presentationml/2006/ole">
            <mc:AlternateContent xmlns:mc="http://schemas.openxmlformats.org/markup-compatibility/2006">
              <mc:Choice xmlns:v="urn:schemas-microsoft-com:vml" Requires="v">
                <p:oleObj name="Equation" r:id="rId4" imgW="1269720" imgH="965160" progId="Equation.DSMT4">
                  <p:embed/>
                </p:oleObj>
              </mc:Choice>
              <mc:Fallback>
                <p:oleObj name="Equation" r:id="rId4" imgW="1269720" imgH="965160" progId="Equation.DSMT4">
                  <p:embed/>
                  <p:pic>
                    <p:nvPicPr>
                      <p:cNvPr id="87044"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86248" y="1285860"/>
                        <a:ext cx="2171700" cy="16430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7045" name="Object 5"/>
          <p:cNvGraphicFramePr>
            <a:graphicFrameLocks noChangeAspect="1"/>
          </p:cNvGraphicFramePr>
          <p:nvPr/>
        </p:nvGraphicFramePr>
        <p:xfrm>
          <a:off x="1011238" y="1285875"/>
          <a:ext cx="2763837" cy="1504950"/>
        </p:xfrm>
        <a:graphic>
          <a:graphicData uri="http://schemas.openxmlformats.org/presentationml/2006/ole">
            <mc:AlternateContent xmlns:mc="http://schemas.openxmlformats.org/markup-compatibility/2006">
              <mc:Choice xmlns:v="urn:schemas-microsoft-com:vml" Requires="v">
                <p:oleObj name="Equation" r:id="rId6" imgW="1282680" imgH="698400" progId="Equation.DSMT4">
                  <p:embed/>
                </p:oleObj>
              </mc:Choice>
              <mc:Fallback>
                <p:oleObj name="Equation" r:id="rId6" imgW="1282680" imgH="698400" progId="Equation.DSMT4">
                  <p:embed/>
                  <p:pic>
                    <p:nvPicPr>
                      <p:cNvPr id="87045" name="Object 5"/>
                      <p:cNvPicPr>
                        <a:picLocks noChangeAspect="1" noChangeArrowheads="1"/>
                      </p:cNvPicPr>
                      <p:nvPr/>
                    </p:nvPicPr>
                    <p:blipFill>
                      <a:blip r:embed="rId7"/>
                      <a:srcRect/>
                      <a:stretch>
                        <a:fillRect/>
                      </a:stretch>
                    </p:blipFill>
                    <p:spPr bwMode="auto">
                      <a:xfrm>
                        <a:off x="1011238" y="1285875"/>
                        <a:ext cx="2763837" cy="1504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矩形 8"/>
          <p:cNvSpPr/>
          <p:nvPr/>
        </p:nvSpPr>
        <p:spPr bwMode="auto">
          <a:xfrm>
            <a:off x="0" y="3235346"/>
            <a:ext cx="9144000" cy="1785926"/>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0" name="对象 9"/>
          <p:cNvGraphicFramePr>
            <a:graphicFrameLocks noChangeAspect="1"/>
          </p:cNvGraphicFramePr>
          <p:nvPr/>
        </p:nvGraphicFramePr>
        <p:xfrm>
          <a:off x="123825" y="3240088"/>
          <a:ext cx="8951913" cy="2325687"/>
        </p:xfrm>
        <a:graphic>
          <a:graphicData uri="http://schemas.openxmlformats.org/presentationml/2006/ole">
            <mc:AlternateContent xmlns:mc="http://schemas.openxmlformats.org/markup-compatibility/2006">
              <mc:Choice xmlns:v="urn:schemas-microsoft-com:vml" Requires="v">
                <p:oleObj name="金山 WPS 文字" r:id="rId8" imgW="6093360" imgH="1585080" progId="">
                  <p:embed/>
                </p:oleObj>
              </mc:Choice>
              <mc:Fallback>
                <p:oleObj name="金山 WPS 文字" r:id="rId8" imgW="6093360" imgH="1585080" progId="">
                  <p:embed/>
                  <p:pic>
                    <p:nvPicPr>
                      <p:cNvPr id="10" name="对象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3825" y="3240088"/>
                        <a:ext cx="8951913" cy="2325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9"/>
          <p:cNvGraphicFramePr>
            <a:graphicFrameLocks noChangeAspect="1"/>
          </p:cNvGraphicFramePr>
          <p:nvPr/>
        </p:nvGraphicFramePr>
        <p:xfrm>
          <a:off x="-23813" y="5595938"/>
          <a:ext cx="1878013" cy="857250"/>
        </p:xfrm>
        <a:graphic>
          <a:graphicData uri="http://schemas.openxmlformats.org/presentationml/2006/ole">
            <mc:AlternateContent xmlns:mc="http://schemas.openxmlformats.org/markup-compatibility/2006">
              <mc:Choice xmlns:v="urn:schemas-microsoft-com:vml" Requires="v">
                <p:oleObj name="Equation" r:id="rId10" imgW="1002960" imgH="457200" progId="Equation.DSMT4">
                  <p:embed/>
                </p:oleObj>
              </mc:Choice>
              <mc:Fallback>
                <p:oleObj name="Equation" r:id="rId10" imgW="1002960" imgH="457200" progId="Equation.DSMT4">
                  <p:embed/>
                  <p:pic>
                    <p:nvPicPr>
                      <p:cNvPr id="25"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813" y="5595938"/>
                        <a:ext cx="1878013" cy="857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8"/>
          <p:cNvGraphicFramePr>
            <a:graphicFrameLocks noChangeAspect="1"/>
          </p:cNvGraphicFramePr>
          <p:nvPr/>
        </p:nvGraphicFramePr>
        <p:xfrm>
          <a:off x="6467475" y="5583238"/>
          <a:ext cx="2673350" cy="355600"/>
        </p:xfrm>
        <a:graphic>
          <a:graphicData uri="http://schemas.openxmlformats.org/presentationml/2006/ole">
            <mc:AlternateContent xmlns:mc="http://schemas.openxmlformats.org/markup-compatibility/2006">
              <mc:Choice xmlns:v="urn:schemas-microsoft-com:vml" Requires="v">
                <p:oleObj name="Equation" r:id="rId12" imgW="1498320" imgH="203040" progId="Equation.DSMT4">
                  <p:embed/>
                </p:oleObj>
              </mc:Choice>
              <mc:Fallback>
                <p:oleObj name="Equation" r:id="rId12" imgW="1498320" imgH="203040" progId="Equation.DSMT4">
                  <p:embed/>
                  <p:pic>
                    <p:nvPicPr>
                      <p:cNvPr id="26" name="Object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467475" y="5583238"/>
                        <a:ext cx="2673350"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7"/>
          <p:cNvGraphicFramePr>
            <a:graphicFrameLocks noChangeAspect="1"/>
          </p:cNvGraphicFramePr>
          <p:nvPr/>
        </p:nvGraphicFramePr>
        <p:xfrm>
          <a:off x="639763" y="5072063"/>
          <a:ext cx="4229100" cy="428625"/>
        </p:xfrm>
        <a:graphic>
          <a:graphicData uri="http://schemas.openxmlformats.org/presentationml/2006/ole">
            <mc:AlternateContent xmlns:mc="http://schemas.openxmlformats.org/markup-compatibility/2006">
              <mc:Choice xmlns:v="urn:schemas-microsoft-com:vml" Requires="v">
                <p:oleObj name="Equation" r:id="rId14" imgW="2539800" imgH="253800" progId="Equation.DSMT4">
                  <p:embed/>
                </p:oleObj>
              </mc:Choice>
              <mc:Fallback>
                <p:oleObj name="Equation" r:id="rId14" imgW="2539800" imgH="253800" progId="Equation.DSMT4">
                  <p:embed/>
                  <p:pic>
                    <p:nvPicPr>
                      <p:cNvPr id="27" name="Object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9763" y="5072063"/>
                        <a:ext cx="4229100"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 name="Rectangle 3"/>
          <p:cNvSpPr>
            <a:spLocks noChangeArrowheads="1"/>
          </p:cNvSpPr>
          <p:nvPr/>
        </p:nvSpPr>
        <p:spPr bwMode="auto">
          <a:xfrm>
            <a:off x="0" y="5000636"/>
            <a:ext cx="803425"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29" name="Object 9"/>
          <p:cNvGraphicFramePr>
            <a:graphicFrameLocks noChangeAspect="1"/>
          </p:cNvGraphicFramePr>
          <p:nvPr/>
        </p:nvGraphicFramePr>
        <p:xfrm>
          <a:off x="4159250" y="6107113"/>
          <a:ext cx="2211388" cy="357187"/>
        </p:xfrm>
        <a:graphic>
          <a:graphicData uri="http://schemas.openxmlformats.org/presentationml/2006/ole">
            <mc:AlternateContent xmlns:mc="http://schemas.openxmlformats.org/markup-compatibility/2006">
              <mc:Choice xmlns:v="urn:schemas-microsoft-com:vml" Requires="v">
                <p:oleObj name="Equation" r:id="rId16" imgW="1180800" imgH="190440" progId="Equation.DSMT4">
                  <p:embed/>
                </p:oleObj>
              </mc:Choice>
              <mc:Fallback>
                <p:oleObj name="Equation" r:id="rId16" imgW="1180800" imgH="190440" progId="Equation.DSMT4">
                  <p:embed/>
                  <p:pic>
                    <p:nvPicPr>
                      <p:cNvPr id="29"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59250" y="6107113"/>
                        <a:ext cx="2211388"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9"/>
          <p:cNvGraphicFramePr>
            <a:graphicFrameLocks noChangeAspect="1"/>
          </p:cNvGraphicFramePr>
          <p:nvPr/>
        </p:nvGraphicFramePr>
        <p:xfrm>
          <a:off x="4159250" y="5583238"/>
          <a:ext cx="2235200" cy="357187"/>
        </p:xfrm>
        <a:graphic>
          <a:graphicData uri="http://schemas.openxmlformats.org/presentationml/2006/ole">
            <mc:AlternateContent xmlns:mc="http://schemas.openxmlformats.org/markup-compatibility/2006">
              <mc:Choice xmlns:v="urn:schemas-microsoft-com:vml" Requires="v">
                <p:oleObj name="Equation" r:id="rId18" imgW="1193760" imgH="190440" progId="Equation.DSMT4">
                  <p:embed/>
                </p:oleObj>
              </mc:Choice>
              <mc:Fallback>
                <p:oleObj name="Equation" r:id="rId18" imgW="1193760" imgH="190440" progId="Equation.DSMT4">
                  <p:embed/>
                  <p:pic>
                    <p:nvPicPr>
                      <p:cNvPr id="30" name="Object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159250" y="5583238"/>
                        <a:ext cx="2235200"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9"/>
          <p:cNvGraphicFramePr>
            <a:graphicFrameLocks noChangeAspect="1"/>
          </p:cNvGraphicFramePr>
          <p:nvPr/>
        </p:nvGraphicFramePr>
        <p:xfrm>
          <a:off x="1857375" y="5572125"/>
          <a:ext cx="2187575" cy="428625"/>
        </p:xfrm>
        <a:graphic>
          <a:graphicData uri="http://schemas.openxmlformats.org/presentationml/2006/ole">
            <mc:AlternateContent xmlns:mc="http://schemas.openxmlformats.org/markup-compatibility/2006">
              <mc:Choice xmlns:v="urn:schemas-microsoft-com:vml" Requires="v">
                <p:oleObj name="Equation" r:id="rId20" imgW="1168200" imgH="228600" progId="Equation.DSMT4">
                  <p:embed/>
                </p:oleObj>
              </mc:Choice>
              <mc:Fallback>
                <p:oleObj name="Equation" r:id="rId20" imgW="1168200" imgH="228600" progId="Equation.DSMT4">
                  <p:embed/>
                  <p:pic>
                    <p:nvPicPr>
                      <p:cNvPr id="31" name="Object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57375" y="5572125"/>
                        <a:ext cx="2187575"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 name="Object 9"/>
          <p:cNvGraphicFramePr>
            <a:graphicFrameLocks noChangeAspect="1"/>
          </p:cNvGraphicFramePr>
          <p:nvPr/>
        </p:nvGraphicFramePr>
        <p:xfrm>
          <a:off x="1857356" y="6072206"/>
          <a:ext cx="2187575" cy="428625"/>
        </p:xfrm>
        <a:graphic>
          <a:graphicData uri="http://schemas.openxmlformats.org/presentationml/2006/ole">
            <mc:AlternateContent xmlns:mc="http://schemas.openxmlformats.org/markup-compatibility/2006">
              <mc:Choice xmlns:v="urn:schemas-microsoft-com:vml" Requires="v">
                <p:oleObj name="Equation" r:id="rId22" imgW="1168200" imgH="228600" progId="Equation.DSMT4">
                  <p:embed/>
                </p:oleObj>
              </mc:Choice>
              <mc:Fallback>
                <p:oleObj name="Equation" r:id="rId22" imgW="1168200" imgH="228600" progId="Equation.DSMT4">
                  <p:embed/>
                  <p:pic>
                    <p:nvPicPr>
                      <p:cNvPr id="32" name="Object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57356" y="6072206"/>
                        <a:ext cx="2187575"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 name="Object 4"/>
          <p:cNvGraphicFramePr>
            <a:graphicFrameLocks noChangeAspect="1"/>
          </p:cNvGraphicFramePr>
          <p:nvPr/>
        </p:nvGraphicFramePr>
        <p:xfrm>
          <a:off x="5286380" y="1285860"/>
          <a:ext cx="998538" cy="388937"/>
        </p:xfrm>
        <a:graphic>
          <a:graphicData uri="http://schemas.openxmlformats.org/presentationml/2006/ole">
            <mc:AlternateContent xmlns:mc="http://schemas.openxmlformats.org/markup-compatibility/2006">
              <mc:Choice xmlns:v="urn:schemas-microsoft-com:vml" Requires="v">
                <p:oleObj name="Equation" r:id="rId24" imgW="583920" imgH="228600" progId="Equation.DSMT4">
                  <p:embed/>
                </p:oleObj>
              </mc:Choice>
              <mc:Fallback>
                <p:oleObj name="Equation" r:id="rId24" imgW="583920" imgH="228600" progId="Equation.DSMT4">
                  <p:embed/>
                  <p:pic>
                    <p:nvPicPr>
                      <p:cNvPr id="33" name="Object 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286380" y="1285860"/>
                        <a:ext cx="998538" cy="3889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 name="Object 4"/>
          <p:cNvGraphicFramePr>
            <a:graphicFrameLocks noChangeAspect="1"/>
          </p:cNvGraphicFramePr>
          <p:nvPr/>
        </p:nvGraphicFramePr>
        <p:xfrm>
          <a:off x="6381223" y="2121695"/>
          <a:ext cx="495033" cy="301625"/>
        </p:xfrm>
        <a:graphic>
          <a:graphicData uri="http://schemas.openxmlformats.org/presentationml/2006/ole">
            <mc:AlternateContent xmlns:mc="http://schemas.openxmlformats.org/markup-compatibility/2006">
              <mc:Choice xmlns:v="urn:schemas-microsoft-com:vml" Requires="v">
                <p:oleObj name="Equation" r:id="rId26" imgW="241200" imgH="177480" progId="Equation.DSMT4">
                  <p:embed/>
                </p:oleObj>
              </mc:Choice>
              <mc:Fallback>
                <p:oleObj name="Equation" r:id="rId26" imgW="241200" imgH="177480" progId="Equation.DSMT4">
                  <p:embed/>
                  <p:pic>
                    <p:nvPicPr>
                      <p:cNvPr id="34" name="Object 4"/>
                      <p:cNvPicPr>
                        <a:picLocks noChangeAspect="1" noChangeArrowheads="1"/>
                      </p:cNvPicPr>
                      <p:nvPr/>
                    </p:nvPicPr>
                    <p:blipFill>
                      <a:blip r:embed="rId27"/>
                      <a:srcRect/>
                      <a:stretch>
                        <a:fillRect/>
                      </a:stretch>
                    </p:blipFill>
                    <p:spPr bwMode="auto">
                      <a:xfrm>
                        <a:off x="6381223" y="2121695"/>
                        <a:ext cx="495033" cy="301625"/>
                      </a:xfrm>
                      <a:prstGeom prst="rect">
                        <a:avLst/>
                      </a:prstGeom>
                      <a:noFill/>
                    </p:spPr>
                  </p:pic>
                </p:oleObj>
              </mc:Fallback>
            </mc:AlternateContent>
          </a:graphicData>
        </a:graphic>
      </p:graphicFrame>
      <p:graphicFrame>
        <p:nvGraphicFramePr>
          <p:cNvPr id="2" name="Object 4">
            <a:extLst>
              <a:ext uri="{FF2B5EF4-FFF2-40B4-BE49-F238E27FC236}">
                <a16:creationId xmlns:a16="http://schemas.microsoft.com/office/drawing/2014/main" id="{C3BE685F-9FCD-E578-4744-0DEE31430F3F}"/>
              </a:ext>
            </a:extLst>
          </p:cNvPr>
          <p:cNvGraphicFramePr>
            <a:graphicFrameLocks noChangeAspect="1"/>
          </p:cNvGraphicFramePr>
          <p:nvPr/>
        </p:nvGraphicFramePr>
        <p:xfrm>
          <a:off x="5310188" y="2101850"/>
          <a:ext cx="977900" cy="388938"/>
        </p:xfrm>
        <a:graphic>
          <a:graphicData uri="http://schemas.openxmlformats.org/presentationml/2006/ole">
            <mc:AlternateContent xmlns:mc="http://schemas.openxmlformats.org/markup-compatibility/2006">
              <mc:Choice xmlns:v="urn:schemas-microsoft-com:vml" Requires="v">
                <p:oleObj name="Equation" r:id="rId28" imgW="571320" imgH="228600" progId="Equation.DSMT4">
                  <p:embed/>
                </p:oleObj>
              </mc:Choice>
              <mc:Fallback>
                <p:oleObj name="Equation" r:id="rId28" imgW="571320" imgH="228600" progId="Equation.DSMT4">
                  <p:embed/>
                  <p:pic>
                    <p:nvPicPr>
                      <p:cNvPr id="2" name="Object 4">
                        <a:extLst>
                          <a:ext uri="{FF2B5EF4-FFF2-40B4-BE49-F238E27FC236}">
                            <a16:creationId xmlns:a16="http://schemas.microsoft.com/office/drawing/2014/main" id="{C3BE685F-9FCD-E578-4744-0DEE31430F3F}"/>
                          </a:ext>
                        </a:extLst>
                      </p:cNvPr>
                      <p:cNvPicPr>
                        <a:picLocks noChangeAspect="1" noChangeArrowheads="1"/>
                      </p:cNvPicPr>
                      <p:nvPr/>
                    </p:nvPicPr>
                    <p:blipFill>
                      <a:blip r:embed="rId29"/>
                      <a:srcRect/>
                      <a:stretch>
                        <a:fillRect/>
                      </a:stretch>
                    </p:blipFill>
                    <p:spPr bwMode="auto">
                      <a:xfrm>
                        <a:off x="5310188" y="2101850"/>
                        <a:ext cx="977900" cy="388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22" presetClass="entr" presetSubtype="8" fill="hold" nodeType="withEffect">
                                  <p:stCondLst>
                                    <p:cond delay="0"/>
                                  </p:stCondLst>
                                  <p:childTnLst>
                                    <p:set>
                                      <p:cBhvr>
                                        <p:cTn id="9" dur="1" fill="hold">
                                          <p:stCondLst>
                                            <p:cond delay="0"/>
                                          </p:stCondLst>
                                        </p:cTn>
                                        <p:tgtEl>
                                          <p:spTgt spid="87045"/>
                                        </p:tgtEl>
                                        <p:attrNameLst>
                                          <p:attrName>style.visibility</p:attrName>
                                        </p:attrNameLst>
                                      </p:cBhvr>
                                      <p:to>
                                        <p:strVal val="visible"/>
                                      </p:to>
                                    </p:set>
                                    <p:animEffect transition="in" filter="wipe(left)">
                                      <p:cBhvr>
                                        <p:cTn id="10" dur="500"/>
                                        <p:tgtEl>
                                          <p:spTgt spid="8704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87044"/>
                                        </p:tgtEl>
                                        <p:attrNameLst>
                                          <p:attrName>style.visibility</p:attrName>
                                        </p:attrNameLst>
                                      </p:cBhvr>
                                      <p:to>
                                        <p:strVal val="visible"/>
                                      </p:to>
                                    </p:set>
                                    <p:animEffect transition="in" filter="wipe(left)">
                                      <p:cBhvr>
                                        <p:cTn id="15" dur="500"/>
                                        <p:tgtEl>
                                          <p:spTgt spid="8704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3"/>
                                        </p:tgtEl>
                                        <p:attrNameLst>
                                          <p:attrName>style.visibility</p:attrName>
                                        </p:attrNameLst>
                                      </p:cBhvr>
                                      <p:to>
                                        <p:strVal val="visible"/>
                                      </p:to>
                                    </p:set>
                                    <p:animEffect transition="in" filter="wipe(left)">
                                      <p:cBhvr>
                                        <p:cTn id="20" dur="500"/>
                                        <p:tgtEl>
                                          <p:spTgt spid="3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500"/>
                                        <p:tgtEl>
                                          <p:spTgt spid="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wipe(left)">
                                      <p:cBhvr>
                                        <p:cTn id="30" dur="500"/>
                                        <p:tgtEl>
                                          <p:spTgt spid="3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wipe(left)">
                                      <p:cBhvr>
                                        <p:cTn id="35" dur="500"/>
                                        <p:tgtEl>
                                          <p:spTgt spid="28"/>
                                        </p:tgtEl>
                                      </p:cBhvr>
                                    </p:animEffect>
                                  </p:childTnLst>
                                </p:cTn>
                              </p:par>
                              <p:par>
                                <p:cTn id="36" presetID="22" presetClass="entr" presetSubtype="8" fill="hold"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left)">
                                      <p:cBhvr>
                                        <p:cTn id="38" dur="500"/>
                                        <p:tgtEl>
                                          <p:spTgt spid="27"/>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left)">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31"/>
                                        </p:tgtEl>
                                        <p:attrNameLst>
                                          <p:attrName>style.visibility</p:attrName>
                                        </p:attrNameLst>
                                      </p:cBhvr>
                                      <p:to>
                                        <p:strVal val="visible"/>
                                      </p:to>
                                    </p:set>
                                    <p:animEffect transition="in" filter="wipe(left)">
                                      <p:cBhvr>
                                        <p:cTn id="48" dur="500"/>
                                        <p:tgtEl>
                                          <p:spTgt spid="31"/>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wipe(left)">
                                      <p:cBhvr>
                                        <p:cTn id="53" dur="5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2"/>
                                        </p:tgtEl>
                                        <p:attrNameLst>
                                          <p:attrName>style.visibility</p:attrName>
                                        </p:attrNameLst>
                                      </p:cBhvr>
                                      <p:to>
                                        <p:strVal val="visible"/>
                                      </p:to>
                                    </p:set>
                                    <p:animEffect transition="in" filter="wipe(left)">
                                      <p:cBhvr>
                                        <p:cTn id="58" dur="500"/>
                                        <p:tgtEl>
                                          <p:spTgt spid="32"/>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wipe(left)">
                                      <p:cBhvr>
                                        <p:cTn id="63" dur="500"/>
                                        <p:tgtEl>
                                          <p:spTgt spid="29"/>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wipe(left)">
                                      <p:cBhvr>
                                        <p:cTn id="6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28"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bwMode="auto">
          <a:xfrm>
            <a:off x="714348" y="2214554"/>
            <a:ext cx="8429652" cy="4643446"/>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4" name="Rectangle 78"/>
          <p:cNvSpPr>
            <a:spLocks noChangeArrowheads="1"/>
          </p:cNvSpPr>
          <p:nvPr/>
        </p:nvSpPr>
        <p:spPr bwMode="auto">
          <a:xfrm>
            <a:off x="642910" y="857232"/>
            <a:ext cx="8388350" cy="73182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、概念：矩阵方程是</a:t>
            </a:r>
            <a:r>
              <a:rPr kumimoji="0" lang="zh-CN" alt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同系数</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线性方程组的复合</a:t>
            </a:r>
            <a:endPar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充要条件：</a:t>
            </a:r>
            <a:r>
              <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AX=B</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8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0" lang="en-US" altLang="zh-CN"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5" name="Rectangle 5"/>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二、矩阵方程</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AX=B</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graphicFrame>
        <p:nvGraphicFramePr>
          <p:cNvPr id="734210" name="Object 2"/>
          <p:cNvGraphicFramePr>
            <a:graphicFrameLocks noChangeAspect="1"/>
          </p:cNvGraphicFramePr>
          <p:nvPr/>
        </p:nvGraphicFramePr>
        <p:xfrm>
          <a:off x="1785918" y="2786058"/>
          <a:ext cx="2262187" cy="1290638"/>
        </p:xfrm>
        <a:graphic>
          <a:graphicData uri="http://schemas.openxmlformats.org/presentationml/2006/ole">
            <mc:AlternateContent xmlns:mc="http://schemas.openxmlformats.org/markup-compatibility/2006">
              <mc:Choice xmlns:v="urn:schemas-microsoft-com:vml" Requires="v">
                <p:oleObj name="Equation" r:id="rId4" imgW="3124080" imgH="1879560" progId="Equation.DSMT4">
                  <p:embed/>
                </p:oleObj>
              </mc:Choice>
              <mc:Fallback>
                <p:oleObj name="Equation" r:id="rId4" imgW="3124080" imgH="1879560" progId="Equation.DSMT4">
                  <p:embed/>
                  <p:pic>
                    <p:nvPicPr>
                      <p:cNvPr id="73421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85918" y="2786058"/>
                        <a:ext cx="2262187" cy="1290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 name="Object 2"/>
          <p:cNvGraphicFramePr>
            <a:graphicFrameLocks noChangeAspect="1"/>
          </p:cNvGraphicFramePr>
          <p:nvPr/>
        </p:nvGraphicFramePr>
        <p:xfrm>
          <a:off x="5429256" y="2357430"/>
          <a:ext cx="2039963" cy="322263"/>
        </p:xfrm>
        <a:graphic>
          <a:graphicData uri="http://schemas.openxmlformats.org/presentationml/2006/ole">
            <mc:AlternateContent xmlns:mc="http://schemas.openxmlformats.org/markup-compatibility/2006">
              <mc:Choice xmlns:v="urn:schemas-microsoft-com:vml" Requires="v">
                <p:oleObj name="Equation" r:id="rId6" imgW="3009600" imgH="469800" progId="Equation.DSMT4">
                  <p:embed/>
                </p:oleObj>
              </mc:Choice>
              <mc:Fallback>
                <p:oleObj name="Equation" r:id="rId6" imgW="3009600" imgH="469800" progId="Equation.DSMT4">
                  <p:embed/>
                  <p:pic>
                    <p:nvPicPr>
                      <p:cNvPr id="7"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6" y="2357430"/>
                        <a:ext cx="2039963" cy="322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 name="Object 2"/>
          <p:cNvGraphicFramePr>
            <a:graphicFrameLocks noChangeAspect="1"/>
          </p:cNvGraphicFramePr>
          <p:nvPr/>
        </p:nvGraphicFramePr>
        <p:xfrm>
          <a:off x="1735138" y="2324100"/>
          <a:ext cx="3455987" cy="485775"/>
        </p:xfrm>
        <a:graphic>
          <a:graphicData uri="http://schemas.openxmlformats.org/presentationml/2006/ole">
            <mc:AlternateContent xmlns:mc="http://schemas.openxmlformats.org/markup-compatibility/2006">
              <mc:Choice xmlns:v="urn:schemas-microsoft-com:vml" Requires="v">
                <p:oleObj name="Equation" r:id="rId8" imgW="5143320" imgH="711000" progId="Equation.DSMT4">
                  <p:embed/>
                </p:oleObj>
              </mc:Choice>
              <mc:Fallback>
                <p:oleObj name="Equation" r:id="rId8" imgW="5143320" imgH="711000" progId="Equation.DSMT4">
                  <p:embed/>
                  <p:pic>
                    <p:nvPicPr>
                      <p:cNvPr id="8" name="Object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35138" y="2324100"/>
                        <a:ext cx="3455987" cy="48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 name="Text Box 3"/>
          <p:cNvSpPr txBox="1">
            <a:spLocks noChangeArrowheads="1"/>
          </p:cNvSpPr>
          <p:nvPr/>
        </p:nvSpPr>
        <p:spPr bwMode="auto">
          <a:xfrm>
            <a:off x="714348" y="4029022"/>
            <a:ext cx="958917"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黑体" pitchFamily="49" charset="-122"/>
                <a:ea typeface="黑体" pitchFamily="49" charset="-122"/>
                <a:cs typeface="+mn-cs"/>
              </a:rPr>
              <a:t>结论：</a:t>
            </a:r>
            <a:endParaRPr kumimoji="1" lang="zh-CN" altLang="en-US"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0" name="Text Box 3"/>
          <p:cNvSpPr txBox="1">
            <a:spLocks noChangeArrowheads="1"/>
          </p:cNvSpPr>
          <p:nvPr/>
        </p:nvSpPr>
        <p:spPr bwMode="auto">
          <a:xfrm>
            <a:off x="714348" y="2285992"/>
            <a:ext cx="958917"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黑体" pitchFamily="49" charset="-122"/>
                <a:ea typeface="黑体" pitchFamily="49" charset="-122"/>
                <a:cs typeface="+mn-cs"/>
              </a:rPr>
              <a:t>说明：</a:t>
            </a:r>
            <a:endParaRPr kumimoji="1" lang="zh-CN" altLang="en-US"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1" name="Rectangle 78"/>
          <p:cNvSpPr>
            <a:spLocks noChangeArrowheads="1"/>
          </p:cNvSpPr>
          <p:nvPr/>
        </p:nvSpPr>
        <p:spPr bwMode="auto">
          <a:xfrm>
            <a:off x="1571604" y="4071942"/>
            <a:ext cx="7572396" cy="300039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A</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m×n</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X</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n×k</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B</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m×k</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有解</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sym typeface="Wingdings" pitchFamily="2" charset="2"/>
              </a:rPr>
              <a:t></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 </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AX</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=b</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有解</a:t>
            </a:r>
            <a:endPar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R(A)=R(</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A|b</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a:t>
            </a: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设增广阵化为行最阶梯阵</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A|b</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)~(Ā|</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则</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的后</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m-r</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行皆是</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r>
              <a:rPr kumimoji="0" lang="en-US" altLang="zh-CN" sz="2000" b="1" i="0" u="none" strike="noStrike" kern="1200" cap="none" spc="0" normalizeH="0" baseline="0" noProof="0" dirty="0">
                <a:ln>
                  <a:noFill/>
                </a:ln>
                <a:solidFill>
                  <a:srgbClr val="010199">
                    <a:lumMod val="60000"/>
                    <a:lumOff val="40000"/>
                  </a:srgbClr>
                </a:solidFill>
                <a:effectLst/>
                <a:uLnTx/>
                <a:uFillTx/>
                <a:latin typeface="Microsoft Sans Serif"/>
                <a:ea typeface="微软雅黑" pitchFamily="34" charset="-122"/>
                <a:cs typeface="Microsoft Sans Serif"/>
              </a:rPr>
              <a:t>Ḃ=</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1 </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2</a:t>
            </a:r>
            <a:r>
              <a:rPr kumimoji="0" lang="en-US" altLang="zh-CN" sz="2000" b="1" i="0" u="none" strike="noStrike" kern="1200" cap="none" spc="0" normalizeH="0" baseline="30000" noProof="0" dirty="0">
                <a:ln>
                  <a:noFill/>
                </a:ln>
                <a:solidFill>
                  <a:srgbClr val="010199">
                    <a:lumMod val="60000"/>
                    <a:lumOff val="40000"/>
                  </a:srgbClr>
                </a:solidFill>
                <a:effectLst/>
                <a:uLnTx/>
                <a:uFillTx/>
                <a:latin typeface="微软雅黑" pitchFamily="34" charset="-122"/>
                <a:ea typeface="微软雅黑" pitchFamily="34" charset="-122"/>
                <a:cs typeface="+mn-cs"/>
              </a:rPr>
              <a:t>…. </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K</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的后</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m-r</a:t>
            </a:r>
            <a:r>
              <a:rPr kumimoji="0"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行皆是</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R(Ā|</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Microsoft Sans Serif"/>
                <a:ea typeface="微软雅黑" pitchFamily="34" charset="-122"/>
                <a:cs typeface="Microsoft Sans Serif"/>
              </a:rPr>
              <a:t> Ḃ</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 R(Ā|</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Microsoft Sans Serif"/>
                <a:ea typeface="微软雅黑" pitchFamily="34" charset="-122"/>
                <a:cs typeface="Microsoft Sans Serif"/>
              </a:rPr>
              <a:t> </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1 </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2</a:t>
            </a:r>
            <a:r>
              <a:rPr kumimoji="0" lang="en-US" altLang="zh-CN" sz="2000" b="1" i="0" u="none" strike="noStrike" kern="1200" cap="none" spc="0" normalizeH="0" baseline="30000" noProof="0" dirty="0">
                <a:ln>
                  <a:noFill/>
                </a:ln>
                <a:solidFill>
                  <a:srgbClr val="010199">
                    <a:lumMod val="60000"/>
                    <a:lumOff val="40000"/>
                  </a:srgbClr>
                </a:solidFill>
                <a:effectLst/>
                <a:uLnTx/>
                <a:uFillTx/>
                <a:latin typeface="微软雅黑" pitchFamily="34" charset="-122"/>
                <a:ea typeface="微软雅黑" pitchFamily="34" charset="-122"/>
                <a:cs typeface="+mn-cs"/>
              </a:rPr>
              <a:t>…. </a:t>
            </a:r>
            <a:r>
              <a:rPr kumimoji="0" lang="az-Cyrl-AZ"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Б</a:t>
            </a:r>
            <a:r>
              <a:rPr kumimoji="0"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mn-cs"/>
              </a:rPr>
              <a:t>K</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 R(</a:t>
            </a:r>
            <a:r>
              <a:rPr kumimoji="0" lang="en-US" altLang="zh-CN" sz="2000" b="1" i="0" u="none" strike="noStrike" kern="1200" cap="none" spc="0" normalizeH="0" baseline="0" noProof="0" dirty="0" err="1">
                <a:ln>
                  <a:noFill/>
                </a:ln>
                <a:solidFill>
                  <a:srgbClr val="010199">
                    <a:lumMod val="60000"/>
                    <a:lumOff val="40000"/>
                  </a:srgbClr>
                </a:solidFill>
                <a:effectLst/>
                <a:uLnTx/>
                <a:uFillTx/>
                <a:latin typeface="微软雅黑" pitchFamily="34" charset="-122"/>
                <a:ea typeface="微软雅黑" pitchFamily="34" charset="-122"/>
                <a:cs typeface="+mn-cs"/>
              </a:rPr>
              <a:t>A|b</a:t>
            </a:r>
            <a:r>
              <a:rPr kumimoji="0" lang="en-US" altLang="zh-CN" sz="2000" b="1" i="0" u="none" strike="noStrike" kern="1200" cap="none" spc="0" normalizeH="0" baseline="-25000" noProof="0" dirty="0" err="1">
                <a:ln>
                  <a:noFill/>
                </a:ln>
                <a:solidFill>
                  <a:srgbClr val="010199">
                    <a:lumMod val="60000"/>
                    <a:lumOff val="40000"/>
                  </a:srgbClr>
                </a:solidFill>
                <a:effectLst/>
                <a:uLnTx/>
                <a:uFillTx/>
                <a:latin typeface="微软雅黑" pitchFamily="34" charset="-122"/>
                <a:ea typeface="微软雅黑" pitchFamily="34" charset="-122"/>
                <a:cs typeface="+mn-cs"/>
              </a:rPr>
              <a:t>i</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)=R(A)=r</a:t>
            </a: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R(A|B)= R(Ā|</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Microsoft Sans Serif"/>
                <a:ea typeface="微软雅黑" pitchFamily="34" charset="-122"/>
                <a:cs typeface="Microsoft Sans Serif"/>
              </a:rPr>
              <a:t> Ḃ</a:t>
            </a:r>
            <a:r>
              <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)=r =R(A)</a:t>
            </a: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endPar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 typeface="Wingdings" pitchFamily="2" charset="2"/>
              <a:buChar char="ó"/>
              <a:tabLst/>
              <a:defRPr/>
            </a:pPr>
            <a:endPar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endParaRPr kumimoji="0"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left)">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734210"/>
                                        </p:tgtEl>
                                        <p:attrNameLst>
                                          <p:attrName>style.visibility</p:attrName>
                                        </p:attrNameLst>
                                      </p:cBhvr>
                                      <p:to>
                                        <p:strVal val="visible"/>
                                      </p:to>
                                    </p:set>
                                    <p:animEffect transition="in" filter="wipe(left)">
                                      <p:cBhvr>
                                        <p:cTn id="25" dur="500"/>
                                        <p:tgtEl>
                                          <p:spTgt spid="73421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left)">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4">
                                            <p:txEl>
                                              <p:pRg st="1" end="1"/>
                                            </p:txEl>
                                          </p:spTgt>
                                        </p:tgtEl>
                                        <p:attrNameLst>
                                          <p:attrName>style.visibility</p:attrName>
                                        </p:attrNameLst>
                                      </p:cBhvr>
                                      <p:to>
                                        <p:strVal val="visible"/>
                                      </p:to>
                                    </p:set>
                                    <p:animEffect transition="in" filter="wipe(left)">
                                      <p:cBhvr>
                                        <p:cTn id="35" dur="500"/>
                                        <p:tgtEl>
                                          <p:spTgt spid="4">
                                            <p:txEl>
                                              <p:pRg st="1" end="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ipe(left)">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1">
                                            <p:txEl>
                                              <p:pRg st="0" end="0"/>
                                            </p:txEl>
                                          </p:spTgt>
                                        </p:tgtEl>
                                        <p:attrNameLst>
                                          <p:attrName>style.visibility</p:attrName>
                                        </p:attrNameLst>
                                      </p:cBhvr>
                                      <p:to>
                                        <p:strVal val="visible"/>
                                      </p:to>
                                    </p:set>
                                    <p:animEffect transition="in" filter="wipe(left)">
                                      <p:cBhvr>
                                        <p:cTn id="45" dur="500"/>
                                        <p:tgtEl>
                                          <p:spTgt spid="11">
                                            <p:txEl>
                                              <p:pRg st="0" end="0"/>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11">
                                            <p:txEl>
                                              <p:pRg st="1" end="1"/>
                                            </p:txEl>
                                          </p:spTgt>
                                        </p:tgtEl>
                                        <p:attrNameLst>
                                          <p:attrName>style.visibility</p:attrName>
                                        </p:attrNameLst>
                                      </p:cBhvr>
                                      <p:to>
                                        <p:strVal val="visible"/>
                                      </p:to>
                                    </p:set>
                                    <p:animEffect transition="in" filter="wipe(left)">
                                      <p:cBhvr>
                                        <p:cTn id="50" dur="500"/>
                                        <p:tgtEl>
                                          <p:spTgt spid="11">
                                            <p:txEl>
                                              <p:pRg st="1" end="1"/>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11">
                                            <p:txEl>
                                              <p:pRg st="2" end="2"/>
                                            </p:txEl>
                                          </p:spTgt>
                                        </p:tgtEl>
                                        <p:attrNameLst>
                                          <p:attrName>style.visibility</p:attrName>
                                        </p:attrNameLst>
                                      </p:cBhvr>
                                      <p:to>
                                        <p:strVal val="visible"/>
                                      </p:to>
                                    </p:set>
                                    <p:animEffect transition="in" filter="wipe(left)">
                                      <p:cBhvr>
                                        <p:cTn id="55" dur="500"/>
                                        <p:tgtEl>
                                          <p:spTgt spid="11">
                                            <p:txEl>
                                              <p:pRg st="2" end="2"/>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1">
                                            <p:txEl>
                                              <p:pRg st="3" end="3"/>
                                            </p:txEl>
                                          </p:spTgt>
                                        </p:tgtEl>
                                        <p:attrNameLst>
                                          <p:attrName>style.visibility</p:attrName>
                                        </p:attrNameLst>
                                      </p:cBhvr>
                                      <p:to>
                                        <p:strVal val="visible"/>
                                      </p:to>
                                    </p:set>
                                    <p:animEffect transition="in" filter="wipe(left)">
                                      <p:cBhvr>
                                        <p:cTn id="60" dur="500"/>
                                        <p:tgtEl>
                                          <p:spTgt spid="11">
                                            <p:txEl>
                                              <p:pRg st="3" end="3"/>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11">
                                            <p:txEl>
                                              <p:pRg st="4" end="4"/>
                                            </p:txEl>
                                          </p:spTgt>
                                        </p:tgtEl>
                                        <p:attrNameLst>
                                          <p:attrName>style.visibility</p:attrName>
                                        </p:attrNameLst>
                                      </p:cBhvr>
                                      <p:to>
                                        <p:strVal val="visible"/>
                                      </p:to>
                                    </p:set>
                                    <p:animEffect transition="in" filter="wipe(left)">
                                      <p:cBhvr>
                                        <p:cTn id="65" dur="500"/>
                                        <p:tgtEl>
                                          <p:spTgt spid="11">
                                            <p:txEl>
                                              <p:pRg st="4" end="4"/>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11">
                                            <p:txEl>
                                              <p:pRg st="5" end="5"/>
                                            </p:txEl>
                                          </p:spTgt>
                                        </p:tgtEl>
                                        <p:attrNameLst>
                                          <p:attrName>style.visibility</p:attrName>
                                        </p:attrNameLst>
                                      </p:cBhvr>
                                      <p:to>
                                        <p:strVal val="visible"/>
                                      </p:to>
                                    </p:set>
                                    <p:animEffect transition="in" filter="wipe(left)">
                                      <p:cBhvr>
                                        <p:cTn id="70" dur="500"/>
                                        <p:tgtEl>
                                          <p:spTgt spid="1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7" name="WordArt 9"/>
          <p:cNvSpPr>
            <a:spLocks noChangeArrowheads="1" noChangeShapeType="1" noTextEdit="1"/>
          </p:cNvSpPr>
          <p:nvPr/>
        </p:nvSpPr>
        <p:spPr bwMode="auto">
          <a:xfrm>
            <a:off x="2786050" y="2000240"/>
            <a:ext cx="3571900" cy="785818"/>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第  四  章</a:t>
            </a:r>
          </a:p>
        </p:txBody>
      </p:sp>
      <p:sp>
        <p:nvSpPr>
          <p:cNvPr id="3" name="WordArt 9"/>
          <p:cNvSpPr>
            <a:spLocks noChangeArrowheads="1" noChangeShapeType="1" noTextEdit="1"/>
          </p:cNvSpPr>
          <p:nvPr/>
        </p:nvSpPr>
        <p:spPr bwMode="auto">
          <a:xfrm>
            <a:off x="1643042" y="3214685"/>
            <a:ext cx="6215106" cy="857257"/>
          </a:xfrm>
          <a:prstGeom prst="rect">
            <a:avLst/>
          </a:prstGeom>
        </p:spPr>
        <p:txBody>
          <a:bodyPr wrap="none" numCol="1"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向量组的线性相关性</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0" fill="hold" grpId="0" nodeType="afterEffect">
                                  <p:stCondLst>
                                    <p:cond delay="0"/>
                                  </p:stCondLst>
                                  <p:childTnLst>
                                    <p:set>
                                      <p:cBhvr>
                                        <p:cTn id="6" dur="1" fill="hold">
                                          <p:stCondLst>
                                            <p:cond delay="0"/>
                                          </p:stCondLst>
                                        </p:cTn>
                                        <p:tgtEl>
                                          <p:spTgt spid="201737"/>
                                        </p:tgtEl>
                                        <p:attrNameLst>
                                          <p:attrName>style.visibility</p:attrName>
                                        </p:attrNameLst>
                                      </p:cBhvr>
                                      <p:to>
                                        <p:strVal val="visible"/>
                                      </p:to>
                                    </p:set>
                                  </p:childTnLst>
                                </p:cTn>
                              </p:par>
                            </p:childTnLst>
                          </p:cTn>
                        </p:par>
                        <p:par>
                          <p:cTn id="7" fill="hold">
                            <p:stCondLst>
                              <p:cond delay="0"/>
                            </p:stCondLst>
                            <p:childTnLst>
                              <p:par>
                                <p:cTn id="8" presetID="3" presetClass="entr" presetSubtype="0" fill="hold" grpId="0" nodeType="afterEffect">
                                  <p:stCondLst>
                                    <p:cond delay="0"/>
                                  </p:stCondLst>
                                  <p:childTnLst>
                                    <p:set>
                                      <p:cBhvr>
                                        <p:cTn id="9" dur="1" fill="hold">
                                          <p:stCondLst>
                                            <p:cond delay="0"/>
                                          </p:stCondLst>
                                        </p:cTn>
                                        <p:tgtEl>
                                          <p:spTgt spid="3"/>
                                        </p:tgtEl>
                                        <p:attrNameLst>
                                          <p:attrName>style.visibility</p:attrName>
                                        </p:attrNameLst>
                                      </p:cBhvr>
                                      <p:to>
                                        <p:strVal val="visible"/>
                                      </p:to>
                                    </p:set>
                                  </p:childTnLst>
                                </p:cTn>
                              </p:par>
                            </p:childTnLst>
                          </p:cTn>
                        </p:par>
                        <p:par>
                          <p:cTn id="10" fill="hold">
                            <p:stCondLst>
                              <p:cond delay="0"/>
                            </p:stCondLst>
                            <p:childTnLst>
                              <p:par>
                                <p:cTn id="11" presetID="9" presetClass="exit" presetSubtype="0" fill="hold" grpId="1" nodeType="afterEffect">
                                  <p:stCondLst>
                                    <p:cond delay="1000"/>
                                  </p:stCondLst>
                                  <p:childTnLst>
                                    <p:animEffect transition="out" filter="dissolve">
                                      <p:cBhvr>
                                        <p:cTn id="12" dur="500"/>
                                        <p:tgtEl>
                                          <p:spTgt spid="3"/>
                                        </p:tgtEl>
                                      </p:cBhvr>
                                    </p:animEffect>
                                    <p:set>
                                      <p:cBhvr>
                                        <p:cTn id="13" dur="1" fill="hold">
                                          <p:stCondLst>
                                            <p:cond delay="499"/>
                                          </p:stCondLst>
                                        </p:cTn>
                                        <p:tgtEl>
                                          <p:spTgt spid="3"/>
                                        </p:tgtEl>
                                        <p:attrNameLst>
                                          <p:attrName>style.visibility</p:attrName>
                                        </p:attrNameLst>
                                      </p:cBhvr>
                                      <p:to>
                                        <p:strVal val="hidden"/>
                                      </p:to>
                                    </p:set>
                                  </p:childTnLst>
                                </p:cTn>
                              </p:par>
                            </p:childTnLst>
                          </p:cTn>
                        </p:par>
                        <p:par>
                          <p:cTn id="14" fill="hold">
                            <p:stCondLst>
                              <p:cond delay="1500"/>
                            </p:stCondLst>
                            <p:childTnLst>
                              <p:par>
                                <p:cTn id="15" presetID="20" presetClass="entr" presetSubtype="0" fill="hold" grpId="2"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edge">
                                      <p:cBhvr>
                                        <p:cTn id="1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7" grpId="0"/>
      <p:bldP spid="3" grpId="0"/>
      <p:bldP spid="3" grpId="1"/>
      <p:bldP spid="3" grpId="2"/>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015" name="Group 271"/>
          <p:cNvGraphicFramePr>
            <a:graphicFrameLocks noGrp="1"/>
          </p:cNvGraphicFramePr>
          <p:nvPr/>
        </p:nvGraphicFramePr>
        <p:xfrm>
          <a:off x="647731" y="1000108"/>
          <a:ext cx="8281987" cy="3053080"/>
        </p:xfrm>
        <a:graphic>
          <a:graphicData uri="http://schemas.openxmlformats.org/drawingml/2006/table">
            <a:tbl>
              <a:tblPr/>
              <a:tblGrid>
                <a:gridCol w="796925">
                  <a:extLst>
                    <a:ext uri="{9D8B030D-6E8A-4147-A177-3AD203B41FA5}">
                      <a16:colId xmlns:a16="http://schemas.microsoft.com/office/drawing/2014/main" val="20000"/>
                    </a:ext>
                  </a:extLst>
                </a:gridCol>
                <a:gridCol w="1866900">
                  <a:extLst>
                    <a:ext uri="{9D8B030D-6E8A-4147-A177-3AD203B41FA5}">
                      <a16:colId xmlns:a16="http://schemas.microsoft.com/office/drawing/2014/main" val="20001"/>
                    </a:ext>
                  </a:extLst>
                </a:gridCol>
                <a:gridCol w="2665412">
                  <a:extLst>
                    <a:ext uri="{9D8B030D-6E8A-4147-A177-3AD203B41FA5}">
                      <a16:colId xmlns:a16="http://schemas.microsoft.com/office/drawing/2014/main" val="20002"/>
                    </a:ext>
                  </a:extLst>
                </a:gridCol>
                <a:gridCol w="2952750">
                  <a:extLst>
                    <a:ext uri="{9D8B030D-6E8A-4147-A177-3AD203B41FA5}">
                      <a16:colId xmlns:a16="http://schemas.microsoft.com/office/drawing/2014/main" val="20003"/>
                    </a:ext>
                  </a:extLst>
                </a:gridCol>
              </a:tblGrid>
              <a:tr h="161909">
                <a:tc rowSpan="2"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AX=O</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充要条件</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rowSpan="2" h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唯一</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无穷</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22859">
                <a:tc gridSpan="2" vMerge="1">
                  <a:txBody>
                    <a:bodyPr/>
                    <a:lstStyle/>
                    <a:p>
                      <a:endParaRPr lang="zh-CN" altLang="en-US"/>
                    </a:p>
                  </a:txBody>
                  <a:tcPr/>
                </a:tc>
                <a:tc hMerge="1"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只有零解</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有非零解</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row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a:t>
                      </a:r>
                      <a:r>
                        <a:rPr kumimoji="0" lang="en-US" altLang="zh-CN" sz="2000" b="1" i="0" u="none" strike="noStrike" cap="none" normalizeH="0" baseline="-25000" dirty="0" err="1">
                          <a:ln>
                            <a:noFill/>
                          </a:ln>
                          <a:solidFill>
                            <a:schemeClr val="bg1"/>
                          </a:solidFill>
                          <a:effectLst/>
                          <a:latin typeface="微软雅黑" pitchFamily="34" charset="-122"/>
                          <a:ea typeface="微软雅黑" pitchFamily="34" charset="-122"/>
                        </a:rPr>
                        <a:t>m×n</a:t>
                      </a:r>
                      <a:endPar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m≥n</a:t>
                      </a:r>
                      <a:r>
                        <a:rPr kumimoji="0" lang="en-US" altLang="zh-CN" sz="2800" b="1" i="0" u="none" strike="noStrike" cap="none" normalizeH="0" baseline="0" dirty="0">
                          <a:ln>
                            <a:noFill/>
                          </a:ln>
                          <a:solidFill>
                            <a:schemeClr val="bg1"/>
                          </a:solidFill>
                          <a:effectLst/>
                          <a:latin typeface="黑体"/>
                          <a:ea typeface="黑体"/>
                        </a:rPr>
                        <a:t>▊</a:t>
                      </a:r>
                      <a:r>
                        <a:rPr kumimoji="0" lang="en-US" altLang="zh-CN" sz="2000" b="1" i="0" u="none" strike="noStrike" cap="none" normalizeH="0" baseline="0" dirty="0">
                          <a:ln>
                            <a:noFill/>
                          </a:ln>
                          <a:solidFill>
                            <a:schemeClr val="bg1"/>
                          </a:solidFill>
                          <a:effectLst/>
                          <a:latin typeface="黑体"/>
                          <a:ea typeface="黑体"/>
                        </a:rPr>
                        <a:t>█</a:t>
                      </a:r>
                      <a:endParaRPr kumimoji="0" lang="en-US" altLang="zh-CN" sz="28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chemeClr val="bg1"/>
                          </a:solidFill>
                          <a:effectLst/>
                          <a:latin typeface="微软雅黑" pitchFamily="34" charset="-122"/>
                          <a:ea typeface="微软雅黑" pitchFamily="34" charset="-122"/>
                        </a:rPr>
                        <a:t>R(A)=n</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R(A)&lt;n</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2"/>
                  </a:ext>
                </a:extLst>
              </a:tr>
              <a:tr h="0">
                <a:tc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m</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   </a:t>
                      </a:r>
                      <a:r>
                        <a:rPr kumimoji="0" lang="en-US" altLang="zh-CN" sz="2800" b="1" i="0" u="none" strike="noStrike" cap="none" normalizeH="0" baseline="0" dirty="0">
                          <a:ln>
                            <a:noFill/>
                          </a:ln>
                          <a:solidFill>
                            <a:schemeClr val="bg1"/>
                          </a:solidFill>
                          <a:effectLst/>
                          <a:latin typeface="黑体"/>
                          <a:ea typeface="黑体"/>
                        </a:rPr>
                        <a:t>▅   </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lang="zh-CN" altLang="zh-CN" sz="1800" kern="1200" dirty="0">
                        <a:solidFill>
                          <a:schemeClr val="tx1"/>
                        </a:solidFill>
                        <a:latin typeface="+mn-lt"/>
                        <a:ea typeface="+mn-ea"/>
                        <a:cs typeface="+mn-cs"/>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bg2">
                        <a:lumMod val="40000"/>
                        <a:lumOff val="6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R(A)&lt;n</a:t>
                      </a:r>
                      <a:r>
                        <a:rPr kumimoji="0" lang="zh-CN" altLang="en-US" sz="2000" b="1" i="0" u="none" strike="noStrike" cap="none" normalizeH="0" baseline="0" dirty="0">
                          <a:ln>
                            <a:noFill/>
                          </a:ln>
                          <a:solidFill>
                            <a:schemeClr val="bg2">
                              <a:lumMod val="60000"/>
                              <a:lumOff val="40000"/>
                            </a:schemeClr>
                          </a:solidFill>
                          <a:effectLst/>
                          <a:latin typeface="微软雅黑" pitchFamily="34" charset="-122"/>
                          <a:ea typeface="微软雅黑" pitchFamily="34" charset="-122"/>
                        </a:rPr>
                        <a:t>无需验证</a:t>
                      </a:r>
                      <a:endParaRPr kumimoji="0" lang="zh-CN" altLang="zh-CN" sz="2000" b="1" i="0" u="none" strike="noStrike" cap="none" normalizeH="0" baseline="0" dirty="0">
                        <a:ln>
                          <a:noFill/>
                        </a:ln>
                        <a:solidFill>
                          <a:schemeClr val="bg2">
                            <a:lumMod val="60000"/>
                            <a:lumOff val="40000"/>
                          </a:schemeClr>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3"/>
                  </a:ext>
                </a:extLst>
              </a:tr>
              <a:tr h="431800">
                <a:tc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m</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    </a:t>
                      </a:r>
                      <a:r>
                        <a:rPr kumimoji="0" lang="en-US" altLang="zh-CN" sz="2000" b="1" i="0" u="none" strike="noStrike" cap="none" normalizeH="0" baseline="0" dirty="0">
                          <a:ln>
                            <a:noFill/>
                          </a:ln>
                          <a:solidFill>
                            <a:schemeClr val="bg1"/>
                          </a:solidFill>
                          <a:effectLst/>
                          <a:latin typeface="黑体"/>
                          <a:ea typeface="黑体"/>
                        </a:rPr>
                        <a:t>█</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|A|≠0</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|A|=0</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4"/>
                  </a:ext>
                </a:extLst>
              </a:tr>
              <a:tr h="0">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解的意义</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系数列向量</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的列向量组线性无关</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的列向量组线性相关</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5"/>
                  </a:ext>
                </a:extLst>
              </a:tr>
              <a:tr h="134940">
                <a:tc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S</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S</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=0</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R(S)≥1</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sp>
        <p:nvSpPr>
          <p:cNvPr id="4" name="Rectangle 5"/>
          <p:cNvSpPr>
            <a:spLocks noChangeArrowheads="1"/>
          </p:cNvSpPr>
          <p:nvPr/>
        </p:nvSpPr>
        <p:spPr bwMode="auto">
          <a:xfrm>
            <a:off x="571472" y="0"/>
            <a:ext cx="5572164"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一、</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AX=O</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6" name="矩形 5"/>
          <p:cNvSpPr/>
          <p:nvPr/>
        </p:nvSpPr>
        <p:spPr>
          <a:xfrm>
            <a:off x="571472" y="3996144"/>
            <a:ext cx="8572528" cy="2954655"/>
          </a:xfrm>
          <a:prstGeom prst="rect">
            <a:avLst/>
          </a:prstGeom>
        </p:spPr>
        <p:txBody>
          <a:bodyPr wrap="square">
            <a:spAutoFit/>
          </a:bodyPr>
          <a:lstStyle/>
          <a:p>
            <a:pPr marL="0" marR="0" lvl="0" indent="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1、Ax = 0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的通解</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S</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为基础解</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S</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0</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的全体线性组合，即</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r"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x = 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1</a:t>
            </a:r>
            <a:r>
              <a:rPr kumimoji="1" lang="en-US" altLang="zh-CN" sz="24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1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2</a:t>
            </a:r>
            <a:r>
              <a:rPr kumimoji="1" lang="en-US" altLang="zh-CN" sz="24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2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 + </a:t>
            </a:r>
            <a:r>
              <a:rPr kumimoji="1" lang="en-US" altLang="zh-CN" sz="2400" b="1"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楷体_GB2312"/>
              </a:rPr>
              <a:t>k</a:t>
            </a:r>
            <a:r>
              <a:rPr kumimoji="1" lang="en-US" altLang="zh-CN" sz="2400" b="1" i="0"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楷体_GB2312"/>
              </a:rPr>
              <a:t>t</a:t>
            </a:r>
            <a:r>
              <a:rPr kumimoji="1" lang="en-US" altLang="zh-CN" sz="2400" b="0"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楷体_GB2312"/>
              </a:rPr>
              <a:t>t</a:t>
            </a:r>
            <a:endPar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endParaRPr>
          </a:p>
          <a:p>
            <a:pPr marL="0" marR="0" lvl="0" indent="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解的性质</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任意解  的  线性组合  仍是  方程组的解</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1349375" marR="0" lvl="0" indent="-1349375" algn="l" defTabSz="914400" rtl="0" eaLnBrk="1" fontAlgn="base" latinLnBrk="0" hangingPunct="1">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3、A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可逆</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AB=E</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1349375" marR="0" lvl="0" indent="-1349375" algn="l" defTabSz="914400" rtl="0" eaLnBrk="1" fontAlgn="base" latinLnBrk="0" hangingPunct="1">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a:t>
            </a: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的列（行）向量组线性无关</a:t>
            </a:r>
            <a:endPar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endParaRPr>
          </a:p>
          <a:p>
            <a:pPr marL="1349375" marR="0" lvl="0" indent="-1349375" algn="l" defTabSz="914400" rtl="0" eaLnBrk="1" fontAlgn="base" latinLnBrk="0" hangingPunct="1">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X=O</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只有零解</a:t>
            </a:r>
            <a:endParaRPr kumimoji="1" lang="zh-CN" altLang="en-US" sz="20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1056777" name="Rectangle 9"/>
          <p:cNvSpPr>
            <a:spLocks noChangeArrowheads="1"/>
          </p:cNvSpPr>
          <p:nvPr/>
        </p:nvSpPr>
        <p:spPr bwMode="auto">
          <a:xfrm>
            <a:off x="3328988" y="1422401"/>
            <a:ext cx="2657475" cy="3905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78" name="Rectangle 10"/>
          <p:cNvSpPr>
            <a:spLocks noChangeArrowheads="1"/>
          </p:cNvSpPr>
          <p:nvPr/>
        </p:nvSpPr>
        <p:spPr bwMode="auto">
          <a:xfrm>
            <a:off x="5986463" y="1422401"/>
            <a:ext cx="2952750" cy="3905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0" name="Rectangle 12"/>
          <p:cNvSpPr>
            <a:spLocks noChangeArrowheads="1"/>
          </p:cNvSpPr>
          <p:nvPr/>
        </p:nvSpPr>
        <p:spPr bwMode="auto">
          <a:xfrm>
            <a:off x="1462088" y="1812926"/>
            <a:ext cx="1866900" cy="5238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1" name="Rectangle 13"/>
          <p:cNvSpPr>
            <a:spLocks noChangeArrowheads="1"/>
          </p:cNvSpPr>
          <p:nvPr/>
        </p:nvSpPr>
        <p:spPr bwMode="auto">
          <a:xfrm>
            <a:off x="3328988" y="1812926"/>
            <a:ext cx="2657475" cy="5238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2" name="Rectangle 14"/>
          <p:cNvSpPr>
            <a:spLocks noChangeArrowheads="1"/>
          </p:cNvSpPr>
          <p:nvPr/>
        </p:nvSpPr>
        <p:spPr bwMode="auto">
          <a:xfrm>
            <a:off x="6000760" y="1785926"/>
            <a:ext cx="2952750" cy="5238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3" name="Rectangle 15"/>
          <p:cNvSpPr>
            <a:spLocks noChangeArrowheads="1"/>
          </p:cNvSpPr>
          <p:nvPr/>
        </p:nvSpPr>
        <p:spPr bwMode="auto">
          <a:xfrm>
            <a:off x="1462088" y="2336801"/>
            <a:ext cx="1866900"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4" name="Rectangle 16"/>
          <p:cNvSpPr>
            <a:spLocks noChangeArrowheads="1"/>
          </p:cNvSpPr>
          <p:nvPr/>
        </p:nvSpPr>
        <p:spPr bwMode="auto">
          <a:xfrm>
            <a:off x="3328988" y="2336801"/>
            <a:ext cx="2657475" cy="514350"/>
          </a:xfrm>
          <a:prstGeom prst="rect">
            <a:avLst/>
          </a:prstGeom>
          <a:solidFill>
            <a:srgbClr val="7272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5" name="Rectangle 17"/>
          <p:cNvSpPr>
            <a:spLocks noChangeArrowheads="1"/>
          </p:cNvSpPr>
          <p:nvPr/>
        </p:nvSpPr>
        <p:spPr bwMode="auto">
          <a:xfrm>
            <a:off x="5976968" y="2357430"/>
            <a:ext cx="2952750"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6" name="Rectangle 18"/>
          <p:cNvSpPr>
            <a:spLocks noChangeArrowheads="1"/>
          </p:cNvSpPr>
          <p:nvPr/>
        </p:nvSpPr>
        <p:spPr bwMode="auto">
          <a:xfrm>
            <a:off x="1462088" y="2857499"/>
            <a:ext cx="1866900" cy="4286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7" name="Rectangle 19"/>
          <p:cNvSpPr>
            <a:spLocks noChangeArrowheads="1"/>
          </p:cNvSpPr>
          <p:nvPr/>
        </p:nvSpPr>
        <p:spPr bwMode="auto">
          <a:xfrm>
            <a:off x="3328988" y="2857499"/>
            <a:ext cx="2657475" cy="4286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88" name="Rectangle 20"/>
          <p:cNvSpPr>
            <a:spLocks noChangeArrowheads="1"/>
          </p:cNvSpPr>
          <p:nvPr/>
        </p:nvSpPr>
        <p:spPr bwMode="auto">
          <a:xfrm>
            <a:off x="5986463" y="2857499"/>
            <a:ext cx="2952750" cy="42862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0" name="Rectangle 22"/>
          <p:cNvSpPr>
            <a:spLocks noChangeArrowheads="1"/>
          </p:cNvSpPr>
          <p:nvPr/>
        </p:nvSpPr>
        <p:spPr bwMode="auto">
          <a:xfrm>
            <a:off x="1462088" y="3279776"/>
            <a:ext cx="1866900"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1" name="Rectangle 23"/>
          <p:cNvSpPr>
            <a:spLocks noChangeArrowheads="1"/>
          </p:cNvSpPr>
          <p:nvPr/>
        </p:nvSpPr>
        <p:spPr bwMode="auto">
          <a:xfrm>
            <a:off x="3328988" y="3279776"/>
            <a:ext cx="2657475"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2" name="Rectangle 24"/>
          <p:cNvSpPr>
            <a:spLocks noChangeArrowheads="1"/>
          </p:cNvSpPr>
          <p:nvPr/>
        </p:nvSpPr>
        <p:spPr bwMode="auto">
          <a:xfrm>
            <a:off x="6000760" y="3286124"/>
            <a:ext cx="2952750"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3" name="Rectangle 25"/>
          <p:cNvSpPr>
            <a:spLocks noChangeArrowheads="1"/>
          </p:cNvSpPr>
          <p:nvPr/>
        </p:nvSpPr>
        <p:spPr bwMode="auto">
          <a:xfrm>
            <a:off x="1462088" y="3679826"/>
            <a:ext cx="1866900"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4" name="Rectangle 26"/>
          <p:cNvSpPr>
            <a:spLocks noChangeArrowheads="1"/>
          </p:cNvSpPr>
          <p:nvPr/>
        </p:nvSpPr>
        <p:spPr bwMode="auto">
          <a:xfrm>
            <a:off x="3328988" y="3679826"/>
            <a:ext cx="2657475"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5" name="Rectangle 27"/>
          <p:cNvSpPr>
            <a:spLocks noChangeArrowheads="1"/>
          </p:cNvSpPr>
          <p:nvPr/>
        </p:nvSpPr>
        <p:spPr bwMode="auto">
          <a:xfrm>
            <a:off x="5986463" y="3679826"/>
            <a:ext cx="2952750"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7" name="Rectangle 29"/>
          <p:cNvSpPr>
            <a:spLocks noChangeArrowheads="1"/>
          </p:cNvSpPr>
          <p:nvPr/>
        </p:nvSpPr>
        <p:spPr bwMode="auto">
          <a:xfrm>
            <a:off x="3319463" y="1017588"/>
            <a:ext cx="28575" cy="3076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798" name="Rectangle 30"/>
          <p:cNvSpPr>
            <a:spLocks noChangeArrowheads="1"/>
          </p:cNvSpPr>
          <p:nvPr/>
        </p:nvSpPr>
        <p:spPr bwMode="auto">
          <a:xfrm>
            <a:off x="5976938" y="1017588"/>
            <a:ext cx="28575" cy="3076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0" name="Rectangle 32"/>
          <p:cNvSpPr>
            <a:spLocks noChangeArrowheads="1"/>
          </p:cNvSpPr>
          <p:nvPr/>
        </p:nvSpPr>
        <p:spPr bwMode="auto">
          <a:xfrm>
            <a:off x="657225" y="1803401"/>
            <a:ext cx="830580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2" name="Rectangle 34"/>
          <p:cNvSpPr>
            <a:spLocks noChangeArrowheads="1"/>
          </p:cNvSpPr>
          <p:nvPr/>
        </p:nvSpPr>
        <p:spPr bwMode="auto">
          <a:xfrm>
            <a:off x="1447800" y="2841626"/>
            <a:ext cx="75152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3" name="Rectangle 35"/>
          <p:cNvSpPr>
            <a:spLocks noChangeArrowheads="1"/>
          </p:cNvSpPr>
          <p:nvPr/>
        </p:nvSpPr>
        <p:spPr bwMode="auto">
          <a:xfrm>
            <a:off x="657225" y="3270251"/>
            <a:ext cx="830580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4" name="Rectangle 36"/>
          <p:cNvSpPr>
            <a:spLocks noChangeArrowheads="1"/>
          </p:cNvSpPr>
          <p:nvPr/>
        </p:nvSpPr>
        <p:spPr bwMode="auto">
          <a:xfrm>
            <a:off x="1447800" y="3670301"/>
            <a:ext cx="75152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5" name="Rectangle 37"/>
          <p:cNvSpPr>
            <a:spLocks noChangeArrowheads="1"/>
          </p:cNvSpPr>
          <p:nvPr/>
        </p:nvSpPr>
        <p:spPr bwMode="auto">
          <a:xfrm>
            <a:off x="652463" y="1017588"/>
            <a:ext cx="28575" cy="3076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6" name="Rectangle 38"/>
          <p:cNvSpPr>
            <a:spLocks noChangeArrowheads="1"/>
          </p:cNvSpPr>
          <p:nvPr/>
        </p:nvSpPr>
        <p:spPr bwMode="auto">
          <a:xfrm>
            <a:off x="8929688" y="1017588"/>
            <a:ext cx="28575" cy="3076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7" name="Rectangle 39"/>
          <p:cNvSpPr>
            <a:spLocks noChangeArrowheads="1"/>
          </p:cNvSpPr>
          <p:nvPr/>
        </p:nvSpPr>
        <p:spPr bwMode="auto">
          <a:xfrm>
            <a:off x="657225" y="1012826"/>
            <a:ext cx="830580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8" name="Rectangle 40"/>
          <p:cNvSpPr>
            <a:spLocks noChangeArrowheads="1"/>
          </p:cNvSpPr>
          <p:nvPr/>
        </p:nvSpPr>
        <p:spPr bwMode="auto">
          <a:xfrm>
            <a:off x="657225" y="4070351"/>
            <a:ext cx="830580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6801" name="Rectangle 33"/>
          <p:cNvSpPr>
            <a:spLocks noChangeArrowheads="1"/>
          </p:cNvSpPr>
          <p:nvPr/>
        </p:nvSpPr>
        <p:spPr bwMode="auto">
          <a:xfrm>
            <a:off x="1447800" y="2327276"/>
            <a:ext cx="75152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3" name="矩形 32"/>
          <p:cNvSpPr/>
          <p:nvPr/>
        </p:nvSpPr>
        <p:spPr>
          <a:xfrm>
            <a:off x="3749708" y="5572140"/>
            <a:ext cx="1143008" cy="400110"/>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A~E</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34" name="矩形 33"/>
          <p:cNvSpPr/>
          <p:nvPr/>
        </p:nvSpPr>
        <p:spPr>
          <a:xfrm>
            <a:off x="4643438" y="5572140"/>
            <a:ext cx="1928826" cy="400110"/>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A=P</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sym typeface="Wingdings" pitchFamily="2" charset="2"/>
              </a:rPr>
              <a:t>1</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P</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sym typeface="Wingdings" pitchFamily="2" charset="2"/>
              </a:rPr>
              <a:t>2</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…P</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sym typeface="Wingdings" pitchFamily="2" charset="2"/>
              </a:rPr>
              <a:t>K</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35" name="矩形 34"/>
          <p:cNvSpPr/>
          <p:nvPr/>
        </p:nvSpPr>
        <p:spPr>
          <a:xfrm>
            <a:off x="6464352" y="5572140"/>
            <a:ext cx="1435008" cy="400110"/>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R(A</a:t>
            </a:r>
            <a:r>
              <a:rPr kumimoji="1" lang="en-US" altLang="zh-CN" sz="2000" b="1" i="0" u="none" strike="noStrike" kern="1200" cap="none" spc="0" normalizeH="0" baseline="-25000" noProof="0" dirty="0">
                <a:ln>
                  <a:noFill/>
                </a:ln>
                <a:solidFill>
                  <a:srgbClr val="FFC000"/>
                </a:solidFill>
                <a:effectLst/>
                <a:uLnTx/>
                <a:uFillTx/>
                <a:latin typeface="微软雅黑" pitchFamily="34" charset="-122"/>
                <a:ea typeface="微软雅黑" pitchFamily="34" charset="-122"/>
                <a:cs typeface="+mn-cs"/>
                <a:sym typeface="Wingdings" pitchFamily="2" charset="2"/>
              </a:rPr>
              <a:t>n</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pitchFamily="2" charset="2"/>
              </a:rPr>
              <a:t>)=n</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36" name="矩形 35"/>
          <p:cNvSpPr/>
          <p:nvPr/>
        </p:nvSpPr>
        <p:spPr>
          <a:xfrm>
            <a:off x="7893112" y="5572140"/>
            <a:ext cx="1250920" cy="400110"/>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满秩</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37" name="矩形 36"/>
          <p:cNvSpPr/>
          <p:nvPr/>
        </p:nvSpPr>
        <p:spPr>
          <a:xfrm>
            <a:off x="2714612" y="5572140"/>
            <a:ext cx="1353332" cy="400110"/>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|A|≠0</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1056777"/>
                                        </p:tgtEl>
                                      </p:cBhvr>
                                    </p:animEffect>
                                    <p:set>
                                      <p:cBhvr>
                                        <p:cTn id="7" dur="1" fill="hold">
                                          <p:stCondLst>
                                            <p:cond delay="499"/>
                                          </p:stCondLst>
                                        </p:cTn>
                                        <p:tgtEl>
                                          <p:spTgt spid="1056777"/>
                                        </p:tgtEl>
                                        <p:attrNameLst>
                                          <p:attrName>style.visibility</p:attrName>
                                        </p:attrNameLst>
                                      </p:cBhvr>
                                      <p:to>
                                        <p:strVal val="hidden"/>
                                      </p:to>
                                    </p:set>
                                  </p:childTnLst>
                                </p:cTn>
                              </p:par>
                              <p:par>
                                <p:cTn id="8" presetID="22" presetClass="exit" presetSubtype="8" fill="hold" grpId="0" nodeType="withEffect">
                                  <p:stCondLst>
                                    <p:cond delay="0"/>
                                  </p:stCondLst>
                                  <p:childTnLst>
                                    <p:animEffect transition="out" filter="wipe(left)">
                                      <p:cBhvr>
                                        <p:cTn id="9" dur="500"/>
                                        <p:tgtEl>
                                          <p:spTgt spid="1056778"/>
                                        </p:tgtEl>
                                      </p:cBhvr>
                                    </p:animEffect>
                                    <p:set>
                                      <p:cBhvr>
                                        <p:cTn id="10" dur="1" fill="hold">
                                          <p:stCondLst>
                                            <p:cond delay="499"/>
                                          </p:stCondLst>
                                        </p:cTn>
                                        <p:tgtEl>
                                          <p:spTgt spid="105677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22" presetClass="exit" presetSubtype="8" fill="hold" grpId="0" nodeType="clickEffect">
                                  <p:stCondLst>
                                    <p:cond delay="0"/>
                                  </p:stCondLst>
                                  <p:childTnLst>
                                    <p:animEffect transition="out" filter="wipe(left)">
                                      <p:cBhvr>
                                        <p:cTn id="14" dur="500"/>
                                        <p:tgtEl>
                                          <p:spTgt spid="1056781"/>
                                        </p:tgtEl>
                                      </p:cBhvr>
                                    </p:animEffect>
                                    <p:set>
                                      <p:cBhvr>
                                        <p:cTn id="15" dur="1" fill="hold">
                                          <p:stCondLst>
                                            <p:cond delay="499"/>
                                          </p:stCondLst>
                                        </p:cTn>
                                        <p:tgtEl>
                                          <p:spTgt spid="1056781"/>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xit" presetSubtype="8" fill="hold" grpId="0" nodeType="clickEffect">
                                  <p:stCondLst>
                                    <p:cond delay="0"/>
                                  </p:stCondLst>
                                  <p:childTnLst>
                                    <p:animEffect transition="out" filter="wipe(left)">
                                      <p:cBhvr>
                                        <p:cTn id="19" dur="500"/>
                                        <p:tgtEl>
                                          <p:spTgt spid="1056782"/>
                                        </p:tgtEl>
                                      </p:cBhvr>
                                    </p:animEffect>
                                    <p:set>
                                      <p:cBhvr>
                                        <p:cTn id="20" dur="1" fill="hold">
                                          <p:stCondLst>
                                            <p:cond delay="499"/>
                                          </p:stCondLst>
                                        </p:cTn>
                                        <p:tgtEl>
                                          <p:spTgt spid="105678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22" presetClass="exit" presetSubtype="8" fill="hold" grpId="0" nodeType="clickEffect">
                                  <p:stCondLst>
                                    <p:cond delay="0"/>
                                  </p:stCondLst>
                                  <p:childTnLst>
                                    <p:animEffect transition="out" filter="wipe(left)">
                                      <p:cBhvr>
                                        <p:cTn id="24" dur="500"/>
                                        <p:tgtEl>
                                          <p:spTgt spid="1056780"/>
                                        </p:tgtEl>
                                      </p:cBhvr>
                                    </p:animEffect>
                                    <p:set>
                                      <p:cBhvr>
                                        <p:cTn id="25" dur="1" fill="hold">
                                          <p:stCondLst>
                                            <p:cond delay="499"/>
                                          </p:stCondLst>
                                        </p:cTn>
                                        <p:tgtEl>
                                          <p:spTgt spid="1056780"/>
                                        </p:tgtEl>
                                        <p:attrNameLst>
                                          <p:attrName>style.visibility</p:attrName>
                                        </p:attrNameLst>
                                      </p:cBhvr>
                                      <p:to>
                                        <p:strVal val="hidden"/>
                                      </p:to>
                                    </p:set>
                                  </p:childTnLst>
                                </p:cTn>
                              </p:par>
                              <p:par>
                                <p:cTn id="26" presetID="22" presetClass="exit" presetSubtype="8" fill="hold" grpId="0" nodeType="withEffect">
                                  <p:stCondLst>
                                    <p:cond delay="0"/>
                                  </p:stCondLst>
                                  <p:childTnLst>
                                    <p:animEffect transition="out" filter="wipe(left)">
                                      <p:cBhvr>
                                        <p:cTn id="27" dur="500"/>
                                        <p:tgtEl>
                                          <p:spTgt spid="1056783"/>
                                        </p:tgtEl>
                                      </p:cBhvr>
                                    </p:animEffect>
                                    <p:set>
                                      <p:cBhvr>
                                        <p:cTn id="28" dur="1" fill="hold">
                                          <p:stCondLst>
                                            <p:cond delay="499"/>
                                          </p:stCondLst>
                                        </p:cTn>
                                        <p:tgtEl>
                                          <p:spTgt spid="1056783"/>
                                        </p:tgtEl>
                                        <p:attrNameLst>
                                          <p:attrName>style.visibility</p:attrName>
                                        </p:attrNameLst>
                                      </p:cBhvr>
                                      <p:to>
                                        <p:strVal val="hidden"/>
                                      </p:to>
                                    </p:set>
                                  </p:childTnLst>
                                </p:cTn>
                              </p:par>
                              <p:par>
                                <p:cTn id="29" presetID="22" presetClass="exit" presetSubtype="8" fill="hold" grpId="0" nodeType="withEffect">
                                  <p:stCondLst>
                                    <p:cond delay="0"/>
                                  </p:stCondLst>
                                  <p:childTnLst>
                                    <p:animEffect transition="out" filter="wipe(left)">
                                      <p:cBhvr>
                                        <p:cTn id="30" dur="500"/>
                                        <p:tgtEl>
                                          <p:spTgt spid="1056786"/>
                                        </p:tgtEl>
                                      </p:cBhvr>
                                    </p:animEffect>
                                    <p:set>
                                      <p:cBhvr>
                                        <p:cTn id="31" dur="1" fill="hold">
                                          <p:stCondLst>
                                            <p:cond delay="499"/>
                                          </p:stCondLst>
                                        </p:cTn>
                                        <p:tgtEl>
                                          <p:spTgt spid="1056786"/>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22" presetClass="exit" presetSubtype="8" fill="hold" grpId="0" nodeType="clickEffect">
                                  <p:stCondLst>
                                    <p:cond delay="0"/>
                                  </p:stCondLst>
                                  <p:childTnLst>
                                    <p:animEffect transition="out" filter="wipe(left)">
                                      <p:cBhvr>
                                        <p:cTn id="35" dur="500"/>
                                        <p:tgtEl>
                                          <p:spTgt spid="1056785"/>
                                        </p:tgtEl>
                                      </p:cBhvr>
                                    </p:animEffect>
                                    <p:set>
                                      <p:cBhvr>
                                        <p:cTn id="36" dur="1" fill="hold">
                                          <p:stCondLst>
                                            <p:cond delay="499"/>
                                          </p:stCondLst>
                                        </p:cTn>
                                        <p:tgtEl>
                                          <p:spTgt spid="1056785"/>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xit" presetSubtype="8" fill="hold" grpId="0" nodeType="clickEffect">
                                  <p:stCondLst>
                                    <p:cond delay="0"/>
                                  </p:stCondLst>
                                  <p:childTnLst>
                                    <p:animEffect transition="out" filter="wipe(left)">
                                      <p:cBhvr>
                                        <p:cTn id="40" dur="500"/>
                                        <p:tgtEl>
                                          <p:spTgt spid="1056787"/>
                                        </p:tgtEl>
                                      </p:cBhvr>
                                    </p:animEffect>
                                    <p:set>
                                      <p:cBhvr>
                                        <p:cTn id="41" dur="1" fill="hold">
                                          <p:stCondLst>
                                            <p:cond delay="499"/>
                                          </p:stCondLst>
                                        </p:cTn>
                                        <p:tgtEl>
                                          <p:spTgt spid="1056787"/>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22" presetClass="exit" presetSubtype="8" fill="hold" grpId="0" nodeType="clickEffect">
                                  <p:stCondLst>
                                    <p:cond delay="0"/>
                                  </p:stCondLst>
                                  <p:childTnLst>
                                    <p:animEffect transition="out" filter="wipe(left)">
                                      <p:cBhvr>
                                        <p:cTn id="45" dur="500"/>
                                        <p:tgtEl>
                                          <p:spTgt spid="1056788"/>
                                        </p:tgtEl>
                                      </p:cBhvr>
                                    </p:animEffect>
                                    <p:set>
                                      <p:cBhvr>
                                        <p:cTn id="46" dur="1" fill="hold">
                                          <p:stCondLst>
                                            <p:cond delay="499"/>
                                          </p:stCondLst>
                                        </p:cTn>
                                        <p:tgtEl>
                                          <p:spTgt spid="105678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2" presetClass="exit" presetSubtype="8" fill="hold" grpId="0" nodeType="clickEffect">
                                  <p:stCondLst>
                                    <p:cond delay="0"/>
                                  </p:stCondLst>
                                  <p:childTnLst>
                                    <p:animEffect transition="out" filter="wipe(left)">
                                      <p:cBhvr>
                                        <p:cTn id="50" dur="500"/>
                                        <p:tgtEl>
                                          <p:spTgt spid="1056790"/>
                                        </p:tgtEl>
                                      </p:cBhvr>
                                    </p:animEffect>
                                    <p:set>
                                      <p:cBhvr>
                                        <p:cTn id="51" dur="1" fill="hold">
                                          <p:stCondLst>
                                            <p:cond delay="499"/>
                                          </p:stCondLst>
                                        </p:cTn>
                                        <p:tgtEl>
                                          <p:spTgt spid="1056790"/>
                                        </p:tgtEl>
                                        <p:attrNameLst>
                                          <p:attrName>style.visibility</p:attrName>
                                        </p:attrNameLst>
                                      </p:cBhvr>
                                      <p:to>
                                        <p:strVal val="hidden"/>
                                      </p:to>
                                    </p:set>
                                  </p:childTnLst>
                                </p:cTn>
                              </p:par>
                              <p:par>
                                <p:cTn id="52" presetID="22" presetClass="exit" presetSubtype="8" fill="hold" grpId="0" nodeType="withEffect">
                                  <p:stCondLst>
                                    <p:cond delay="0"/>
                                  </p:stCondLst>
                                  <p:childTnLst>
                                    <p:animEffect transition="out" filter="wipe(left)">
                                      <p:cBhvr>
                                        <p:cTn id="53" dur="500"/>
                                        <p:tgtEl>
                                          <p:spTgt spid="1056793"/>
                                        </p:tgtEl>
                                      </p:cBhvr>
                                    </p:animEffect>
                                    <p:set>
                                      <p:cBhvr>
                                        <p:cTn id="54" dur="1" fill="hold">
                                          <p:stCondLst>
                                            <p:cond delay="499"/>
                                          </p:stCondLst>
                                        </p:cTn>
                                        <p:tgtEl>
                                          <p:spTgt spid="1056793"/>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2" presetClass="exit" presetSubtype="8" fill="hold" grpId="0" nodeType="clickEffect">
                                  <p:stCondLst>
                                    <p:cond delay="0"/>
                                  </p:stCondLst>
                                  <p:childTnLst>
                                    <p:animEffect transition="out" filter="wipe(left)">
                                      <p:cBhvr>
                                        <p:cTn id="58" dur="500"/>
                                        <p:tgtEl>
                                          <p:spTgt spid="1056791"/>
                                        </p:tgtEl>
                                      </p:cBhvr>
                                    </p:animEffect>
                                    <p:set>
                                      <p:cBhvr>
                                        <p:cTn id="59" dur="1" fill="hold">
                                          <p:stCondLst>
                                            <p:cond delay="499"/>
                                          </p:stCondLst>
                                        </p:cTn>
                                        <p:tgtEl>
                                          <p:spTgt spid="1056791"/>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22" presetClass="exit" presetSubtype="8" fill="hold" grpId="0" nodeType="clickEffect">
                                  <p:stCondLst>
                                    <p:cond delay="0"/>
                                  </p:stCondLst>
                                  <p:childTnLst>
                                    <p:animEffect transition="out" filter="wipe(left)">
                                      <p:cBhvr>
                                        <p:cTn id="63" dur="500"/>
                                        <p:tgtEl>
                                          <p:spTgt spid="1056792"/>
                                        </p:tgtEl>
                                      </p:cBhvr>
                                    </p:animEffect>
                                    <p:set>
                                      <p:cBhvr>
                                        <p:cTn id="64" dur="1" fill="hold">
                                          <p:stCondLst>
                                            <p:cond delay="499"/>
                                          </p:stCondLst>
                                        </p:cTn>
                                        <p:tgtEl>
                                          <p:spTgt spid="105679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2" presetClass="exit" presetSubtype="8" fill="hold" grpId="0" nodeType="clickEffect">
                                  <p:stCondLst>
                                    <p:cond delay="0"/>
                                  </p:stCondLst>
                                  <p:childTnLst>
                                    <p:animEffect transition="out" filter="wipe(left)">
                                      <p:cBhvr>
                                        <p:cTn id="68" dur="500"/>
                                        <p:tgtEl>
                                          <p:spTgt spid="1056794"/>
                                        </p:tgtEl>
                                      </p:cBhvr>
                                    </p:animEffect>
                                    <p:set>
                                      <p:cBhvr>
                                        <p:cTn id="69" dur="1" fill="hold">
                                          <p:stCondLst>
                                            <p:cond delay="499"/>
                                          </p:stCondLst>
                                        </p:cTn>
                                        <p:tgtEl>
                                          <p:spTgt spid="1056794"/>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22" presetClass="exit" presetSubtype="8" fill="hold" grpId="0" nodeType="clickEffect">
                                  <p:stCondLst>
                                    <p:cond delay="0"/>
                                  </p:stCondLst>
                                  <p:childTnLst>
                                    <p:animEffect transition="out" filter="wipe(left)">
                                      <p:cBhvr>
                                        <p:cTn id="73" dur="500"/>
                                        <p:tgtEl>
                                          <p:spTgt spid="1056795"/>
                                        </p:tgtEl>
                                      </p:cBhvr>
                                    </p:animEffect>
                                    <p:set>
                                      <p:cBhvr>
                                        <p:cTn id="74" dur="1" fill="hold">
                                          <p:stCondLst>
                                            <p:cond delay="499"/>
                                          </p:stCondLst>
                                        </p:cTn>
                                        <p:tgtEl>
                                          <p:spTgt spid="1056795"/>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6">
                                            <p:txEl>
                                              <p:pRg st="0" end="0"/>
                                            </p:txEl>
                                          </p:spTgt>
                                        </p:tgtEl>
                                        <p:attrNameLst>
                                          <p:attrName>style.visibility</p:attrName>
                                        </p:attrNameLst>
                                      </p:cBhvr>
                                      <p:to>
                                        <p:strVal val="visible"/>
                                      </p:to>
                                    </p:set>
                                    <p:animEffect transition="in" filter="wipe(left)">
                                      <p:cBhvr>
                                        <p:cTn id="79" dur="500"/>
                                        <p:tgtEl>
                                          <p:spTgt spid="6">
                                            <p:txEl>
                                              <p:pRg st="0" end="0"/>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6">
                                            <p:txEl>
                                              <p:pRg st="1" end="1"/>
                                            </p:txEl>
                                          </p:spTgt>
                                        </p:tgtEl>
                                        <p:attrNameLst>
                                          <p:attrName>style.visibility</p:attrName>
                                        </p:attrNameLst>
                                      </p:cBhvr>
                                      <p:to>
                                        <p:strVal val="visible"/>
                                      </p:to>
                                    </p:set>
                                    <p:animEffect transition="in" filter="wipe(left)">
                                      <p:cBhvr>
                                        <p:cTn id="84" dur="500"/>
                                        <p:tgtEl>
                                          <p:spTgt spid="6">
                                            <p:txEl>
                                              <p:pRg st="1" end="1"/>
                                            </p:txEl>
                                          </p:spTgt>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6">
                                            <p:txEl>
                                              <p:pRg st="2" end="2"/>
                                            </p:txEl>
                                          </p:spTgt>
                                        </p:tgtEl>
                                        <p:attrNameLst>
                                          <p:attrName>style.visibility</p:attrName>
                                        </p:attrNameLst>
                                      </p:cBhvr>
                                      <p:to>
                                        <p:strVal val="visible"/>
                                      </p:to>
                                    </p:set>
                                    <p:animEffect transition="in" filter="wipe(left)">
                                      <p:cBhvr>
                                        <p:cTn id="89" dur="500"/>
                                        <p:tgtEl>
                                          <p:spTgt spid="6">
                                            <p:txEl>
                                              <p:pRg st="2" end="2"/>
                                            </p:txEl>
                                          </p:spTgt>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6">
                                            <p:txEl>
                                              <p:pRg st="3" end="3"/>
                                            </p:txEl>
                                          </p:spTgt>
                                        </p:tgtEl>
                                        <p:attrNameLst>
                                          <p:attrName>style.visibility</p:attrName>
                                        </p:attrNameLst>
                                      </p:cBhvr>
                                      <p:to>
                                        <p:strVal val="visible"/>
                                      </p:to>
                                    </p:set>
                                    <p:animEffect transition="in" filter="wipe(left)">
                                      <p:cBhvr>
                                        <p:cTn id="94" dur="500"/>
                                        <p:tgtEl>
                                          <p:spTgt spid="6">
                                            <p:txEl>
                                              <p:pRg st="3" end="3"/>
                                            </p:txEl>
                                          </p:spTgt>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8" fill="hold" grpId="0" nodeType="clickEffect">
                                  <p:stCondLst>
                                    <p:cond delay="0"/>
                                  </p:stCondLst>
                                  <p:childTnLst>
                                    <p:set>
                                      <p:cBhvr>
                                        <p:cTn id="98" dur="1" fill="hold">
                                          <p:stCondLst>
                                            <p:cond delay="0"/>
                                          </p:stCondLst>
                                        </p:cTn>
                                        <p:tgtEl>
                                          <p:spTgt spid="37"/>
                                        </p:tgtEl>
                                        <p:attrNameLst>
                                          <p:attrName>style.visibility</p:attrName>
                                        </p:attrNameLst>
                                      </p:cBhvr>
                                      <p:to>
                                        <p:strVal val="visible"/>
                                      </p:to>
                                    </p:set>
                                    <p:animEffect transition="in" filter="wipe(left)">
                                      <p:cBhvr>
                                        <p:cTn id="99" dur="500"/>
                                        <p:tgtEl>
                                          <p:spTgt spid="37"/>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wipe(left)">
                                      <p:cBhvr>
                                        <p:cTn id="104" dur="500"/>
                                        <p:tgtEl>
                                          <p:spTgt spid="33"/>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8" fill="hold" grpId="0" nodeType="click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wipe(left)">
                                      <p:cBhvr>
                                        <p:cTn id="109" dur="500"/>
                                        <p:tgtEl>
                                          <p:spTgt spid="3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8" fill="hold" grpId="0" nodeType="clickEffect">
                                  <p:stCondLst>
                                    <p:cond delay="0"/>
                                  </p:stCondLst>
                                  <p:childTnLst>
                                    <p:set>
                                      <p:cBhvr>
                                        <p:cTn id="113" dur="1" fill="hold">
                                          <p:stCondLst>
                                            <p:cond delay="0"/>
                                          </p:stCondLst>
                                        </p:cTn>
                                        <p:tgtEl>
                                          <p:spTgt spid="35"/>
                                        </p:tgtEl>
                                        <p:attrNameLst>
                                          <p:attrName>style.visibility</p:attrName>
                                        </p:attrNameLst>
                                      </p:cBhvr>
                                      <p:to>
                                        <p:strVal val="visible"/>
                                      </p:to>
                                    </p:set>
                                    <p:animEffect transition="in" filter="wipe(left)">
                                      <p:cBhvr>
                                        <p:cTn id="114" dur="500"/>
                                        <p:tgtEl>
                                          <p:spTgt spid="35"/>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grpId="0" nodeType="clickEffect">
                                  <p:stCondLst>
                                    <p:cond delay="0"/>
                                  </p:stCondLst>
                                  <p:childTnLst>
                                    <p:set>
                                      <p:cBhvr>
                                        <p:cTn id="118" dur="1" fill="hold">
                                          <p:stCondLst>
                                            <p:cond delay="0"/>
                                          </p:stCondLst>
                                        </p:cTn>
                                        <p:tgtEl>
                                          <p:spTgt spid="36"/>
                                        </p:tgtEl>
                                        <p:attrNameLst>
                                          <p:attrName>style.visibility</p:attrName>
                                        </p:attrNameLst>
                                      </p:cBhvr>
                                      <p:to>
                                        <p:strVal val="visible"/>
                                      </p:to>
                                    </p:set>
                                    <p:animEffect transition="in" filter="wipe(left)">
                                      <p:cBhvr>
                                        <p:cTn id="119" dur="500"/>
                                        <p:tgtEl>
                                          <p:spTgt spid="36"/>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grpId="0" nodeType="clickEffect">
                                  <p:stCondLst>
                                    <p:cond delay="0"/>
                                  </p:stCondLst>
                                  <p:childTnLst>
                                    <p:set>
                                      <p:cBhvr>
                                        <p:cTn id="123" dur="1" fill="hold">
                                          <p:stCondLst>
                                            <p:cond delay="0"/>
                                          </p:stCondLst>
                                        </p:cTn>
                                        <p:tgtEl>
                                          <p:spTgt spid="6">
                                            <p:txEl>
                                              <p:pRg st="4" end="4"/>
                                            </p:txEl>
                                          </p:spTgt>
                                        </p:tgtEl>
                                        <p:attrNameLst>
                                          <p:attrName>style.visibility</p:attrName>
                                        </p:attrNameLst>
                                      </p:cBhvr>
                                      <p:to>
                                        <p:strVal val="visible"/>
                                      </p:to>
                                    </p:set>
                                    <p:animEffect transition="in" filter="wipe(left)">
                                      <p:cBhvr>
                                        <p:cTn id="124" dur="500"/>
                                        <p:tgtEl>
                                          <p:spTgt spid="6">
                                            <p:txEl>
                                              <p:pRg st="4" end="4"/>
                                            </p:txEl>
                                          </p:spTgt>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8" fill="hold" grpId="0" nodeType="clickEffect">
                                  <p:stCondLst>
                                    <p:cond delay="0"/>
                                  </p:stCondLst>
                                  <p:childTnLst>
                                    <p:set>
                                      <p:cBhvr>
                                        <p:cTn id="128" dur="1" fill="hold">
                                          <p:stCondLst>
                                            <p:cond delay="0"/>
                                          </p:stCondLst>
                                        </p:cTn>
                                        <p:tgtEl>
                                          <p:spTgt spid="6">
                                            <p:txEl>
                                              <p:pRg st="5" end="5"/>
                                            </p:txEl>
                                          </p:spTgt>
                                        </p:tgtEl>
                                        <p:attrNameLst>
                                          <p:attrName>style.visibility</p:attrName>
                                        </p:attrNameLst>
                                      </p:cBhvr>
                                      <p:to>
                                        <p:strVal val="visible"/>
                                      </p:to>
                                    </p:set>
                                    <p:animEffect transition="in" filter="wipe(left)">
                                      <p:cBhvr>
                                        <p:cTn id="129"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allAtOnce"/>
      <p:bldP spid="1056777" grpId="0" animBg="1"/>
      <p:bldP spid="1056778" grpId="0" animBg="1"/>
      <p:bldP spid="1056780" grpId="0" animBg="1"/>
      <p:bldP spid="1056781" grpId="0" animBg="1"/>
      <p:bldP spid="1056782" grpId="0" animBg="1"/>
      <p:bldP spid="1056783" grpId="0" animBg="1"/>
      <p:bldP spid="1056785" grpId="0" animBg="1"/>
      <p:bldP spid="1056786" grpId="0" animBg="1"/>
      <p:bldP spid="1056787" grpId="0" animBg="1"/>
      <p:bldP spid="1056788" grpId="0" animBg="1"/>
      <p:bldP spid="1056790" grpId="0" animBg="1"/>
      <p:bldP spid="1056791" grpId="0" animBg="1"/>
      <p:bldP spid="1056792" grpId="0" animBg="1"/>
      <p:bldP spid="1056793" grpId="0" animBg="1"/>
      <p:bldP spid="1056794" grpId="0" animBg="1"/>
      <p:bldP spid="1056795" grpId="0" animBg="1"/>
      <p:bldP spid="33" grpId="0"/>
      <p:bldP spid="34" grpId="0"/>
      <p:bldP spid="35" grpId="0"/>
      <p:bldP spid="36" grpId="0"/>
      <p:bldP spid="37"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790" name="Group 94"/>
          <p:cNvGraphicFramePr>
            <a:graphicFrameLocks noGrp="1"/>
          </p:cNvGraphicFramePr>
          <p:nvPr/>
        </p:nvGraphicFramePr>
        <p:xfrm>
          <a:off x="642910" y="1026804"/>
          <a:ext cx="8351837" cy="3688080"/>
        </p:xfrm>
        <a:graphic>
          <a:graphicData uri="http://schemas.openxmlformats.org/drawingml/2006/table">
            <a:tbl>
              <a:tblPr/>
              <a:tblGrid>
                <a:gridCol w="375013">
                  <a:extLst>
                    <a:ext uri="{9D8B030D-6E8A-4147-A177-3AD203B41FA5}">
                      <a16:colId xmlns:a16="http://schemas.microsoft.com/office/drawing/2014/main" val="20000"/>
                    </a:ext>
                  </a:extLst>
                </a:gridCol>
                <a:gridCol w="602343">
                  <a:extLst>
                    <a:ext uri="{9D8B030D-6E8A-4147-A177-3AD203B41FA5}">
                      <a16:colId xmlns:a16="http://schemas.microsoft.com/office/drawing/2014/main" val="20001"/>
                    </a:ext>
                  </a:extLst>
                </a:gridCol>
                <a:gridCol w="2125295">
                  <a:extLst>
                    <a:ext uri="{9D8B030D-6E8A-4147-A177-3AD203B41FA5}">
                      <a16:colId xmlns:a16="http://schemas.microsoft.com/office/drawing/2014/main" val="20002"/>
                    </a:ext>
                  </a:extLst>
                </a:gridCol>
                <a:gridCol w="1748757">
                  <a:extLst>
                    <a:ext uri="{9D8B030D-6E8A-4147-A177-3AD203B41FA5}">
                      <a16:colId xmlns:a16="http://schemas.microsoft.com/office/drawing/2014/main" val="20003"/>
                    </a:ext>
                  </a:extLst>
                </a:gridCol>
                <a:gridCol w="928694">
                  <a:extLst>
                    <a:ext uri="{9D8B030D-6E8A-4147-A177-3AD203B41FA5}">
                      <a16:colId xmlns:a16="http://schemas.microsoft.com/office/drawing/2014/main" val="20004"/>
                    </a:ext>
                  </a:extLst>
                </a:gridCol>
                <a:gridCol w="2571735">
                  <a:extLst>
                    <a:ext uri="{9D8B030D-6E8A-4147-A177-3AD203B41FA5}">
                      <a16:colId xmlns:a16="http://schemas.microsoft.com/office/drawing/2014/main" val="20005"/>
                    </a:ext>
                  </a:extLst>
                </a:gridCol>
              </a:tblGrid>
              <a:tr h="304785">
                <a:tc rowSpan="2"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AX=b</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400" b="1" i="0" u="none" strike="noStrike" cap="none" normalizeH="0" baseline="0" dirty="0">
                          <a:ln>
                            <a:noFill/>
                          </a:ln>
                          <a:solidFill>
                            <a:schemeClr val="bg1"/>
                          </a:solidFill>
                          <a:effectLst/>
                          <a:latin typeface="微软雅黑" pitchFamily="34" charset="-122"/>
                          <a:ea typeface="微软雅黑" pitchFamily="34" charset="-122"/>
                        </a:rPr>
                        <a:t>充要条件</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rowSpan="2" hMerge="1">
                  <a:txBody>
                    <a:bodyPr/>
                    <a:lstStyle/>
                    <a:p>
                      <a:endParaRPr lang="zh-CN" altLang="en-US"/>
                    </a:p>
                  </a:txBody>
                  <a:tcPr/>
                </a:tc>
                <a:tc grid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a:t>
                      </a:r>
                      <a:r>
                        <a:rPr kumimoji="0" lang="en-US" altLang="zh-CN" sz="2000" b="1" i="0" u="none" strike="noStrike" cap="none" normalizeH="0" baseline="-25000" dirty="0" err="1">
                          <a:ln>
                            <a:noFill/>
                          </a:ln>
                          <a:solidFill>
                            <a:schemeClr val="bg1"/>
                          </a:solidFill>
                          <a:effectLst/>
                          <a:latin typeface="微软雅黑" pitchFamily="34" charset="-122"/>
                          <a:ea typeface="微软雅黑" pitchFamily="34" charset="-122"/>
                        </a:rPr>
                        <a:t>m×n</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步骤</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解的意义</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94297">
                <a:tc gridSpan="2" vMerge="1">
                  <a:txBody>
                    <a:bodyPr/>
                    <a:lstStyle/>
                    <a:p>
                      <a:endParaRPr lang="zh-CN" altLang="en-US"/>
                    </a:p>
                  </a:txBody>
                  <a:tcPr/>
                </a:tc>
                <a:tc hMerge="1"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m≥n</a:t>
                      </a:r>
                      <a:r>
                        <a:rPr kumimoji="0" lang="en-US" altLang="zh-CN" sz="2800" b="1" i="0" u="none" strike="noStrike" cap="none" normalizeH="0" baseline="0" dirty="0">
                          <a:ln>
                            <a:noFill/>
                          </a:ln>
                          <a:solidFill>
                            <a:schemeClr val="bg1"/>
                          </a:solidFill>
                          <a:effectLst/>
                          <a:latin typeface="黑体"/>
                          <a:ea typeface="黑体"/>
                        </a:rPr>
                        <a:t>▊</a:t>
                      </a:r>
                      <a:r>
                        <a:rPr kumimoji="0" lang="en-US" altLang="zh-CN" sz="2000" b="1" i="0" u="none" strike="noStrike" cap="none" normalizeH="0" baseline="0" dirty="0">
                          <a:ln>
                            <a:noFill/>
                          </a:ln>
                          <a:solidFill>
                            <a:schemeClr val="bg1"/>
                          </a:solidFill>
                          <a:effectLst/>
                          <a:latin typeface="黑体"/>
                          <a:ea typeface="黑体"/>
                        </a:rPr>
                        <a:t>█</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m</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a:t>
                      </a:r>
                      <a:r>
                        <a:rPr kumimoji="0" lang="en-US" altLang="zh-CN" sz="2800" b="1" i="0" u="none" strike="noStrike" cap="none" normalizeH="0" baseline="0" dirty="0">
                          <a:ln>
                            <a:noFill/>
                          </a:ln>
                          <a:solidFill>
                            <a:schemeClr val="bg1"/>
                          </a:solidFill>
                          <a:effectLst/>
                          <a:latin typeface="黑体"/>
                          <a:ea typeface="黑体"/>
                        </a:rPr>
                        <a:t>▅</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m</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线性表示</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533393">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有解</a:t>
                      </a:r>
                    </a:p>
                  </a:txBody>
                  <a:tcPr anchor="ctr" horzOverflow="overflow">
                    <a:lnL w="28575" cap="flat" cmpd="sng" algn="ctr">
                      <a:solidFill>
                        <a:schemeClr val="bg2"/>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唯一</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R(A)=R(</a:t>
                      </a: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)=n</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bg2">
                        <a:lumMod val="40000"/>
                        <a:lumOff val="6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|A|≠0</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b</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可由</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的列向量线性表示</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且形式唯一</a:t>
                      </a:r>
                    </a:p>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 </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的列向量为</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的极大无关组</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2"/>
                  </a:ext>
                </a:extLst>
              </a:tr>
              <a:tr h="376239">
                <a:tc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1"/>
                          </a:solidFill>
                          <a:effectLst/>
                          <a:latin typeface="微软雅黑" pitchFamily="34" charset="-122"/>
                          <a:ea typeface="微软雅黑" pitchFamily="34" charset="-122"/>
                        </a:rPr>
                        <a:t>无穷</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R(A)=R(</a:t>
                      </a: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)&lt;n</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R(A)=R(</a:t>
                      </a:r>
                      <a:r>
                        <a:rPr kumimoji="0" lang="en-US" altLang="zh-CN" sz="18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a:t>
                      </a:r>
                      <a:endParaRPr kumimoji="0" lang="zh-CN" altLang="zh-CN" sz="1800" b="0"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|A|=0</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b</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可由</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的列向量线性表示</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且形式无穷</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3"/>
                  </a:ext>
                </a:extLst>
              </a:tr>
              <a:tr h="603893">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无解</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h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R(A)&lt;R(</a:t>
                      </a: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R(A)&lt;R(</a:t>
                      </a:r>
                      <a:r>
                        <a:rPr kumimoji="0" lang="en-US" altLang="zh-CN" sz="2000" b="1" i="0" u="none" strike="noStrike" cap="none" normalizeH="0" baseline="0" dirty="0" err="1">
                          <a:ln>
                            <a:noFill/>
                          </a:ln>
                          <a:solidFill>
                            <a:schemeClr val="bg1"/>
                          </a:solidFill>
                          <a:effectLst/>
                          <a:latin typeface="微软雅黑" pitchFamily="34" charset="-122"/>
                          <a:ea typeface="微软雅黑" pitchFamily="34" charset="-122"/>
                        </a:rPr>
                        <a:t>A|b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solidFill>
                      <a:schemeClr val="accent1"/>
                    </a:solidFill>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b</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不能由</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的列向量线性表示</a:t>
                      </a:r>
                    </a:p>
                  </a:txBody>
                  <a:tcPr anchor="ctr" horzOverflow="overflow">
                    <a:lnL w="28575" cap="flat" cmpd="sng" algn="ctr">
                      <a:solidFill>
                        <a:srgbClr val="0000FF"/>
                      </a:solidFill>
                      <a:prstDash val="solid"/>
                      <a:round/>
                      <a:headEnd type="none" w="med" len="med"/>
                      <a:tailEnd type="none" w="med" len="med"/>
                    </a:lnL>
                    <a:lnR w="28575" cap="flat" cmpd="sng" algn="ctr">
                      <a:solidFill>
                        <a:srgbClr val="0000FF"/>
                      </a:solidFill>
                      <a:prstDash val="solid"/>
                      <a:round/>
                      <a:headEnd type="none" w="med" len="med"/>
                      <a:tailEnd type="none" w="med" len="med"/>
                    </a:lnR>
                    <a:lnT w="28575" cap="flat" cmpd="sng" algn="ctr">
                      <a:solidFill>
                        <a:srgbClr val="0000FF"/>
                      </a:solidFill>
                      <a:prstDash val="solid"/>
                      <a:round/>
                      <a:headEnd type="none" w="med" len="med"/>
                      <a:tailEnd type="none" w="med" len="med"/>
                    </a:lnT>
                    <a:lnB w="28575" cap="flat" cmpd="sng" algn="ctr">
                      <a:solidFill>
                        <a:srgbClr val="0000FF"/>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4"/>
                  </a:ext>
                </a:extLst>
              </a:tr>
            </a:tbl>
          </a:graphicData>
        </a:graphic>
      </p:graphicFrame>
      <p:sp>
        <p:nvSpPr>
          <p:cNvPr id="4" name="Rectangle 5"/>
          <p:cNvSpPr>
            <a:spLocks noChangeArrowheads="1"/>
          </p:cNvSpPr>
          <p:nvPr/>
        </p:nvSpPr>
        <p:spPr bwMode="auto">
          <a:xfrm>
            <a:off x="571472" y="0"/>
            <a:ext cx="778674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AX=b</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5" name="Text Box 2"/>
          <p:cNvSpPr txBox="1">
            <a:spLocks noChangeArrowheads="1"/>
          </p:cNvSpPr>
          <p:nvPr/>
        </p:nvSpPr>
        <p:spPr bwMode="auto">
          <a:xfrm>
            <a:off x="642910" y="4732107"/>
            <a:ext cx="8501090" cy="2554545"/>
          </a:xfrm>
          <a:prstGeom prst="rect">
            <a:avLst/>
          </a:prstGeom>
          <a:noFill/>
          <a:ln w="9525">
            <a:noFill/>
            <a:miter lim="800000"/>
            <a:headEnd/>
            <a:tailEnd/>
          </a:ln>
        </p:spPr>
        <p:txBody>
          <a:bodyPr wrap="square">
            <a:spAutoFit/>
          </a:bodyPr>
          <a:lstStyle/>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1、Ax = b </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的通解为</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x =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ξ</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η</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其中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ξ</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是 </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Ax = 0 </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的通解，</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η </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是 </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Ax = b </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的一个特解</a:t>
            </a:r>
            <a:endPar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解的性质：任意  两解之差  是 导出组的解</a:t>
            </a:r>
            <a:endPar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1349375" marR="0" lvl="0" indent="-1349375" algn="l" defTabSz="914400" rtl="0" eaLnBrk="1" fontAlgn="base" latinLnBrk="0" hangingPunct="1">
              <a:lnSpc>
                <a:spcPct val="150000"/>
              </a:lnSpc>
              <a:spcBef>
                <a:spcPct val="0"/>
              </a:spcBef>
              <a:spcAft>
                <a:spcPct val="0"/>
              </a:spcAft>
              <a:buClrTx/>
              <a:buSzTx/>
              <a:buFontTx/>
              <a:buNone/>
              <a:tabLst/>
              <a:defRPr/>
            </a:pP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可逆</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 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的列（行）向量组线性无关</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 A</a:t>
            </a:r>
            <a:r>
              <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X=O</a:t>
            </a:r>
            <a:r>
              <a:rPr kumimoji="0"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只有零解</a:t>
            </a:r>
            <a:endParaRPr kumimoji="0"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1349375" marR="0" lvl="0" indent="-1349375" algn="l" defTabSz="914400" rtl="0" eaLnBrk="1" fontAlgn="base" latinLnBrk="0" hangingPunct="1">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 </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b</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可由</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的列向量唯一线性表示</a:t>
            </a:r>
            <a:endParaRPr kumimoji="1" lang="zh-CN" altLang="en-US" sz="20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endPar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057796" name="AutoShape 4"/>
          <p:cNvSpPr>
            <a:spLocks noChangeAspect="1" noChangeArrowheads="1" noTextEdit="1"/>
          </p:cNvSpPr>
          <p:nvPr/>
        </p:nvSpPr>
        <p:spPr bwMode="auto">
          <a:xfrm>
            <a:off x="550863" y="925513"/>
            <a:ext cx="8572500" cy="39147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0" name="Rectangle 8"/>
          <p:cNvSpPr>
            <a:spLocks noChangeArrowheads="1"/>
          </p:cNvSpPr>
          <p:nvPr/>
        </p:nvSpPr>
        <p:spPr bwMode="auto">
          <a:xfrm>
            <a:off x="6443663" y="1038226"/>
            <a:ext cx="2571750" cy="4000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1" name="Rectangle 9"/>
          <p:cNvSpPr>
            <a:spLocks noChangeArrowheads="1"/>
          </p:cNvSpPr>
          <p:nvPr/>
        </p:nvSpPr>
        <p:spPr bwMode="auto">
          <a:xfrm>
            <a:off x="1643063" y="1438276"/>
            <a:ext cx="2124075"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2" name="Rectangle 10"/>
          <p:cNvSpPr>
            <a:spLocks noChangeArrowheads="1"/>
          </p:cNvSpPr>
          <p:nvPr/>
        </p:nvSpPr>
        <p:spPr bwMode="auto">
          <a:xfrm>
            <a:off x="3767138" y="1438276"/>
            <a:ext cx="1743075"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3" name="Rectangle 11"/>
          <p:cNvSpPr>
            <a:spLocks noChangeArrowheads="1"/>
          </p:cNvSpPr>
          <p:nvPr/>
        </p:nvSpPr>
        <p:spPr bwMode="auto">
          <a:xfrm>
            <a:off x="5510213" y="1438276"/>
            <a:ext cx="933450"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4" name="Rectangle 12"/>
          <p:cNvSpPr>
            <a:spLocks noChangeArrowheads="1"/>
          </p:cNvSpPr>
          <p:nvPr/>
        </p:nvSpPr>
        <p:spPr bwMode="auto">
          <a:xfrm>
            <a:off x="6443663" y="1438276"/>
            <a:ext cx="2571750" cy="5143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0" name="Rectangle 18"/>
          <p:cNvSpPr>
            <a:spLocks noChangeArrowheads="1"/>
          </p:cNvSpPr>
          <p:nvPr/>
        </p:nvSpPr>
        <p:spPr bwMode="auto">
          <a:xfrm>
            <a:off x="6443663" y="1952626"/>
            <a:ext cx="2571750" cy="690556"/>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6" name="Rectangle 14"/>
          <p:cNvSpPr>
            <a:spLocks noChangeArrowheads="1"/>
          </p:cNvSpPr>
          <p:nvPr/>
        </p:nvSpPr>
        <p:spPr bwMode="auto">
          <a:xfrm>
            <a:off x="1033463" y="1952626"/>
            <a:ext cx="609600" cy="13525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7" name="Rectangle 15"/>
          <p:cNvSpPr>
            <a:spLocks noChangeArrowheads="1"/>
          </p:cNvSpPr>
          <p:nvPr/>
        </p:nvSpPr>
        <p:spPr bwMode="auto">
          <a:xfrm>
            <a:off x="1643063" y="1952626"/>
            <a:ext cx="2124075" cy="13525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8" name="Rectangle 16"/>
          <p:cNvSpPr>
            <a:spLocks noChangeArrowheads="1"/>
          </p:cNvSpPr>
          <p:nvPr/>
        </p:nvSpPr>
        <p:spPr bwMode="auto">
          <a:xfrm>
            <a:off x="3767138" y="1952626"/>
            <a:ext cx="1743075" cy="1352550"/>
          </a:xfrm>
          <a:prstGeom prst="rect">
            <a:avLst/>
          </a:prstGeom>
          <a:solidFill>
            <a:srgbClr val="7272F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09" name="Rectangle 17"/>
          <p:cNvSpPr>
            <a:spLocks noChangeArrowheads="1"/>
          </p:cNvSpPr>
          <p:nvPr/>
        </p:nvSpPr>
        <p:spPr bwMode="auto">
          <a:xfrm>
            <a:off x="5510213" y="1952626"/>
            <a:ext cx="933450" cy="13525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1" name="Rectangle 19"/>
          <p:cNvSpPr>
            <a:spLocks noChangeArrowheads="1"/>
          </p:cNvSpPr>
          <p:nvPr/>
        </p:nvSpPr>
        <p:spPr bwMode="auto">
          <a:xfrm>
            <a:off x="1033463" y="3305176"/>
            <a:ext cx="609600" cy="7239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2" name="Rectangle 20"/>
          <p:cNvSpPr>
            <a:spLocks noChangeArrowheads="1"/>
          </p:cNvSpPr>
          <p:nvPr/>
        </p:nvSpPr>
        <p:spPr bwMode="auto">
          <a:xfrm>
            <a:off x="1643063" y="3305176"/>
            <a:ext cx="2124075" cy="7239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3" name="Rectangle 21"/>
          <p:cNvSpPr>
            <a:spLocks noChangeArrowheads="1"/>
          </p:cNvSpPr>
          <p:nvPr/>
        </p:nvSpPr>
        <p:spPr bwMode="auto">
          <a:xfrm>
            <a:off x="3767138" y="3305176"/>
            <a:ext cx="1743075" cy="7239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4" name="Rectangle 22"/>
          <p:cNvSpPr>
            <a:spLocks noChangeArrowheads="1"/>
          </p:cNvSpPr>
          <p:nvPr/>
        </p:nvSpPr>
        <p:spPr bwMode="auto">
          <a:xfrm>
            <a:off x="5510213" y="3305176"/>
            <a:ext cx="933450" cy="14287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5" name="Rectangle 23"/>
          <p:cNvSpPr>
            <a:spLocks noChangeArrowheads="1"/>
          </p:cNvSpPr>
          <p:nvPr/>
        </p:nvSpPr>
        <p:spPr bwMode="auto">
          <a:xfrm>
            <a:off x="6443663" y="3305176"/>
            <a:ext cx="2571750" cy="7239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7" name="Rectangle 25"/>
          <p:cNvSpPr>
            <a:spLocks noChangeArrowheads="1"/>
          </p:cNvSpPr>
          <p:nvPr/>
        </p:nvSpPr>
        <p:spPr bwMode="auto">
          <a:xfrm>
            <a:off x="1643063" y="4029076"/>
            <a:ext cx="2124075" cy="704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8" name="Rectangle 26"/>
          <p:cNvSpPr>
            <a:spLocks noChangeArrowheads="1"/>
          </p:cNvSpPr>
          <p:nvPr/>
        </p:nvSpPr>
        <p:spPr bwMode="auto">
          <a:xfrm>
            <a:off x="3767138" y="4029076"/>
            <a:ext cx="1743075" cy="704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19" name="Rectangle 27"/>
          <p:cNvSpPr>
            <a:spLocks noChangeArrowheads="1"/>
          </p:cNvSpPr>
          <p:nvPr/>
        </p:nvSpPr>
        <p:spPr bwMode="auto">
          <a:xfrm>
            <a:off x="6443663" y="4029076"/>
            <a:ext cx="2571750" cy="704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0" name="Rectangle 28"/>
          <p:cNvSpPr>
            <a:spLocks noChangeArrowheads="1"/>
          </p:cNvSpPr>
          <p:nvPr/>
        </p:nvSpPr>
        <p:spPr bwMode="auto">
          <a:xfrm>
            <a:off x="1023938" y="1947863"/>
            <a:ext cx="28575" cy="210502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2" name="Rectangle 30"/>
          <p:cNvSpPr>
            <a:spLocks noChangeArrowheads="1"/>
          </p:cNvSpPr>
          <p:nvPr/>
        </p:nvSpPr>
        <p:spPr bwMode="auto">
          <a:xfrm>
            <a:off x="3757613" y="1423988"/>
            <a:ext cx="28575" cy="332422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5" name="Rectangle 33"/>
          <p:cNvSpPr>
            <a:spLocks noChangeArrowheads="1"/>
          </p:cNvSpPr>
          <p:nvPr/>
        </p:nvSpPr>
        <p:spPr bwMode="auto">
          <a:xfrm>
            <a:off x="1628776" y="1428751"/>
            <a:ext cx="7400925"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6" name="Rectangle 34"/>
          <p:cNvSpPr>
            <a:spLocks noChangeArrowheads="1"/>
          </p:cNvSpPr>
          <p:nvPr/>
        </p:nvSpPr>
        <p:spPr bwMode="auto">
          <a:xfrm>
            <a:off x="657226" y="1943101"/>
            <a:ext cx="8372475"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8" name="Rectangle 36"/>
          <p:cNvSpPr>
            <a:spLocks noChangeArrowheads="1"/>
          </p:cNvSpPr>
          <p:nvPr/>
        </p:nvSpPr>
        <p:spPr bwMode="auto">
          <a:xfrm>
            <a:off x="657226" y="4019551"/>
            <a:ext cx="4876800"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9" name="Rectangle 37"/>
          <p:cNvSpPr>
            <a:spLocks noChangeArrowheads="1"/>
          </p:cNvSpPr>
          <p:nvPr/>
        </p:nvSpPr>
        <p:spPr bwMode="auto">
          <a:xfrm>
            <a:off x="6429376" y="4019551"/>
            <a:ext cx="2600325"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0" name="Rectangle 38"/>
          <p:cNvSpPr>
            <a:spLocks noChangeArrowheads="1"/>
          </p:cNvSpPr>
          <p:nvPr/>
        </p:nvSpPr>
        <p:spPr bwMode="auto">
          <a:xfrm>
            <a:off x="652463" y="1033463"/>
            <a:ext cx="28575" cy="92392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1" name="Rectangle 39"/>
          <p:cNvSpPr>
            <a:spLocks noChangeArrowheads="1"/>
          </p:cNvSpPr>
          <p:nvPr/>
        </p:nvSpPr>
        <p:spPr bwMode="auto">
          <a:xfrm>
            <a:off x="652463" y="1957388"/>
            <a:ext cx="28575" cy="2076450"/>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0" name="Rectangle 18"/>
          <p:cNvSpPr>
            <a:spLocks noChangeArrowheads="1"/>
          </p:cNvSpPr>
          <p:nvPr/>
        </p:nvSpPr>
        <p:spPr bwMode="auto">
          <a:xfrm>
            <a:off x="6466114" y="2643182"/>
            <a:ext cx="2535024" cy="690556"/>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2" name="Rectangle 40"/>
          <p:cNvSpPr>
            <a:spLocks noChangeArrowheads="1"/>
          </p:cNvSpPr>
          <p:nvPr/>
        </p:nvSpPr>
        <p:spPr bwMode="auto">
          <a:xfrm>
            <a:off x="652463" y="4033838"/>
            <a:ext cx="28575" cy="7143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3" name="Rectangle 41"/>
          <p:cNvSpPr>
            <a:spLocks noChangeArrowheads="1"/>
          </p:cNvSpPr>
          <p:nvPr/>
        </p:nvSpPr>
        <p:spPr bwMode="auto">
          <a:xfrm>
            <a:off x="9005888" y="1033463"/>
            <a:ext cx="28575" cy="3714750"/>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4" name="Rectangle 42"/>
          <p:cNvSpPr>
            <a:spLocks noChangeArrowheads="1"/>
          </p:cNvSpPr>
          <p:nvPr/>
        </p:nvSpPr>
        <p:spPr bwMode="auto">
          <a:xfrm>
            <a:off x="657226" y="1028701"/>
            <a:ext cx="8372475"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35" name="Rectangle 43"/>
          <p:cNvSpPr>
            <a:spLocks noChangeArrowheads="1"/>
          </p:cNvSpPr>
          <p:nvPr/>
        </p:nvSpPr>
        <p:spPr bwMode="auto">
          <a:xfrm>
            <a:off x="657226" y="4724401"/>
            <a:ext cx="8372475"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4" name="Rectangle 32"/>
          <p:cNvSpPr>
            <a:spLocks noChangeArrowheads="1"/>
          </p:cNvSpPr>
          <p:nvPr/>
        </p:nvSpPr>
        <p:spPr bwMode="auto">
          <a:xfrm>
            <a:off x="6434138" y="1033463"/>
            <a:ext cx="28575" cy="3714750"/>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7" name="Rectangle 35"/>
          <p:cNvSpPr>
            <a:spLocks noChangeArrowheads="1"/>
          </p:cNvSpPr>
          <p:nvPr/>
        </p:nvSpPr>
        <p:spPr bwMode="auto">
          <a:xfrm>
            <a:off x="1028701" y="3295651"/>
            <a:ext cx="8001000" cy="2857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3" name="Rectangle 31"/>
          <p:cNvSpPr>
            <a:spLocks noChangeArrowheads="1"/>
          </p:cNvSpPr>
          <p:nvPr/>
        </p:nvSpPr>
        <p:spPr bwMode="auto">
          <a:xfrm>
            <a:off x="5500688" y="1423988"/>
            <a:ext cx="28575" cy="3324225"/>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57821" name="Rectangle 29"/>
          <p:cNvSpPr>
            <a:spLocks noChangeArrowheads="1"/>
          </p:cNvSpPr>
          <p:nvPr/>
        </p:nvSpPr>
        <p:spPr bwMode="auto">
          <a:xfrm>
            <a:off x="1633538" y="1033463"/>
            <a:ext cx="28575" cy="3714750"/>
          </a:xfrm>
          <a:prstGeom prst="rect">
            <a:avLst/>
          </a:prstGeom>
          <a:solidFill>
            <a:srgbClr val="0000FF"/>
          </a:solidFill>
          <a:ln w="0"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1" name="矩形 40"/>
          <p:cNvSpPr/>
          <p:nvPr/>
        </p:nvSpPr>
        <p:spPr>
          <a:xfrm>
            <a:off x="5591110" y="6429396"/>
            <a:ext cx="2334293" cy="400110"/>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sym typeface="Wingdings" pitchFamily="2" charset="2"/>
              </a:rPr>
              <a:t> A</a:t>
            </a:r>
            <a:r>
              <a:rPr kumimoji="0"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X=</a:t>
            </a:r>
            <a:r>
              <a:rPr kumimoji="0" lang="en-US" altLang="zh-CN" sz="20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b</a:t>
            </a:r>
            <a:r>
              <a:rPr kumimoji="0"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有唯一解</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1057806"/>
                                        </p:tgtEl>
                                      </p:cBhvr>
                                    </p:animEffect>
                                    <p:set>
                                      <p:cBhvr>
                                        <p:cTn id="7" dur="1" fill="hold">
                                          <p:stCondLst>
                                            <p:cond delay="499"/>
                                          </p:stCondLst>
                                        </p:cTn>
                                        <p:tgtEl>
                                          <p:spTgt spid="105780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1057811"/>
                                        </p:tgtEl>
                                      </p:cBhvr>
                                    </p:animEffect>
                                    <p:set>
                                      <p:cBhvr>
                                        <p:cTn id="12" dur="1" fill="hold">
                                          <p:stCondLst>
                                            <p:cond delay="499"/>
                                          </p:stCondLst>
                                        </p:cTn>
                                        <p:tgtEl>
                                          <p:spTgt spid="105781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500"/>
                                        <p:tgtEl>
                                          <p:spTgt spid="1057807"/>
                                        </p:tgtEl>
                                      </p:cBhvr>
                                    </p:animEffect>
                                    <p:set>
                                      <p:cBhvr>
                                        <p:cTn id="17" dur="1" fill="hold">
                                          <p:stCondLst>
                                            <p:cond delay="499"/>
                                          </p:stCondLst>
                                        </p:cTn>
                                        <p:tgtEl>
                                          <p:spTgt spid="1057807"/>
                                        </p:tgtEl>
                                        <p:attrNameLst>
                                          <p:attrName>style.visibility</p:attrName>
                                        </p:attrNameLst>
                                      </p:cBhvr>
                                      <p:to>
                                        <p:strVal val="hidden"/>
                                      </p:to>
                                    </p:set>
                                  </p:childTnLst>
                                </p:cTn>
                              </p:par>
                              <p:par>
                                <p:cTn id="18" presetID="22" presetClass="exit" presetSubtype="8" fill="hold" grpId="0" nodeType="withEffect">
                                  <p:stCondLst>
                                    <p:cond delay="0"/>
                                  </p:stCondLst>
                                  <p:childTnLst>
                                    <p:animEffect transition="out" filter="wipe(left)">
                                      <p:cBhvr>
                                        <p:cTn id="19" dur="500"/>
                                        <p:tgtEl>
                                          <p:spTgt spid="1057812"/>
                                        </p:tgtEl>
                                      </p:cBhvr>
                                    </p:animEffect>
                                    <p:set>
                                      <p:cBhvr>
                                        <p:cTn id="20" dur="1" fill="hold">
                                          <p:stCondLst>
                                            <p:cond delay="499"/>
                                          </p:stCondLst>
                                        </p:cTn>
                                        <p:tgtEl>
                                          <p:spTgt spid="1057812"/>
                                        </p:tgtEl>
                                        <p:attrNameLst>
                                          <p:attrName>style.visibility</p:attrName>
                                        </p:attrNameLst>
                                      </p:cBhvr>
                                      <p:to>
                                        <p:strVal val="hidden"/>
                                      </p:to>
                                    </p:set>
                                  </p:childTnLst>
                                </p:cTn>
                              </p:par>
                              <p:par>
                                <p:cTn id="21" presetID="22" presetClass="exit" presetSubtype="8" fill="hold" grpId="0" nodeType="withEffect">
                                  <p:stCondLst>
                                    <p:cond delay="0"/>
                                  </p:stCondLst>
                                  <p:childTnLst>
                                    <p:animEffect transition="out" filter="wipe(left)">
                                      <p:cBhvr>
                                        <p:cTn id="22" dur="500"/>
                                        <p:tgtEl>
                                          <p:spTgt spid="1057817"/>
                                        </p:tgtEl>
                                      </p:cBhvr>
                                    </p:animEffect>
                                    <p:set>
                                      <p:cBhvr>
                                        <p:cTn id="23" dur="1" fill="hold">
                                          <p:stCondLst>
                                            <p:cond delay="499"/>
                                          </p:stCondLst>
                                        </p:cTn>
                                        <p:tgtEl>
                                          <p:spTgt spid="1057817"/>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xit" presetSubtype="8" fill="hold" grpId="0" nodeType="clickEffect">
                                  <p:stCondLst>
                                    <p:cond delay="0"/>
                                  </p:stCondLst>
                                  <p:childTnLst>
                                    <p:animEffect transition="out" filter="wipe(left)">
                                      <p:cBhvr>
                                        <p:cTn id="27" dur="500"/>
                                        <p:tgtEl>
                                          <p:spTgt spid="1057801"/>
                                        </p:tgtEl>
                                      </p:cBhvr>
                                    </p:animEffect>
                                    <p:set>
                                      <p:cBhvr>
                                        <p:cTn id="28" dur="1" fill="hold">
                                          <p:stCondLst>
                                            <p:cond delay="499"/>
                                          </p:stCondLst>
                                        </p:cTn>
                                        <p:tgtEl>
                                          <p:spTgt spid="105780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xit" presetSubtype="8" fill="hold" grpId="0" nodeType="clickEffect">
                                  <p:stCondLst>
                                    <p:cond delay="0"/>
                                  </p:stCondLst>
                                  <p:childTnLst>
                                    <p:animEffect transition="out" filter="wipe(left)">
                                      <p:cBhvr>
                                        <p:cTn id="32" dur="500"/>
                                        <p:tgtEl>
                                          <p:spTgt spid="1057802"/>
                                        </p:tgtEl>
                                      </p:cBhvr>
                                    </p:animEffect>
                                    <p:set>
                                      <p:cBhvr>
                                        <p:cTn id="33" dur="1" fill="hold">
                                          <p:stCondLst>
                                            <p:cond delay="499"/>
                                          </p:stCondLst>
                                        </p:cTn>
                                        <p:tgtEl>
                                          <p:spTgt spid="1057802"/>
                                        </p:tgtEl>
                                        <p:attrNameLst>
                                          <p:attrName>style.visibility</p:attrName>
                                        </p:attrNameLst>
                                      </p:cBhvr>
                                      <p:to>
                                        <p:strVal val="hidden"/>
                                      </p:to>
                                    </p:set>
                                  </p:childTnLst>
                                </p:cTn>
                              </p:par>
                              <p:par>
                                <p:cTn id="34" presetID="22" presetClass="exit" presetSubtype="8" fill="hold" grpId="0" nodeType="withEffect">
                                  <p:stCondLst>
                                    <p:cond delay="0"/>
                                  </p:stCondLst>
                                  <p:childTnLst>
                                    <p:animEffect transition="out" filter="wipe(left)">
                                      <p:cBhvr>
                                        <p:cTn id="35" dur="500"/>
                                        <p:tgtEl>
                                          <p:spTgt spid="1057803"/>
                                        </p:tgtEl>
                                      </p:cBhvr>
                                    </p:animEffect>
                                    <p:set>
                                      <p:cBhvr>
                                        <p:cTn id="36" dur="1" fill="hold">
                                          <p:stCondLst>
                                            <p:cond delay="499"/>
                                          </p:stCondLst>
                                        </p:cTn>
                                        <p:tgtEl>
                                          <p:spTgt spid="1057803"/>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xit" presetSubtype="8" fill="hold" grpId="0" nodeType="clickEffect">
                                  <p:stCondLst>
                                    <p:cond delay="0"/>
                                  </p:stCondLst>
                                  <p:childTnLst>
                                    <p:animEffect transition="out" filter="wipe(left)">
                                      <p:cBhvr>
                                        <p:cTn id="40" dur="500"/>
                                        <p:tgtEl>
                                          <p:spTgt spid="1057813"/>
                                        </p:tgtEl>
                                      </p:cBhvr>
                                    </p:animEffect>
                                    <p:set>
                                      <p:cBhvr>
                                        <p:cTn id="41" dur="1" fill="hold">
                                          <p:stCondLst>
                                            <p:cond delay="499"/>
                                          </p:stCondLst>
                                        </p:cTn>
                                        <p:tgtEl>
                                          <p:spTgt spid="105781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22" presetClass="exit" presetSubtype="8" fill="hold" grpId="0" nodeType="clickEffect">
                                  <p:stCondLst>
                                    <p:cond delay="0"/>
                                  </p:stCondLst>
                                  <p:childTnLst>
                                    <p:animEffect transition="out" filter="wipe(left)">
                                      <p:cBhvr>
                                        <p:cTn id="45" dur="500"/>
                                        <p:tgtEl>
                                          <p:spTgt spid="1057818"/>
                                        </p:tgtEl>
                                      </p:cBhvr>
                                    </p:animEffect>
                                    <p:set>
                                      <p:cBhvr>
                                        <p:cTn id="46" dur="1" fill="hold">
                                          <p:stCondLst>
                                            <p:cond delay="499"/>
                                          </p:stCondLst>
                                        </p:cTn>
                                        <p:tgtEl>
                                          <p:spTgt spid="105781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2" presetClass="exit" presetSubtype="8" fill="hold" grpId="0" nodeType="clickEffect">
                                  <p:stCondLst>
                                    <p:cond delay="0"/>
                                  </p:stCondLst>
                                  <p:childTnLst>
                                    <p:animEffect transition="out" filter="wipe(left)">
                                      <p:cBhvr>
                                        <p:cTn id="50" dur="500"/>
                                        <p:tgtEl>
                                          <p:spTgt spid="1057809"/>
                                        </p:tgtEl>
                                      </p:cBhvr>
                                    </p:animEffect>
                                    <p:set>
                                      <p:cBhvr>
                                        <p:cTn id="51" dur="1" fill="hold">
                                          <p:stCondLst>
                                            <p:cond delay="499"/>
                                          </p:stCondLst>
                                        </p:cTn>
                                        <p:tgtEl>
                                          <p:spTgt spid="1057809"/>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22" presetClass="exit" presetSubtype="8" fill="hold" grpId="0" nodeType="clickEffect">
                                  <p:stCondLst>
                                    <p:cond delay="0"/>
                                  </p:stCondLst>
                                  <p:childTnLst>
                                    <p:animEffect transition="out" filter="wipe(left)">
                                      <p:cBhvr>
                                        <p:cTn id="55" dur="500"/>
                                        <p:tgtEl>
                                          <p:spTgt spid="1057814"/>
                                        </p:tgtEl>
                                      </p:cBhvr>
                                    </p:animEffect>
                                    <p:set>
                                      <p:cBhvr>
                                        <p:cTn id="56" dur="1" fill="hold">
                                          <p:stCondLst>
                                            <p:cond delay="499"/>
                                          </p:stCondLst>
                                        </p:cTn>
                                        <p:tgtEl>
                                          <p:spTgt spid="1057814"/>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2" presetClass="exit" presetSubtype="8" fill="hold" grpId="0" nodeType="clickEffect">
                                  <p:stCondLst>
                                    <p:cond delay="0"/>
                                  </p:stCondLst>
                                  <p:childTnLst>
                                    <p:animEffect transition="out" filter="wipe(left)">
                                      <p:cBhvr>
                                        <p:cTn id="60" dur="500"/>
                                        <p:tgtEl>
                                          <p:spTgt spid="1057800"/>
                                        </p:tgtEl>
                                      </p:cBhvr>
                                    </p:animEffect>
                                    <p:set>
                                      <p:cBhvr>
                                        <p:cTn id="61" dur="1" fill="hold">
                                          <p:stCondLst>
                                            <p:cond delay="499"/>
                                          </p:stCondLst>
                                        </p:cTn>
                                        <p:tgtEl>
                                          <p:spTgt spid="1057800"/>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22" presetClass="exit" presetSubtype="8" fill="hold" grpId="0" nodeType="clickEffect">
                                  <p:stCondLst>
                                    <p:cond delay="0"/>
                                  </p:stCondLst>
                                  <p:childTnLst>
                                    <p:animEffect transition="out" filter="wipe(left)">
                                      <p:cBhvr>
                                        <p:cTn id="65" dur="500"/>
                                        <p:tgtEl>
                                          <p:spTgt spid="1057804"/>
                                        </p:tgtEl>
                                      </p:cBhvr>
                                    </p:animEffect>
                                    <p:set>
                                      <p:cBhvr>
                                        <p:cTn id="66" dur="1" fill="hold">
                                          <p:stCondLst>
                                            <p:cond delay="499"/>
                                          </p:stCondLst>
                                        </p:cTn>
                                        <p:tgtEl>
                                          <p:spTgt spid="1057804"/>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2" presetClass="exit" presetSubtype="8" fill="hold" grpId="0" nodeType="clickEffect">
                                  <p:stCondLst>
                                    <p:cond delay="0"/>
                                  </p:stCondLst>
                                  <p:childTnLst>
                                    <p:animEffect transition="out" filter="wipe(left)">
                                      <p:cBhvr>
                                        <p:cTn id="70" dur="500"/>
                                        <p:tgtEl>
                                          <p:spTgt spid="1057810"/>
                                        </p:tgtEl>
                                      </p:cBhvr>
                                    </p:animEffect>
                                    <p:set>
                                      <p:cBhvr>
                                        <p:cTn id="71" dur="1" fill="hold">
                                          <p:stCondLst>
                                            <p:cond delay="499"/>
                                          </p:stCondLst>
                                        </p:cTn>
                                        <p:tgtEl>
                                          <p:spTgt spid="1057810"/>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22" presetClass="exit" presetSubtype="8" fill="hold" grpId="0" nodeType="clickEffect">
                                  <p:stCondLst>
                                    <p:cond delay="0"/>
                                  </p:stCondLst>
                                  <p:childTnLst>
                                    <p:animEffect transition="out" filter="wipe(left)">
                                      <p:cBhvr>
                                        <p:cTn id="75" dur="500"/>
                                        <p:tgtEl>
                                          <p:spTgt spid="1057815"/>
                                        </p:tgtEl>
                                      </p:cBhvr>
                                    </p:animEffect>
                                    <p:set>
                                      <p:cBhvr>
                                        <p:cTn id="76" dur="1" fill="hold">
                                          <p:stCondLst>
                                            <p:cond delay="499"/>
                                          </p:stCondLst>
                                        </p:cTn>
                                        <p:tgtEl>
                                          <p:spTgt spid="105781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22" presetClass="exit" presetSubtype="8" fill="hold" grpId="0" nodeType="clickEffect">
                                  <p:stCondLst>
                                    <p:cond delay="0"/>
                                  </p:stCondLst>
                                  <p:childTnLst>
                                    <p:animEffect transition="out" filter="wipe(left)">
                                      <p:cBhvr>
                                        <p:cTn id="80" dur="500"/>
                                        <p:tgtEl>
                                          <p:spTgt spid="1057819"/>
                                        </p:tgtEl>
                                      </p:cBhvr>
                                    </p:animEffect>
                                    <p:set>
                                      <p:cBhvr>
                                        <p:cTn id="81" dur="1" fill="hold">
                                          <p:stCondLst>
                                            <p:cond delay="499"/>
                                          </p:stCondLst>
                                        </p:cTn>
                                        <p:tgtEl>
                                          <p:spTgt spid="1057819"/>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22" presetClass="exit" presetSubtype="8" fill="hold" grpId="0" nodeType="clickEffect">
                                  <p:stCondLst>
                                    <p:cond delay="0"/>
                                  </p:stCondLst>
                                  <p:childTnLst>
                                    <p:animEffect transition="out" filter="wipe(left)">
                                      <p:cBhvr>
                                        <p:cTn id="85" dur="500"/>
                                        <p:tgtEl>
                                          <p:spTgt spid="40"/>
                                        </p:tgtEl>
                                      </p:cBhvr>
                                    </p:animEffect>
                                    <p:set>
                                      <p:cBhvr>
                                        <p:cTn id="86" dur="1" fill="hold">
                                          <p:stCondLst>
                                            <p:cond delay="499"/>
                                          </p:stCondLst>
                                        </p:cTn>
                                        <p:tgtEl>
                                          <p:spTgt spid="40"/>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grpId="0" nodeType="clickEffect">
                                  <p:stCondLst>
                                    <p:cond delay="0"/>
                                  </p:stCondLst>
                                  <p:childTnLst>
                                    <p:set>
                                      <p:cBhvr>
                                        <p:cTn id="90" dur="1" fill="hold">
                                          <p:stCondLst>
                                            <p:cond delay="0"/>
                                          </p:stCondLst>
                                        </p:cTn>
                                        <p:tgtEl>
                                          <p:spTgt spid="5">
                                            <p:txEl>
                                              <p:pRg st="0" end="0"/>
                                            </p:txEl>
                                          </p:spTgt>
                                        </p:tgtEl>
                                        <p:attrNameLst>
                                          <p:attrName>style.visibility</p:attrName>
                                        </p:attrNameLst>
                                      </p:cBhvr>
                                      <p:to>
                                        <p:strVal val="visible"/>
                                      </p:to>
                                    </p:set>
                                    <p:animEffect transition="in" filter="wipe(left)">
                                      <p:cBhvr>
                                        <p:cTn id="91" dur="500"/>
                                        <p:tgtEl>
                                          <p:spTgt spid="5">
                                            <p:txEl>
                                              <p:pRg st="0" end="0"/>
                                            </p:txEl>
                                          </p:spTgt>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grpId="0" nodeType="clickEffect">
                                  <p:stCondLst>
                                    <p:cond delay="0"/>
                                  </p:stCondLst>
                                  <p:childTnLst>
                                    <p:set>
                                      <p:cBhvr>
                                        <p:cTn id="95" dur="1" fill="hold">
                                          <p:stCondLst>
                                            <p:cond delay="0"/>
                                          </p:stCondLst>
                                        </p:cTn>
                                        <p:tgtEl>
                                          <p:spTgt spid="5">
                                            <p:txEl>
                                              <p:pRg st="1" end="1"/>
                                            </p:txEl>
                                          </p:spTgt>
                                        </p:tgtEl>
                                        <p:attrNameLst>
                                          <p:attrName>style.visibility</p:attrName>
                                        </p:attrNameLst>
                                      </p:cBhvr>
                                      <p:to>
                                        <p:strVal val="visible"/>
                                      </p:to>
                                    </p:set>
                                    <p:animEffect transition="in" filter="wipe(left)">
                                      <p:cBhvr>
                                        <p:cTn id="96" dur="500"/>
                                        <p:tgtEl>
                                          <p:spTgt spid="5">
                                            <p:txEl>
                                              <p:pRg st="1" end="1"/>
                                            </p:txEl>
                                          </p:spTgt>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grpId="0" nodeType="clickEffect">
                                  <p:stCondLst>
                                    <p:cond delay="0"/>
                                  </p:stCondLst>
                                  <p:childTnLst>
                                    <p:set>
                                      <p:cBhvr>
                                        <p:cTn id="100" dur="1" fill="hold">
                                          <p:stCondLst>
                                            <p:cond delay="0"/>
                                          </p:stCondLst>
                                        </p:cTn>
                                        <p:tgtEl>
                                          <p:spTgt spid="5">
                                            <p:txEl>
                                              <p:pRg st="2" end="2"/>
                                            </p:txEl>
                                          </p:spTgt>
                                        </p:tgtEl>
                                        <p:attrNameLst>
                                          <p:attrName>style.visibility</p:attrName>
                                        </p:attrNameLst>
                                      </p:cBhvr>
                                      <p:to>
                                        <p:strVal val="visible"/>
                                      </p:to>
                                    </p:set>
                                    <p:animEffect transition="in" filter="wipe(left)">
                                      <p:cBhvr>
                                        <p:cTn id="101" dur="500"/>
                                        <p:tgtEl>
                                          <p:spTgt spid="5">
                                            <p:txEl>
                                              <p:pRg st="2" end="2"/>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5">
                                            <p:txEl>
                                              <p:pRg st="3" end="3"/>
                                            </p:txEl>
                                          </p:spTgt>
                                        </p:tgtEl>
                                        <p:attrNameLst>
                                          <p:attrName>style.visibility</p:attrName>
                                        </p:attrNameLst>
                                      </p:cBhvr>
                                      <p:to>
                                        <p:strVal val="visible"/>
                                      </p:to>
                                    </p:set>
                                    <p:animEffect transition="in" filter="wipe(left)">
                                      <p:cBhvr>
                                        <p:cTn id="106" dur="500"/>
                                        <p:tgtEl>
                                          <p:spTgt spid="5">
                                            <p:txEl>
                                              <p:pRg st="3" end="3"/>
                                            </p:txEl>
                                          </p:spTgt>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grpId="0" nodeType="clickEffect">
                                  <p:stCondLst>
                                    <p:cond delay="0"/>
                                  </p:stCondLst>
                                  <p:childTnLst>
                                    <p:set>
                                      <p:cBhvr>
                                        <p:cTn id="110" dur="1" fill="hold">
                                          <p:stCondLst>
                                            <p:cond delay="0"/>
                                          </p:stCondLst>
                                        </p:cTn>
                                        <p:tgtEl>
                                          <p:spTgt spid="5">
                                            <p:txEl>
                                              <p:pRg st="4" end="4"/>
                                            </p:txEl>
                                          </p:spTgt>
                                        </p:tgtEl>
                                        <p:attrNameLst>
                                          <p:attrName>style.visibility</p:attrName>
                                        </p:attrNameLst>
                                      </p:cBhvr>
                                      <p:to>
                                        <p:strVal val="visible"/>
                                      </p:to>
                                    </p:set>
                                    <p:animEffect transition="in" filter="wipe(left)">
                                      <p:cBhvr>
                                        <p:cTn id="111" dur="500"/>
                                        <p:tgtEl>
                                          <p:spTgt spid="5">
                                            <p:txEl>
                                              <p:pRg st="4" end="4"/>
                                            </p:txEl>
                                          </p:spTgt>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wipe(left)">
                                      <p:cBhvr>
                                        <p:cTn id="116"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057800" grpId="0" animBg="1"/>
      <p:bldP spid="1057801" grpId="0" animBg="1"/>
      <p:bldP spid="1057802" grpId="0" animBg="1"/>
      <p:bldP spid="1057803" grpId="0" animBg="1"/>
      <p:bldP spid="1057804" grpId="0" animBg="1"/>
      <p:bldP spid="1057810" grpId="0" animBg="1"/>
      <p:bldP spid="1057806" grpId="0" animBg="1"/>
      <p:bldP spid="1057807" grpId="0" animBg="1"/>
      <p:bldP spid="1057809" grpId="0" animBg="1"/>
      <p:bldP spid="1057811" grpId="0" animBg="1"/>
      <p:bldP spid="1057812" grpId="0" animBg="1"/>
      <p:bldP spid="1057813" grpId="0" animBg="1"/>
      <p:bldP spid="1057814" grpId="0" animBg="1"/>
      <p:bldP spid="1057815" grpId="0" animBg="1"/>
      <p:bldP spid="1057817" grpId="0" animBg="1"/>
      <p:bldP spid="1057818" grpId="0" animBg="1"/>
      <p:bldP spid="1057819" grpId="0" animBg="1"/>
      <p:bldP spid="40" grpId="0" animBg="1"/>
      <p:bldP spid="41"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bwMode="auto">
          <a:xfrm>
            <a:off x="571472" y="1500174"/>
            <a:ext cx="8572528" cy="2286016"/>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求向量组的秩：还原成矩阵，则矩阵的秩即其向量组的秩</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3848100" algn="l" defTabSz="914400" rtl="0" eaLnBrk="0" fontAlgn="base" latinLnBrk="0" hangingPunct="0">
              <a:lnSpc>
                <a:spcPct val="130000"/>
              </a:lnSpc>
              <a:spcBef>
                <a:spcPct val="20000"/>
              </a:spcBef>
              <a:spcAft>
                <a:spcPct val="0"/>
              </a:spcAft>
              <a:buClr>
                <a:srgbClr val="010199">
                  <a:lumMod val="75000"/>
                </a:srgbClr>
              </a:buClr>
              <a:buSzPct val="75000"/>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向量组的极大无关组的向量个数</a:t>
            </a: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寻找极大无关组：若</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20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是矩阵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的一个</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最高阶非零子式</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，则</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2057400" algn="l" defTabSz="914400" rtl="0" eaLnBrk="0" fontAlgn="base" latinLnBrk="0" hangingPunct="0">
              <a:lnSpc>
                <a:spcPct val="130000"/>
              </a:lnSpc>
              <a:spcBef>
                <a:spcPct val="20000"/>
              </a:spcBef>
              <a:spcAft>
                <a:spcPct val="0"/>
              </a:spcAft>
              <a:buClr>
                <a:srgbClr val="010199">
                  <a:lumMod val="75000"/>
                </a:srgbClr>
              </a:buClr>
              <a:buSzPct val="75000"/>
              <a:buFontTx/>
              <a:buNone/>
              <a:tabLst/>
              <a:defRPr/>
            </a:pP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20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所在的</a:t>
            </a:r>
            <a:r>
              <a:rPr kumimoji="1" lang="zh-CN" altLang="en-US"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2000" b="1" i="1"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r</a:t>
            </a:r>
            <a:r>
              <a:rPr kumimoji="1" lang="en-US" altLang="zh-CN" sz="2000" b="1" i="0"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列</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是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的一个最大</a:t>
            </a:r>
            <a:r>
              <a:rPr kumimoji="1" lang="zh-CN" altLang="en-US" sz="2000" b="1" i="0"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列</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无关组</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2057400" algn="l" defTabSz="914400" rtl="0" eaLnBrk="0" fontAlgn="base" latinLnBrk="0" hangingPunct="0">
              <a:lnSpc>
                <a:spcPct val="130000"/>
              </a:lnSpc>
              <a:spcBef>
                <a:spcPct val="20000"/>
              </a:spcBef>
              <a:spcAft>
                <a:spcPct val="0"/>
              </a:spcAft>
              <a:buClr>
                <a:srgbClr val="010199">
                  <a:lumMod val="75000"/>
                </a:srgbClr>
              </a:buClr>
              <a:buSzPct val="75000"/>
              <a:buFontTx/>
              <a:buNone/>
              <a:tabLst/>
              <a:defRPr/>
            </a:pP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20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所在的</a:t>
            </a:r>
            <a:r>
              <a:rPr kumimoji="1" lang="zh-CN" altLang="en-US"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2000" b="1" i="1"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r </a:t>
            </a:r>
            <a:r>
              <a:rPr kumimoji="1" lang="zh-CN" altLang="en-US" sz="2000" b="1" i="0"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行</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是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的一个最大</a:t>
            </a:r>
            <a:r>
              <a:rPr kumimoji="1" lang="zh-CN" altLang="en-US" sz="2000" b="1" i="0" u="none" strike="noStrike" kern="120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行</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无关组．</a:t>
            </a:r>
          </a:p>
        </p:txBody>
      </p:sp>
      <p:sp>
        <p:nvSpPr>
          <p:cNvPr id="4" name="Rectangle 78"/>
          <p:cNvSpPr>
            <a:spLocks noChangeArrowheads="1"/>
          </p:cNvSpPr>
          <p:nvPr/>
        </p:nvSpPr>
        <p:spPr bwMode="auto">
          <a:xfrm>
            <a:off x="500034" y="982662"/>
            <a:ext cx="8643966" cy="517512"/>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求秩定理：</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列向量组</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行向量组</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a:t>
            </a:r>
            <a:endPar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7" name="Rectangle 5"/>
          <p:cNvSpPr>
            <a:spLocks noChangeArrowheads="1"/>
          </p:cNvSpPr>
          <p:nvPr/>
        </p:nvSpPr>
        <p:spPr bwMode="auto">
          <a:xfrm>
            <a:off x="571472" y="0"/>
            <a:ext cx="7358114"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三、向量组的秩</a:t>
            </a:r>
          </a:p>
        </p:txBody>
      </p:sp>
      <p:graphicFrame>
        <p:nvGraphicFramePr>
          <p:cNvPr id="8" name="Group 261"/>
          <p:cNvGraphicFramePr>
            <a:graphicFrameLocks noGrp="1"/>
          </p:cNvGraphicFramePr>
          <p:nvPr/>
        </p:nvGraphicFramePr>
        <p:xfrm>
          <a:off x="642910" y="4357694"/>
          <a:ext cx="8501090" cy="1975158"/>
        </p:xfrm>
        <a:graphic>
          <a:graphicData uri="http://schemas.openxmlformats.org/drawingml/2006/table">
            <a:tbl>
              <a:tblPr/>
              <a:tblGrid>
                <a:gridCol w="4747653">
                  <a:extLst>
                    <a:ext uri="{9D8B030D-6E8A-4147-A177-3AD203B41FA5}">
                      <a16:colId xmlns:a16="http://schemas.microsoft.com/office/drawing/2014/main" val="20000"/>
                    </a:ext>
                  </a:extLst>
                </a:gridCol>
                <a:gridCol w="3753437">
                  <a:extLst>
                    <a:ext uri="{9D8B030D-6E8A-4147-A177-3AD203B41FA5}">
                      <a16:colId xmlns:a16="http://schemas.microsoft.com/office/drawing/2014/main" val="20001"/>
                    </a:ext>
                  </a:extLst>
                </a:gridCol>
              </a:tblGrid>
              <a:tr h="28256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线性表示</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向量组的秩的条件</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420678">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可由向量组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线性表示</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A|B</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1"/>
                  </a:ext>
                </a:extLst>
              </a:tr>
              <a:tr h="357190">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1" lang="en-US" altLang="zh-CN" sz="2000" b="1" i="0" u="none" strike="noStrike" cap="none" normalizeH="0" baseline="0" dirty="0">
                          <a:ln>
                            <a:noFill/>
                          </a:ln>
                          <a:solidFill>
                            <a:schemeClr val="bg1"/>
                          </a:solidFill>
                          <a:effectLst/>
                          <a:latin typeface="Tahoma" pitchFamily="34" charset="0"/>
                          <a:ea typeface="宋体" charset="-122"/>
                          <a:sym typeface="Wingdings" pitchFamily="2" charset="2"/>
                        </a:rPr>
                        <a:t> </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2"/>
                  </a:ext>
                </a:extLst>
              </a:tr>
              <a:tr h="28704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向量组等价</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A|B</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3"/>
                  </a:ext>
                </a:extLst>
              </a:tr>
              <a:tr h="319428">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可由向量组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线性表示，且</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1800" b="1" i="0" u="none" strike="noStrike" cap="none" normalizeH="0" baseline="0" dirty="0">
                          <a:ln>
                            <a:noFill/>
                          </a:ln>
                          <a:solidFill>
                            <a:schemeClr val="accent1"/>
                          </a:solidFill>
                          <a:effectLst/>
                          <a:latin typeface="微软雅黑" pitchFamily="34" charset="-122"/>
                          <a:ea typeface="微软雅黑" pitchFamily="34" charset="-122"/>
                          <a:sym typeface="Wingdings" pitchFamily="2" charset="2"/>
                        </a:rPr>
                        <a:t></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和</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等价</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4"/>
                  </a:ext>
                </a:extLst>
              </a:tr>
            </a:tbl>
          </a:graphicData>
        </a:graphic>
      </p:graphicFrame>
      <p:sp>
        <p:nvSpPr>
          <p:cNvPr id="9" name="AutoShape 9"/>
          <p:cNvSpPr>
            <a:spLocks noChangeAspect="1" noChangeArrowheads="1" noTextEdit="1"/>
          </p:cNvSpPr>
          <p:nvPr/>
        </p:nvSpPr>
        <p:spPr bwMode="auto">
          <a:xfrm>
            <a:off x="531813" y="3943369"/>
            <a:ext cx="8715375" cy="22002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3" name="Rectangle 78"/>
          <p:cNvSpPr>
            <a:spLocks noChangeArrowheads="1"/>
          </p:cNvSpPr>
          <p:nvPr/>
        </p:nvSpPr>
        <p:spPr bwMode="auto">
          <a:xfrm>
            <a:off x="500034" y="3786190"/>
            <a:ext cx="8643966" cy="517512"/>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向量组的秩与向量组线性表示的关系</a:t>
            </a:r>
            <a:endPar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wipe(left)">
                                      <p:cBhvr>
                                        <p:cTn id="7" dur="500"/>
                                        <p:tgtEl>
                                          <p:spTgt spid="6">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
                                            <p:txEl>
                                              <p:pRg st="0" end="0"/>
                                            </p:txEl>
                                          </p:spTgt>
                                        </p:tgtEl>
                                        <p:attrNameLst>
                                          <p:attrName>style.visibility</p:attrName>
                                        </p:attrNameLst>
                                      </p:cBhvr>
                                      <p:to>
                                        <p:strVal val="visible"/>
                                      </p:to>
                                    </p:set>
                                    <p:animEffect transition="in" filter="wipe(left)">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
                                            <p:txEl>
                                              <p:pRg st="1" end="1"/>
                                            </p:txEl>
                                          </p:spTgt>
                                        </p:tgtEl>
                                        <p:attrNameLst>
                                          <p:attrName>style.visibility</p:attrName>
                                        </p:attrNameLst>
                                      </p:cBhvr>
                                      <p:to>
                                        <p:strVal val="visible"/>
                                      </p:to>
                                    </p:set>
                                    <p:animEffect transition="in" filter="wipe(left)">
                                      <p:cBhvr>
                                        <p:cTn id="15" dur="500"/>
                                        <p:tgtEl>
                                          <p:spTgt spid="6">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6">
                                            <p:txEl>
                                              <p:pRg st="2" end="2"/>
                                            </p:txEl>
                                          </p:spTgt>
                                        </p:tgtEl>
                                        <p:attrNameLst>
                                          <p:attrName>style.visibility</p:attrName>
                                        </p:attrNameLst>
                                      </p:cBhvr>
                                      <p:to>
                                        <p:strVal val="visible"/>
                                      </p:to>
                                    </p:set>
                                    <p:animEffect transition="in" filter="wipe(left)">
                                      <p:cBhvr>
                                        <p:cTn id="20" dur="500"/>
                                        <p:tgtEl>
                                          <p:spTgt spid="6">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6">
                                            <p:txEl>
                                              <p:pRg st="3" end="3"/>
                                            </p:txEl>
                                          </p:spTgt>
                                        </p:tgtEl>
                                        <p:attrNameLst>
                                          <p:attrName>style.visibility</p:attrName>
                                        </p:attrNameLst>
                                      </p:cBhvr>
                                      <p:to>
                                        <p:strVal val="visible"/>
                                      </p:to>
                                    </p:set>
                                    <p:animEffect transition="in" filter="wipe(left)">
                                      <p:cBhvr>
                                        <p:cTn id="25" dur="500"/>
                                        <p:tgtEl>
                                          <p:spTgt spid="6">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
                                            <p:txEl>
                                              <p:pRg st="4" end="4"/>
                                            </p:txEl>
                                          </p:spTgt>
                                        </p:tgtEl>
                                        <p:attrNameLst>
                                          <p:attrName>style.visibility</p:attrName>
                                        </p:attrNameLst>
                                      </p:cBhvr>
                                      <p:to>
                                        <p:strVal val="visible"/>
                                      </p:to>
                                    </p:set>
                                    <p:animEffect transition="in" filter="wipe(left)">
                                      <p:cBhvr>
                                        <p:cTn id="30" dur="500"/>
                                        <p:tgtEl>
                                          <p:spTgt spid="6">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allAtOnce"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2" name="WordArt 2"/>
          <p:cNvSpPr>
            <a:spLocks noChangeArrowheads="1" noChangeShapeType="1" noTextEdit="1"/>
          </p:cNvSpPr>
          <p:nvPr/>
        </p:nvSpPr>
        <p:spPr bwMode="auto">
          <a:xfrm>
            <a:off x="642910" y="-24"/>
            <a:ext cx="642942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二、三组定义与定</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理</a:t>
            </a:r>
          </a:p>
        </p:txBody>
      </p:sp>
      <p:graphicFrame>
        <p:nvGraphicFramePr>
          <p:cNvPr id="676101" name="Group 261"/>
          <p:cNvGraphicFramePr>
            <a:graphicFrameLocks noGrp="1"/>
          </p:cNvGraphicFramePr>
          <p:nvPr/>
        </p:nvGraphicFramePr>
        <p:xfrm>
          <a:off x="714348" y="1052513"/>
          <a:ext cx="8267700" cy="5742941"/>
        </p:xfrm>
        <a:graphic>
          <a:graphicData uri="http://schemas.openxmlformats.org/drawingml/2006/table">
            <a:tbl>
              <a:tblPr/>
              <a:tblGrid>
                <a:gridCol w="1212850">
                  <a:extLst>
                    <a:ext uri="{9D8B030D-6E8A-4147-A177-3AD203B41FA5}">
                      <a16:colId xmlns:a16="http://schemas.microsoft.com/office/drawing/2014/main" val="20000"/>
                    </a:ext>
                  </a:extLst>
                </a:gridCol>
                <a:gridCol w="1236663">
                  <a:extLst>
                    <a:ext uri="{9D8B030D-6E8A-4147-A177-3AD203B41FA5}">
                      <a16:colId xmlns:a16="http://schemas.microsoft.com/office/drawing/2014/main" val="20001"/>
                    </a:ext>
                  </a:extLst>
                </a:gridCol>
                <a:gridCol w="1879600">
                  <a:extLst>
                    <a:ext uri="{9D8B030D-6E8A-4147-A177-3AD203B41FA5}">
                      <a16:colId xmlns:a16="http://schemas.microsoft.com/office/drawing/2014/main" val="20002"/>
                    </a:ext>
                  </a:extLst>
                </a:gridCol>
                <a:gridCol w="3938587">
                  <a:extLst>
                    <a:ext uri="{9D8B030D-6E8A-4147-A177-3AD203B41FA5}">
                      <a16:colId xmlns:a16="http://schemas.microsoft.com/office/drawing/2014/main" val="20003"/>
                    </a:ext>
                  </a:extLst>
                </a:gridCol>
              </a:tblGrid>
              <a:tr h="504825">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accent1"/>
                          </a:solidFill>
                          <a:effectLst/>
                          <a:latin typeface="微软雅黑" pitchFamily="34" charset="-122"/>
                          <a:ea typeface="微软雅黑" pitchFamily="34" charset="-122"/>
                        </a:rPr>
                        <a:t>定义</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chemeClr val="bg2"/>
                    </a:solid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a:ln>
                            <a:noFill/>
                          </a:ln>
                          <a:solidFill>
                            <a:schemeClr val="tx1"/>
                          </a:solidFill>
                          <a:effectLst/>
                          <a:latin typeface="微软雅黑" pitchFamily="34" charset="-122"/>
                          <a:ea typeface="微软雅黑" pitchFamily="34" charset="-122"/>
                        </a:rPr>
                        <a:t>充要条件</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chemeClr val="bg2"/>
                    </a:solidFill>
                  </a:tcPr>
                </a:tc>
                <a:tc hMerge="1">
                  <a:txBody>
                    <a:bodyPr/>
                    <a:lstStyle/>
                    <a:p>
                      <a:endParaRPr lang="zh-CN" altLang="en-US"/>
                    </a:p>
                  </a:txBody>
                  <a:tcPr/>
                </a:tc>
                <a:extLst>
                  <a:ext uri="{0D108BD9-81ED-4DB2-BD59-A6C34878D82A}">
                    <a16:rowId xmlns:a16="http://schemas.microsoft.com/office/drawing/2014/main" val="10000"/>
                  </a:ext>
                </a:extLst>
              </a:tr>
              <a:tr h="431800">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向量</a:t>
                      </a:r>
                      <a:r>
                        <a:rPr kumimoji="0" lang="en-US" altLang="zh-CN" sz="2000" b="1" i="0" u="none" strike="noStrike" cap="none" normalizeH="0" baseline="0" dirty="0">
                          <a:ln>
                            <a:noFill/>
                          </a:ln>
                          <a:solidFill>
                            <a:schemeClr val="tx1"/>
                          </a:solidFill>
                          <a:effectLst/>
                          <a:latin typeface="微软雅黑" pitchFamily="34" charset="-122"/>
                          <a:ea typeface="微软雅黑" pitchFamily="34" charset="-122"/>
                        </a:rPr>
                        <a:t>b</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可由</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2000" b="1" i="0" u="none" strike="noStrike" cap="none" normalizeH="0" baseline="0" dirty="0">
                          <a:ln>
                            <a:noFill/>
                          </a:ln>
                          <a:solidFill>
                            <a:schemeClr val="tx1"/>
                          </a:solidFill>
                          <a:effectLst/>
                          <a:latin typeface="微软雅黑" pitchFamily="34" charset="-122"/>
                          <a:ea typeface="微软雅黑" pitchFamily="34" charset="-122"/>
                        </a:rPr>
                        <a:t>A</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线性表示</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2000" b="1" i="0" u="none" strike="noStrike" cap="none" normalizeH="0" baseline="0" dirty="0">
                          <a:ln>
                            <a:noFill/>
                          </a:ln>
                          <a:solidFill>
                            <a:schemeClr val="bg2"/>
                          </a:solidFill>
                          <a:effectLst/>
                          <a:latin typeface="微软雅黑" pitchFamily="34" charset="-122"/>
                          <a:ea typeface="微软雅黑" pitchFamily="34" charset="-122"/>
                        </a:rPr>
                        <a:t>存在数 </a:t>
                      </a:r>
                      <a:r>
                        <a:rPr kumimoji="0" lang="en-US" altLang="zh-CN" sz="2000" b="1" i="0" u="none" strike="noStrike" cap="none" normalizeH="0" baseline="0" dirty="0" err="1">
                          <a:ln>
                            <a:noFill/>
                          </a:ln>
                          <a:solidFill>
                            <a:schemeClr val="bg2"/>
                          </a:solidFill>
                          <a:effectLst/>
                          <a:latin typeface="微软雅黑" pitchFamily="34" charset="-122"/>
                          <a:ea typeface="微软雅黑" pitchFamily="34" charset="-122"/>
                        </a:rPr>
                        <a:t>k</a:t>
                      </a:r>
                      <a:r>
                        <a:rPr kumimoji="0" lang="en-US" altLang="zh-CN" sz="2000" b="1" i="0" u="none" strike="noStrike" cap="none" normalizeH="0" baseline="-25000" dirty="0" err="1">
                          <a:ln>
                            <a:noFill/>
                          </a:ln>
                          <a:solidFill>
                            <a:schemeClr val="bg2"/>
                          </a:solidFill>
                          <a:effectLst/>
                          <a:latin typeface="微软雅黑" pitchFamily="34" charset="-122"/>
                          <a:ea typeface="微软雅黑" pitchFamily="34" charset="-122"/>
                        </a:rPr>
                        <a:t>i</a:t>
                      </a:r>
                      <a:r>
                        <a:rPr kumimoji="0" lang="zh-CN" altLang="en-US" sz="2000" b="1" i="0" u="none" strike="noStrike" cap="none" normalizeH="0" baseline="0" dirty="0">
                          <a:ln>
                            <a:noFill/>
                          </a:ln>
                          <a:solidFill>
                            <a:schemeClr val="bg2"/>
                          </a:solidFill>
                          <a:effectLst/>
                          <a:latin typeface="微软雅黑" pitchFamily="34" charset="-122"/>
                          <a:ea typeface="微软雅黑" pitchFamily="34" charset="-122"/>
                        </a:rPr>
                        <a:t>使</a:t>
                      </a:r>
                      <a:endParaRPr kumimoji="0" lang="en-US" altLang="zh-CN" sz="2000" b="1" i="0" u="none" strike="noStrike" cap="none" normalizeH="0" baseline="0" dirty="0">
                        <a:ln>
                          <a:noFill/>
                        </a:ln>
                        <a:solidFill>
                          <a:schemeClr val="bg2"/>
                        </a:solidFill>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en-US" altLang="zh-CN" sz="2000" b="1" i="0" u="none" strike="noStrike" cap="none" normalizeH="0" baseline="0" dirty="0">
                          <a:ln>
                            <a:noFill/>
                          </a:ln>
                          <a:solidFill>
                            <a:schemeClr val="bg2"/>
                          </a:solidFill>
                          <a:effectLst/>
                          <a:latin typeface="微软雅黑" pitchFamily="34" charset="-122"/>
                          <a:ea typeface="微软雅黑" pitchFamily="34" charset="-122"/>
                        </a:rPr>
                        <a:t>∑</a:t>
                      </a:r>
                      <a:r>
                        <a:rPr kumimoji="0" lang="en-US" altLang="zh-CN" sz="2000" b="1" i="0" u="none" strike="noStrike" cap="none" normalizeH="0" baseline="0" dirty="0" err="1">
                          <a:ln>
                            <a:noFill/>
                          </a:ln>
                          <a:solidFill>
                            <a:schemeClr val="bg2"/>
                          </a:solidFill>
                          <a:effectLst/>
                          <a:latin typeface="微软雅黑" pitchFamily="34" charset="-122"/>
                          <a:ea typeface="微软雅黑" pitchFamily="34" charset="-122"/>
                        </a:rPr>
                        <a:t>k</a:t>
                      </a:r>
                      <a:r>
                        <a:rPr kumimoji="0" lang="en-US" altLang="zh-CN" sz="2000" b="1" i="0" u="none" strike="noStrike" cap="none" normalizeH="0" baseline="-25000" dirty="0" err="1">
                          <a:ln>
                            <a:noFill/>
                          </a:ln>
                          <a:solidFill>
                            <a:schemeClr val="bg2"/>
                          </a:solidFill>
                          <a:effectLst/>
                          <a:latin typeface="微软雅黑" pitchFamily="34" charset="-122"/>
                          <a:ea typeface="微软雅黑" pitchFamily="34" charset="-122"/>
                        </a:rPr>
                        <a:t>i</a:t>
                      </a:r>
                      <a:r>
                        <a:rPr kumimoji="0" lang="el-GR" altLang="zh-CN" sz="2000" b="1" i="0" u="none" strike="noStrike" cap="none" normalizeH="0" baseline="0" dirty="0">
                          <a:ln>
                            <a:noFill/>
                          </a:ln>
                          <a:solidFill>
                            <a:schemeClr val="bg2"/>
                          </a:solidFill>
                          <a:effectLst/>
                          <a:latin typeface="微软雅黑" pitchFamily="34" charset="-122"/>
                          <a:ea typeface="微软雅黑" pitchFamily="34" charset="-122"/>
                        </a:rPr>
                        <a:t>α</a:t>
                      </a:r>
                      <a:r>
                        <a:rPr kumimoji="0" lang="en-US" altLang="zh-CN" sz="2000" b="1" i="0" u="none" strike="noStrike" cap="none" normalizeH="0" baseline="-25000" dirty="0" err="1">
                          <a:ln>
                            <a:noFill/>
                          </a:ln>
                          <a:solidFill>
                            <a:schemeClr val="bg2"/>
                          </a:solidFill>
                          <a:effectLst/>
                          <a:latin typeface="微软雅黑" pitchFamily="34" charset="-122"/>
                          <a:ea typeface="微软雅黑" pitchFamily="34" charset="-122"/>
                        </a:rPr>
                        <a:t>i</a:t>
                      </a:r>
                      <a:r>
                        <a:rPr kumimoji="0" lang="en-US" altLang="zh-CN" sz="2000" b="1" i="0" u="none" strike="noStrike" cap="none" normalizeH="0" baseline="0" dirty="0">
                          <a:ln>
                            <a:noFill/>
                          </a:ln>
                          <a:solidFill>
                            <a:schemeClr val="bg2"/>
                          </a:solidFill>
                          <a:effectLst/>
                          <a:latin typeface="微软雅黑" pitchFamily="34" charset="-122"/>
                          <a:ea typeface="微软雅黑" pitchFamily="34" charset="-122"/>
                        </a:rPr>
                        <a:t>= </a:t>
                      </a:r>
                      <a:r>
                        <a:rPr kumimoji="0" lang="el-GR" altLang="zh-CN" sz="2000" b="1" i="0" u="none" strike="noStrike" cap="none" normalizeH="0" baseline="0" dirty="0">
                          <a:ln>
                            <a:noFill/>
                          </a:ln>
                          <a:solidFill>
                            <a:schemeClr val="bg2"/>
                          </a:solidFill>
                          <a:effectLst/>
                          <a:latin typeface="微软雅黑" pitchFamily="34" charset="-122"/>
                          <a:ea typeface="微软雅黑" pitchFamily="34" charset="-122"/>
                        </a:rPr>
                        <a:t>β </a:t>
                      </a:r>
                      <a:r>
                        <a:rPr kumimoji="0" lang="zh-CN" altLang="en-US" sz="2000" b="1" i="0" u="none" strike="noStrike" cap="none" normalizeH="0" baseline="0" dirty="0">
                          <a:ln>
                            <a:noFill/>
                          </a:ln>
                          <a:solidFill>
                            <a:schemeClr val="bg2"/>
                          </a:solidFill>
                          <a:effectLst/>
                          <a:latin typeface="微软雅黑" pitchFamily="34" charset="-122"/>
                          <a:ea typeface="微软雅黑" pitchFamily="34" charset="-122"/>
                        </a:rPr>
                        <a:t>成立</a:t>
                      </a:r>
                      <a:endParaRPr kumimoji="0" lang="zh-CN" altLang="zh-CN" sz="2000" b="1" i="0" u="none" strike="noStrike" cap="none" normalizeH="0" baseline="0" dirty="0">
                        <a:ln>
                          <a:noFill/>
                        </a:ln>
                        <a:solidFill>
                          <a:schemeClr val="bg2"/>
                        </a:solidFill>
                        <a:effectLst/>
                        <a:latin typeface="微软雅黑" pitchFamily="34" charset="-122"/>
                        <a:ea typeface="微软雅黑" pitchFamily="34" charset="-122"/>
                      </a:endParaRP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可表示</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b</a:t>
                      </a:r>
                    </a:p>
                  </a:txBody>
                  <a:tcPr anchor="ctr" horzOverflow="overflow">
                    <a:lnL w="28575" cap="flat" cmpd="sng" algn="ctr">
                      <a:solidFill>
                        <a:schemeClr val="bg2"/>
                      </a:solidFill>
                      <a:prstDash val="solid"/>
                      <a:round/>
                      <a:headEnd type="none" w="med" len="med"/>
                      <a:tailEnd type="none" w="med" len="med"/>
                    </a:lnL>
                    <a:lnR>
                      <a:noFill/>
                    </a:lnR>
                    <a:lnT w="28575" cap="flat" cmpd="sng" algn="ctr">
                      <a:solidFill>
                        <a:srgbClr val="FFFF00"/>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AX=b</a:t>
                      </a: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有解</a:t>
                      </a:r>
                    </a:p>
                  </a:txBody>
                  <a:tcPr anchor="ctr" horzOverflow="overflow">
                    <a:lnL>
                      <a:noFill/>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a:noFill/>
                    </a:lnB>
                    <a:lnTlToBr>
                      <a:noFill/>
                    </a:lnTlToBr>
                    <a:lnBlToTr>
                      <a:noFill/>
                    </a:lnBlToTr>
                    <a:solidFill>
                      <a:srgbClr val="FF0000"/>
                    </a:solidFill>
                  </a:tcPr>
                </a:tc>
                <a:extLst>
                  <a:ext uri="{0D108BD9-81ED-4DB2-BD59-A6C34878D82A}">
                    <a16:rowId xmlns:a16="http://schemas.microsoft.com/office/drawing/2014/main" val="10001"/>
                  </a:ext>
                </a:extLst>
              </a:tr>
              <a:tr h="40798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R(A)=R(A|b)</a:t>
                      </a:r>
                    </a:p>
                  </a:txBody>
                  <a:tcPr anchor="ctr" horzOverflow="overflow">
                    <a:lnL>
                      <a:noFill/>
                    </a:lnL>
                    <a:lnR w="28575" cap="flat" cmpd="sng" algn="ctr">
                      <a:solidFill>
                        <a:srgbClr val="FFFF00"/>
                      </a:solidFill>
                      <a:prstDash val="solid"/>
                      <a:round/>
                      <a:headEnd type="none" w="med" len="med"/>
                      <a:tailEnd type="none" w="med" len="med"/>
                    </a:lnR>
                    <a:lnT>
                      <a:noFill/>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2"/>
                  </a:ext>
                </a:extLst>
              </a:tr>
              <a:tr h="457200">
                <a:tc vMerge="1">
                  <a:txBody>
                    <a:bodyPr/>
                    <a:lstStyle/>
                    <a:p>
                      <a:endParaRPr lang="zh-CN" altLang="en-US"/>
                    </a:p>
                  </a:txBody>
                  <a:tcPr/>
                </a:tc>
                <a:tc vMerge="1">
                  <a:txBody>
                    <a:bodyPr/>
                    <a:lstStyle/>
                    <a:p>
                      <a:endParaRPr lang="zh-CN" altLang="en-US"/>
                    </a:p>
                  </a:txBody>
                  <a:tcPr/>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不可表示</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b</a:t>
                      </a:r>
                    </a:p>
                  </a:txBody>
                  <a:tcPr anchor="ctr" horzOverflow="overflow">
                    <a:lnL w="28575" cap="flat" cmpd="sng" algn="ctr">
                      <a:solidFill>
                        <a:schemeClr val="bg2"/>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a:ln>
                            <a:noFill/>
                          </a:ln>
                          <a:solidFill>
                            <a:schemeClr val="bg1"/>
                          </a:solidFill>
                          <a:effectLst/>
                          <a:latin typeface="微软雅黑" pitchFamily="34" charset="-122"/>
                          <a:ea typeface="微软雅黑" pitchFamily="34" charset="-122"/>
                        </a:rPr>
                        <a:t>AX=b</a:t>
                      </a:r>
                      <a:r>
                        <a:rPr kumimoji="0" lang="zh-CN" altLang="en-US" sz="2400" b="1" i="0" u="none" strike="noStrike" cap="none" normalizeH="0" baseline="0">
                          <a:ln>
                            <a:noFill/>
                          </a:ln>
                          <a:solidFill>
                            <a:schemeClr val="bg1"/>
                          </a:solidFill>
                          <a:effectLst/>
                          <a:latin typeface="微软雅黑" pitchFamily="34" charset="-122"/>
                          <a:ea typeface="微软雅黑" pitchFamily="34" charset="-122"/>
                        </a:rPr>
                        <a:t>无解</a:t>
                      </a:r>
                      <a:endParaRPr kumimoji="0" lang="zh-CN" altLang="en-US"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endParaRPr>
                    </a:p>
                  </a:txBody>
                  <a:tcPr anchor="ctr" horzOverflow="overflow">
                    <a:lnL w="12700" cap="flat" cmpd="sng" algn="ctr">
                      <a:solidFill>
                        <a:schemeClr val="tx1"/>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3"/>
                  </a:ext>
                </a:extLst>
              </a:tr>
              <a:tr h="358775">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a:ln>
                            <a:noFill/>
                          </a:ln>
                          <a:solidFill>
                            <a:schemeClr val="bg1"/>
                          </a:solidFill>
                          <a:effectLst/>
                          <a:latin typeface="微软雅黑" pitchFamily="34" charset="-122"/>
                          <a:ea typeface="微软雅黑" pitchFamily="34" charset="-122"/>
                        </a:rPr>
                        <a:t>R(A)&lt;R(A|b)</a:t>
                      </a:r>
                      <a:endParaRPr kumimoji="0" lang="en-US" altLang="zh-CN"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endParaRPr>
                    </a:p>
                  </a:txBody>
                  <a:tcPr anchor="ctr" horzOverflow="overflow">
                    <a:lnL w="12700" cap="flat" cmpd="sng" algn="ctr">
                      <a:solidFill>
                        <a:schemeClr val="tx1"/>
                      </a:solidFill>
                      <a:prstDash val="solid"/>
                      <a:round/>
                      <a:headEnd type="none" w="med" len="med"/>
                      <a:tailEnd type="none" w="med" len="med"/>
                    </a:lnL>
                    <a:lnR w="28575" cap="flat" cmpd="sng" algn="ctr">
                      <a:solidFill>
                        <a:srgbClr val="FFFF00"/>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4"/>
                  </a:ext>
                </a:extLst>
              </a:tr>
              <a:tr h="481013">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tx1"/>
                          </a:solidFill>
                          <a:effectLst/>
                          <a:latin typeface="微软雅黑" pitchFamily="34" charset="-122"/>
                          <a:ea typeface="微软雅黑" pitchFamily="34" charset="-122"/>
                        </a:rPr>
                        <a:t>向量组</a:t>
                      </a:r>
                      <a:r>
                        <a:rPr kumimoji="0" lang="en-US" altLang="zh-CN" sz="2000" b="1" i="0" u="none" strike="noStrike" cap="none" normalizeH="0" baseline="0">
                          <a:ln>
                            <a:noFill/>
                          </a:ln>
                          <a:solidFill>
                            <a:schemeClr val="tx1"/>
                          </a:solidFill>
                          <a:effectLst/>
                          <a:latin typeface="微软雅黑" pitchFamily="34" charset="-122"/>
                          <a:ea typeface="微软雅黑" pitchFamily="34" charset="-122"/>
                        </a:rPr>
                        <a:t>B</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tx1"/>
                          </a:solidFill>
                          <a:effectLst/>
                          <a:latin typeface="微软雅黑" pitchFamily="34" charset="-122"/>
                          <a:ea typeface="微软雅黑" pitchFamily="34" charset="-122"/>
                        </a:rPr>
                        <a:t>可由</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tx1"/>
                          </a:solidFill>
                          <a:effectLst/>
                          <a:latin typeface="微软雅黑" pitchFamily="34" charset="-122"/>
                          <a:ea typeface="微软雅黑" pitchFamily="34" charset="-122"/>
                        </a:rPr>
                        <a:t>向量组</a:t>
                      </a:r>
                      <a:r>
                        <a:rPr kumimoji="0" lang="en-US" altLang="zh-CN" sz="2000" b="1" i="0" u="none" strike="noStrike" cap="none" normalizeH="0" baseline="0">
                          <a:ln>
                            <a:noFill/>
                          </a:ln>
                          <a:solidFill>
                            <a:schemeClr val="tx1"/>
                          </a:solidFill>
                          <a:effectLst/>
                          <a:latin typeface="微软雅黑" pitchFamily="34" charset="-122"/>
                          <a:ea typeface="微软雅黑" pitchFamily="34" charset="-122"/>
                        </a:rPr>
                        <a:t>A</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tx1"/>
                          </a:solidFill>
                          <a:effectLst/>
                          <a:latin typeface="微软雅黑" pitchFamily="34" charset="-122"/>
                          <a:ea typeface="微软雅黑" pitchFamily="34" charset="-122"/>
                        </a:rPr>
                        <a:t>线性表示</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chemeClr val="bg2"/>
                          </a:solidFill>
                          <a:effectLst/>
                          <a:latin typeface="微软雅黑" pitchFamily="34" charset="-122"/>
                          <a:ea typeface="微软雅黑" pitchFamily="34" charset="-122"/>
                        </a:rPr>
                        <a:t>B</a:t>
                      </a:r>
                      <a:r>
                        <a:rPr kumimoji="0" lang="zh-CN" altLang="en-US" sz="2000" b="1" i="0" u="none" strike="noStrike" cap="none" normalizeH="0" baseline="0">
                          <a:ln>
                            <a:noFill/>
                          </a:ln>
                          <a:solidFill>
                            <a:schemeClr val="bg2"/>
                          </a:solidFill>
                          <a:effectLst/>
                          <a:latin typeface="微软雅黑" pitchFamily="34" charset="-122"/>
                          <a:ea typeface="微软雅黑" pitchFamily="34" charset="-122"/>
                        </a:rPr>
                        <a:t>中所有向量都能由</a:t>
                      </a:r>
                      <a:r>
                        <a:rPr kumimoji="0" lang="en-US" altLang="zh-CN" sz="20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000" b="1" i="0" u="none" strike="noStrike" cap="none" normalizeH="0" baseline="0">
                          <a:ln>
                            <a:noFill/>
                          </a:ln>
                          <a:solidFill>
                            <a:schemeClr val="bg2"/>
                          </a:solidFill>
                          <a:effectLst/>
                          <a:latin typeface="微软雅黑" pitchFamily="34" charset="-122"/>
                          <a:ea typeface="微软雅黑" pitchFamily="34" charset="-122"/>
                        </a:rPr>
                        <a:t>中向量表示</a:t>
                      </a: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row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可表示</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B</a:t>
                      </a:r>
                    </a:p>
                  </a:txBody>
                  <a:tcPr anchor="ctr" horzOverflow="overflow">
                    <a:lnL w="28575" cap="flat" cmpd="sng" algn="ctr">
                      <a:solidFill>
                        <a:schemeClr val="bg2"/>
                      </a:solidFill>
                      <a:prstDash val="solid"/>
                      <a:round/>
                      <a:headEnd type="none" w="med" len="med"/>
                      <a:tailEnd type="none" w="med" len="med"/>
                    </a:lnL>
                    <a:lnR>
                      <a:noFill/>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rPr>
                        <a:t>AX=B</a:t>
                      </a:r>
                      <a:r>
                        <a:rPr kumimoji="0" lang="zh-CN" altLang="en-US" sz="2400" b="1" i="0" u="none" strike="noStrike" cap="none" normalizeH="0" baseline="0" dirty="0">
                          <a:ln>
                            <a:noFill/>
                          </a:ln>
                          <a:solidFill>
                            <a:schemeClr val="bg1"/>
                          </a:solidFill>
                          <a:effectLst/>
                          <a:latin typeface="微软雅黑" pitchFamily="34" charset="-122"/>
                          <a:ea typeface="微软雅黑" pitchFamily="34" charset="-122"/>
                        </a:rPr>
                        <a:t>有解</a:t>
                      </a:r>
                    </a:p>
                  </a:txBody>
                  <a:tcPr anchor="ctr" horzOverflow="overflow">
                    <a:lnL>
                      <a:noFill/>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a:noFill/>
                    </a:lnB>
                    <a:lnTlToBr>
                      <a:noFill/>
                    </a:lnTlToBr>
                    <a:lnBlToTr>
                      <a:noFill/>
                    </a:lnBlToTr>
                    <a:solidFill>
                      <a:srgbClr val="FF0000"/>
                    </a:solidFill>
                  </a:tcPr>
                </a:tc>
                <a:extLst>
                  <a:ext uri="{0D108BD9-81ED-4DB2-BD59-A6C34878D82A}">
                    <a16:rowId xmlns:a16="http://schemas.microsoft.com/office/drawing/2014/main" val="10005"/>
                  </a:ext>
                </a:extLst>
              </a:tr>
              <a:tr h="50323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rPr>
                        <a:t>R(A)=R(A|B)</a:t>
                      </a:r>
                    </a:p>
                  </a:txBody>
                  <a:tcPr anchor="ctr" horzOverflow="overflow">
                    <a:lnL>
                      <a:noFill/>
                    </a:lnL>
                    <a:lnR w="28575" cap="flat" cmpd="sng" algn="ctr">
                      <a:solidFill>
                        <a:srgbClr val="FFFF00"/>
                      </a:solidFill>
                      <a:prstDash val="solid"/>
                      <a:round/>
                      <a:headEnd type="none" w="med" len="med"/>
                      <a:tailEnd type="none" w="med" len="med"/>
                    </a:lnR>
                    <a:lnT>
                      <a:noFill/>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6"/>
                  </a:ext>
                </a:extLst>
              </a:tr>
              <a:tr h="504825">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1" lang="en-US" altLang="zh-CN" sz="2400" b="1" i="0" u="none" strike="noStrike" cap="none" normalizeH="0" baseline="0" dirty="0">
                          <a:ln>
                            <a:noFill/>
                          </a:ln>
                          <a:solidFill>
                            <a:schemeClr val="bg1"/>
                          </a:solidFill>
                          <a:effectLst/>
                          <a:latin typeface="Tahoma" pitchFamily="34" charset="0"/>
                          <a:ea typeface="宋体" charset="-122"/>
                          <a:sym typeface="Wingdings" pitchFamily="2" charset="2"/>
                        </a:rPr>
                        <a:t> </a:t>
                      </a: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rPr>
                        <a:t>R(B)≤R(A)</a:t>
                      </a:r>
                    </a:p>
                  </a:txBody>
                  <a:tcPr anchor="ctr" horzOverflow="overflow">
                    <a:lnL>
                      <a:noFill/>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7"/>
                  </a:ext>
                </a:extLst>
              </a:tr>
              <a:tr h="431800">
                <a:tc vMerge="1">
                  <a:txBody>
                    <a:bodyPr/>
                    <a:lstStyle/>
                    <a:p>
                      <a:endParaRPr lang="zh-CN" altLang="en-US"/>
                    </a:p>
                  </a:txBody>
                  <a:tcPr/>
                </a:tc>
                <a:tc vMerge="1">
                  <a:txBody>
                    <a:bodyPr/>
                    <a:lstStyle/>
                    <a:p>
                      <a:endParaRPr lang="zh-CN" altLang="en-US"/>
                    </a:p>
                  </a:txBody>
                  <a:tcPr/>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不可表示</a:t>
                      </a:r>
                      <a:r>
                        <a:rPr kumimoji="0" lang="en-US" altLang="zh-CN" sz="2400" b="1" i="0" u="none" strike="noStrike" cap="none" normalizeH="0" baseline="0">
                          <a:ln>
                            <a:noFill/>
                          </a:ln>
                          <a:solidFill>
                            <a:schemeClr val="bg2"/>
                          </a:solidFill>
                          <a:effectLst/>
                          <a:latin typeface="微软雅黑" pitchFamily="34" charset="-122"/>
                          <a:ea typeface="微软雅黑" pitchFamily="34" charset="-122"/>
                        </a:rPr>
                        <a:t>B</a:t>
                      </a:r>
                    </a:p>
                  </a:txBody>
                  <a:tcPr anchor="ctr" horzOverflow="overflow">
                    <a:lnL w="28575" cap="flat" cmpd="sng" algn="ctr">
                      <a:solidFill>
                        <a:schemeClr val="bg2"/>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rPr>
                        <a:t> </a:t>
                      </a:r>
                      <a:r>
                        <a:rPr kumimoji="0" lang="en-US" altLang="zh-CN" sz="2400" b="1" i="0" u="none" strike="noStrike" cap="none" normalizeH="0" baseline="0">
                          <a:ln>
                            <a:noFill/>
                          </a:ln>
                          <a:solidFill>
                            <a:schemeClr val="bg1"/>
                          </a:solidFill>
                          <a:effectLst/>
                          <a:latin typeface="微软雅黑" pitchFamily="34" charset="-122"/>
                          <a:ea typeface="微软雅黑" pitchFamily="34" charset="-122"/>
                        </a:rPr>
                        <a:t>AX=B</a:t>
                      </a:r>
                      <a:r>
                        <a:rPr kumimoji="0" lang="zh-CN" altLang="en-US" sz="2400" b="1" i="0" u="none" strike="noStrike" cap="none" normalizeH="0" baseline="0">
                          <a:ln>
                            <a:noFill/>
                          </a:ln>
                          <a:solidFill>
                            <a:schemeClr val="bg1"/>
                          </a:solidFill>
                          <a:effectLst/>
                          <a:latin typeface="微软雅黑" pitchFamily="34" charset="-122"/>
                          <a:ea typeface="微软雅黑" pitchFamily="34" charset="-122"/>
                        </a:rPr>
                        <a:t>无解</a:t>
                      </a:r>
                    </a:p>
                  </a:txBody>
                  <a:tcPr anchor="ctr" horzOverflow="overflow">
                    <a:lnL w="12700" cap="flat" cmpd="sng" algn="ctr">
                      <a:solidFill>
                        <a:schemeClr val="tx1"/>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8"/>
                  </a:ext>
                </a:extLst>
              </a:tr>
              <a:tr h="336550">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chemeClr val="bg1"/>
                          </a:solidFill>
                          <a:effectLst/>
                          <a:latin typeface="微软雅黑" pitchFamily="34" charset="-122"/>
                          <a:ea typeface="微软雅黑" pitchFamily="34" charset="-122"/>
                          <a:sym typeface="Wingdings" pitchFamily="2" charset="2"/>
                        </a:rPr>
                        <a:t></a:t>
                      </a:r>
                      <a:r>
                        <a:rPr kumimoji="0" lang="en-US" altLang="zh-CN" sz="2400" b="1" i="0" u="none" strike="noStrike" cap="none" normalizeH="0" baseline="0">
                          <a:ln>
                            <a:noFill/>
                          </a:ln>
                          <a:solidFill>
                            <a:schemeClr val="bg1"/>
                          </a:solidFill>
                          <a:effectLst/>
                          <a:latin typeface="微软雅黑" pitchFamily="34" charset="-122"/>
                          <a:ea typeface="微软雅黑" pitchFamily="34" charset="-122"/>
                        </a:rPr>
                        <a:t>R(A)&lt;R(A|B)</a:t>
                      </a:r>
                    </a:p>
                  </a:txBody>
                  <a:tcPr anchor="ctr" horzOverflow="overflow">
                    <a:lnL w="12700" cap="flat" cmpd="sng" algn="ctr">
                      <a:solidFill>
                        <a:schemeClr val="tx1"/>
                      </a:solidFill>
                      <a:prstDash val="solid"/>
                      <a:round/>
                      <a:headEnd type="none" w="med" len="med"/>
                      <a:tailEnd type="none" w="med" len="med"/>
                    </a:lnL>
                    <a:lnR w="28575" cap="flat" cmpd="sng" algn="ctr">
                      <a:solidFill>
                        <a:srgbClr val="FFFF00"/>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9"/>
                  </a:ext>
                </a:extLst>
              </a:tr>
              <a:tr h="455613">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向量组</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等价</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chemeClr val="bg2"/>
                          </a:solidFill>
                          <a:effectLst/>
                          <a:latin typeface="微软雅黑" pitchFamily="34" charset="-122"/>
                          <a:ea typeface="微软雅黑" pitchFamily="34" charset="-122"/>
                        </a:rPr>
                        <a:t>向量组</a:t>
                      </a:r>
                      <a:r>
                        <a:rPr kumimoji="0" lang="en-US" altLang="zh-CN" sz="2000" b="1" i="0" u="none" strike="noStrike" cap="none" normalizeH="0" baseline="0">
                          <a:ln>
                            <a:noFill/>
                          </a:ln>
                          <a:solidFill>
                            <a:schemeClr val="bg2"/>
                          </a:solidFill>
                          <a:effectLst/>
                          <a:latin typeface="微软雅黑" pitchFamily="34" charset="-122"/>
                          <a:ea typeface="微软雅黑" pitchFamily="34" charset="-122"/>
                        </a:rPr>
                        <a:t>A</a:t>
                      </a:r>
                      <a:r>
                        <a:rPr kumimoji="0" lang="zh-CN" altLang="en-US" sz="2000" b="1" i="0" u="none" strike="noStrike" cap="none" normalizeH="0" baseline="0">
                          <a:ln>
                            <a:noFill/>
                          </a:ln>
                          <a:solidFill>
                            <a:schemeClr val="bg2"/>
                          </a:solidFill>
                          <a:effectLst/>
                          <a:latin typeface="微软雅黑" pitchFamily="34" charset="-122"/>
                          <a:ea typeface="微软雅黑" pitchFamily="34" charset="-122"/>
                        </a:rPr>
                        <a:t>和</a:t>
                      </a:r>
                      <a:r>
                        <a:rPr kumimoji="0" lang="en-US" altLang="zh-CN" sz="2000" b="1" i="0" u="none" strike="noStrike" cap="none" normalizeH="0" baseline="0">
                          <a:ln>
                            <a:noFill/>
                          </a:ln>
                          <a:solidFill>
                            <a:schemeClr val="bg2"/>
                          </a:solidFill>
                          <a:effectLst/>
                          <a:latin typeface="微软雅黑" pitchFamily="34" charset="-122"/>
                          <a:ea typeface="微软雅黑" pitchFamily="34" charset="-122"/>
                        </a:rPr>
                        <a:t>B</a:t>
                      </a:r>
                      <a:r>
                        <a:rPr kumimoji="0" lang="zh-CN" altLang="en-US" sz="2000" b="1" i="0" u="none" strike="noStrike" cap="none" normalizeH="0" baseline="0">
                          <a:ln>
                            <a:noFill/>
                          </a:ln>
                          <a:solidFill>
                            <a:schemeClr val="bg2"/>
                          </a:solidFill>
                          <a:effectLst/>
                          <a:latin typeface="微软雅黑" pitchFamily="34" charset="-122"/>
                          <a:ea typeface="微软雅黑" pitchFamily="34" charset="-122"/>
                        </a:rPr>
                        <a:t>能相互表示</a:t>
                      </a: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等价</a:t>
                      </a:r>
                    </a:p>
                  </a:txBody>
                  <a:tcPr anchor="ctr" horzOverflow="overflow">
                    <a:lnL w="28575" cap="flat" cmpd="sng" algn="ctr">
                      <a:solidFill>
                        <a:schemeClr val="bg2"/>
                      </a:solidFill>
                      <a:prstDash val="solid"/>
                      <a:round/>
                      <a:headEnd type="none" w="med" len="med"/>
                      <a:tailEnd type="none" w="med" len="med"/>
                    </a:lnL>
                    <a:lnR>
                      <a:noFill/>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R(A)=R(B)=R(A|B) ≡R(B|A)</a:t>
                      </a:r>
                    </a:p>
                  </a:txBody>
                  <a:tcPr anchor="ctr" horzOverflow="overflow">
                    <a:lnL>
                      <a:noFill/>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10"/>
                  </a:ext>
                </a:extLst>
              </a:tr>
              <a:tr h="431800">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a:ln>
                            <a:noFill/>
                          </a:ln>
                          <a:solidFill>
                            <a:schemeClr val="bg2"/>
                          </a:solidFill>
                          <a:effectLst/>
                          <a:latin typeface="微软雅黑" pitchFamily="34" charset="-122"/>
                          <a:ea typeface="微软雅黑" pitchFamily="34" charset="-122"/>
                        </a:rPr>
                        <a:t>不等价</a:t>
                      </a:r>
                    </a:p>
                  </a:txBody>
                  <a:tcPr anchor="ctr" horzOverflow="overflow">
                    <a:lnL w="28575" cap="flat" cmpd="sng" algn="ctr">
                      <a:solidFill>
                        <a:schemeClr val="bg2"/>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2400" b="1" i="0" u="none" strike="noStrike" cap="none" normalizeH="0" baseline="0" dirty="0">
                          <a:ln>
                            <a:noFill/>
                          </a:ln>
                          <a:solidFill>
                            <a:schemeClr val="bg1"/>
                          </a:solidFill>
                          <a:effectLst/>
                          <a:latin typeface="微软雅黑" pitchFamily="34" charset="-122"/>
                          <a:ea typeface="微软雅黑" pitchFamily="34" charset="-122"/>
                        </a:rPr>
                        <a:t>R(A)∷R(B)∷R(A|B)</a:t>
                      </a:r>
                      <a:endParaRPr kumimoji="0" lang="en-US" altLang="zh-CN" sz="24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endParaRPr>
                    </a:p>
                  </a:txBody>
                  <a:tcPr anchor="ctr" horzOverflow="overflow">
                    <a:lnL w="12700" cap="flat" cmpd="sng" algn="ctr">
                      <a:solidFill>
                        <a:schemeClr val="tx1"/>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11"/>
                  </a:ext>
                </a:extLst>
              </a:tr>
            </a:tbl>
          </a:graphicData>
        </a:graphic>
      </p:graphicFrame>
      <p:sp>
        <p:nvSpPr>
          <p:cNvPr id="883715" name="AutoShape 3"/>
          <p:cNvSpPr>
            <a:spLocks noChangeAspect="1" noChangeArrowheads="1" noTextEdit="1"/>
          </p:cNvSpPr>
          <p:nvPr/>
        </p:nvSpPr>
        <p:spPr bwMode="auto">
          <a:xfrm>
            <a:off x="592138" y="928688"/>
            <a:ext cx="8486775" cy="59245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19" name="Rectangle 7"/>
          <p:cNvSpPr>
            <a:spLocks noChangeArrowheads="1"/>
          </p:cNvSpPr>
          <p:nvPr/>
        </p:nvSpPr>
        <p:spPr bwMode="auto">
          <a:xfrm>
            <a:off x="701676" y="1538288"/>
            <a:ext cx="1209675" cy="18288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0" name="Rectangle 8"/>
          <p:cNvSpPr>
            <a:spLocks noChangeArrowheads="1"/>
          </p:cNvSpPr>
          <p:nvPr/>
        </p:nvSpPr>
        <p:spPr bwMode="auto">
          <a:xfrm>
            <a:off x="1911351" y="1538288"/>
            <a:ext cx="1238250" cy="18288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1" name="Rectangle 9"/>
          <p:cNvSpPr>
            <a:spLocks noChangeArrowheads="1"/>
          </p:cNvSpPr>
          <p:nvPr/>
        </p:nvSpPr>
        <p:spPr bwMode="auto">
          <a:xfrm>
            <a:off x="3149601" y="1538288"/>
            <a:ext cx="1885950" cy="9144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2" name="Rectangle 10"/>
          <p:cNvSpPr>
            <a:spLocks noChangeArrowheads="1"/>
          </p:cNvSpPr>
          <p:nvPr/>
        </p:nvSpPr>
        <p:spPr bwMode="auto">
          <a:xfrm>
            <a:off x="5035551" y="1538288"/>
            <a:ext cx="3933825" cy="4572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3" name="Rectangle 11"/>
          <p:cNvSpPr>
            <a:spLocks noChangeArrowheads="1"/>
          </p:cNvSpPr>
          <p:nvPr/>
        </p:nvSpPr>
        <p:spPr bwMode="auto">
          <a:xfrm>
            <a:off x="5035551" y="1995488"/>
            <a:ext cx="3933825" cy="4572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4" name="Rectangle 12"/>
          <p:cNvSpPr>
            <a:spLocks noChangeArrowheads="1"/>
          </p:cNvSpPr>
          <p:nvPr/>
        </p:nvSpPr>
        <p:spPr bwMode="auto">
          <a:xfrm>
            <a:off x="3149601" y="2452688"/>
            <a:ext cx="1885950" cy="9144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5" name="Rectangle 13"/>
          <p:cNvSpPr>
            <a:spLocks noChangeArrowheads="1"/>
          </p:cNvSpPr>
          <p:nvPr/>
        </p:nvSpPr>
        <p:spPr bwMode="auto">
          <a:xfrm>
            <a:off x="5035551" y="2452688"/>
            <a:ext cx="3933825" cy="4572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6" name="Rectangle 14"/>
          <p:cNvSpPr>
            <a:spLocks noChangeArrowheads="1"/>
          </p:cNvSpPr>
          <p:nvPr/>
        </p:nvSpPr>
        <p:spPr bwMode="auto">
          <a:xfrm>
            <a:off x="5035551" y="2909888"/>
            <a:ext cx="3933825" cy="4572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7" name="Rectangle 15"/>
          <p:cNvSpPr>
            <a:spLocks noChangeArrowheads="1"/>
          </p:cNvSpPr>
          <p:nvPr/>
        </p:nvSpPr>
        <p:spPr bwMode="auto">
          <a:xfrm>
            <a:off x="701676" y="3367088"/>
            <a:ext cx="1209675" cy="24003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8" name="Rectangle 16"/>
          <p:cNvSpPr>
            <a:spLocks noChangeArrowheads="1"/>
          </p:cNvSpPr>
          <p:nvPr/>
        </p:nvSpPr>
        <p:spPr bwMode="auto">
          <a:xfrm>
            <a:off x="1911351" y="3367088"/>
            <a:ext cx="1238250" cy="24003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29" name="Rectangle 17"/>
          <p:cNvSpPr>
            <a:spLocks noChangeArrowheads="1"/>
          </p:cNvSpPr>
          <p:nvPr/>
        </p:nvSpPr>
        <p:spPr bwMode="auto">
          <a:xfrm>
            <a:off x="3149601" y="3367088"/>
            <a:ext cx="1885950" cy="14859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0" name="Rectangle 18"/>
          <p:cNvSpPr>
            <a:spLocks noChangeArrowheads="1"/>
          </p:cNvSpPr>
          <p:nvPr/>
        </p:nvSpPr>
        <p:spPr bwMode="auto">
          <a:xfrm>
            <a:off x="5035551" y="3367088"/>
            <a:ext cx="3933825" cy="485775"/>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1" name="Rectangle 19"/>
          <p:cNvSpPr>
            <a:spLocks noChangeArrowheads="1"/>
          </p:cNvSpPr>
          <p:nvPr/>
        </p:nvSpPr>
        <p:spPr bwMode="auto">
          <a:xfrm>
            <a:off x="5035551" y="3852863"/>
            <a:ext cx="3933825" cy="4953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2" name="Rectangle 20"/>
          <p:cNvSpPr>
            <a:spLocks noChangeArrowheads="1"/>
          </p:cNvSpPr>
          <p:nvPr/>
        </p:nvSpPr>
        <p:spPr bwMode="auto">
          <a:xfrm>
            <a:off x="5035551" y="4348163"/>
            <a:ext cx="3933825" cy="504825"/>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3" name="Rectangle 21"/>
          <p:cNvSpPr>
            <a:spLocks noChangeArrowheads="1"/>
          </p:cNvSpPr>
          <p:nvPr/>
        </p:nvSpPr>
        <p:spPr bwMode="auto">
          <a:xfrm>
            <a:off x="3149601" y="4852988"/>
            <a:ext cx="1885950" cy="9144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4" name="Rectangle 22"/>
          <p:cNvSpPr>
            <a:spLocks noChangeArrowheads="1"/>
          </p:cNvSpPr>
          <p:nvPr/>
        </p:nvSpPr>
        <p:spPr bwMode="auto">
          <a:xfrm>
            <a:off x="5035551" y="4852988"/>
            <a:ext cx="3933825" cy="4572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5" name="Rectangle 23"/>
          <p:cNvSpPr>
            <a:spLocks noChangeArrowheads="1"/>
          </p:cNvSpPr>
          <p:nvPr/>
        </p:nvSpPr>
        <p:spPr bwMode="auto">
          <a:xfrm>
            <a:off x="5035551" y="5310188"/>
            <a:ext cx="3933825" cy="45720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6" name="Rectangle 24"/>
          <p:cNvSpPr>
            <a:spLocks noChangeArrowheads="1"/>
          </p:cNvSpPr>
          <p:nvPr/>
        </p:nvSpPr>
        <p:spPr bwMode="auto">
          <a:xfrm>
            <a:off x="701676" y="5767388"/>
            <a:ext cx="1209675" cy="981075"/>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7" name="Rectangle 25"/>
          <p:cNvSpPr>
            <a:spLocks noChangeArrowheads="1"/>
          </p:cNvSpPr>
          <p:nvPr/>
        </p:nvSpPr>
        <p:spPr bwMode="auto">
          <a:xfrm>
            <a:off x="1911351" y="5767388"/>
            <a:ext cx="1238250" cy="9810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8" name="Rectangle 26"/>
          <p:cNvSpPr>
            <a:spLocks noChangeArrowheads="1"/>
          </p:cNvSpPr>
          <p:nvPr/>
        </p:nvSpPr>
        <p:spPr bwMode="auto">
          <a:xfrm>
            <a:off x="3149601" y="5767388"/>
            <a:ext cx="1885950" cy="4572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39" name="Rectangle 27"/>
          <p:cNvSpPr>
            <a:spLocks noChangeArrowheads="1"/>
          </p:cNvSpPr>
          <p:nvPr/>
        </p:nvSpPr>
        <p:spPr bwMode="auto">
          <a:xfrm>
            <a:off x="5035551" y="5767388"/>
            <a:ext cx="3933825" cy="4572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0" name="Rectangle 28"/>
          <p:cNvSpPr>
            <a:spLocks noChangeArrowheads="1"/>
          </p:cNvSpPr>
          <p:nvPr/>
        </p:nvSpPr>
        <p:spPr bwMode="auto">
          <a:xfrm>
            <a:off x="3149601" y="6224588"/>
            <a:ext cx="1885950" cy="5238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1" name="Rectangle 29"/>
          <p:cNvSpPr>
            <a:spLocks noChangeArrowheads="1"/>
          </p:cNvSpPr>
          <p:nvPr/>
        </p:nvSpPr>
        <p:spPr bwMode="auto">
          <a:xfrm>
            <a:off x="5035551" y="6224588"/>
            <a:ext cx="3933825" cy="52387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2" name="Rectangle 30"/>
          <p:cNvSpPr>
            <a:spLocks noChangeArrowheads="1"/>
          </p:cNvSpPr>
          <p:nvPr/>
        </p:nvSpPr>
        <p:spPr bwMode="auto">
          <a:xfrm>
            <a:off x="1901826" y="1533526"/>
            <a:ext cx="28575" cy="522922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3" name="Rectangle 31"/>
          <p:cNvSpPr>
            <a:spLocks noChangeArrowheads="1"/>
          </p:cNvSpPr>
          <p:nvPr/>
        </p:nvSpPr>
        <p:spPr bwMode="auto">
          <a:xfrm>
            <a:off x="3140076" y="1028701"/>
            <a:ext cx="28575" cy="514350"/>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4" name="Rectangle 32"/>
          <p:cNvSpPr>
            <a:spLocks noChangeArrowheads="1"/>
          </p:cNvSpPr>
          <p:nvPr/>
        </p:nvSpPr>
        <p:spPr bwMode="auto">
          <a:xfrm>
            <a:off x="3140076" y="1543051"/>
            <a:ext cx="28575" cy="5219700"/>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5" name="Rectangle 33"/>
          <p:cNvSpPr>
            <a:spLocks noChangeArrowheads="1"/>
          </p:cNvSpPr>
          <p:nvPr/>
        </p:nvSpPr>
        <p:spPr bwMode="auto">
          <a:xfrm>
            <a:off x="5035551" y="2447926"/>
            <a:ext cx="9525" cy="93345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6" name="Rectangle 34"/>
          <p:cNvSpPr>
            <a:spLocks noChangeArrowheads="1"/>
          </p:cNvSpPr>
          <p:nvPr/>
        </p:nvSpPr>
        <p:spPr bwMode="auto">
          <a:xfrm>
            <a:off x="5035551" y="4848226"/>
            <a:ext cx="9525" cy="9429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7" name="Rectangle 35"/>
          <p:cNvSpPr>
            <a:spLocks noChangeArrowheads="1"/>
          </p:cNvSpPr>
          <p:nvPr/>
        </p:nvSpPr>
        <p:spPr bwMode="auto">
          <a:xfrm>
            <a:off x="5035551" y="6219826"/>
            <a:ext cx="9525" cy="5429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8" name="Rectangle 36"/>
          <p:cNvSpPr>
            <a:spLocks noChangeArrowheads="1"/>
          </p:cNvSpPr>
          <p:nvPr/>
        </p:nvSpPr>
        <p:spPr bwMode="auto">
          <a:xfrm>
            <a:off x="696913" y="1528763"/>
            <a:ext cx="8286750" cy="2857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49" name="Rectangle 37"/>
          <p:cNvSpPr>
            <a:spLocks noChangeArrowheads="1"/>
          </p:cNvSpPr>
          <p:nvPr/>
        </p:nvSpPr>
        <p:spPr bwMode="auto">
          <a:xfrm>
            <a:off x="3144838" y="2443163"/>
            <a:ext cx="58388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0" name="Rectangle 38"/>
          <p:cNvSpPr>
            <a:spLocks noChangeArrowheads="1"/>
          </p:cNvSpPr>
          <p:nvPr/>
        </p:nvSpPr>
        <p:spPr bwMode="auto">
          <a:xfrm>
            <a:off x="5030788" y="2909888"/>
            <a:ext cx="3952875"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1" name="Rectangle 39"/>
          <p:cNvSpPr>
            <a:spLocks noChangeArrowheads="1"/>
          </p:cNvSpPr>
          <p:nvPr/>
        </p:nvSpPr>
        <p:spPr bwMode="auto">
          <a:xfrm>
            <a:off x="696913" y="3357563"/>
            <a:ext cx="1219200" cy="2857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2" name="Rectangle 40"/>
          <p:cNvSpPr>
            <a:spLocks noChangeArrowheads="1"/>
          </p:cNvSpPr>
          <p:nvPr/>
        </p:nvSpPr>
        <p:spPr bwMode="auto">
          <a:xfrm>
            <a:off x="1916113" y="3357563"/>
            <a:ext cx="706755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4" name="Rectangle 42"/>
          <p:cNvSpPr>
            <a:spLocks noChangeArrowheads="1"/>
          </p:cNvSpPr>
          <p:nvPr/>
        </p:nvSpPr>
        <p:spPr bwMode="auto">
          <a:xfrm>
            <a:off x="3144838" y="4843463"/>
            <a:ext cx="58388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5" name="Rectangle 43"/>
          <p:cNvSpPr>
            <a:spLocks noChangeArrowheads="1"/>
          </p:cNvSpPr>
          <p:nvPr/>
        </p:nvSpPr>
        <p:spPr bwMode="auto">
          <a:xfrm>
            <a:off x="5030788" y="5310188"/>
            <a:ext cx="3952875"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6" name="Rectangle 44"/>
          <p:cNvSpPr>
            <a:spLocks noChangeArrowheads="1"/>
          </p:cNvSpPr>
          <p:nvPr/>
        </p:nvSpPr>
        <p:spPr bwMode="auto">
          <a:xfrm>
            <a:off x="696913" y="5757863"/>
            <a:ext cx="1219200" cy="2857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7" name="Rectangle 45"/>
          <p:cNvSpPr>
            <a:spLocks noChangeArrowheads="1"/>
          </p:cNvSpPr>
          <p:nvPr/>
        </p:nvSpPr>
        <p:spPr bwMode="auto">
          <a:xfrm>
            <a:off x="1916113" y="5757863"/>
            <a:ext cx="706755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8" name="Rectangle 46"/>
          <p:cNvSpPr>
            <a:spLocks noChangeArrowheads="1"/>
          </p:cNvSpPr>
          <p:nvPr/>
        </p:nvSpPr>
        <p:spPr bwMode="auto">
          <a:xfrm>
            <a:off x="3144838" y="6215063"/>
            <a:ext cx="5838825"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59" name="Rectangle 47"/>
          <p:cNvSpPr>
            <a:spLocks noChangeArrowheads="1"/>
          </p:cNvSpPr>
          <p:nvPr/>
        </p:nvSpPr>
        <p:spPr bwMode="auto">
          <a:xfrm>
            <a:off x="692151" y="1028701"/>
            <a:ext cx="28575" cy="5734050"/>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60" name="Rectangle 48"/>
          <p:cNvSpPr>
            <a:spLocks noChangeArrowheads="1"/>
          </p:cNvSpPr>
          <p:nvPr/>
        </p:nvSpPr>
        <p:spPr bwMode="auto">
          <a:xfrm>
            <a:off x="8959851" y="1028701"/>
            <a:ext cx="28575" cy="5734050"/>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61" name="Rectangle 49"/>
          <p:cNvSpPr>
            <a:spLocks noChangeArrowheads="1"/>
          </p:cNvSpPr>
          <p:nvPr/>
        </p:nvSpPr>
        <p:spPr bwMode="auto">
          <a:xfrm>
            <a:off x="696913" y="1023938"/>
            <a:ext cx="8286750" cy="2857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62" name="Rectangle 50"/>
          <p:cNvSpPr>
            <a:spLocks noChangeArrowheads="1"/>
          </p:cNvSpPr>
          <p:nvPr/>
        </p:nvSpPr>
        <p:spPr bwMode="auto">
          <a:xfrm>
            <a:off x="696913" y="6738938"/>
            <a:ext cx="1219200" cy="28575"/>
          </a:xfrm>
          <a:prstGeom prst="rect">
            <a:avLst/>
          </a:prstGeom>
          <a:solidFill>
            <a:srgbClr val="FFFF00"/>
          </a:solidFill>
          <a:ln w="0" cap="flat">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3763" name="Rectangle 51"/>
          <p:cNvSpPr>
            <a:spLocks noChangeArrowheads="1"/>
          </p:cNvSpPr>
          <p:nvPr/>
        </p:nvSpPr>
        <p:spPr bwMode="auto">
          <a:xfrm>
            <a:off x="1916113" y="6738938"/>
            <a:ext cx="7067550" cy="28575"/>
          </a:xfrm>
          <a:prstGeom prst="rect">
            <a:avLst/>
          </a:prstGeom>
          <a:solidFill>
            <a:srgbClr val="010199"/>
          </a:solidFill>
          <a:ln w="0" cap="flat">
            <a:solidFill>
              <a:srgbClr val="01019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883719"/>
                                        </p:tgtEl>
                                      </p:cBhvr>
                                    </p:animEffect>
                                    <p:set>
                                      <p:cBhvr>
                                        <p:cTn id="7" dur="1" fill="hold">
                                          <p:stCondLst>
                                            <p:cond delay="499"/>
                                          </p:stCondLst>
                                        </p:cTn>
                                        <p:tgtEl>
                                          <p:spTgt spid="883719"/>
                                        </p:tgtEl>
                                        <p:attrNameLst>
                                          <p:attrName>style.visibility</p:attrName>
                                        </p:attrNameLst>
                                      </p:cBhvr>
                                      <p:to>
                                        <p:strVal val="hidden"/>
                                      </p:to>
                                    </p:set>
                                  </p:childTnLst>
                                </p:cTn>
                              </p:par>
                              <p:par>
                                <p:cTn id="8" presetID="22" presetClass="exit" presetSubtype="8" fill="hold" grpId="0" nodeType="withEffect">
                                  <p:stCondLst>
                                    <p:cond delay="0"/>
                                  </p:stCondLst>
                                  <p:childTnLst>
                                    <p:animEffect transition="out" filter="wipe(left)">
                                      <p:cBhvr>
                                        <p:cTn id="9" dur="500"/>
                                        <p:tgtEl>
                                          <p:spTgt spid="883727"/>
                                        </p:tgtEl>
                                      </p:cBhvr>
                                    </p:animEffect>
                                    <p:set>
                                      <p:cBhvr>
                                        <p:cTn id="10" dur="1" fill="hold">
                                          <p:stCondLst>
                                            <p:cond delay="499"/>
                                          </p:stCondLst>
                                        </p:cTn>
                                        <p:tgtEl>
                                          <p:spTgt spid="883727"/>
                                        </p:tgtEl>
                                        <p:attrNameLst>
                                          <p:attrName>style.visibility</p:attrName>
                                        </p:attrNameLst>
                                      </p:cBhvr>
                                      <p:to>
                                        <p:strVal val="hidden"/>
                                      </p:to>
                                    </p:set>
                                  </p:childTnLst>
                                </p:cTn>
                              </p:par>
                              <p:par>
                                <p:cTn id="11" presetID="22" presetClass="exit" presetSubtype="8" fill="hold" grpId="0" nodeType="withEffect">
                                  <p:stCondLst>
                                    <p:cond delay="0"/>
                                  </p:stCondLst>
                                  <p:childTnLst>
                                    <p:animEffect transition="out" filter="wipe(left)">
                                      <p:cBhvr>
                                        <p:cTn id="12" dur="500"/>
                                        <p:tgtEl>
                                          <p:spTgt spid="883736"/>
                                        </p:tgtEl>
                                      </p:cBhvr>
                                    </p:animEffect>
                                    <p:set>
                                      <p:cBhvr>
                                        <p:cTn id="13" dur="1" fill="hold">
                                          <p:stCondLst>
                                            <p:cond delay="499"/>
                                          </p:stCondLst>
                                        </p:cTn>
                                        <p:tgtEl>
                                          <p:spTgt spid="883736"/>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22" presetClass="exit" presetSubtype="8" fill="hold" grpId="0" nodeType="clickEffect">
                                  <p:stCondLst>
                                    <p:cond delay="0"/>
                                  </p:stCondLst>
                                  <p:childTnLst>
                                    <p:animEffect transition="out" filter="wipe(left)">
                                      <p:cBhvr>
                                        <p:cTn id="17" dur="500"/>
                                        <p:tgtEl>
                                          <p:spTgt spid="883720"/>
                                        </p:tgtEl>
                                      </p:cBhvr>
                                    </p:animEffect>
                                    <p:set>
                                      <p:cBhvr>
                                        <p:cTn id="18" dur="1" fill="hold">
                                          <p:stCondLst>
                                            <p:cond delay="499"/>
                                          </p:stCondLst>
                                        </p:cTn>
                                        <p:tgtEl>
                                          <p:spTgt spid="883720"/>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2" presetClass="exit" presetSubtype="8" fill="hold" grpId="0" nodeType="clickEffect">
                                  <p:stCondLst>
                                    <p:cond delay="0"/>
                                  </p:stCondLst>
                                  <p:childTnLst>
                                    <p:animEffect transition="out" filter="wipe(left)">
                                      <p:cBhvr>
                                        <p:cTn id="22" dur="500"/>
                                        <p:tgtEl>
                                          <p:spTgt spid="883721"/>
                                        </p:tgtEl>
                                      </p:cBhvr>
                                    </p:animEffect>
                                    <p:set>
                                      <p:cBhvr>
                                        <p:cTn id="23" dur="1" fill="hold">
                                          <p:stCondLst>
                                            <p:cond delay="499"/>
                                          </p:stCondLst>
                                        </p:cTn>
                                        <p:tgtEl>
                                          <p:spTgt spid="883721"/>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xit" presetSubtype="8" fill="hold" grpId="0" nodeType="clickEffect">
                                  <p:stCondLst>
                                    <p:cond delay="0"/>
                                  </p:stCondLst>
                                  <p:childTnLst>
                                    <p:animEffect transition="out" filter="wipe(left)">
                                      <p:cBhvr>
                                        <p:cTn id="27" dur="500"/>
                                        <p:tgtEl>
                                          <p:spTgt spid="883722"/>
                                        </p:tgtEl>
                                      </p:cBhvr>
                                    </p:animEffect>
                                    <p:set>
                                      <p:cBhvr>
                                        <p:cTn id="28" dur="1" fill="hold">
                                          <p:stCondLst>
                                            <p:cond delay="499"/>
                                          </p:stCondLst>
                                        </p:cTn>
                                        <p:tgtEl>
                                          <p:spTgt spid="88372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xit" presetSubtype="8" fill="hold" grpId="0" nodeType="clickEffect">
                                  <p:stCondLst>
                                    <p:cond delay="0"/>
                                  </p:stCondLst>
                                  <p:childTnLst>
                                    <p:animEffect transition="out" filter="wipe(left)">
                                      <p:cBhvr>
                                        <p:cTn id="32" dur="500"/>
                                        <p:tgtEl>
                                          <p:spTgt spid="883723"/>
                                        </p:tgtEl>
                                      </p:cBhvr>
                                    </p:animEffect>
                                    <p:set>
                                      <p:cBhvr>
                                        <p:cTn id="33" dur="1" fill="hold">
                                          <p:stCondLst>
                                            <p:cond delay="499"/>
                                          </p:stCondLst>
                                        </p:cTn>
                                        <p:tgtEl>
                                          <p:spTgt spid="883723"/>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22" presetClass="exit" presetSubtype="8" fill="hold" grpId="0" nodeType="clickEffect">
                                  <p:stCondLst>
                                    <p:cond delay="0"/>
                                  </p:stCondLst>
                                  <p:childTnLst>
                                    <p:animEffect transition="out" filter="wipe(left)">
                                      <p:cBhvr>
                                        <p:cTn id="37" dur="500"/>
                                        <p:tgtEl>
                                          <p:spTgt spid="883724"/>
                                        </p:tgtEl>
                                      </p:cBhvr>
                                    </p:animEffect>
                                    <p:set>
                                      <p:cBhvr>
                                        <p:cTn id="38" dur="1" fill="hold">
                                          <p:stCondLst>
                                            <p:cond delay="499"/>
                                          </p:stCondLst>
                                        </p:cTn>
                                        <p:tgtEl>
                                          <p:spTgt spid="88372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2" presetClass="exit" presetSubtype="8" fill="hold" grpId="0" nodeType="clickEffect">
                                  <p:stCondLst>
                                    <p:cond delay="0"/>
                                  </p:stCondLst>
                                  <p:childTnLst>
                                    <p:animEffect transition="out" filter="wipe(left)">
                                      <p:cBhvr>
                                        <p:cTn id="42" dur="500"/>
                                        <p:tgtEl>
                                          <p:spTgt spid="883725"/>
                                        </p:tgtEl>
                                      </p:cBhvr>
                                    </p:animEffect>
                                    <p:set>
                                      <p:cBhvr>
                                        <p:cTn id="43" dur="1" fill="hold">
                                          <p:stCondLst>
                                            <p:cond delay="499"/>
                                          </p:stCondLst>
                                        </p:cTn>
                                        <p:tgtEl>
                                          <p:spTgt spid="883725"/>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22" presetClass="exit" presetSubtype="8" fill="hold" grpId="0" nodeType="clickEffect">
                                  <p:stCondLst>
                                    <p:cond delay="0"/>
                                  </p:stCondLst>
                                  <p:childTnLst>
                                    <p:animEffect transition="out" filter="wipe(left)">
                                      <p:cBhvr>
                                        <p:cTn id="47" dur="500"/>
                                        <p:tgtEl>
                                          <p:spTgt spid="883726"/>
                                        </p:tgtEl>
                                      </p:cBhvr>
                                    </p:animEffect>
                                    <p:set>
                                      <p:cBhvr>
                                        <p:cTn id="48" dur="1" fill="hold">
                                          <p:stCondLst>
                                            <p:cond delay="499"/>
                                          </p:stCondLst>
                                        </p:cTn>
                                        <p:tgtEl>
                                          <p:spTgt spid="8837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2" presetClass="exit" presetSubtype="8" fill="hold" grpId="0" nodeType="clickEffect">
                                  <p:stCondLst>
                                    <p:cond delay="0"/>
                                  </p:stCondLst>
                                  <p:childTnLst>
                                    <p:animEffect transition="out" filter="wipe(left)">
                                      <p:cBhvr>
                                        <p:cTn id="52" dur="500"/>
                                        <p:tgtEl>
                                          <p:spTgt spid="883728"/>
                                        </p:tgtEl>
                                      </p:cBhvr>
                                    </p:animEffect>
                                    <p:set>
                                      <p:cBhvr>
                                        <p:cTn id="53" dur="1" fill="hold">
                                          <p:stCondLst>
                                            <p:cond delay="499"/>
                                          </p:stCondLst>
                                        </p:cTn>
                                        <p:tgtEl>
                                          <p:spTgt spid="883728"/>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xit" presetSubtype="8" fill="hold" grpId="0" nodeType="clickEffect">
                                  <p:stCondLst>
                                    <p:cond delay="0"/>
                                  </p:stCondLst>
                                  <p:childTnLst>
                                    <p:animEffect transition="out" filter="wipe(left)">
                                      <p:cBhvr>
                                        <p:cTn id="57" dur="500"/>
                                        <p:tgtEl>
                                          <p:spTgt spid="883729"/>
                                        </p:tgtEl>
                                      </p:cBhvr>
                                    </p:animEffect>
                                    <p:set>
                                      <p:cBhvr>
                                        <p:cTn id="58" dur="1" fill="hold">
                                          <p:stCondLst>
                                            <p:cond delay="499"/>
                                          </p:stCondLst>
                                        </p:cTn>
                                        <p:tgtEl>
                                          <p:spTgt spid="883729"/>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2" presetClass="exit" presetSubtype="8" fill="hold" grpId="0" nodeType="clickEffect">
                                  <p:stCondLst>
                                    <p:cond delay="0"/>
                                  </p:stCondLst>
                                  <p:childTnLst>
                                    <p:animEffect transition="out" filter="wipe(left)">
                                      <p:cBhvr>
                                        <p:cTn id="62" dur="500"/>
                                        <p:tgtEl>
                                          <p:spTgt spid="883730"/>
                                        </p:tgtEl>
                                      </p:cBhvr>
                                    </p:animEffect>
                                    <p:set>
                                      <p:cBhvr>
                                        <p:cTn id="63" dur="1" fill="hold">
                                          <p:stCondLst>
                                            <p:cond delay="499"/>
                                          </p:stCondLst>
                                        </p:cTn>
                                        <p:tgtEl>
                                          <p:spTgt spid="883730"/>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22" presetClass="exit" presetSubtype="8" fill="hold" grpId="0" nodeType="clickEffect">
                                  <p:stCondLst>
                                    <p:cond delay="0"/>
                                  </p:stCondLst>
                                  <p:childTnLst>
                                    <p:animEffect transition="out" filter="wipe(left)">
                                      <p:cBhvr>
                                        <p:cTn id="67" dur="500"/>
                                        <p:tgtEl>
                                          <p:spTgt spid="883731"/>
                                        </p:tgtEl>
                                      </p:cBhvr>
                                    </p:animEffect>
                                    <p:set>
                                      <p:cBhvr>
                                        <p:cTn id="68" dur="1" fill="hold">
                                          <p:stCondLst>
                                            <p:cond delay="499"/>
                                          </p:stCondLst>
                                        </p:cTn>
                                        <p:tgtEl>
                                          <p:spTgt spid="883731"/>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2" presetClass="exit" presetSubtype="8" fill="hold" grpId="0" nodeType="clickEffect">
                                  <p:stCondLst>
                                    <p:cond delay="0"/>
                                  </p:stCondLst>
                                  <p:childTnLst>
                                    <p:animEffect transition="out" filter="wipe(left)">
                                      <p:cBhvr>
                                        <p:cTn id="72" dur="500"/>
                                        <p:tgtEl>
                                          <p:spTgt spid="883733"/>
                                        </p:tgtEl>
                                      </p:cBhvr>
                                    </p:animEffect>
                                    <p:set>
                                      <p:cBhvr>
                                        <p:cTn id="73" dur="1" fill="hold">
                                          <p:stCondLst>
                                            <p:cond delay="499"/>
                                          </p:stCondLst>
                                        </p:cTn>
                                        <p:tgtEl>
                                          <p:spTgt spid="883733"/>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22" presetClass="exit" presetSubtype="8" fill="hold" grpId="0" nodeType="clickEffect">
                                  <p:stCondLst>
                                    <p:cond delay="0"/>
                                  </p:stCondLst>
                                  <p:childTnLst>
                                    <p:animEffect transition="out" filter="wipe(left)">
                                      <p:cBhvr>
                                        <p:cTn id="77" dur="500"/>
                                        <p:tgtEl>
                                          <p:spTgt spid="883734"/>
                                        </p:tgtEl>
                                      </p:cBhvr>
                                    </p:animEffect>
                                    <p:set>
                                      <p:cBhvr>
                                        <p:cTn id="78" dur="1" fill="hold">
                                          <p:stCondLst>
                                            <p:cond delay="499"/>
                                          </p:stCondLst>
                                        </p:cTn>
                                        <p:tgtEl>
                                          <p:spTgt spid="883734"/>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2" presetClass="exit" presetSubtype="8" fill="hold" grpId="0" nodeType="clickEffect">
                                  <p:stCondLst>
                                    <p:cond delay="0"/>
                                  </p:stCondLst>
                                  <p:childTnLst>
                                    <p:animEffect transition="out" filter="wipe(left)">
                                      <p:cBhvr>
                                        <p:cTn id="82" dur="500"/>
                                        <p:tgtEl>
                                          <p:spTgt spid="883735"/>
                                        </p:tgtEl>
                                      </p:cBhvr>
                                    </p:animEffect>
                                    <p:set>
                                      <p:cBhvr>
                                        <p:cTn id="83" dur="1" fill="hold">
                                          <p:stCondLst>
                                            <p:cond delay="499"/>
                                          </p:stCondLst>
                                        </p:cTn>
                                        <p:tgtEl>
                                          <p:spTgt spid="883735"/>
                                        </p:tgtEl>
                                        <p:attrNameLst>
                                          <p:attrName>style.visibility</p:attrName>
                                        </p:attrNameLst>
                                      </p:cBhvr>
                                      <p:to>
                                        <p:strVal val="hidden"/>
                                      </p:to>
                                    </p:set>
                                  </p:childTnLst>
                                </p:cTn>
                              </p:par>
                            </p:childTnLst>
                          </p:cTn>
                        </p:par>
                      </p:childTnLst>
                    </p:cTn>
                  </p:par>
                  <p:par>
                    <p:cTn id="84" fill="hold">
                      <p:stCondLst>
                        <p:cond delay="indefinite"/>
                      </p:stCondLst>
                      <p:childTnLst>
                        <p:par>
                          <p:cTn id="85" fill="hold">
                            <p:stCondLst>
                              <p:cond delay="0"/>
                            </p:stCondLst>
                            <p:childTnLst>
                              <p:par>
                                <p:cTn id="86" presetID="22" presetClass="exit" presetSubtype="8" fill="hold" grpId="0" nodeType="clickEffect">
                                  <p:stCondLst>
                                    <p:cond delay="0"/>
                                  </p:stCondLst>
                                  <p:childTnLst>
                                    <p:animEffect transition="out" filter="wipe(left)">
                                      <p:cBhvr>
                                        <p:cTn id="87" dur="500"/>
                                        <p:tgtEl>
                                          <p:spTgt spid="883737"/>
                                        </p:tgtEl>
                                      </p:cBhvr>
                                    </p:animEffect>
                                    <p:set>
                                      <p:cBhvr>
                                        <p:cTn id="88" dur="1" fill="hold">
                                          <p:stCondLst>
                                            <p:cond delay="499"/>
                                          </p:stCondLst>
                                        </p:cTn>
                                        <p:tgtEl>
                                          <p:spTgt spid="883737"/>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2" presetClass="exit" presetSubtype="8" fill="hold" grpId="0" nodeType="clickEffect">
                                  <p:stCondLst>
                                    <p:cond delay="0"/>
                                  </p:stCondLst>
                                  <p:childTnLst>
                                    <p:animEffect transition="out" filter="wipe(left)">
                                      <p:cBhvr>
                                        <p:cTn id="92" dur="500"/>
                                        <p:tgtEl>
                                          <p:spTgt spid="883738"/>
                                        </p:tgtEl>
                                      </p:cBhvr>
                                    </p:animEffect>
                                    <p:set>
                                      <p:cBhvr>
                                        <p:cTn id="93" dur="1" fill="hold">
                                          <p:stCondLst>
                                            <p:cond delay="499"/>
                                          </p:stCondLst>
                                        </p:cTn>
                                        <p:tgtEl>
                                          <p:spTgt spid="883738"/>
                                        </p:tgtEl>
                                        <p:attrNameLst>
                                          <p:attrName>style.visibility</p:attrName>
                                        </p:attrNameLst>
                                      </p:cBhvr>
                                      <p:to>
                                        <p:strVal val="hidden"/>
                                      </p:to>
                                    </p:set>
                                  </p:childTnLst>
                                </p:cTn>
                              </p:par>
                            </p:childTnLst>
                          </p:cTn>
                        </p:par>
                      </p:childTnLst>
                    </p:cTn>
                  </p:par>
                  <p:par>
                    <p:cTn id="94" fill="hold">
                      <p:stCondLst>
                        <p:cond delay="indefinite"/>
                      </p:stCondLst>
                      <p:childTnLst>
                        <p:par>
                          <p:cTn id="95" fill="hold">
                            <p:stCondLst>
                              <p:cond delay="0"/>
                            </p:stCondLst>
                            <p:childTnLst>
                              <p:par>
                                <p:cTn id="96" presetID="22" presetClass="exit" presetSubtype="8" fill="hold" grpId="0" nodeType="clickEffect">
                                  <p:stCondLst>
                                    <p:cond delay="0"/>
                                  </p:stCondLst>
                                  <p:childTnLst>
                                    <p:animEffect transition="out" filter="wipe(left)">
                                      <p:cBhvr>
                                        <p:cTn id="97" dur="500"/>
                                        <p:tgtEl>
                                          <p:spTgt spid="883739"/>
                                        </p:tgtEl>
                                      </p:cBhvr>
                                    </p:animEffect>
                                    <p:set>
                                      <p:cBhvr>
                                        <p:cTn id="98" dur="1" fill="hold">
                                          <p:stCondLst>
                                            <p:cond delay="499"/>
                                          </p:stCondLst>
                                        </p:cTn>
                                        <p:tgtEl>
                                          <p:spTgt spid="883739"/>
                                        </p:tgtEl>
                                        <p:attrNameLst>
                                          <p:attrName>style.visibility</p:attrName>
                                        </p:attrNameLst>
                                      </p:cBhvr>
                                      <p:to>
                                        <p:strVal val="hidden"/>
                                      </p:to>
                                    </p:set>
                                  </p:childTnLst>
                                </p:cTn>
                              </p:par>
                            </p:childTnLst>
                          </p:cTn>
                        </p:par>
                      </p:childTnLst>
                    </p:cTn>
                  </p:par>
                  <p:par>
                    <p:cTn id="99" fill="hold">
                      <p:stCondLst>
                        <p:cond delay="indefinite"/>
                      </p:stCondLst>
                      <p:childTnLst>
                        <p:par>
                          <p:cTn id="100" fill="hold">
                            <p:stCondLst>
                              <p:cond delay="0"/>
                            </p:stCondLst>
                            <p:childTnLst>
                              <p:par>
                                <p:cTn id="101" presetID="22" presetClass="exit" presetSubtype="8" fill="hold" grpId="0" nodeType="clickEffect">
                                  <p:stCondLst>
                                    <p:cond delay="0"/>
                                  </p:stCondLst>
                                  <p:childTnLst>
                                    <p:animEffect transition="out" filter="wipe(left)">
                                      <p:cBhvr>
                                        <p:cTn id="102" dur="500"/>
                                        <p:tgtEl>
                                          <p:spTgt spid="883740"/>
                                        </p:tgtEl>
                                      </p:cBhvr>
                                    </p:animEffect>
                                    <p:set>
                                      <p:cBhvr>
                                        <p:cTn id="103" dur="1" fill="hold">
                                          <p:stCondLst>
                                            <p:cond delay="499"/>
                                          </p:stCondLst>
                                        </p:cTn>
                                        <p:tgtEl>
                                          <p:spTgt spid="883740"/>
                                        </p:tgtEl>
                                        <p:attrNameLst>
                                          <p:attrName>style.visibility</p:attrName>
                                        </p:attrNameLst>
                                      </p:cBhvr>
                                      <p:to>
                                        <p:strVal val="hidden"/>
                                      </p:to>
                                    </p:set>
                                  </p:childTnLst>
                                </p:cTn>
                              </p:par>
                            </p:childTnLst>
                          </p:cTn>
                        </p:par>
                      </p:childTnLst>
                    </p:cTn>
                  </p:par>
                  <p:par>
                    <p:cTn id="104" fill="hold">
                      <p:stCondLst>
                        <p:cond delay="indefinite"/>
                      </p:stCondLst>
                      <p:childTnLst>
                        <p:par>
                          <p:cTn id="105" fill="hold">
                            <p:stCondLst>
                              <p:cond delay="0"/>
                            </p:stCondLst>
                            <p:childTnLst>
                              <p:par>
                                <p:cTn id="106" presetID="22" presetClass="exit" presetSubtype="8" fill="hold" grpId="0" nodeType="clickEffect">
                                  <p:stCondLst>
                                    <p:cond delay="0"/>
                                  </p:stCondLst>
                                  <p:childTnLst>
                                    <p:animEffect transition="out" filter="wipe(left)">
                                      <p:cBhvr>
                                        <p:cTn id="107" dur="500"/>
                                        <p:tgtEl>
                                          <p:spTgt spid="883741"/>
                                        </p:tgtEl>
                                      </p:cBhvr>
                                    </p:animEffect>
                                    <p:set>
                                      <p:cBhvr>
                                        <p:cTn id="108" dur="1" fill="hold">
                                          <p:stCondLst>
                                            <p:cond delay="499"/>
                                          </p:stCondLst>
                                        </p:cTn>
                                        <p:tgtEl>
                                          <p:spTgt spid="883741"/>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22" presetClass="exit" presetSubtype="8" fill="hold" grpId="0" nodeType="clickEffect">
                                  <p:stCondLst>
                                    <p:cond delay="0"/>
                                  </p:stCondLst>
                                  <p:childTnLst>
                                    <p:animEffect transition="out" filter="wipe(left)">
                                      <p:cBhvr>
                                        <p:cTn id="112" dur="500"/>
                                        <p:tgtEl>
                                          <p:spTgt spid="883732"/>
                                        </p:tgtEl>
                                      </p:cBhvr>
                                    </p:animEffect>
                                    <p:set>
                                      <p:cBhvr>
                                        <p:cTn id="113" dur="1" fill="hold">
                                          <p:stCondLst>
                                            <p:cond delay="499"/>
                                          </p:stCondLst>
                                        </p:cTn>
                                        <p:tgtEl>
                                          <p:spTgt spid="8837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3719" grpId="0" animBg="1"/>
      <p:bldP spid="883720" grpId="0" animBg="1"/>
      <p:bldP spid="883721" grpId="0" animBg="1"/>
      <p:bldP spid="883722" grpId="0" animBg="1"/>
      <p:bldP spid="883723" grpId="0" animBg="1"/>
      <p:bldP spid="883724" grpId="0" animBg="1"/>
      <p:bldP spid="883725" grpId="0" animBg="1"/>
      <p:bldP spid="883726" grpId="0" animBg="1"/>
      <p:bldP spid="883727" grpId="0" animBg="1"/>
      <p:bldP spid="883728" grpId="0" animBg="1"/>
      <p:bldP spid="883729" grpId="0" animBg="1"/>
      <p:bldP spid="883730" grpId="0" animBg="1"/>
      <p:bldP spid="883731" grpId="0" animBg="1"/>
      <p:bldP spid="883732" grpId="0" animBg="1"/>
      <p:bldP spid="883733" grpId="0" animBg="1"/>
      <p:bldP spid="883734" grpId="0" animBg="1"/>
      <p:bldP spid="883735" grpId="0" animBg="1"/>
      <p:bldP spid="883736" grpId="0" animBg="1"/>
      <p:bldP spid="883737" grpId="0" animBg="1"/>
      <p:bldP spid="883738" grpId="0" animBg="1"/>
      <p:bldP spid="883739" grpId="0" animBg="1"/>
      <p:bldP spid="883740" grpId="0" animBg="1"/>
      <p:bldP spid="883741"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938" name="Object 2"/>
          <p:cNvGraphicFramePr>
            <a:graphicFrameLocks noChangeAspect="1"/>
          </p:cNvGraphicFramePr>
          <p:nvPr>
            <p:extLst>
              <p:ext uri="{D42A27DB-BD31-4B8C-83A1-F6EECF244321}">
                <p14:modId xmlns:p14="http://schemas.microsoft.com/office/powerpoint/2010/main" val="3185358316"/>
              </p:ext>
            </p:extLst>
          </p:nvPr>
        </p:nvGraphicFramePr>
        <p:xfrm>
          <a:off x="-41275" y="0"/>
          <a:ext cx="9315450" cy="1773238"/>
        </p:xfrm>
        <a:graphic>
          <a:graphicData uri="http://schemas.openxmlformats.org/presentationml/2006/ole">
            <mc:AlternateContent xmlns:mc="http://schemas.openxmlformats.org/markup-compatibility/2006">
              <mc:Choice xmlns:v="urn:schemas-microsoft-com:vml" Requires="v">
                <p:oleObj name="Equation" r:id="rId3" imgW="4838400" imgH="1168200" progId="Equation.DSMT4">
                  <p:embed/>
                </p:oleObj>
              </mc:Choice>
              <mc:Fallback>
                <p:oleObj name="Equation" r:id="rId3" imgW="4838400" imgH="1168200" progId="Equation.DSMT4">
                  <p:embed/>
                  <p:pic>
                    <p:nvPicPr>
                      <p:cNvPr id="679938" name="Object 2"/>
                      <p:cNvPicPr>
                        <a:picLocks noChangeAspect="1" noChangeArrowheads="1"/>
                      </p:cNvPicPr>
                      <p:nvPr/>
                    </p:nvPicPr>
                    <p:blipFill>
                      <a:blip r:embed="rId4"/>
                      <a:srcRect/>
                      <a:stretch>
                        <a:fillRect/>
                      </a:stretch>
                    </p:blipFill>
                    <p:spPr bwMode="auto">
                      <a:xfrm>
                        <a:off x="-41275" y="0"/>
                        <a:ext cx="9315450" cy="1773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9939" name="Object 3"/>
          <p:cNvGraphicFramePr>
            <a:graphicFrameLocks noChangeAspect="1"/>
          </p:cNvGraphicFramePr>
          <p:nvPr/>
        </p:nvGraphicFramePr>
        <p:xfrm>
          <a:off x="808038" y="1857375"/>
          <a:ext cx="3068637" cy="517525"/>
        </p:xfrm>
        <a:graphic>
          <a:graphicData uri="http://schemas.openxmlformats.org/presentationml/2006/ole">
            <mc:AlternateContent xmlns:mc="http://schemas.openxmlformats.org/markup-compatibility/2006">
              <mc:Choice xmlns:v="urn:schemas-microsoft-com:vml" Requires="v">
                <p:oleObj name="Equation" r:id="rId5" imgW="1600200" imgH="266400" progId="Equation.DSMT4">
                  <p:embed/>
                </p:oleObj>
              </mc:Choice>
              <mc:Fallback>
                <p:oleObj name="Equation" r:id="rId5" imgW="1600200" imgH="266400" progId="Equation.DSMT4">
                  <p:embed/>
                  <p:pic>
                    <p:nvPicPr>
                      <p:cNvPr id="679939"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8038" y="1857375"/>
                        <a:ext cx="3068637" cy="517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9940" name="Object 4"/>
          <p:cNvGraphicFramePr>
            <a:graphicFrameLocks noChangeAspect="1"/>
          </p:cNvGraphicFramePr>
          <p:nvPr/>
        </p:nvGraphicFramePr>
        <p:xfrm>
          <a:off x="1547813" y="2603500"/>
          <a:ext cx="7488237" cy="1800225"/>
        </p:xfrm>
        <a:graphic>
          <a:graphicData uri="http://schemas.openxmlformats.org/presentationml/2006/ole">
            <mc:AlternateContent xmlns:mc="http://schemas.openxmlformats.org/markup-compatibility/2006">
              <mc:Choice xmlns:v="urn:schemas-microsoft-com:vml" Requires="v">
                <p:oleObj name="Equation" r:id="rId7" imgW="4025880" imgH="927000" progId="Equation.DSMT4">
                  <p:embed/>
                </p:oleObj>
              </mc:Choice>
              <mc:Fallback>
                <p:oleObj name="Equation" r:id="rId7" imgW="4025880" imgH="927000" progId="Equation.DSMT4">
                  <p:embed/>
                  <p:pic>
                    <p:nvPicPr>
                      <p:cNvPr id="67994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813" y="2603500"/>
                        <a:ext cx="7488237" cy="180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9941" name="Object 5"/>
          <p:cNvGraphicFramePr>
            <a:graphicFrameLocks noChangeAspect="1"/>
          </p:cNvGraphicFramePr>
          <p:nvPr/>
        </p:nvGraphicFramePr>
        <p:xfrm>
          <a:off x="1001686" y="4679939"/>
          <a:ext cx="2386012" cy="493713"/>
        </p:xfrm>
        <a:graphic>
          <a:graphicData uri="http://schemas.openxmlformats.org/presentationml/2006/ole">
            <mc:AlternateContent xmlns:mc="http://schemas.openxmlformats.org/markup-compatibility/2006">
              <mc:Choice xmlns:v="urn:schemas-microsoft-com:vml" Requires="v">
                <p:oleObj name="公式" r:id="rId9" imgW="1244520" imgH="253800" progId="Equation.3">
                  <p:embed/>
                </p:oleObj>
              </mc:Choice>
              <mc:Fallback>
                <p:oleObj name="公式" r:id="rId9" imgW="1244520" imgH="253800" progId="Equation.3">
                  <p:embed/>
                  <p:pic>
                    <p:nvPicPr>
                      <p:cNvPr id="679941"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01686" y="4679939"/>
                        <a:ext cx="2386012" cy="493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9942" name="Object 6"/>
          <p:cNvGraphicFramePr>
            <a:graphicFrameLocks noChangeAspect="1"/>
          </p:cNvGraphicFramePr>
          <p:nvPr/>
        </p:nvGraphicFramePr>
        <p:xfrm>
          <a:off x="1033436" y="5256202"/>
          <a:ext cx="1193800" cy="395287"/>
        </p:xfrm>
        <a:graphic>
          <a:graphicData uri="http://schemas.openxmlformats.org/presentationml/2006/ole">
            <mc:AlternateContent xmlns:mc="http://schemas.openxmlformats.org/markup-compatibility/2006">
              <mc:Choice xmlns:v="urn:schemas-microsoft-com:vml" Requires="v">
                <p:oleObj name="公式" r:id="rId11" imgW="622080" imgH="203040" progId="Equation.3">
                  <p:embed/>
                </p:oleObj>
              </mc:Choice>
              <mc:Fallback>
                <p:oleObj name="公式" r:id="rId11" imgW="622080" imgH="203040" progId="Equation.3">
                  <p:embed/>
                  <p:pic>
                    <p:nvPicPr>
                      <p:cNvPr id="679942"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33436" y="5256202"/>
                        <a:ext cx="1193800" cy="3952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9943" name="Object 7"/>
          <p:cNvGraphicFramePr>
            <a:graphicFrameLocks noChangeAspect="1"/>
          </p:cNvGraphicFramePr>
          <p:nvPr/>
        </p:nvGraphicFramePr>
        <p:xfrm>
          <a:off x="785786" y="5832464"/>
          <a:ext cx="3578225" cy="493713"/>
        </p:xfrm>
        <a:graphic>
          <a:graphicData uri="http://schemas.openxmlformats.org/presentationml/2006/ole">
            <mc:AlternateContent xmlns:mc="http://schemas.openxmlformats.org/markup-compatibility/2006">
              <mc:Choice xmlns:v="urn:schemas-microsoft-com:vml" Requires="v">
                <p:oleObj name="公式" r:id="rId13" imgW="1866600" imgH="253800" progId="Equation.3">
                  <p:embed/>
                </p:oleObj>
              </mc:Choice>
              <mc:Fallback>
                <p:oleObj name="公式" r:id="rId13" imgW="1866600" imgH="253800" progId="Equation.3">
                  <p:embed/>
                  <p:pic>
                    <p:nvPicPr>
                      <p:cNvPr id="679943"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85786" y="5832464"/>
                        <a:ext cx="3578225" cy="493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Line 25"/>
          <p:cNvSpPr>
            <a:spLocks noChangeShapeType="1"/>
          </p:cNvSpPr>
          <p:nvPr/>
        </p:nvSpPr>
        <p:spPr bwMode="auto">
          <a:xfrm>
            <a:off x="0" y="1785926"/>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9" name="Text Box 28"/>
          <p:cNvSpPr txBox="1">
            <a:spLocks noChangeArrowheads="1"/>
          </p:cNvSpPr>
          <p:nvPr/>
        </p:nvSpPr>
        <p:spPr bwMode="auto">
          <a:xfrm>
            <a:off x="4786314" y="1857364"/>
            <a:ext cx="4357686" cy="52322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R(A)=R(B)=R(A|B) </a:t>
            </a:r>
            <a:endPar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10" name="Text Box 28"/>
          <p:cNvSpPr txBox="1">
            <a:spLocks noChangeArrowheads="1"/>
          </p:cNvSpPr>
          <p:nvPr/>
        </p:nvSpPr>
        <p:spPr bwMode="auto">
          <a:xfrm>
            <a:off x="4643438" y="4500570"/>
            <a:ext cx="4500562" cy="230832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向量组等价，</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对应</a:t>
            </a:r>
            <a:r>
              <a:rPr kumimoji="1" lang="zh-CN"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矩阵</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未必</a:t>
            </a:r>
            <a:r>
              <a:rPr kumimoji="1" lang="zh-CN"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等价</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r>
              <a:rPr kumimoji="1" lang="zh-CN"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当两个向量组等价，且所含向量个数相同时，这两个向量组构成的矩阵也等价。</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 typeface="Wingdings" pitchFamily="2" charset="2"/>
              <a:buChar char="Ø"/>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即，</a:t>
            </a:r>
            <a:r>
              <a:rPr kumimoji="1" lang="zh-CN" altLang="en-US" sz="24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同型同秩则等价</a:t>
            </a:r>
            <a:endParaRPr kumimoji="1" lang="zh-CN"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79939"/>
                                        </p:tgtEl>
                                        <p:attrNameLst>
                                          <p:attrName>style.visibility</p:attrName>
                                        </p:attrNameLst>
                                      </p:cBhvr>
                                      <p:to>
                                        <p:strVal val="visible"/>
                                      </p:to>
                                    </p:set>
                                    <p:animEffect transition="in" filter="wipe(left)">
                                      <p:cBhvr>
                                        <p:cTn id="7" dur="500"/>
                                        <p:tgtEl>
                                          <p:spTgt spid="67993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79940"/>
                                        </p:tgtEl>
                                        <p:attrNameLst>
                                          <p:attrName>style.visibility</p:attrName>
                                        </p:attrNameLst>
                                      </p:cBhvr>
                                      <p:to>
                                        <p:strVal val="visible"/>
                                      </p:to>
                                    </p:set>
                                    <p:animEffect transition="in" filter="wipe(left)">
                                      <p:cBhvr>
                                        <p:cTn id="12" dur="500"/>
                                        <p:tgtEl>
                                          <p:spTgt spid="67994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79941"/>
                                        </p:tgtEl>
                                        <p:attrNameLst>
                                          <p:attrName>style.visibility</p:attrName>
                                        </p:attrNameLst>
                                      </p:cBhvr>
                                      <p:to>
                                        <p:strVal val="visible"/>
                                      </p:to>
                                    </p:set>
                                    <p:animEffect transition="in" filter="wipe(left)">
                                      <p:cBhvr>
                                        <p:cTn id="17" dur="500"/>
                                        <p:tgtEl>
                                          <p:spTgt spid="67994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79942"/>
                                        </p:tgtEl>
                                        <p:attrNameLst>
                                          <p:attrName>style.visibility</p:attrName>
                                        </p:attrNameLst>
                                      </p:cBhvr>
                                      <p:to>
                                        <p:strVal val="visible"/>
                                      </p:to>
                                    </p:set>
                                    <p:animEffect transition="in" filter="wipe(left)">
                                      <p:cBhvr>
                                        <p:cTn id="22" dur="500"/>
                                        <p:tgtEl>
                                          <p:spTgt spid="67994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79943"/>
                                        </p:tgtEl>
                                        <p:attrNameLst>
                                          <p:attrName>style.visibility</p:attrName>
                                        </p:attrNameLst>
                                      </p:cBhvr>
                                      <p:to>
                                        <p:strVal val="visible"/>
                                      </p:to>
                                    </p:set>
                                    <p:animEffect transition="in" filter="wipe(left)">
                                      <p:cBhvr>
                                        <p:cTn id="27" dur="500"/>
                                        <p:tgtEl>
                                          <p:spTgt spid="67994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
                                            <p:bg/>
                                          </p:spTgt>
                                        </p:tgtEl>
                                        <p:attrNameLst>
                                          <p:attrName>style.visibility</p:attrName>
                                        </p:attrNameLst>
                                      </p:cBhvr>
                                      <p:to>
                                        <p:strVal val="visible"/>
                                      </p:to>
                                    </p:set>
                                    <p:animEffect transition="in" filter="wipe(left)">
                                      <p:cBhvr>
                                        <p:cTn id="32" dur="500"/>
                                        <p:tgtEl>
                                          <p:spTgt spid="9">
                                            <p:bg/>
                                          </p:spTgt>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9">
                                            <p:txEl>
                                              <p:pRg st="0" end="0"/>
                                            </p:txEl>
                                          </p:spTgt>
                                        </p:tgtEl>
                                        <p:attrNameLst>
                                          <p:attrName>style.visibility</p:attrName>
                                        </p:attrNameLst>
                                      </p:cBhvr>
                                      <p:to>
                                        <p:strVal val="visible"/>
                                      </p:to>
                                    </p:set>
                                    <p:animEffect transition="in" filter="wipe(left)">
                                      <p:cBhvr>
                                        <p:cTn id="35" dur="500"/>
                                        <p:tgtEl>
                                          <p:spTgt spid="9">
                                            <p:txEl>
                                              <p:pRg st="0" end="0"/>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0">
                                            <p:bg/>
                                          </p:spTgt>
                                        </p:tgtEl>
                                        <p:attrNameLst>
                                          <p:attrName>style.visibility</p:attrName>
                                        </p:attrNameLst>
                                      </p:cBhvr>
                                      <p:to>
                                        <p:strVal val="visible"/>
                                      </p:to>
                                    </p:set>
                                    <p:animEffect transition="in" filter="wipe(left)">
                                      <p:cBhvr>
                                        <p:cTn id="40" dur="500"/>
                                        <p:tgtEl>
                                          <p:spTgt spid="10">
                                            <p:bg/>
                                          </p:spTgt>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0">
                                            <p:txEl>
                                              <p:pRg st="0" end="0"/>
                                            </p:txEl>
                                          </p:spTgt>
                                        </p:tgtEl>
                                        <p:attrNameLst>
                                          <p:attrName>style.visibility</p:attrName>
                                        </p:attrNameLst>
                                      </p:cBhvr>
                                      <p:to>
                                        <p:strVal val="visible"/>
                                      </p:to>
                                    </p:set>
                                    <p:animEffect transition="in" filter="wipe(left)">
                                      <p:cBhvr>
                                        <p:cTn id="43" dur="500"/>
                                        <p:tgtEl>
                                          <p:spTgt spid="10">
                                            <p:txEl>
                                              <p:pRg st="0" end="0"/>
                                            </p:txEl>
                                          </p:spTgt>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0">
                                            <p:txEl>
                                              <p:pRg st="2" end="2"/>
                                            </p:txEl>
                                          </p:spTgt>
                                        </p:tgtEl>
                                        <p:attrNameLst>
                                          <p:attrName>style.visibility</p:attrName>
                                        </p:attrNameLst>
                                      </p:cBhvr>
                                      <p:to>
                                        <p:strVal val="visible"/>
                                      </p:to>
                                    </p:set>
                                    <p:animEffect transition="in" filter="wipe(left)">
                                      <p:cBhvr>
                                        <p:cTn id="46" dur="500"/>
                                        <p:tgtEl>
                                          <p:spTgt spid="10">
                                            <p:txEl>
                                              <p:pRg st="2" end="2"/>
                                            </p:txEl>
                                          </p:spTgt>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0">
                                            <p:txEl>
                                              <p:pRg st="4" end="4"/>
                                            </p:txEl>
                                          </p:spTgt>
                                        </p:tgtEl>
                                        <p:attrNameLst>
                                          <p:attrName>style.visibility</p:attrName>
                                        </p:attrNameLst>
                                      </p:cBhvr>
                                      <p:to>
                                        <p:strVal val="visible"/>
                                      </p:to>
                                    </p:set>
                                    <p:animEffect transition="in" filter="wipe(left)">
                                      <p:cBhvr>
                                        <p:cTn id="49"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allAtOnce" animBg="1" autoUpdateAnimBg="0"/>
      <p:bldP spid="10" grpId="0" build="allAtOnce" animBg="1" autoUpdateAnimBg="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602186" y="1484784"/>
            <a:ext cx="3571900" cy="46166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7" name="Rectangle 4"/>
          <p:cNvSpPr>
            <a:spLocks noChangeArrowheads="1"/>
          </p:cNvSpPr>
          <p:nvPr/>
        </p:nvSpPr>
        <p:spPr bwMode="auto">
          <a:xfrm>
            <a:off x="-479173" y="-230832"/>
            <a:ext cx="184731" cy="461665"/>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
        <p:nvSpPr>
          <p:cNvPr id="8" name="Rectangle 6"/>
          <p:cNvSpPr>
            <a:spLocks noChangeArrowheads="1"/>
          </p:cNvSpPr>
          <p:nvPr/>
        </p:nvSpPr>
        <p:spPr bwMode="auto">
          <a:xfrm>
            <a:off x="-479173" y="-230832"/>
            <a:ext cx="184731" cy="461665"/>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
        <p:nvSpPr>
          <p:cNvPr id="12" name="TextBox 11"/>
          <p:cNvSpPr txBox="1"/>
          <p:nvPr/>
        </p:nvSpPr>
        <p:spPr>
          <a:xfrm>
            <a:off x="0" y="0"/>
            <a:ext cx="9036496" cy="46166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例</a:t>
            </a:r>
            <a:r>
              <a:rPr kumimoji="1" lang="en-US" altLang="zh-CN"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 </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400" b="1" i="1"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(1,0,2)</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400" b="1" i="1"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(1,1,3)</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400" b="1" i="1"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15" name="TextBox 14"/>
          <p:cNvSpPr txBox="1"/>
          <p:nvPr/>
        </p:nvSpPr>
        <p:spPr>
          <a:xfrm>
            <a:off x="37808" y="1542542"/>
            <a:ext cx="854721" cy="52322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解</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16" name="TextBox 15"/>
          <p:cNvSpPr txBox="1"/>
          <p:nvPr/>
        </p:nvSpPr>
        <p:spPr>
          <a:xfrm>
            <a:off x="613872" y="1586094"/>
            <a:ext cx="2393604" cy="49244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由</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与</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B</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等价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sym typeface="Symbol"/>
              </a:rPr>
              <a:t></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sp>
        <p:nvSpPr>
          <p:cNvPr id="17" name="TextBox 16"/>
          <p:cNvSpPr txBox="1"/>
          <p:nvPr/>
        </p:nvSpPr>
        <p:spPr>
          <a:xfrm>
            <a:off x="-32" y="3544896"/>
            <a:ext cx="5237193" cy="46166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又由</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rPr>
              <a:t>1</a:t>
            </a:r>
            <a:r>
              <a:rPr kumimoji="1" lang="en-US" altLang="zh-CN" sz="2400" b="1" i="1"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2</a:t>
            </a:r>
            <a:r>
              <a:rPr kumimoji="1" lang="en-US" altLang="zh-CN" sz="2400" b="1" i="1"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 </a:t>
            </a:r>
            <a:r>
              <a:rPr kumimoji="1" lang="en-US" altLang="zh-CN" sz="24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3</a:t>
            </a:r>
            <a:r>
              <a:rPr kumimoji="1" lang="en-US" altLang="zh-CN" sz="2400" b="1" i="1" u="none" strike="noStrike" kern="1200" cap="none" spc="0" normalizeH="0" baseline="-25000" noProof="0" dirty="0">
                <a:ln>
                  <a:noFill/>
                </a:ln>
                <a:solidFill>
                  <a:srgbClr val="FF0000"/>
                </a:solidFill>
                <a:effectLst/>
                <a:uLnTx/>
                <a:uFillTx/>
                <a:latin typeface="黑体" pitchFamily="2" charset="-122"/>
                <a:ea typeface="黑体" pitchFamily="2" charset="-122"/>
                <a:cs typeface="Times New Roman" panose="02020603050405020304" pitchFamily="18" charset="0"/>
                <a:sym typeface="Symbol"/>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FF"/>
                </a:solidFill>
                <a:effectLst/>
                <a:uLnTx/>
                <a:uFillTx/>
                <a:latin typeface="黑体" pitchFamily="2" charset="-122"/>
                <a:ea typeface="黑体" pitchFamily="2" charset="-122"/>
                <a:cs typeface="Times New Roman" panose="02020603050405020304" pitchFamily="18" charset="0"/>
              </a:rPr>
              <a:t>1</a:t>
            </a:r>
            <a:r>
              <a:rPr kumimoji="1" lang="en-US" altLang="zh-CN" sz="24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FF"/>
                </a:solidFill>
                <a:effectLst/>
                <a:uLnTx/>
                <a:uFillTx/>
                <a:latin typeface="黑体" pitchFamily="2" charset="-122"/>
                <a:ea typeface="黑体" pitchFamily="2" charset="-122"/>
                <a:cs typeface="Times New Roman" panose="02020603050405020304" pitchFamily="18" charset="0"/>
              </a:rPr>
              <a:t>2</a:t>
            </a:r>
            <a:r>
              <a:rPr kumimoji="1" lang="en-US" altLang="zh-CN" sz="2400" b="1" i="1" u="none" strike="noStrike" kern="1200" cap="none" spc="0" normalizeH="0" baseline="-25000" noProof="0" dirty="0">
                <a:ln>
                  <a:noFill/>
                </a:ln>
                <a:solidFill>
                  <a:srgbClr val="0000FF"/>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FF"/>
                </a:solidFill>
                <a:effectLst/>
                <a:uLnTx/>
                <a:uFillTx/>
                <a:latin typeface="黑体" pitchFamily="2" charset="-122"/>
                <a:ea typeface="黑体" pitchFamily="2" charset="-122"/>
                <a:cs typeface="Times New Roman" panose="02020603050405020304" pitchFamily="18" charset="0"/>
              </a:rPr>
              <a:t>3</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graphicFrame>
        <p:nvGraphicFramePr>
          <p:cNvPr id="18" name="对象 17"/>
          <p:cNvGraphicFramePr>
            <a:graphicFrameLocks noChangeAspect="1"/>
          </p:cNvGraphicFramePr>
          <p:nvPr/>
        </p:nvGraphicFramePr>
        <p:xfrm>
          <a:off x="4857752" y="3259144"/>
          <a:ext cx="4214842" cy="1241426"/>
        </p:xfrm>
        <a:graphic>
          <a:graphicData uri="http://schemas.openxmlformats.org/presentationml/2006/ole">
            <mc:AlternateContent xmlns:mc="http://schemas.openxmlformats.org/markup-compatibility/2006">
              <mc:Choice xmlns:v="urn:schemas-microsoft-com:vml" Requires="v">
                <p:oleObj name="Equation" r:id="rId2" imgW="4762440" imgH="1498320" progId="Equation.DSMT4">
                  <p:embed/>
                </p:oleObj>
              </mc:Choice>
              <mc:Fallback>
                <p:oleObj name="Equation" r:id="rId2" imgW="4762440" imgH="1498320" progId="Equation.DSMT4">
                  <p:embed/>
                  <p:pic>
                    <p:nvPicPr>
                      <p:cNvPr id="18" name="对象 1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57752" y="3259144"/>
                        <a:ext cx="4214842" cy="124142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TextBox 18"/>
          <p:cNvSpPr txBox="1"/>
          <p:nvPr/>
        </p:nvSpPr>
        <p:spPr>
          <a:xfrm>
            <a:off x="0" y="5694797"/>
            <a:ext cx="2357422"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当</a:t>
            </a:r>
            <a:r>
              <a:rPr kumimoji="1" lang="en-US" altLang="zh-CN" sz="2600" b="1" i="1" u="none" strike="noStrike" kern="1200" cap="none" spc="0" normalizeH="0" baseline="0" noProof="0" dirty="0">
                <a:ln>
                  <a:noFill/>
                </a:ln>
                <a:solidFill>
                  <a:srgbClr val="0000CC"/>
                </a:solidFill>
                <a:effectLst/>
                <a:uLnTx/>
                <a:uFillTx/>
                <a:latin typeface="黑体" pitchFamily="2" charset="-122"/>
                <a:ea typeface="黑体" pitchFamily="2" charset="-122"/>
                <a:cs typeface="Times New Roman" panose="02020603050405020304" pitchFamily="18" charset="0"/>
              </a:rPr>
              <a:t>a</a:t>
            </a:r>
            <a:r>
              <a:rPr kumimoji="1" lang="en-US"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 </a:t>
            </a:r>
            <a:r>
              <a:rPr kumimoji="1" lang="en-US"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sym typeface="Symbol"/>
              </a:rPr>
              <a:t></a:t>
            </a:r>
            <a:r>
              <a:rPr kumimoji="1" lang="en-US"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 -1</a:t>
            </a:r>
            <a:r>
              <a:rPr kumimoji="1" lang="zh-CN"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时</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20" name="TextBox 19"/>
          <p:cNvSpPr txBox="1"/>
          <p:nvPr/>
        </p:nvSpPr>
        <p:spPr>
          <a:xfrm>
            <a:off x="-32" y="2643182"/>
            <a:ext cx="6702600"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其中</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21" name="TextBox 20"/>
          <p:cNvSpPr txBox="1"/>
          <p:nvPr/>
        </p:nvSpPr>
        <p:spPr>
          <a:xfrm>
            <a:off x="-32" y="4496143"/>
            <a:ext cx="2232248"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当</a:t>
            </a:r>
            <a:r>
              <a:rPr kumimoji="1" lang="en-US" altLang="zh-CN" sz="2600" b="1" i="1" u="none" strike="noStrike" kern="1200" cap="none" spc="0" normalizeH="0" baseline="0" noProof="0" dirty="0">
                <a:ln>
                  <a:noFill/>
                </a:ln>
                <a:solidFill>
                  <a:srgbClr val="0000CC"/>
                </a:solidFill>
                <a:effectLst/>
                <a:uLnTx/>
                <a:uFillTx/>
                <a:latin typeface="黑体" pitchFamily="2" charset="-122"/>
                <a:ea typeface="黑体" pitchFamily="2" charset="-122"/>
                <a:cs typeface="Times New Roman" panose="02020603050405020304" pitchFamily="18" charset="0"/>
              </a:rPr>
              <a:t>a </a:t>
            </a:r>
            <a:r>
              <a:rPr kumimoji="1" lang="en-US"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Times New Roman" panose="02020603050405020304" pitchFamily="18" charset="0"/>
              </a:rPr>
              <a:t>= -1</a:t>
            </a:r>
            <a:r>
              <a:rPr kumimoji="1" lang="zh-CN" altLang="zh-CN" sz="2600" b="1" i="0" u="none" strike="noStrike" kern="1200" cap="none" spc="0" normalizeH="0" baseline="0" noProof="0" dirty="0">
                <a:ln>
                  <a:noFill/>
                </a:ln>
                <a:solidFill>
                  <a:srgbClr val="0000CC"/>
                </a:solidFill>
                <a:effectLst/>
                <a:uLnTx/>
                <a:uFillTx/>
                <a:latin typeface="黑体" pitchFamily="2" charset="-122"/>
                <a:ea typeface="黑体" pitchFamily="2" charset="-122"/>
                <a:cs typeface="+mn-cs"/>
              </a:rPr>
              <a:t>时</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22" name="TextBox 21"/>
          <p:cNvSpPr txBox="1"/>
          <p:nvPr/>
        </p:nvSpPr>
        <p:spPr>
          <a:xfrm>
            <a:off x="2017319" y="4553718"/>
            <a:ext cx="2834430" cy="49244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sp>
        <p:nvSpPr>
          <p:cNvPr id="23" name="TextBox 22"/>
          <p:cNvSpPr txBox="1"/>
          <p:nvPr/>
        </p:nvSpPr>
        <p:spPr>
          <a:xfrm>
            <a:off x="642910" y="5046161"/>
            <a:ext cx="8341340"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故</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B</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不能由</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线性表示，向量组</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与</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B</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不等价。</a:t>
            </a:r>
            <a:endParaRPr kumimoji="1" lang="zh-CN" altLang="en-US" sz="22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26" name="TextBox 25"/>
          <p:cNvSpPr txBox="1"/>
          <p:nvPr/>
        </p:nvSpPr>
        <p:spPr>
          <a:xfrm>
            <a:off x="107504" y="467005"/>
            <a:ext cx="9322280" cy="46166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B</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mn-cs"/>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(1,2,</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 (2,1,</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6)</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400" b="1" i="1"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(2,1,</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4)</a:t>
            </a:r>
            <a:r>
              <a:rPr kumimoji="1" lang="en-US" altLang="zh-CN" sz="2400" b="1" i="1" u="none" strike="noStrike" kern="1200" cap="none" spc="0" normalizeH="0" baseline="3000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endPar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27" name="TextBox 26"/>
          <p:cNvSpPr txBox="1"/>
          <p:nvPr/>
        </p:nvSpPr>
        <p:spPr>
          <a:xfrm>
            <a:off x="107503" y="992341"/>
            <a:ext cx="7848873"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试问</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当</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取何值时，向量组</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与向量组</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B</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等价？</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9" name="TextBox 8"/>
          <p:cNvSpPr txBox="1"/>
          <p:nvPr/>
        </p:nvSpPr>
        <p:spPr>
          <a:xfrm>
            <a:off x="2935468" y="1643050"/>
            <a:ext cx="6208532" cy="492443"/>
          </a:xfrm>
          <a:prstGeom prst="rect">
            <a:avLst/>
          </a:prstGeom>
          <a:noFill/>
        </p:spPr>
        <p:txBody>
          <a:bodyPr wrap="square" rtlCol="0">
            <a:spAutoFit/>
          </a:bodyPr>
          <a:lstStyle/>
          <a:p>
            <a:pPr marL="0" marR="0" lvl="0" indent="0" algn="dist" defTabSz="914400" rtl="0" eaLnBrk="0" fontAlgn="base" latinLnBrk="0" hangingPunct="0">
              <a:lnSpc>
                <a:spcPct val="100000"/>
              </a:lnSpc>
              <a:spcBef>
                <a:spcPct val="0"/>
              </a:spcBef>
              <a:spcAft>
                <a:spcPct val="0"/>
              </a:spcAft>
              <a:buClrTx/>
              <a:buSzTx/>
              <a:buFontTx/>
              <a:buNone/>
              <a:tabLst/>
              <a:defRPr/>
            </a:pP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600" b="1" i="0"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0" u="none" strike="noStrike" kern="0" cap="none" spc="-3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600" b="1" i="0"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0" cap="none" spc="-3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0" cap="none" spc="-3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p>
        </p:txBody>
      </p:sp>
      <p:sp>
        <p:nvSpPr>
          <p:cNvPr id="10" name="TextBox 9"/>
          <p:cNvSpPr txBox="1"/>
          <p:nvPr/>
        </p:nvSpPr>
        <p:spPr>
          <a:xfrm>
            <a:off x="642910" y="6365557"/>
            <a:ext cx="6855291"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故</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向量组</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itchFamily="18" charset="0"/>
              </a:rPr>
              <a:t>A</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与</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itchFamily="18" charset="0"/>
              </a:rPr>
              <a:t>B </a:t>
            </a:r>
            <a:r>
              <a:rPr kumimoji="1" lang="zh-CN"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等价</a:t>
            </a:r>
            <a:r>
              <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p>
        </p:txBody>
      </p:sp>
      <p:sp>
        <p:nvSpPr>
          <p:cNvPr id="29" name="TextBox 28"/>
          <p:cNvSpPr txBox="1"/>
          <p:nvPr/>
        </p:nvSpPr>
        <p:spPr>
          <a:xfrm>
            <a:off x="4292220" y="2143116"/>
            <a:ext cx="4851812"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R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p>
        </p:txBody>
      </p:sp>
      <p:sp>
        <p:nvSpPr>
          <p:cNvPr id="28" name="TextBox 27"/>
          <p:cNvSpPr txBox="1"/>
          <p:nvPr/>
        </p:nvSpPr>
        <p:spPr>
          <a:xfrm>
            <a:off x="3000364" y="2643182"/>
            <a:ext cx="378185"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6</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30" name="Line 25"/>
          <p:cNvSpPr>
            <a:spLocks noChangeShapeType="1"/>
          </p:cNvSpPr>
          <p:nvPr/>
        </p:nvSpPr>
        <p:spPr bwMode="auto">
          <a:xfrm>
            <a:off x="32" y="1500174"/>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
        <p:nvSpPr>
          <p:cNvPr id="31" name="TextBox 30"/>
          <p:cNvSpPr txBox="1"/>
          <p:nvPr/>
        </p:nvSpPr>
        <p:spPr>
          <a:xfrm>
            <a:off x="1928794" y="5722639"/>
            <a:ext cx="7715574" cy="49244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6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6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=3 </a:t>
            </a:r>
            <a:endParaRPr kumimoji="1" lang="zh-CN" altLang="en-US" sz="26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sp>
        <p:nvSpPr>
          <p:cNvPr id="32" name="矩形 31"/>
          <p:cNvSpPr/>
          <p:nvPr/>
        </p:nvSpPr>
        <p:spPr>
          <a:xfrm>
            <a:off x="3736963" y="2714620"/>
            <a:ext cx="3642344"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可得</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=3, </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
        <p:nvSpPr>
          <p:cNvPr id="33" name="矩形 32"/>
          <p:cNvSpPr/>
          <p:nvPr/>
        </p:nvSpPr>
        <p:spPr>
          <a:xfrm>
            <a:off x="4929190" y="4572008"/>
            <a:ext cx="2555508"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R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1</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2</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2400" b="1" i="0" u="none" strike="noStrike" kern="1200" cap="none" spc="0" normalizeH="0" baseline="-25000" noProof="0" dirty="0">
                <a:ln>
                  <a:noFill/>
                </a:ln>
                <a:solidFill>
                  <a:srgbClr val="000000"/>
                </a:solidFill>
                <a:effectLst/>
                <a:uLnTx/>
                <a:uFillTx/>
                <a:latin typeface="黑体" pitchFamily="2" charset="-122"/>
                <a:ea typeface="黑体" pitchFamily="2" charset="-122"/>
                <a:cs typeface="Times New Roman" panose="02020603050405020304" pitchFamily="18" charset="0"/>
              </a:rPr>
              <a:t>3</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Tree>
    <p:extLst>
      <p:ext uri="{BB962C8B-B14F-4D97-AF65-F5344CB8AC3E}">
        <p14:creationId xmlns:p14="http://schemas.microsoft.com/office/powerpoint/2010/main" val="3637337368"/>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wipe(left)">
                                      <p:cBhvr>
                                        <p:cTn id="19" dur="500"/>
                                        <p:tgtEl>
                                          <p:spTgt spid="2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wipe(left)">
                                      <p:cBhvr>
                                        <p:cTn id="24" dur="500"/>
                                        <p:tgtEl>
                                          <p:spTgt spid="20"/>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wipe(left)">
                                      <p:cBhvr>
                                        <p:cTn id="29" dur="500"/>
                                        <p:tgtEl>
                                          <p:spTgt spid="28"/>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wipe(left)">
                                      <p:cBhvr>
                                        <p:cTn id="34" dur="500"/>
                                        <p:tgtEl>
                                          <p:spTgt spid="3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wipe(left)">
                                      <p:cBhvr>
                                        <p:cTn id="44" dur="500"/>
                                        <p:tgtEl>
                                          <p:spTgt spid="18"/>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wipe(left)">
                                      <p:cBhvr>
                                        <p:cTn id="49" dur="500"/>
                                        <p:tgtEl>
                                          <p:spTgt spid="21"/>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wipe(left)">
                                      <p:cBhvr>
                                        <p:cTn id="54" dur="500"/>
                                        <p:tgtEl>
                                          <p:spTgt spid="22"/>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wipe(left)">
                                      <p:cBhvr>
                                        <p:cTn id="59" dur="500"/>
                                        <p:tgtEl>
                                          <p:spTgt spid="33"/>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wipe(left)">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wipe(left)">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wipe(left)">
                                      <p:cBhvr>
                                        <p:cTn id="74" dur="500"/>
                                        <p:tgtEl>
                                          <p:spTgt spid="31"/>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10"/>
                                        </p:tgtEl>
                                        <p:attrNameLst>
                                          <p:attrName>style.visibility</p:attrName>
                                        </p:attrNameLst>
                                      </p:cBhvr>
                                      <p:to>
                                        <p:strVal val="visible"/>
                                      </p:to>
                                    </p:set>
                                    <p:animEffect transition="in" filter="wipe(left)">
                                      <p:cBhvr>
                                        <p:cTn id="7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9" grpId="0"/>
      <p:bldP spid="20" grpId="0"/>
      <p:bldP spid="21" grpId="0"/>
      <p:bldP spid="22" grpId="0"/>
      <p:bldP spid="23" grpId="0"/>
      <p:bldP spid="9" grpId="0"/>
      <p:bldP spid="10" grpId="0"/>
      <p:bldP spid="29" grpId="0"/>
      <p:bldP spid="28" grpId="0"/>
      <p:bldP spid="31" grpId="0"/>
      <p:bldP spid="32" grpId="0"/>
      <p:bldP spid="33"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10"/>
          <p:cNvSpPr txBox="1">
            <a:spLocks noChangeArrowheads="1"/>
          </p:cNvSpPr>
          <p:nvPr/>
        </p:nvSpPr>
        <p:spPr bwMode="auto">
          <a:xfrm>
            <a:off x="571472" y="988367"/>
            <a:ext cx="8929687" cy="553998"/>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矩阵方程</a:t>
            </a:r>
            <a:r>
              <a:rPr kumimoji="1" lang="en-US" altLang="zh-CN" sz="24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sym typeface="Wingdings" pitchFamily="2" charset="2"/>
              </a:rPr>
              <a:t>A</a:t>
            </a:r>
            <a:r>
              <a:rPr kumimoji="1" lang="en-US" altLang="zh-CN" sz="2400" b="1" i="0"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sym typeface="Wingdings" pitchFamily="2" charset="2"/>
              </a:rPr>
              <a:t>m×s</a:t>
            </a:r>
            <a:r>
              <a:rPr kumimoji="1" lang="en-US" altLang="zh-CN" sz="24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sym typeface="Wingdings" pitchFamily="2" charset="2"/>
              </a:rPr>
              <a:t>C</a:t>
            </a:r>
            <a:r>
              <a:rPr kumimoji="1" lang="en-US" altLang="zh-CN" sz="2400" b="1" i="0"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sym typeface="Wingdings" pitchFamily="2" charset="2"/>
              </a:rPr>
              <a:t>s×n</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sym typeface="Wingdings" pitchFamily="2" charset="2"/>
              </a:rPr>
              <a:t>B</a:t>
            </a:r>
            <a:r>
              <a:rPr kumimoji="1" lang="en-US" altLang="zh-CN" sz="2400" b="1" i="0"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sym typeface="Wingdings" pitchFamily="2" charset="2"/>
              </a:rPr>
              <a:t>m×n</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成立的向量意义：</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p>
        </p:txBody>
      </p:sp>
      <p:sp>
        <p:nvSpPr>
          <p:cNvPr id="16" name="WordArt 2"/>
          <p:cNvSpPr>
            <a:spLocks noChangeArrowheads="1" noChangeShapeType="1" noTextEdit="1"/>
          </p:cNvSpPr>
          <p:nvPr/>
        </p:nvSpPr>
        <p:spPr bwMode="auto">
          <a:xfrm>
            <a:off x="571472" y="-24"/>
            <a:ext cx="535785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4-1</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线性表示</a:t>
            </a:r>
          </a:p>
        </p:txBody>
      </p:sp>
      <p:graphicFrame>
        <p:nvGraphicFramePr>
          <p:cNvPr id="885767" name="Object 7"/>
          <p:cNvGraphicFramePr>
            <a:graphicFrameLocks noChangeAspect="1"/>
          </p:cNvGraphicFramePr>
          <p:nvPr/>
        </p:nvGraphicFramePr>
        <p:xfrm>
          <a:off x="642910" y="1571612"/>
          <a:ext cx="5403841" cy="1021677"/>
        </p:xfrm>
        <a:graphic>
          <a:graphicData uri="http://schemas.openxmlformats.org/presentationml/2006/ole">
            <mc:AlternateContent xmlns:mc="http://schemas.openxmlformats.org/markup-compatibility/2006">
              <mc:Choice xmlns:v="urn:schemas-microsoft-com:vml" Requires="v">
                <p:oleObj name="Equation" r:id="rId4" imgW="4140000" imgH="799920" progId="Equation.DSMT4">
                  <p:embed/>
                </p:oleObj>
              </mc:Choice>
              <mc:Fallback>
                <p:oleObj name="Equation" r:id="rId4" imgW="4140000" imgH="799920" progId="Equation.DSMT4">
                  <p:embed/>
                  <p:pic>
                    <p:nvPicPr>
                      <p:cNvPr id="885767"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2910" y="1571612"/>
                        <a:ext cx="5403841" cy="1021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 name="Object 7"/>
          <p:cNvGraphicFramePr>
            <a:graphicFrameLocks noChangeAspect="1"/>
          </p:cNvGraphicFramePr>
          <p:nvPr/>
        </p:nvGraphicFramePr>
        <p:xfrm>
          <a:off x="668354" y="2643182"/>
          <a:ext cx="5046654" cy="1067780"/>
        </p:xfrm>
        <a:graphic>
          <a:graphicData uri="http://schemas.openxmlformats.org/presentationml/2006/ole">
            <mc:AlternateContent xmlns:mc="http://schemas.openxmlformats.org/markup-compatibility/2006">
              <mc:Choice xmlns:v="urn:schemas-microsoft-com:vml" Requires="v">
                <p:oleObj name="Equation" r:id="rId6" imgW="3873240" imgH="799920" progId="Equation.DSMT4">
                  <p:embed/>
                </p:oleObj>
              </mc:Choice>
              <mc:Fallback>
                <p:oleObj name="Equation" r:id="rId6" imgW="3873240" imgH="799920" progId="Equation.DSMT4">
                  <p:embed/>
                  <p:pic>
                    <p:nvPicPr>
                      <p:cNvPr id="14"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68354" y="2643182"/>
                        <a:ext cx="5046654" cy="1067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7"/>
          <p:cNvGraphicFramePr>
            <a:graphicFrameLocks noChangeAspect="1"/>
          </p:cNvGraphicFramePr>
          <p:nvPr/>
        </p:nvGraphicFramePr>
        <p:xfrm>
          <a:off x="642910" y="3786190"/>
          <a:ext cx="3411538" cy="1000131"/>
        </p:xfrm>
        <a:graphic>
          <a:graphicData uri="http://schemas.openxmlformats.org/presentationml/2006/ole">
            <mc:AlternateContent xmlns:mc="http://schemas.openxmlformats.org/markup-compatibility/2006">
              <mc:Choice xmlns:v="urn:schemas-microsoft-com:vml" Requires="v">
                <p:oleObj name="Equation" r:id="rId8" imgW="2133360" imgH="749160" progId="Equation.DSMT4">
                  <p:embed/>
                </p:oleObj>
              </mc:Choice>
              <mc:Fallback>
                <p:oleObj name="Equation" r:id="rId8" imgW="2133360" imgH="749160" progId="Equation.DSMT4">
                  <p:embed/>
                  <p:pic>
                    <p:nvPicPr>
                      <p:cNvPr id="6"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910" y="3786190"/>
                        <a:ext cx="3411538" cy="100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Text Box 10"/>
          <p:cNvSpPr txBox="1">
            <a:spLocks noChangeArrowheads="1"/>
          </p:cNvSpPr>
          <p:nvPr/>
        </p:nvSpPr>
        <p:spPr bwMode="auto">
          <a:xfrm>
            <a:off x="5715008" y="2786058"/>
            <a:ext cx="3428992" cy="987578"/>
          </a:xfrm>
          <a:prstGeom prst="rect">
            <a:avLst/>
          </a:prstGeom>
          <a:noFill/>
          <a:ln w="9525">
            <a:solidFill>
              <a:schemeClr val="accent1">
                <a:lumMod val="75000"/>
              </a:schemeClr>
            </a:solidFill>
            <a:miter lim="800000"/>
            <a:headEnd/>
            <a:tailEnd/>
          </a:ln>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列</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向量可由</a:t>
            </a: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列</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向量线性表示，</a:t>
            </a: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C</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列</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为对应</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系数，即</a:t>
            </a:r>
            <a:endPar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R（B）≤R（A）</a:t>
            </a:r>
            <a:endPar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8" name="Text Box 10"/>
          <p:cNvSpPr txBox="1">
            <a:spLocks noChangeArrowheads="1"/>
          </p:cNvSpPr>
          <p:nvPr/>
        </p:nvSpPr>
        <p:spPr bwMode="auto">
          <a:xfrm>
            <a:off x="5715008" y="3857628"/>
            <a:ext cx="3428992" cy="987578"/>
          </a:xfrm>
          <a:prstGeom prst="rect">
            <a:avLst/>
          </a:prstGeom>
          <a:noFill/>
          <a:ln w="9525">
            <a:solidFill>
              <a:schemeClr val="accent1">
                <a:lumMod val="75000"/>
              </a:schemeClr>
            </a:solidFill>
            <a:miter lim="800000"/>
            <a:headEnd/>
            <a:tailEnd/>
          </a:ln>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行</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向量可由</a:t>
            </a: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C</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行</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向量线性表示，</a:t>
            </a:r>
            <a:r>
              <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行</a:t>
            </a:r>
            <a:r>
              <a:rPr kumimoji="1" lang="zh-CN" altLang="en-US" sz="1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为对应</a:t>
            </a:r>
            <a:r>
              <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系数，即</a:t>
            </a:r>
            <a:endParaRPr kumimoji="1" lang="en-US" altLang="zh-CN"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R（B）≤R（C）</a:t>
            </a:r>
            <a:endParaRPr kumimoji="1" lang="zh-CN" altLang="en-US" sz="16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9" name="Text Box 10"/>
          <p:cNvSpPr txBox="1">
            <a:spLocks noChangeArrowheads="1"/>
          </p:cNvSpPr>
          <p:nvPr/>
        </p:nvSpPr>
        <p:spPr bwMode="auto">
          <a:xfrm>
            <a:off x="4572000" y="4811160"/>
            <a:ext cx="4536504" cy="441916"/>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 typeface="Wingdings" pitchFamily="2" charset="2"/>
              <a:buChar char="Ø"/>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R（AC）≤min{R（A）， R（C）}</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10" name="Text Box 10"/>
          <p:cNvSpPr txBox="1">
            <a:spLocks noChangeArrowheads="1"/>
          </p:cNvSpPr>
          <p:nvPr/>
        </p:nvSpPr>
        <p:spPr bwMode="auto">
          <a:xfrm>
            <a:off x="571472" y="5373216"/>
            <a:ext cx="8929687" cy="1477328"/>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部分向量组总能由原整体向量组线性表示</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经初等</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行变换</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所得</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行向量组</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与原行向量组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等价</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经初等</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列变换</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所得</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列向量组</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与原列向量组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等价。</a:t>
            </a:r>
          </a:p>
        </p:txBody>
      </p:sp>
      <p:sp>
        <p:nvSpPr>
          <p:cNvPr id="3" name="Text Box 10">
            <a:extLst>
              <a:ext uri="{FF2B5EF4-FFF2-40B4-BE49-F238E27FC236}">
                <a16:creationId xmlns:a16="http://schemas.microsoft.com/office/drawing/2014/main" id="{2E54EAEE-F0BD-4EB2-2CD0-E0F4BC1A6F07}"/>
              </a:ext>
            </a:extLst>
          </p:cNvPr>
          <p:cNvSpPr txBox="1">
            <a:spLocks noChangeArrowheads="1"/>
          </p:cNvSpPr>
          <p:nvPr/>
        </p:nvSpPr>
        <p:spPr bwMode="auto">
          <a:xfrm>
            <a:off x="4932040" y="4811160"/>
            <a:ext cx="4176463" cy="441916"/>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 typeface="Wingdings" pitchFamily="2" charset="2"/>
              <a:buChar char="Ø"/>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R（B)≤min{R（A）， R（C）}</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85767"/>
                                        </p:tgtEl>
                                        <p:attrNameLst>
                                          <p:attrName>style.visibility</p:attrName>
                                        </p:attrNameLst>
                                      </p:cBhvr>
                                      <p:to>
                                        <p:strVal val="visible"/>
                                      </p:to>
                                    </p:set>
                                    <p:animEffect transition="in" filter="wipe(left)">
                                      <p:cBhvr>
                                        <p:cTn id="7" dur="500"/>
                                        <p:tgtEl>
                                          <p:spTgt spid="88576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up)">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7">
                                            <p:bg/>
                                          </p:spTgt>
                                        </p:tgtEl>
                                        <p:attrNameLst>
                                          <p:attrName>style.visibility</p:attrName>
                                        </p:attrNameLst>
                                      </p:cBhvr>
                                      <p:to>
                                        <p:strVal val="visible"/>
                                      </p:to>
                                    </p:set>
                                    <p:animEffect transition="in" filter="wipe(left)">
                                      <p:cBhvr>
                                        <p:cTn id="17" dur="500"/>
                                        <p:tgtEl>
                                          <p:spTgt spid="7">
                                            <p:bg/>
                                          </p:spTgt>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7">
                                            <p:txEl>
                                              <p:pRg st="0" end="0"/>
                                            </p:txEl>
                                          </p:spTgt>
                                        </p:tgtEl>
                                        <p:attrNameLst>
                                          <p:attrName>style.visibility</p:attrName>
                                        </p:attrNameLst>
                                      </p:cBhvr>
                                      <p:to>
                                        <p:strVal val="visible"/>
                                      </p:to>
                                    </p:set>
                                    <p:animEffect transition="in" filter="wipe(left)">
                                      <p:cBhvr>
                                        <p:cTn id="20" dur="500"/>
                                        <p:tgtEl>
                                          <p:spTgt spid="7">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7">
                                            <p:txEl>
                                              <p:pRg st="1" end="1"/>
                                            </p:txEl>
                                          </p:spTgt>
                                        </p:tgtEl>
                                        <p:attrNameLst>
                                          <p:attrName>style.visibility</p:attrName>
                                        </p:attrNameLst>
                                      </p:cBhvr>
                                      <p:to>
                                        <p:strVal val="visible"/>
                                      </p:to>
                                    </p:set>
                                    <p:animEffect transition="in" filter="wipe(left)">
                                      <p:cBhvr>
                                        <p:cTn id="25" dur="500"/>
                                        <p:tgtEl>
                                          <p:spTgt spid="7">
                                            <p:txEl>
                                              <p:pRg st="1" end="1"/>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left)">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8">
                                            <p:bg/>
                                          </p:spTgt>
                                        </p:tgtEl>
                                        <p:attrNameLst>
                                          <p:attrName>style.visibility</p:attrName>
                                        </p:attrNameLst>
                                      </p:cBhvr>
                                      <p:to>
                                        <p:strVal val="visible"/>
                                      </p:to>
                                    </p:set>
                                    <p:animEffect transition="in" filter="wipe(left)">
                                      <p:cBhvr>
                                        <p:cTn id="35" dur="500"/>
                                        <p:tgtEl>
                                          <p:spTgt spid="8">
                                            <p:bg/>
                                          </p:spTgt>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8">
                                            <p:txEl>
                                              <p:pRg st="0" end="0"/>
                                            </p:txEl>
                                          </p:spTgt>
                                        </p:tgtEl>
                                        <p:attrNameLst>
                                          <p:attrName>style.visibility</p:attrName>
                                        </p:attrNameLst>
                                      </p:cBhvr>
                                      <p:to>
                                        <p:strVal val="visible"/>
                                      </p:to>
                                    </p:set>
                                    <p:animEffect transition="in" filter="wipe(left)">
                                      <p:cBhvr>
                                        <p:cTn id="38" dur="500"/>
                                        <p:tgtEl>
                                          <p:spTgt spid="8">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8">
                                            <p:txEl>
                                              <p:pRg st="1" end="1"/>
                                            </p:txEl>
                                          </p:spTgt>
                                        </p:tgtEl>
                                        <p:attrNameLst>
                                          <p:attrName>style.visibility</p:attrName>
                                        </p:attrNameLst>
                                      </p:cBhvr>
                                      <p:to>
                                        <p:strVal val="visible"/>
                                      </p:to>
                                    </p:set>
                                    <p:animEffect transition="in" filter="wipe(left)">
                                      <p:cBhvr>
                                        <p:cTn id="43" dur="500"/>
                                        <p:tgtEl>
                                          <p:spTgt spid="8">
                                            <p:txEl>
                                              <p:pRg st="1" end="1"/>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3">
                                            <p:txEl>
                                              <p:pRg st="0" end="0"/>
                                            </p:txEl>
                                          </p:spTgt>
                                        </p:tgtEl>
                                        <p:attrNameLst>
                                          <p:attrName>style.visibility</p:attrName>
                                        </p:attrNameLst>
                                      </p:cBhvr>
                                      <p:to>
                                        <p:strVal val="visible"/>
                                      </p:to>
                                    </p:set>
                                    <p:animEffect transition="in" filter="wipe(left)">
                                      <p:cBhvr>
                                        <p:cTn id="48" dur="500"/>
                                        <p:tgtEl>
                                          <p:spTgt spid="3">
                                            <p:txEl>
                                              <p:pRg st="0" end="0"/>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9">
                                            <p:txEl>
                                              <p:pRg st="0" end="0"/>
                                            </p:txEl>
                                          </p:spTgt>
                                        </p:tgtEl>
                                        <p:attrNameLst>
                                          <p:attrName>style.visibility</p:attrName>
                                        </p:attrNameLst>
                                      </p:cBhvr>
                                      <p:to>
                                        <p:strVal val="visible"/>
                                      </p:to>
                                    </p:set>
                                    <p:animEffect transition="in" filter="wipe(left)">
                                      <p:cBhvr>
                                        <p:cTn id="53" dur="500"/>
                                        <p:tgtEl>
                                          <p:spTgt spid="9">
                                            <p:txEl>
                                              <p:pRg st="0" end="0"/>
                                            </p:txEl>
                                          </p:spTgt>
                                        </p:tgtEl>
                                      </p:cBhvr>
                                    </p:animEffect>
                                  </p:childTnLst>
                                </p:cTn>
                              </p:par>
                              <p:par>
                                <p:cTn id="54" presetID="22" presetClass="exit" presetSubtype="8" fill="hold" grpId="0" nodeType="withEffect">
                                  <p:stCondLst>
                                    <p:cond delay="0"/>
                                  </p:stCondLst>
                                  <p:childTnLst>
                                    <p:animEffect transition="out" filter="wipe(left)">
                                      <p:cBhvr>
                                        <p:cTn id="55" dur="500"/>
                                        <p:tgtEl>
                                          <p:spTgt spid="3">
                                            <p:txEl>
                                              <p:pRg st="0" end="0"/>
                                            </p:txEl>
                                          </p:spTgt>
                                        </p:tgtEl>
                                      </p:cBhvr>
                                    </p:animEffect>
                                    <p:set>
                                      <p:cBhvr>
                                        <p:cTn id="56" dur="1" fill="hold">
                                          <p:stCondLst>
                                            <p:cond delay="499"/>
                                          </p:stCondLst>
                                        </p:cTn>
                                        <p:tgtEl>
                                          <p:spTgt spid="3">
                                            <p:txEl>
                                              <p:pRg st="0" end="0"/>
                                            </p:txEl>
                                          </p:spTgt>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10">
                                            <p:txEl>
                                              <p:pRg st="0" end="0"/>
                                            </p:txEl>
                                          </p:spTgt>
                                        </p:tgtEl>
                                        <p:attrNameLst>
                                          <p:attrName>style.visibility</p:attrName>
                                        </p:attrNameLst>
                                      </p:cBhvr>
                                      <p:to>
                                        <p:strVal val="visible"/>
                                      </p:to>
                                    </p:set>
                                    <p:animEffect transition="in" filter="wipe(left)">
                                      <p:cBhvr>
                                        <p:cTn id="61" dur="500"/>
                                        <p:tgtEl>
                                          <p:spTgt spid="10">
                                            <p:txEl>
                                              <p:pRg st="0" end="0"/>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10">
                                            <p:txEl>
                                              <p:pRg st="1" end="1"/>
                                            </p:txEl>
                                          </p:spTgt>
                                        </p:tgtEl>
                                        <p:attrNameLst>
                                          <p:attrName>style.visibility</p:attrName>
                                        </p:attrNameLst>
                                      </p:cBhvr>
                                      <p:to>
                                        <p:strVal val="visible"/>
                                      </p:to>
                                    </p:set>
                                    <p:animEffect transition="in" filter="wipe(left)">
                                      <p:cBhvr>
                                        <p:cTn id="66" dur="500"/>
                                        <p:tgtEl>
                                          <p:spTgt spid="10">
                                            <p:txEl>
                                              <p:pRg st="1" end="1"/>
                                            </p:txEl>
                                          </p:spTgt>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10">
                                            <p:txEl>
                                              <p:pRg st="2" end="2"/>
                                            </p:txEl>
                                          </p:spTgt>
                                        </p:tgtEl>
                                        <p:attrNameLst>
                                          <p:attrName>style.visibility</p:attrName>
                                        </p:attrNameLst>
                                      </p:cBhvr>
                                      <p:to>
                                        <p:strVal val="visible"/>
                                      </p:to>
                                    </p:set>
                                    <p:animEffect transition="in" filter="wipe(left)">
                                      <p:cBhvr>
                                        <p:cTn id="71" dur="500"/>
                                        <p:tgtEl>
                                          <p:spTgt spid="1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allAtOnce" animBg="1"/>
      <p:bldP spid="8" grpId="0" uiExpand="1" build="allAtOnce" animBg="1"/>
      <p:bldP spid="3" grpId="0" build="allAtOnce"/>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10"/>
          <p:cNvSpPr txBox="1">
            <a:spLocks noChangeArrowheads="1"/>
          </p:cNvSpPr>
          <p:nvPr/>
        </p:nvSpPr>
        <p:spPr bwMode="auto">
          <a:xfrm>
            <a:off x="571473" y="1000108"/>
            <a:ext cx="8358246" cy="3139321"/>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矩阵等价与向量组等价：</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① 矩阵等价，其行</a:t>
            </a: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列</a:t>
            </a: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向量组不一定等价</a:t>
            </a:r>
            <a:endPar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矩阵等价</a:t>
            </a:r>
            <a:r>
              <a:rPr kumimoji="1" lang="zh-CN" altLang="en-US"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en-US" sz="2400" b="1" i="0" u="none" strike="noStrike" kern="1200" cap="none" spc="0" normalizeH="0" baseline="0" noProof="0" dirty="0">
                <a:ln>
                  <a:noFill/>
                </a:ln>
                <a:solidFill>
                  <a:srgbClr val="FFFF00"/>
                </a:solidFill>
                <a:effectLst/>
                <a:uLnTx/>
                <a:uFillTx/>
                <a:latin typeface="黑体" pitchFamily="2" charset="-122"/>
                <a:ea typeface="黑体" pitchFamily="2" charset="-122"/>
                <a:cs typeface="+mn-cs"/>
              </a:rPr>
              <a:t>且</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R</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mn-cs"/>
              </a:rPr>
              <a:t>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sym typeface="Symbol"/>
              </a:rPr>
              <a:t>A</a:t>
            </a:r>
            <a:r>
              <a:rPr kumimoji="1" lang="zh-CN" altLang="en-US"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sym typeface="Symbol"/>
              </a:rPr>
              <a:t>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mn-cs"/>
              </a:rPr>
              <a:t> </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R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sym typeface="Symbol"/>
              </a:rPr>
              <a:t>B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 </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R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(A|</a:t>
            </a:r>
            <a:r>
              <a:rPr kumimoji="1" lang="en-US" altLang="zh-CN" sz="2400" b="1" i="1"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sym typeface="Symbol"/>
              </a:rPr>
              <a:t>B </a:t>
            </a:r>
            <a:r>
              <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a:t>
            </a:r>
            <a:r>
              <a:rPr kumimoji="1" lang="zh-CN" altLang="en-US"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rPr>
              <a:t>时</a:t>
            </a:r>
            <a:endParaRPr kumimoji="1" lang="en-US" altLang="zh-CN" sz="2400" b="1" i="0" u="none" strike="noStrike" kern="0" cap="none" spc="-30" normalizeH="0" baseline="0" noProof="0" dirty="0">
              <a:ln>
                <a:noFill/>
              </a:ln>
              <a:solidFill>
                <a:srgbClr val="FFFF00"/>
              </a:solidFill>
              <a:effectLst/>
              <a:uLnTx/>
              <a:uFillTx/>
              <a:latin typeface="黑体" pitchFamily="2" charset="-122"/>
              <a:ea typeface="黑体" pitchFamily="2" charset="-122"/>
              <a:cs typeface="Times New Roman" panose="02020603050405020304" pitchFamily="18" charset="0"/>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r>
              <a:rPr kumimoji="1" lang="zh-CN" altLang="en-US"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其行</a:t>
            </a: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列</a:t>
            </a: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向量组一定等价</a:t>
            </a:r>
            <a:endPar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② 向量组等价，所构成的矩阵不一定等价</a:t>
            </a:r>
            <a:endPar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向量组等价，</a:t>
            </a:r>
            <a:r>
              <a:rPr kumimoji="1" lang="zh-CN" altLang="zh-CN" sz="2400" b="1" i="0" u="none" strike="noStrike" kern="1200" cap="none" spc="0" normalizeH="0" baseline="0" noProof="0" dirty="0">
                <a:ln>
                  <a:noFill/>
                </a:ln>
                <a:solidFill>
                  <a:srgbClr val="FFFF00"/>
                </a:solidFill>
                <a:effectLst/>
                <a:uLnTx/>
                <a:uFillTx/>
                <a:latin typeface="黑体" pitchFamily="2" charset="-122"/>
                <a:ea typeface="黑体" pitchFamily="2" charset="-122"/>
                <a:cs typeface="+mn-cs"/>
              </a:rPr>
              <a:t>且所含向量个数相同时</a:t>
            </a:r>
            <a:endParaRPr kumimoji="1" lang="en-US" altLang="zh-CN" sz="2400" b="1" i="0" u="none" strike="noStrike" kern="1200" cap="none" spc="0" normalizeH="0" baseline="0" noProof="0" dirty="0">
              <a:ln>
                <a:noFill/>
              </a:ln>
              <a:solidFill>
                <a:srgbClr val="FFFF00"/>
              </a:solidFill>
              <a:effectLst/>
              <a:uLnTx/>
              <a:uFillTx/>
              <a:latin typeface="黑体" pitchFamily="2" charset="-122"/>
              <a:ea typeface="黑体"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r>
              <a:rPr kumimoji="1" lang="zh-CN" altLang="en-US"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其</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两个向量组构成的矩阵</a:t>
            </a:r>
            <a:r>
              <a:rPr kumimoji="1" lang="zh-CN" altLang="en-US"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一定</a:t>
            </a:r>
            <a:r>
              <a:rPr kumimoji="1" lang="zh-CN" altLang="zh-CN" sz="24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等价</a:t>
            </a:r>
            <a:endPar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15" name="AutoShape 5"/>
          <p:cNvSpPr>
            <a:spLocks noChangeArrowheads="1"/>
          </p:cNvSpPr>
          <p:nvPr/>
        </p:nvSpPr>
        <p:spPr bwMode="auto">
          <a:xfrm>
            <a:off x="578102" y="4242178"/>
            <a:ext cx="8459786" cy="2643206"/>
          </a:xfrm>
          <a:prstGeom prst="roundRect">
            <a:avLst>
              <a:gd name="adj" fmla="val 4646"/>
            </a:avLst>
          </a:prstGeom>
          <a:solidFill>
            <a:schemeClr val="accent1"/>
          </a:solidFill>
          <a:ln w="28575">
            <a:solidFill>
              <a:schemeClr val="accent2"/>
            </a:solidFill>
            <a:round/>
            <a:headEnd/>
            <a:tailEnd/>
          </a:ln>
          <a:effectLst/>
        </p:spPr>
        <p:txBody>
          <a:bodyPr wrap="none" anchor="t" anchorCtr="0"/>
          <a:lstStyle/>
          <a:p>
            <a:pPr marL="0" marR="0" lvl="0" indent="0" algn="l" defTabSz="914400" rtl="0" eaLnBrk="0" fontAlgn="t"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99"/>
                </a:solidFill>
                <a:effectLst/>
                <a:uLnTx/>
                <a:uFillTx/>
                <a:latin typeface="黑体" panose="02010609060101010101" pitchFamily="49" charset="-122"/>
                <a:ea typeface="黑体" panose="02010609060101010101" pitchFamily="49" charset="-122"/>
                <a:cs typeface="+mn-cs"/>
              </a:rPr>
              <a:t>反例</a:t>
            </a:r>
            <a:r>
              <a:rPr kumimoji="1" lang="en-US" altLang="zh-CN" sz="2400" b="1" i="0" u="none" strike="noStrike" kern="1200" cap="none" spc="0" normalizeH="0" baseline="0" noProof="0" dirty="0">
                <a:ln>
                  <a:noFill/>
                </a:ln>
                <a:solidFill>
                  <a:srgbClr val="000099"/>
                </a:solidFill>
                <a:effectLst/>
                <a:uLnTx/>
                <a:uFillTx/>
                <a:latin typeface="黑体" panose="02010609060101010101" pitchFamily="49" charset="-122"/>
                <a:ea typeface="黑体" panose="02010609060101010101" pitchFamily="49" charset="-122"/>
                <a:cs typeface="+mn-cs"/>
              </a:rPr>
              <a:t>:</a:t>
            </a:r>
            <a:endParaRPr kumimoji="1" lang="zh-CN" altLang="en-US" sz="2400" b="1" i="0" u="none" strike="noStrike" kern="1200" cap="none" spc="0" normalizeH="0" baseline="0" noProof="0" dirty="0">
              <a:ln>
                <a:noFill/>
              </a:ln>
              <a:solidFill>
                <a:srgbClr val="000099"/>
              </a:solidFill>
              <a:effectLst/>
              <a:uLnTx/>
              <a:uFillTx/>
              <a:latin typeface="黑体" panose="02010609060101010101" pitchFamily="49" charset="-122"/>
              <a:ea typeface="黑体" panose="02010609060101010101" pitchFamily="49" charset="-122"/>
              <a:cs typeface="+mn-cs"/>
            </a:endParaRPr>
          </a:p>
        </p:txBody>
      </p:sp>
      <p:graphicFrame>
        <p:nvGraphicFramePr>
          <p:cNvPr id="1159173" name="Object 5"/>
          <p:cNvGraphicFramePr>
            <a:graphicFrameLocks noChangeAspect="1"/>
          </p:cNvGraphicFramePr>
          <p:nvPr/>
        </p:nvGraphicFramePr>
        <p:xfrm>
          <a:off x="1609204" y="4316413"/>
          <a:ext cx="3708400" cy="1930400"/>
        </p:xfrm>
        <a:graphic>
          <a:graphicData uri="http://schemas.openxmlformats.org/presentationml/2006/ole">
            <mc:AlternateContent xmlns:mc="http://schemas.openxmlformats.org/markup-compatibility/2006">
              <mc:Choice xmlns:v="urn:schemas-microsoft-com:vml" Requires="v">
                <p:oleObj name="Equation" r:id="rId3" imgW="3708360" imgH="1930320" progId="Equation.DSMT4">
                  <p:embed/>
                </p:oleObj>
              </mc:Choice>
              <mc:Fallback>
                <p:oleObj name="Equation" r:id="rId3" imgW="3708360" imgH="1930320" progId="Equation.DSMT4">
                  <p:embed/>
                  <p:pic>
                    <p:nvPicPr>
                      <p:cNvPr id="1159173" name="Object 5"/>
                      <p:cNvPicPr>
                        <a:picLocks noChangeAspect="1" noChangeArrowheads="1"/>
                      </p:cNvPicPr>
                      <p:nvPr/>
                    </p:nvPicPr>
                    <p:blipFill>
                      <a:blip r:embed="rId4"/>
                      <a:srcRect/>
                      <a:stretch>
                        <a:fillRect/>
                      </a:stretch>
                    </p:blipFill>
                    <p:spPr bwMode="auto">
                      <a:xfrm>
                        <a:off x="1609204" y="4316413"/>
                        <a:ext cx="3708400" cy="1930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59175" name="Object 7"/>
          <p:cNvGraphicFramePr>
            <a:graphicFrameLocks noChangeAspect="1"/>
          </p:cNvGraphicFramePr>
          <p:nvPr/>
        </p:nvGraphicFramePr>
        <p:xfrm>
          <a:off x="1609204" y="6335713"/>
          <a:ext cx="3898900" cy="482600"/>
        </p:xfrm>
        <a:graphic>
          <a:graphicData uri="http://schemas.openxmlformats.org/presentationml/2006/ole">
            <mc:AlternateContent xmlns:mc="http://schemas.openxmlformats.org/markup-compatibility/2006">
              <mc:Choice xmlns:v="urn:schemas-microsoft-com:vml" Requires="v">
                <p:oleObj name="Equation" r:id="rId5" imgW="3898800" imgH="482400" progId="Equation.DSMT4">
                  <p:embed/>
                </p:oleObj>
              </mc:Choice>
              <mc:Fallback>
                <p:oleObj name="Equation" r:id="rId5" imgW="3898800" imgH="482400" progId="Equation.DSMT4">
                  <p:embed/>
                  <p:pic>
                    <p:nvPicPr>
                      <p:cNvPr id="1159175" name="Object 7"/>
                      <p:cNvPicPr>
                        <a:picLocks noChangeAspect="1" noChangeArrowheads="1"/>
                      </p:cNvPicPr>
                      <p:nvPr/>
                    </p:nvPicPr>
                    <p:blipFill>
                      <a:blip r:embed="rId6"/>
                      <a:srcRect/>
                      <a:stretch>
                        <a:fillRect/>
                      </a:stretch>
                    </p:blipFill>
                    <p:spPr bwMode="auto">
                      <a:xfrm>
                        <a:off x="1609204" y="6335713"/>
                        <a:ext cx="389890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5"/>
          <p:cNvGraphicFramePr>
            <a:graphicFrameLocks noChangeAspect="1"/>
          </p:cNvGraphicFramePr>
          <p:nvPr/>
        </p:nvGraphicFramePr>
        <p:xfrm>
          <a:off x="5715000" y="4305300"/>
          <a:ext cx="2870200" cy="1981200"/>
        </p:xfrm>
        <a:graphic>
          <a:graphicData uri="http://schemas.openxmlformats.org/presentationml/2006/ole">
            <mc:AlternateContent xmlns:mc="http://schemas.openxmlformats.org/markup-compatibility/2006">
              <mc:Choice xmlns:v="urn:schemas-microsoft-com:vml" Requires="v">
                <p:oleObj name="Equation" r:id="rId7" imgW="2869920" imgH="1981080" progId="Equation.DSMT4">
                  <p:embed/>
                </p:oleObj>
              </mc:Choice>
              <mc:Fallback>
                <p:oleObj name="Equation" r:id="rId7" imgW="2869920" imgH="1981080" progId="Equation.DSMT4">
                  <p:embed/>
                  <p:pic>
                    <p:nvPicPr>
                      <p:cNvPr id="19" name="Object 5"/>
                      <p:cNvPicPr>
                        <a:picLocks noChangeAspect="1" noChangeArrowheads="1"/>
                      </p:cNvPicPr>
                      <p:nvPr/>
                    </p:nvPicPr>
                    <p:blipFill>
                      <a:blip r:embed="rId8"/>
                      <a:srcRect/>
                      <a:stretch>
                        <a:fillRect/>
                      </a:stretch>
                    </p:blipFill>
                    <p:spPr bwMode="auto">
                      <a:xfrm>
                        <a:off x="5715000" y="4305300"/>
                        <a:ext cx="2870200" cy="1981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WordArt 2">
            <a:extLst>
              <a:ext uri="{FF2B5EF4-FFF2-40B4-BE49-F238E27FC236}">
                <a16:creationId xmlns:a16="http://schemas.microsoft.com/office/drawing/2014/main" id="{224DD9E2-BD2F-C09E-9B19-C905F18A7292}"/>
              </a:ext>
            </a:extLst>
          </p:cNvPr>
          <p:cNvSpPr>
            <a:spLocks noChangeArrowheads="1" noChangeShapeType="1" noTextEdit="1"/>
          </p:cNvSpPr>
          <p:nvPr/>
        </p:nvSpPr>
        <p:spPr bwMode="auto">
          <a:xfrm>
            <a:off x="647564" y="48877"/>
            <a:ext cx="535785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9"/>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4-1</a:t>
            </a:r>
            <a:r>
              <a:rPr kumimoji="1" lang="zh-CN" altLang="en-US" sz="4800" b="1" i="0" u="none" strike="noStrike" kern="10" cap="none" spc="0" normalizeH="0" baseline="0" noProof="0" dirty="0">
                <a:ln w="76200">
                  <a:solidFill>
                    <a:srgbClr val="FFC000"/>
                  </a:solidFill>
                  <a:round/>
                  <a:headEnd/>
                  <a:tailEnd/>
                </a:ln>
                <a:blipFill>
                  <a:blip r:embed="rId9"/>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线性表示</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wipe(left)">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wipe(left)">
                                      <p:cBhvr>
                                        <p:cTn id="12" dur="500"/>
                                        <p:tgtEl>
                                          <p:spTgt spid="10">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1159173"/>
                                        </p:tgtEl>
                                        <p:attrNameLst>
                                          <p:attrName>style.visibility</p:attrName>
                                        </p:attrNameLst>
                                      </p:cBhvr>
                                      <p:to>
                                        <p:strVal val="visible"/>
                                      </p:to>
                                    </p:set>
                                    <p:animEffect transition="in" filter="wipe(left)">
                                      <p:cBhvr>
                                        <p:cTn id="21" dur="500"/>
                                        <p:tgtEl>
                                          <p:spTgt spid="115917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wipe(left)">
                                      <p:cBhvr>
                                        <p:cTn id="26" dur="500"/>
                                        <p:tgtEl>
                                          <p:spTgt spid="1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0">
                                            <p:txEl>
                                              <p:pRg st="2" end="2"/>
                                            </p:txEl>
                                          </p:spTgt>
                                        </p:tgtEl>
                                        <p:attrNameLst>
                                          <p:attrName>style.visibility</p:attrName>
                                        </p:attrNameLst>
                                      </p:cBhvr>
                                      <p:to>
                                        <p:strVal val="visible"/>
                                      </p:to>
                                    </p:set>
                                    <p:animEffect transition="in" filter="wipe(left)">
                                      <p:cBhvr>
                                        <p:cTn id="31" dur="500"/>
                                        <p:tgtEl>
                                          <p:spTgt spid="10">
                                            <p:txEl>
                                              <p:pRg st="2" end="2"/>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0">
                                            <p:txEl>
                                              <p:pRg st="3" end="3"/>
                                            </p:txEl>
                                          </p:spTgt>
                                        </p:tgtEl>
                                        <p:attrNameLst>
                                          <p:attrName>style.visibility</p:attrName>
                                        </p:attrNameLst>
                                      </p:cBhvr>
                                      <p:to>
                                        <p:strVal val="visible"/>
                                      </p:to>
                                    </p:set>
                                    <p:animEffect transition="in" filter="wipe(left)">
                                      <p:cBhvr>
                                        <p:cTn id="36" dur="500"/>
                                        <p:tgtEl>
                                          <p:spTgt spid="10">
                                            <p:txEl>
                                              <p:pRg st="3" end="3"/>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159175"/>
                                        </p:tgtEl>
                                        <p:attrNameLst>
                                          <p:attrName>style.visibility</p:attrName>
                                        </p:attrNameLst>
                                      </p:cBhvr>
                                      <p:to>
                                        <p:strVal val="visible"/>
                                      </p:to>
                                    </p:set>
                                    <p:animEffect transition="in" filter="wipe(left)">
                                      <p:cBhvr>
                                        <p:cTn id="41" dur="500"/>
                                        <p:tgtEl>
                                          <p:spTgt spid="115917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0">
                                            <p:txEl>
                                              <p:pRg st="5" end="5"/>
                                            </p:txEl>
                                          </p:spTgt>
                                        </p:tgtEl>
                                        <p:attrNameLst>
                                          <p:attrName>style.visibility</p:attrName>
                                        </p:attrNameLst>
                                      </p:cBhvr>
                                      <p:to>
                                        <p:strVal val="visible"/>
                                      </p:to>
                                    </p:set>
                                    <p:animEffect transition="in" filter="wipe(left)">
                                      <p:cBhvr>
                                        <p:cTn id="46" dur="500"/>
                                        <p:tgtEl>
                                          <p:spTgt spid="10">
                                            <p:txEl>
                                              <p:pRg st="5" end="5"/>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0">
                                            <p:txEl>
                                              <p:pRg st="6" end="6"/>
                                            </p:txEl>
                                          </p:spTgt>
                                        </p:tgtEl>
                                        <p:attrNameLst>
                                          <p:attrName>style.visibility</p:attrName>
                                        </p:attrNameLst>
                                      </p:cBhvr>
                                      <p:to>
                                        <p:strVal val="visible"/>
                                      </p:to>
                                    </p:set>
                                    <p:animEffect transition="in" filter="wipe(left)">
                                      <p:cBhvr>
                                        <p:cTn id="51" dur="500"/>
                                        <p:tgtEl>
                                          <p:spTgt spid="10">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autoUpdateAnimBg="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5"/>
          <p:cNvSpPr>
            <a:spLocks noChangeArrowheads="1"/>
          </p:cNvSpPr>
          <p:nvPr/>
        </p:nvSpPr>
        <p:spPr bwMode="auto">
          <a:xfrm>
            <a:off x="642942" y="3357562"/>
            <a:ext cx="8501090" cy="3500462"/>
          </a:xfrm>
          <a:prstGeom prst="roundRect">
            <a:avLst>
              <a:gd name="adj" fmla="val 4646"/>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48" name="矩形 47">
            <a:extLst>
              <a:ext uri="{FF2B5EF4-FFF2-40B4-BE49-F238E27FC236}">
                <a16:creationId xmlns:a16="http://schemas.microsoft.com/office/drawing/2014/main" id="{0521E1D6-AA44-4796-A72B-77871D57EE7F}"/>
              </a:ext>
            </a:extLst>
          </p:cNvPr>
          <p:cNvSpPr/>
          <p:nvPr/>
        </p:nvSpPr>
        <p:spPr bwMode="auto">
          <a:xfrm>
            <a:off x="3779912" y="6187945"/>
            <a:ext cx="5323204" cy="646331"/>
          </a:xfrm>
          <a:prstGeom prst="rect">
            <a:avLst/>
          </a:prstGeom>
          <a:solidFill>
            <a:srgbClr val="00B050"/>
          </a:solidFill>
          <a:ln w="38100" algn="ctr">
            <a:solidFill>
              <a:schemeClr val="tx1">
                <a:lumMod val="75000"/>
              </a:schemeClr>
            </a:solidFill>
            <a:miter lim="800000"/>
            <a:headEnd/>
            <a:tailEnd/>
          </a:ln>
          <a:effec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38" name="WordArt 2"/>
          <p:cNvSpPr>
            <a:spLocks noChangeArrowheads="1" noChangeShapeType="1" noTextEdit="1"/>
          </p:cNvSpPr>
          <p:nvPr/>
        </p:nvSpPr>
        <p:spPr bwMode="auto">
          <a:xfrm>
            <a:off x="650383" y="8792"/>
            <a:ext cx="6643734"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4-2 </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线性相关性</a:t>
            </a:r>
          </a:p>
        </p:txBody>
      </p:sp>
      <p:sp>
        <p:nvSpPr>
          <p:cNvPr id="55" name="Text Box 10"/>
          <p:cNvSpPr txBox="1">
            <a:spLocks noChangeArrowheads="1"/>
          </p:cNvSpPr>
          <p:nvPr/>
        </p:nvSpPr>
        <p:spPr bwMode="auto">
          <a:xfrm>
            <a:off x="714348" y="3344274"/>
            <a:ext cx="2214515" cy="441916"/>
          </a:xfrm>
          <a:prstGeom prst="rect">
            <a:avLst/>
          </a:prstGeom>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其它结论：</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p:txBody>
      </p:sp>
      <p:sp>
        <p:nvSpPr>
          <p:cNvPr id="880650" name="Rectangle 1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0653" name="Rectangle 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aphicFrame>
        <p:nvGraphicFramePr>
          <p:cNvPr id="12" name="表格 11"/>
          <p:cNvGraphicFramePr>
            <a:graphicFrameLocks noGrp="1"/>
          </p:cNvGraphicFramePr>
          <p:nvPr/>
        </p:nvGraphicFramePr>
        <p:xfrm>
          <a:off x="650383" y="1040117"/>
          <a:ext cx="8493649" cy="2103131"/>
        </p:xfrm>
        <a:graphic>
          <a:graphicData uri="http://schemas.openxmlformats.org/drawingml/2006/table">
            <a:tbl>
              <a:tblPr firstRow="1" bandRow="1">
                <a:tableStyleId>{93296810-A885-4BE3-A3E7-6D5BEEA58F35}</a:tableStyleId>
              </a:tblPr>
              <a:tblGrid>
                <a:gridCol w="1928824">
                  <a:extLst>
                    <a:ext uri="{9D8B030D-6E8A-4147-A177-3AD203B41FA5}">
                      <a16:colId xmlns:a16="http://schemas.microsoft.com/office/drawing/2014/main" val="20000"/>
                    </a:ext>
                  </a:extLst>
                </a:gridCol>
                <a:gridCol w="1974546">
                  <a:extLst>
                    <a:ext uri="{9D8B030D-6E8A-4147-A177-3AD203B41FA5}">
                      <a16:colId xmlns:a16="http://schemas.microsoft.com/office/drawing/2014/main" val="20001"/>
                    </a:ext>
                  </a:extLst>
                </a:gridCol>
                <a:gridCol w="1223010">
                  <a:extLst>
                    <a:ext uri="{9D8B030D-6E8A-4147-A177-3AD203B41FA5}">
                      <a16:colId xmlns:a16="http://schemas.microsoft.com/office/drawing/2014/main" val="20002"/>
                    </a:ext>
                  </a:extLst>
                </a:gridCol>
                <a:gridCol w="1195537">
                  <a:extLst>
                    <a:ext uri="{9D8B030D-6E8A-4147-A177-3AD203B41FA5}">
                      <a16:colId xmlns:a16="http://schemas.microsoft.com/office/drawing/2014/main" val="20003"/>
                    </a:ext>
                  </a:extLst>
                </a:gridCol>
                <a:gridCol w="2171732">
                  <a:extLst>
                    <a:ext uri="{9D8B030D-6E8A-4147-A177-3AD203B41FA5}">
                      <a16:colId xmlns:a16="http://schemas.microsoft.com/office/drawing/2014/main" val="20004"/>
                    </a:ext>
                  </a:extLst>
                </a:gridCol>
              </a:tblGrid>
              <a:tr h="425767">
                <a:tc rowSpan="2">
                  <a:txBody>
                    <a:bodyPr/>
                    <a:lstStyle/>
                    <a:p>
                      <a:pPr algn="ctr"/>
                      <a:r>
                        <a:rPr lang="zh-CN" altLang="en-US" sz="1600" b="1" dirty="0">
                          <a:solidFill>
                            <a:schemeClr val="accent1">
                              <a:lumMod val="75000"/>
                            </a:schemeClr>
                          </a:solidFill>
                          <a:latin typeface="微软雅黑" pitchFamily="34" charset="-122"/>
                          <a:ea typeface="微软雅黑" pitchFamily="34" charset="-122"/>
                        </a:rPr>
                        <a:t>向量组的相关性</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tc gridSpan="2">
                  <a:txBody>
                    <a:bodyPr/>
                    <a:lstStyle/>
                    <a:p>
                      <a:pPr algn="r"/>
                      <a:r>
                        <a:rPr lang="zh-CN" altLang="en-US" sz="1600" b="1" dirty="0">
                          <a:solidFill>
                            <a:schemeClr val="accent1">
                              <a:lumMod val="75000"/>
                            </a:schemeClr>
                          </a:solidFill>
                          <a:latin typeface="微软雅黑" pitchFamily="34" charset="-122"/>
                          <a:ea typeface="微软雅黑" pitchFamily="34" charset="-122"/>
                        </a:rPr>
                        <a:t>充要条件</a:t>
                      </a:r>
                    </a:p>
                  </a:txBody>
                  <a:tcP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6">
                        <a:lumMod val="75000"/>
                      </a:schemeClr>
                    </a:solidFill>
                  </a:tcPr>
                </a:tc>
                <a:tc hMerge="1">
                  <a:txBody>
                    <a:bodyPr/>
                    <a:lstStyle/>
                    <a:p>
                      <a:endParaRPr lang="zh-CN" altLang="en-US" dirty="0">
                        <a:solidFill>
                          <a:schemeClr val="bg2">
                            <a:lumMod val="60000"/>
                            <a:lumOff val="40000"/>
                          </a:schemeClr>
                        </a:solidFill>
                      </a:endParaRPr>
                    </a:p>
                  </a:txBody>
                  <a:tcPr/>
                </a:tc>
                <a:tc gridSpan="2">
                  <a:txBody>
                    <a:bodyPr/>
                    <a:lstStyle/>
                    <a:p>
                      <a:pPr algn="l"/>
                      <a:r>
                        <a:rPr lang="zh-CN" altLang="en-US" sz="1600" b="1" dirty="0">
                          <a:solidFill>
                            <a:schemeClr val="accent1">
                              <a:lumMod val="75000"/>
                            </a:schemeClr>
                          </a:solidFill>
                          <a:latin typeface="微软雅黑" pitchFamily="34" charset="-122"/>
                          <a:ea typeface="微软雅黑" pitchFamily="34" charset="-122"/>
                        </a:rPr>
                        <a:t>（向量组的秩</a:t>
                      </a:r>
                      <a:r>
                        <a:rPr lang="en-US" altLang="zh-CN" sz="1600" b="1" dirty="0">
                          <a:solidFill>
                            <a:schemeClr val="accent1">
                              <a:lumMod val="75000"/>
                            </a:schemeClr>
                          </a:solidFill>
                          <a:latin typeface="微软雅黑" pitchFamily="34" charset="-122"/>
                          <a:ea typeface="微软雅黑" pitchFamily="34" charset="-122"/>
                        </a:rPr>
                        <a:t>=？=</a:t>
                      </a:r>
                      <a:r>
                        <a:rPr lang="zh-CN" altLang="en-US" sz="1600" b="1" dirty="0">
                          <a:solidFill>
                            <a:schemeClr val="accent1">
                              <a:lumMod val="75000"/>
                            </a:schemeClr>
                          </a:solidFill>
                          <a:latin typeface="微软雅黑" pitchFamily="34" charset="-122"/>
                          <a:ea typeface="微软雅黑" pitchFamily="34" charset="-122"/>
                        </a:rPr>
                        <a:t>向量个数）</a:t>
                      </a:r>
                    </a:p>
                  </a:txBody>
                  <a:tcP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6">
                        <a:lumMod val="75000"/>
                      </a:schemeClr>
                    </a:solidFill>
                  </a:tcPr>
                </a:tc>
                <a:tc hMerge="1">
                  <a:txBody>
                    <a:bodyPr/>
                    <a:lstStyle/>
                    <a:p>
                      <a:endParaRPr lang="zh-CN" altLang="en-US" dirty="0">
                        <a:solidFill>
                          <a:schemeClr val="bg2">
                            <a:lumMod val="60000"/>
                            <a:lumOff val="40000"/>
                          </a:schemeClr>
                        </a:solidFill>
                      </a:endParaRPr>
                    </a:p>
                  </a:txBody>
                  <a:tcPr/>
                </a:tc>
                <a:extLst>
                  <a:ext uri="{0D108BD9-81ED-4DB2-BD59-A6C34878D82A}">
                    <a16:rowId xmlns:a16="http://schemas.microsoft.com/office/drawing/2014/main" val="10000"/>
                  </a:ext>
                </a:extLst>
              </a:tr>
              <a:tr h="431489">
                <a:tc vMerge="1">
                  <a:txBody>
                    <a:bodyPr/>
                    <a:lstStyle/>
                    <a:p>
                      <a:endParaRPr lang="zh-CN" altLang="en-US" b="1" dirty="0">
                        <a:solidFill>
                          <a:schemeClr val="bg2">
                            <a:lumMod val="75000"/>
                          </a:schemeClr>
                        </a:solidFill>
                        <a:latin typeface="微软雅黑" pitchFamily="34" charset="-122"/>
                        <a:ea typeface="微软雅黑" pitchFamily="34" charset="-122"/>
                      </a:endParaRPr>
                    </a:p>
                  </a:txBody>
                  <a:tcPr/>
                </a:tc>
                <a:tc>
                  <a:txBody>
                    <a:bodyPr/>
                    <a:lstStyle/>
                    <a:p>
                      <a:pPr algn="ctr"/>
                      <a:r>
                        <a:rPr kumimoji="0" lang="en-US" altLang="zh-CN" sz="1600" b="1" i="0" u="none" strike="noStrike" cap="none" normalizeH="0" baseline="0" dirty="0">
                          <a:ln>
                            <a:noFill/>
                          </a:ln>
                          <a:solidFill>
                            <a:schemeClr val="accent1">
                              <a:lumMod val="75000"/>
                            </a:schemeClr>
                          </a:solidFill>
                          <a:effectLst/>
                          <a:latin typeface="微软雅黑" pitchFamily="34" charset="-122"/>
                          <a:ea typeface="微软雅黑" pitchFamily="34" charset="-122"/>
                        </a:rPr>
                        <a:t>∑</a:t>
                      </a:r>
                      <a:r>
                        <a:rPr kumimoji="0" lang="en-US" altLang="zh-CN" sz="1600" b="1" i="0" u="none" strike="noStrike" cap="none" normalizeH="0" baseline="0" dirty="0" err="1">
                          <a:ln>
                            <a:noFill/>
                          </a:ln>
                          <a:solidFill>
                            <a:schemeClr val="accent1">
                              <a:lumMod val="75000"/>
                            </a:schemeClr>
                          </a:solidFill>
                          <a:effectLst/>
                          <a:latin typeface="微软雅黑" pitchFamily="34" charset="-122"/>
                          <a:ea typeface="微软雅黑" pitchFamily="34" charset="-122"/>
                        </a:rPr>
                        <a:t>k</a:t>
                      </a:r>
                      <a:r>
                        <a:rPr kumimoji="0" lang="en-US" altLang="zh-CN" sz="1600" b="1" i="0" u="none" strike="noStrike" cap="none" normalizeH="0" baseline="-25000" dirty="0" err="1">
                          <a:ln>
                            <a:noFill/>
                          </a:ln>
                          <a:solidFill>
                            <a:schemeClr val="accent1">
                              <a:lumMod val="75000"/>
                            </a:schemeClr>
                          </a:solidFill>
                          <a:effectLst/>
                          <a:latin typeface="微软雅黑" pitchFamily="34" charset="-122"/>
                          <a:ea typeface="微软雅黑" pitchFamily="34" charset="-122"/>
                        </a:rPr>
                        <a:t>i</a:t>
                      </a:r>
                      <a:r>
                        <a:rPr kumimoji="0" lang="el-GR" altLang="zh-CN" sz="1600" b="1" i="0" u="none" strike="noStrike" cap="none" normalizeH="0" baseline="0" dirty="0">
                          <a:ln>
                            <a:noFill/>
                          </a:ln>
                          <a:solidFill>
                            <a:schemeClr val="accent1">
                              <a:lumMod val="75000"/>
                            </a:schemeClr>
                          </a:solidFill>
                          <a:effectLst/>
                          <a:latin typeface="微软雅黑" pitchFamily="34" charset="-122"/>
                          <a:ea typeface="微软雅黑" pitchFamily="34" charset="-122"/>
                        </a:rPr>
                        <a:t>α</a:t>
                      </a:r>
                      <a:r>
                        <a:rPr kumimoji="0" lang="en-US" altLang="zh-CN" sz="1600" b="1" i="0" u="none" strike="noStrike" cap="none" normalizeH="0" baseline="-25000" dirty="0" err="1">
                          <a:ln>
                            <a:noFill/>
                          </a:ln>
                          <a:solidFill>
                            <a:schemeClr val="accent1">
                              <a:lumMod val="75000"/>
                            </a:schemeClr>
                          </a:solidFill>
                          <a:effectLst/>
                          <a:latin typeface="微软雅黑" pitchFamily="34" charset="-122"/>
                          <a:ea typeface="微软雅黑" pitchFamily="34" charset="-122"/>
                        </a:rPr>
                        <a:t>i</a:t>
                      </a:r>
                      <a:r>
                        <a:rPr lang="en-US" altLang="zh-CN" sz="1600" b="1" u="none" baseline="8000" dirty="0">
                          <a:solidFill>
                            <a:schemeClr val="accent1">
                              <a:lumMod val="75000"/>
                            </a:schemeClr>
                          </a:solidFill>
                          <a:uFill>
                            <a:solidFill>
                              <a:schemeClr val="accent2">
                                <a:lumMod val="75000"/>
                              </a:schemeClr>
                            </a:solidFill>
                          </a:uFill>
                          <a:latin typeface="微软雅黑" pitchFamily="34" charset="-122"/>
                          <a:ea typeface="微软雅黑" pitchFamily="34" charset="-122"/>
                        </a:rPr>
                        <a:t>= 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600" b="1" u="none" baseline="8000" dirty="0">
                          <a:solidFill>
                            <a:schemeClr val="accent1">
                              <a:lumMod val="75000"/>
                            </a:schemeClr>
                          </a:solidFill>
                          <a:uFill>
                            <a:solidFill>
                              <a:schemeClr val="accent2">
                                <a:lumMod val="75000"/>
                              </a:schemeClr>
                            </a:solidFill>
                          </a:uFill>
                          <a:latin typeface="微软雅黑" pitchFamily="34" charset="-122"/>
                          <a:ea typeface="微软雅黑" pitchFamily="34" charset="-122"/>
                        </a:rPr>
                        <a:t>AX=O</a:t>
                      </a:r>
                      <a:endParaRPr lang="zh-CN" altLang="en-US" sz="1600" b="1" dirty="0">
                        <a:solidFill>
                          <a:schemeClr val="accent1">
                            <a:lumMod val="75000"/>
                          </a:schemeClr>
                        </a:solidFill>
                        <a:latin typeface="微软雅黑" pitchFamily="34" charset="-122"/>
                        <a:ea typeface="微软雅黑" pitchFamily="34" charset="-122"/>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r>
                        <a:rPr lang="zh-CN" altLang="en-US" sz="1600" b="1" dirty="0">
                          <a:solidFill>
                            <a:schemeClr val="accent1">
                              <a:lumMod val="75000"/>
                            </a:schemeClr>
                          </a:solidFill>
                          <a:latin typeface="微软雅黑" pitchFamily="34" charset="-122"/>
                          <a:ea typeface="微软雅黑" pitchFamily="34" charset="-122"/>
                        </a:rPr>
                        <a:t>秩</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algn="ctr" defTabSz="914400" rtl="0" eaLnBrk="1" latinLnBrk="0" hangingPunct="1"/>
                      <a:r>
                        <a:rPr lang="zh-CN" altLang="en-US" sz="1600" b="1" kern="1200" dirty="0">
                          <a:solidFill>
                            <a:schemeClr val="accent1">
                              <a:lumMod val="75000"/>
                            </a:schemeClr>
                          </a:solidFill>
                          <a:latin typeface="微软雅黑" pitchFamily="34" charset="-122"/>
                          <a:ea typeface="微软雅黑" pitchFamily="34" charset="-122"/>
                          <a:cs typeface="+mn-cs"/>
                        </a:rPr>
                        <a:t>线性表示</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1"/>
                  </a:ext>
                </a:extLst>
              </a:tr>
              <a:tr h="666755">
                <a:tc>
                  <a:txBody>
                    <a:bodyPr/>
                    <a:lstStyle/>
                    <a:p>
                      <a:r>
                        <a:rPr lang="en-US" altLang="zh-CN" sz="1600" b="1" dirty="0">
                          <a:solidFill>
                            <a:schemeClr val="bg2">
                              <a:lumMod val="75000"/>
                            </a:schemeClr>
                          </a:solidFill>
                          <a:latin typeface="微软雅黑" pitchFamily="34" charset="-122"/>
                          <a:ea typeface="微软雅黑" pitchFamily="34" charset="-122"/>
                        </a:rPr>
                        <a:t>A(α</a:t>
                      </a:r>
                      <a:r>
                        <a:rPr lang="en-US" altLang="zh-CN" sz="1600" b="1" baseline="-25000" dirty="0">
                          <a:solidFill>
                            <a:schemeClr val="bg2">
                              <a:lumMod val="75000"/>
                            </a:schemeClr>
                          </a:solidFill>
                          <a:latin typeface="微软雅黑" pitchFamily="34" charset="-122"/>
                          <a:ea typeface="微软雅黑" pitchFamily="34" charset="-122"/>
                        </a:rPr>
                        <a:t>1</a:t>
                      </a:r>
                      <a:r>
                        <a:rPr lang="en-US" altLang="zh-CN" sz="1600" b="1" dirty="0">
                          <a:solidFill>
                            <a:schemeClr val="bg2">
                              <a:lumMod val="75000"/>
                            </a:schemeClr>
                          </a:solidFill>
                          <a:latin typeface="微软雅黑" pitchFamily="34" charset="-122"/>
                          <a:ea typeface="微软雅黑" pitchFamily="34" charset="-122"/>
                        </a:rPr>
                        <a:t>，α</a:t>
                      </a:r>
                      <a:r>
                        <a:rPr lang="en-US" altLang="zh-CN" sz="1600" b="1" baseline="-25000" dirty="0">
                          <a:solidFill>
                            <a:schemeClr val="bg2">
                              <a:lumMod val="75000"/>
                            </a:schemeClr>
                          </a:solidFill>
                          <a:latin typeface="微软雅黑" pitchFamily="34" charset="-122"/>
                          <a:ea typeface="微软雅黑" pitchFamily="34" charset="-122"/>
                        </a:rPr>
                        <a:t>2</a:t>
                      </a:r>
                      <a:r>
                        <a:rPr lang="en-US" altLang="zh-CN" sz="1600" b="1" dirty="0">
                          <a:solidFill>
                            <a:schemeClr val="bg2">
                              <a:lumMod val="75000"/>
                            </a:schemeClr>
                          </a:solidFill>
                          <a:latin typeface="微软雅黑" pitchFamily="34" charset="-122"/>
                          <a:ea typeface="微软雅黑" pitchFamily="34" charset="-122"/>
                        </a:rPr>
                        <a:t>，…，</a:t>
                      </a:r>
                      <a:r>
                        <a:rPr lang="en-US" altLang="zh-CN" sz="1600" b="1" dirty="0" err="1">
                          <a:solidFill>
                            <a:schemeClr val="bg2">
                              <a:lumMod val="75000"/>
                            </a:schemeClr>
                          </a:solidFill>
                          <a:latin typeface="微软雅黑" pitchFamily="34" charset="-122"/>
                          <a:ea typeface="微软雅黑" pitchFamily="34" charset="-122"/>
                        </a:rPr>
                        <a:t>α</a:t>
                      </a:r>
                      <a:r>
                        <a:rPr lang="en-US" altLang="zh-CN" sz="1600" b="1" baseline="-25000" dirty="0" err="1">
                          <a:solidFill>
                            <a:schemeClr val="bg2">
                              <a:lumMod val="75000"/>
                            </a:schemeClr>
                          </a:solidFill>
                          <a:latin typeface="微软雅黑" pitchFamily="34" charset="-122"/>
                          <a:ea typeface="微软雅黑" pitchFamily="34" charset="-122"/>
                        </a:rPr>
                        <a:t>n</a:t>
                      </a:r>
                      <a:r>
                        <a:rPr lang="en-US" altLang="zh-CN" sz="1600" b="1" dirty="0">
                          <a:solidFill>
                            <a:schemeClr val="bg2">
                              <a:lumMod val="75000"/>
                            </a:schemeClr>
                          </a:solidFill>
                          <a:latin typeface="微软雅黑" pitchFamily="34" charset="-122"/>
                          <a:ea typeface="微软雅黑" pitchFamily="34" charset="-122"/>
                        </a:rPr>
                        <a:t>)</a:t>
                      </a:r>
                    </a:p>
                    <a:p>
                      <a:r>
                        <a:rPr lang="zh-CN" altLang="en-US" sz="1600" b="1" dirty="0">
                          <a:solidFill>
                            <a:schemeClr val="bg2">
                              <a:lumMod val="75000"/>
                            </a:schemeClr>
                          </a:solidFill>
                          <a:latin typeface="微软雅黑" pitchFamily="34" charset="-122"/>
                          <a:ea typeface="微软雅黑" pitchFamily="34" charset="-122"/>
                        </a:rPr>
                        <a:t>线性相关</a:t>
                      </a: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p>
                    <a:p>
                      <a:r>
                        <a:rPr lang="en-US" altLang="zh-CN" sz="1600" b="1" dirty="0">
                          <a:solidFill>
                            <a:schemeClr val="bg2">
                              <a:lumMod val="75000"/>
                            </a:schemeClr>
                          </a:solidFill>
                          <a:latin typeface="微软雅黑" pitchFamily="34" charset="-122"/>
                          <a:ea typeface="微软雅黑" pitchFamily="34" charset="-122"/>
                          <a:sym typeface="Wingdings" pitchFamily="2" charset="2"/>
                        </a:rPr>
                        <a:t>  </a:t>
                      </a:r>
                      <a:r>
                        <a:rPr lang="en-US" altLang="zh-CN" sz="1600" b="1" dirty="0" err="1">
                          <a:solidFill>
                            <a:schemeClr val="bg2">
                              <a:lumMod val="75000"/>
                            </a:schemeClr>
                          </a:solidFill>
                          <a:latin typeface="微软雅黑" pitchFamily="34" charset="-122"/>
                          <a:ea typeface="微软雅黑" pitchFamily="34" charset="-122"/>
                        </a:rPr>
                        <a:t>k</a:t>
                      </a:r>
                      <a:r>
                        <a:rPr kumimoji="0" lang="en-US" altLang="zh-CN" sz="1600" b="1" i="0" u="none" strike="noStrike" cap="none" normalizeH="0" baseline="-25000" dirty="0" err="1">
                          <a:ln>
                            <a:noFill/>
                          </a:ln>
                          <a:solidFill>
                            <a:schemeClr val="bg2">
                              <a:lumMod val="75000"/>
                            </a:schemeClr>
                          </a:solidFill>
                          <a:effectLst/>
                          <a:latin typeface="微软雅黑" pitchFamily="34" charset="-122"/>
                          <a:ea typeface="微软雅黑" pitchFamily="34" charset="-122"/>
                        </a:rPr>
                        <a:t>i</a:t>
                      </a:r>
                      <a:r>
                        <a:rPr lang="zh-CN" altLang="en-US" sz="1600" b="1" dirty="0">
                          <a:solidFill>
                            <a:schemeClr val="bg2">
                              <a:lumMod val="75000"/>
                            </a:schemeClr>
                          </a:solidFill>
                          <a:latin typeface="微软雅黑" pitchFamily="34" charset="-122"/>
                          <a:ea typeface="微软雅黑" pitchFamily="34" charset="-122"/>
                        </a:rPr>
                        <a:t>不全为零时成立</a:t>
                      </a:r>
                    </a:p>
                  </a:txBody>
                  <a:tcPr>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zh-CN" altLang="en-US" sz="1600" b="1" dirty="0">
                          <a:solidFill>
                            <a:schemeClr val="bg2">
                              <a:lumMod val="75000"/>
                            </a:schemeClr>
                          </a:solidFill>
                          <a:latin typeface="微软雅黑" pitchFamily="34" charset="-122"/>
                          <a:ea typeface="微软雅黑" pitchFamily="34" charset="-122"/>
                        </a:rPr>
                        <a:t>有非零解</a:t>
                      </a: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US" altLang="zh-CN" sz="1600" b="1" dirty="0">
                        <a:solidFill>
                          <a:schemeClr val="bg2">
                            <a:lumMod val="75000"/>
                          </a:schemeClr>
                        </a:solidFill>
                        <a:latin typeface="微软雅黑" pitchFamily="34" charset="-122"/>
                        <a:ea typeface="微软雅黑" pitchFamily="34" charset="-122"/>
                        <a:sym typeface="Wingdings" pitchFamily="2" charset="2"/>
                      </a:endParaRPr>
                    </a:p>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en-US" altLang="zh-CN" sz="1600" b="1" dirty="0">
                          <a:solidFill>
                            <a:schemeClr val="bg2">
                              <a:lumMod val="75000"/>
                            </a:schemeClr>
                          </a:solidFill>
                          <a:latin typeface="微软雅黑" pitchFamily="34" charset="-122"/>
                          <a:ea typeface="微软雅黑" pitchFamily="34" charset="-122"/>
                        </a:rPr>
                        <a:t>R(A)&lt;n</a:t>
                      </a:r>
                      <a:endParaRPr lang="zh-CN" altLang="en-US" sz="1600" b="1" dirty="0">
                        <a:solidFill>
                          <a:schemeClr val="bg2">
                            <a:lumMod val="75000"/>
                          </a:schemeClr>
                        </a:solidFill>
                        <a:latin typeface="微软雅黑" pitchFamily="34" charset="-122"/>
                        <a:ea typeface="微软雅黑" pitchFamily="34" charset="-122"/>
                      </a:endParaRPr>
                    </a:p>
                  </a:txBody>
                  <a:tcPr>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zh-CN" altLang="en-US" sz="1600" b="1" kern="1200" dirty="0">
                          <a:solidFill>
                            <a:schemeClr val="bg2">
                              <a:lumMod val="75000"/>
                            </a:schemeClr>
                          </a:solidFill>
                          <a:latin typeface="微软雅黑" pitchFamily="34" charset="-122"/>
                          <a:ea typeface="微软雅黑" pitchFamily="34" charset="-122"/>
                          <a:cs typeface="+mn-cs"/>
                          <a:sym typeface="Wingdings" pitchFamily="2" charset="2"/>
                        </a:rPr>
                        <a:t>至少有一个向量可由其余向量线性表示</a:t>
                      </a: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571503">
                <a:tc>
                  <a:txBody>
                    <a:bodyPr/>
                    <a:lstStyle/>
                    <a:p>
                      <a:r>
                        <a:rPr lang="en-US" altLang="zh-CN" sz="1600" b="1" dirty="0">
                          <a:solidFill>
                            <a:schemeClr val="bg2">
                              <a:lumMod val="75000"/>
                            </a:schemeClr>
                          </a:solidFill>
                          <a:latin typeface="微软雅黑" pitchFamily="34" charset="-122"/>
                          <a:ea typeface="微软雅黑" pitchFamily="34" charset="-122"/>
                        </a:rPr>
                        <a:t>A(α</a:t>
                      </a:r>
                      <a:r>
                        <a:rPr lang="en-US" altLang="zh-CN" sz="1600" b="1" baseline="-25000" dirty="0">
                          <a:solidFill>
                            <a:schemeClr val="bg2">
                              <a:lumMod val="75000"/>
                            </a:schemeClr>
                          </a:solidFill>
                          <a:latin typeface="微软雅黑" pitchFamily="34" charset="-122"/>
                          <a:ea typeface="微软雅黑" pitchFamily="34" charset="-122"/>
                        </a:rPr>
                        <a:t>1</a:t>
                      </a:r>
                      <a:r>
                        <a:rPr lang="en-US" altLang="zh-CN" sz="1600" b="1" dirty="0">
                          <a:solidFill>
                            <a:schemeClr val="bg2">
                              <a:lumMod val="75000"/>
                            </a:schemeClr>
                          </a:solidFill>
                          <a:latin typeface="微软雅黑" pitchFamily="34" charset="-122"/>
                          <a:ea typeface="微软雅黑" pitchFamily="34" charset="-122"/>
                        </a:rPr>
                        <a:t>，α</a:t>
                      </a:r>
                      <a:r>
                        <a:rPr lang="en-US" altLang="zh-CN" sz="1600" b="1" baseline="-25000" dirty="0">
                          <a:solidFill>
                            <a:schemeClr val="bg2">
                              <a:lumMod val="75000"/>
                            </a:schemeClr>
                          </a:solidFill>
                          <a:latin typeface="微软雅黑" pitchFamily="34" charset="-122"/>
                          <a:ea typeface="微软雅黑" pitchFamily="34" charset="-122"/>
                        </a:rPr>
                        <a:t>2</a:t>
                      </a:r>
                      <a:r>
                        <a:rPr lang="en-US" altLang="zh-CN" sz="1600" b="1" dirty="0">
                          <a:solidFill>
                            <a:schemeClr val="bg2">
                              <a:lumMod val="75000"/>
                            </a:schemeClr>
                          </a:solidFill>
                          <a:latin typeface="微软雅黑" pitchFamily="34" charset="-122"/>
                          <a:ea typeface="微软雅黑" pitchFamily="34" charset="-122"/>
                        </a:rPr>
                        <a:t>，…，</a:t>
                      </a:r>
                      <a:r>
                        <a:rPr lang="en-US" altLang="zh-CN" sz="1600" b="1" dirty="0" err="1">
                          <a:solidFill>
                            <a:schemeClr val="bg2">
                              <a:lumMod val="75000"/>
                            </a:schemeClr>
                          </a:solidFill>
                          <a:latin typeface="微软雅黑" pitchFamily="34" charset="-122"/>
                          <a:ea typeface="微软雅黑" pitchFamily="34" charset="-122"/>
                        </a:rPr>
                        <a:t>α</a:t>
                      </a:r>
                      <a:r>
                        <a:rPr lang="en-US" altLang="zh-CN" sz="1600" b="1" baseline="-25000" dirty="0" err="1">
                          <a:solidFill>
                            <a:schemeClr val="bg2">
                              <a:lumMod val="75000"/>
                            </a:schemeClr>
                          </a:solidFill>
                          <a:latin typeface="微软雅黑" pitchFamily="34" charset="-122"/>
                          <a:ea typeface="微软雅黑" pitchFamily="34" charset="-122"/>
                        </a:rPr>
                        <a:t>n</a:t>
                      </a:r>
                      <a:r>
                        <a:rPr lang="en-US" altLang="zh-CN" sz="1600" b="1" dirty="0">
                          <a:solidFill>
                            <a:schemeClr val="bg2">
                              <a:lumMod val="75000"/>
                            </a:schemeClr>
                          </a:solidFill>
                          <a:latin typeface="微软雅黑" pitchFamily="34" charset="-122"/>
                          <a:ea typeface="微软雅黑" pitchFamily="34" charset="-122"/>
                        </a:rPr>
                        <a:t>)</a:t>
                      </a:r>
                    </a:p>
                    <a:p>
                      <a:r>
                        <a:rPr lang="zh-CN" altLang="en-US" sz="1600" b="1" dirty="0">
                          <a:solidFill>
                            <a:schemeClr val="bg2">
                              <a:lumMod val="75000"/>
                            </a:schemeClr>
                          </a:solidFill>
                          <a:latin typeface="微软雅黑" pitchFamily="34" charset="-122"/>
                          <a:ea typeface="微软雅黑" pitchFamily="34" charset="-122"/>
                        </a:rPr>
                        <a:t>线性无关</a:t>
                      </a:r>
                    </a:p>
                  </a:txBody>
                  <a:tcP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p>
                    <a:p>
                      <a:r>
                        <a:rPr lang="en-US" altLang="zh-CN" sz="1600" b="1" dirty="0">
                          <a:solidFill>
                            <a:schemeClr val="bg2">
                              <a:lumMod val="75000"/>
                            </a:schemeClr>
                          </a:solidFill>
                          <a:latin typeface="微软雅黑" pitchFamily="34" charset="-122"/>
                          <a:ea typeface="微软雅黑" pitchFamily="34" charset="-122"/>
                          <a:sym typeface="Wingdings" pitchFamily="2" charset="2"/>
                        </a:rPr>
                        <a:t>  </a:t>
                      </a:r>
                      <a:r>
                        <a:rPr lang="en-US" altLang="zh-CN" sz="1600" b="1" dirty="0" err="1">
                          <a:solidFill>
                            <a:schemeClr val="bg2">
                              <a:lumMod val="75000"/>
                            </a:schemeClr>
                          </a:solidFill>
                          <a:latin typeface="微软雅黑" pitchFamily="34" charset="-122"/>
                          <a:ea typeface="微软雅黑" pitchFamily="34" charset="-122"/>
                        </a:rPr>
                        <a:t>k</a:t>
                      </a:r>
                      <a:r>
                        <a:rPr kumimoji="0" lang="en-US" altLang="zh-CN" sz="1600" b="1" i="0" u="none" strike="noStrike" cap="none" normalizeH="0" baseline="-25000" dirty="0" err="1">
                          <a:ln>
                            <a:noFill/>
                          </a:ln>
                          <a:solidFill>
                            <a:schemeClr val="bg2">
                              <a:lumMod val="75000"/>
                            </a:schemeClr>
                          </a:solidFill>
                          <a:effectLst/>
                          <a:latin typeface="微软雅黑" pitchFamily="34" charset="-122"/>
                          <a:ea typeface="微软雅黑" pitchFamily="34" charset="-122"/>
                        </a:rPr>
                        <a:t>i</a:t>
                      </a:r>
                      <a:r>
                        <a:rPr lang="zh-CN" altLang="en-US" sz="1600" b="1" dirty="0">
                          <a:solidFill>
                            <a:schemeClr val="bg2">
                              <a:lumMod val="75000"/>
                            </a:schemeClr>
                          </a:solidFill>
                          <a:latin typeface="微软雅黑" pitchFamily="34" charset="-122"/>
                          <a:ea typeface="微软雅黑" pitchFamily="34" charset="-122"/>
                        </a:rPr>
                        <a:t>全为零时才成立</a:t>
                      </a:r>
                    </a:p>
                  </a:txBody>
                  <a:tcPr>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zh-CN" altLang="en-US" sz="1600" b="1" dirty="0">
                          <a:solidFill>
                            <a:schemeClr val="bg2">
                              <a:lumMod val="75000"/>
                            </a:schemeClr>
                          </a:solidFill>
                          <a:latin typeface="微软雅黑" pitchFamily="34" charset="-122"/>
                          <a:ea typeface="微软雅黑" pitchFamily="34" charset="-122"/>
                        </a:rPr>
                        <a:t>只有零解</a:t>
                      </a: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600" b="1" dirty="0">
                        <a:solidFill>
                          <a:schemeClr val="bg2">
                            <a:lumMod val="75000"/>
                          </a:schemeClr>
                        </a:solidFill>
                        <a:latin typeface="微软雅黑" pitchFamily="34" charset="-122"/>
                        <a:ea typeface="微软雅黑" pitchFamily="34" charset="-122"/>
                        <a:sym typeface="Wingdings" pitchFamily="2" charset="2"/>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en-US" altLang="zh-CN" sz="1600" b="1" dirty="0">
                          <a:solidFill>
                            <a:schemeClr val="bg2">
                              <a:lumMod val="75000"/>
                            </a:schemeClr>
                          </a:solidFill>
                          <a:latin typeface="微软雅黑" pitchFamily="34" charset="-122"/>
                          <a:ea typeface="微软雅黑" pitchFamily="34" charset="-122"/>
                        </a:rPr>
                        <a:t>R(A)=n</a:t>
                      </a:r>
                      <a:endParaRPr lang="zh-CN" altLang="en-US" sz="1600" b="1" dirty="0">
                        <a:solidFill>
                          <a:schemeClr val="bg2">
                            <a:lumMod val="75000"/>
                          </a:schemeClr>
                        </a:solidFill>
                        <a:latin typeface="微软雅黑" pitchFamily="34" charset="-122"/>
                        <a:ea typeface="微软雅黑" pitchFamily="34" charset="-122"/>
                      </a:endParaRPr>
                    </a:p>
                  </a:txBody>
                  <a:tcPr>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zh-CN" sz="1600" b="1" dirty="0">
                          <a:solidFill>
                            <a:schemeClr val="bg2">
                              <a:lumMod val="75000"/>
                            </a:schemeClr>
                          </a:solidFill>
                          <a:latin typeface="微软雅黑" pitchFamily="34" charset="-122"/>
                          <a:ea typeface="微软雅黑" pitchFamily="34" charset="-122"/>
                          <a:sym typeface="Wingdings" pitchFamily="2" charset="2"/>
                        </a:rPr>
                        <a:t></a:t>
                      </a:r>
                      <a:r>
                        <a:rPr lang="zh-CN" altLang="en-US" sz="1600" b="1" kern="1200" dirty="0">
                          <a:solidFill>
                            <a:schemeClr val="bg2">
                              <a:lumMod val="75000"/>
                            </a:schemeClr>
                          </a:solidFill>
                          <a:latin typeface="微软雅黑" pitchFamily="34" charset="-122"/>
                          <a:ea typeface="微软雅黑" pitchFamily="34" charset="-122"/>
                          <a:cs typeface="+mn-cs"/>
                          <a:sym typeface="Wingdings" pitchFamily="2" charset="2"/>
                        </a:rPr>
                        <a:t>所有向量不能互相线性表示</a:t>
                      </a: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graphicFrame>
        <p:nvGraphicFramePr>
          <p:cNvPr id="13" name="对象 12"/>
          <p:cNvGraphicFramePr>
            <a:graphicFrameLocks noChangeAspect="1"/>
          </p:cNvGraphicFramePr>
          <p:nvPr/>
        </p:nvGraphicFramePr>
        <p:xfrm>
          <a:off x="928662" y="3714752"/>
          <a:ext cx="7258281" cy="2143140"/>
        </p:xfrm>
        <a:graphic>
          <a:graphicData uri="http://schemas.openxmlformats.org/presentationml/2006/ole">
            <mc:AlternateContent xmlns:mc="http://schemas.openxmlformats.org/markup-compatibility/2006">
              <mc:Choice xmlns:v="urn:schemas-microsoft-com:vml" Requires="v">
                <p:oleObj name="金山 WPS 文字" r:id="rId4" imgW="6041520" imgH="1981080" progId="">
                  <p:embed/>
                </p:oleObj>
              </mc:Choice>
              <mc:Fallback>
                <p:oleObj name="金山 WPS 文字" r:id="rId4" imgW="6041520" imgH="1981080" progId="">
                  <p:embed/>
                  <p:pic>
                    <p:nvPicPr>
                      <p:cNvPr id="13" name="对象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8662" y="3714752"/>
                        <a:ext cx="7258281" cy="21431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对象 8"/>
          <p:cNvGraphicFramePr>
            <a:graphicFrameLocks noChangeAspect="1"/>
          </p:cNvGraphicFramePr>
          <p:nvPr/>
        </p:nvGraphicFramePr>
        <p:xfrm>
          <a:off x="903288" y="5857892"/>
          <a:ext cx="7261240" cy="951699"/>
        </p:xfrm>
        <a:graphic>
          <a:graphicData uri="http://schemas.openxmlformats.org/presentationml/2006/ole">
            <mc:AlternateContent xmlns:mc="http://schemas.openxmlformats.org/markup-compatibility/2006">
              <mc:Choice xmlns:v="urn:schemas-microsoft-com:vml" Requires="v">
                <p:oleObj name="金山 WPS 文字" r:id="rId6" imgW="6093360" imgH="849960" progId="">
                  <p:embed/>
                </p:oleObj>
              </mc:Choice>
              <mc:Fallback>
                <p:oleObj name="金山 WPS 文字" r:id="rId6" imgW="6093360" imgH="849960" progId="">
                  <p:embed/>
                  <p:pic>
                    <p:nvPicPr>
                      <p:cNvPr id="9" name="对象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3288" y="5857892"/>
                        <a:ext cx="7261240" cy="9516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31885" name="Object 45"/>
          <p:cNvGraphicFramePr>
            <a:graphicFrameLocks noChangeAspect="1"/>
          </p:cNvGraphicFramePr>
          <p:nvPr/>
        </p:nvGraphicFramePr>
        <p:xfrm>
          <a:off x="5429256" y="5057788"/>
          <a:ext cx="3667131" cy="300038"/>
        </p:xfrm>
        <a:graphic>
          <a:graphicData uri="http://schemas.openxmlformats.org/presentationml/2006/ole">
            <mc:AlternateContent xmlns:mc="http://schemas.openxmlformats.org/markup-compatibility/2006">
              <mc:Choice xmlns:v="urn:schemas-microsoft-com:vml" Requires="v">
                <p:oleObj r:id="rId8" imgW="2793960" imgH="228600" progId="Equation.3">
                  <p:embed/>
                </p:oleObj>
              </mc:Choice>
              <mc:Fallback>
                <p:oleObj r:id="rId8" imgW="2793960" imgH="228600" progId="Equation.3">
                  <p:embed/>
                  <p:pic>
                    <p:nvPicPr>
                      <p:cNvPr id="931885" name="Object 4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6" y="5057788"/>
                        <a:ext cx="3667131" cy="300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31888" name="AutoShape 48"/>
          <p:cNvSpPr>
            <a:spLocks noChangeAspect="1" noChangeArrowheads="1" noTextEdit="1"/>
          </p:cNvSpPr>
          <p:nvPr/>
        </p:nvSpPr>
        <p:spPr bwMode="auto">
          <a:xfrm>
            <a:off x="528638" y="941388"/>
            <a:ext cx="8715375" cy="23145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2" name="Rectangle 52"/>
          <p:cNvSpPr>
            <a:spLocks noChangeArrowheads="1"/>
          </p:cNvSpPr>
          <p:nvPr/>
        </p:nvSpPr>
        <p:spPr bwMode="auto">
          <a:xfrm>
            <a:off x="5765801" y="1050926"/>
            <a:ext cx="3371850" cy="428625"/>
          </a:xfrm>
          <a:prstGeom prst="rect">
            <a:avLst/>
          </a:prstGeom>
          <a:solidFill>
            <a:srgbClr val="AD22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3" name="Rectangle 53"/>
          <p:cNvSpPr>
            <a:spLocks noChangeArrowheads="1"/>
          </p:cNvSpPr>
          <p:nvPr/>
        </p:nvSpPr>
        <p:spPr bwMode="auto">
          <a:xfrm>
            <a:off x="2574926" y="1479551"/>
            <a:ext cx="1971675" cy="428625"/>
          </a:xfrm>
          <a:prstGeom prst="rect">
            <a:avLst/>
          </a:prstGeom>
          <a:solidFill>
            <a:srgbClr val="AD22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4" name="Rectangle 54"/>
          <p:cNvSpPr>
            <a:spLocks noChangeArrowheads="1"/>
          </p:cNvSpPr>
          <p:nvPr/>
        </p:nvSpPr>
        <p:spPr bwMode="auto">
          <a:xfrm>
            <a:off x="4546601" y="1479551"/>
            <a:ext cx="1219200" cy="428625"/>
          </a:xfrm>
          <a:prstGeom prst="rect">
            <a:avLst/>
          </a:prstGeom>
          <a:solidFill>
            <a:srgbClr val="AD22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5" name="Rectangle 55"/>
          <p:cNvSpPr>
            <a:spLocks noChangeArrowheads="1"/>
          </p:cNvSpPr>
          <p:nvPr/>
        </p:nvSpPr>
        <p:spPr bwMode="auto">
          <a:xfrm>
            <a:off x="5765801" y="1479551"/>
            <a:ext cx="1200150" cy="428625"/>
          </a:xfrm>
          <a:prstGeom prst="rect">
            <a:avLst/>
          </a:prstGeom>
          <a:solidFill>
            <a:srgbClr val="AD22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6" name="Rectangle 56"/>
          <p:cNvSpPr>
            <a:spLocks noChangeArrowheads="1"/>
          </p:cNvSpPr>
          <p:nvPr/>
        </p:nvSpPr>
        <p:spPr bwMode="auto">
          <a:xfrm>
            <a:off x="6965951" y="1479551"/>
            <a:ext cx="2171700" cy="428625"/>
          </a:xfrm>
          <a:prstGeom prst="rect">
            <a:avLst/>
          </a:prstGeom>
          <a:solidFill>
            <a:srgbClr val="AD22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7" name="Rectangle 57"/>
          <p:cNvSpPr>
            <a:spLocks noChangeArrowheads="1"/>
          </p:cNvSpPr>
          <p:nvPr/>
        </p:nvSpPr>
        <p:spPr bwMode="auto">
          <a:xfrm>
            <a:off x="641351" y="1908176"/>
            <a:ext cx="1933575" cy="666750"/>
          </a:xfrm>
          <a:prstGeom prst="rect">
            <a:avLst/>
          </a:prstGeom>
          <a:solidFill>
            <a:srgbClr val="FA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8" name="Rectangle 58"/>
          <p:cNvSpPr>
            <a:spLocks noChangeArrowheads="1"/>
          </p:cNvSpPr>
          <p:nvPr/>
        </p:nvSpPr>
        <p:spPr bwMode="auto">
          <a:xfrm>
            <a:off x="2600325" y="1897063"/>
            <a:ext cx="1971675" cy="666750"/>
          </a:xfrm>
          <a:prstGeom prst="rect">
            <a:avLst/>
          </a:prstGeom>
          <a:solidFill>
            <a:srgbClr val="FA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899" name="Rectangle 59"/>
          <p:cNvSpPr>
            <a:spLocks noChangeArrowheads="1"/>
          </p:cNvSpPr>
          <p:nvPr/>
        </p:nvSpPr>
        <p:spPr bwMode="auto">
          <a:xfrm>
            <a:off x="4546601" y="1908176"/>
            <a:ext cx="1219200" cy="666750"/>
          </a:xfrm>
          <a:prstGeom prst="rect">
            <a:avLst/>
          </a:prstGeom>
          <a:solidFill>
            <a:srgbClr val="FA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0" name="Rectangle 60"/>
          <p:cNvSpPr>
            <a:spLocks noChangeArrowheads="1"/>
          </p:cNvSpPr>
          <p:nvPr/>
        </p:nvSpPr>
        <p:spPr bwMode="auto">
          <a:xfrm>
            <a:off x="5748114" y="1932485"/>
            <a:ext cx="1200150" cy="666750"/>
          </a:xfrm>
          <a:prstGeom prst="rect">
            <a:avLst/>
          </a:prstGeom>
          <a:solidFill>
            <a:srgbClr val="FA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931901" name="Rectangle 61"/>
          <p:cNvSpPr>
            <a:spLocks noChangeArrowheads="1"/>
          </p:cNvSpPr>
          <p:nvPr/>
        </p:nvSpPr>
        <p:spPr bwMode="auto">
          <a:xfrm>
            <a:off x="6965951" y="1908176"/>
            <a:ext cx="2171700" cy="666750"/>
          </a:xfrm>
          <a:prstGeom prst="rect">
            <a:avLst/>
          </a:prstGeom>
          <a:solidFill>
            <a:srgbClr val="FAE8E7"/>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2" name="Rectangle 62"/>
          <p:cNvSpPr>
            <a:spLocks noChangeArrowheads="1"/>
          </p:cNvSpPr>
          <p:nvPr/>
        </p:nvSpPr>
        <p:spPr bwMode="auto">
          <a:xfrm>
            <a:off x="641351" y="2574926"/>
            <a:ext cx="1933575" cy="571500"/>
          </a:xfrm>
          <a:prstGeom prst="rect">
            <a:avLst/>
          </a:prstGeom>
          <a:solidFill>
            <a:srgbClr val="F6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3" name="Rectangle 63"/>
          <p:cNvSpPr>
            <a:spLocks noChangeArrowheads="1"/>
          </p:cNvSpPr>
          <p:nvPr/>
        </p:nvSpPr>
        <p:spPr bwMode="auto">
          <a:xfrm>
            <a:off x="2600325" y="2564904"/>
            <a:ext cx="1971675" cy="571500"/>
          </a:xfrm>
          <a:prstGeom prst="rect">
            <a:avLst/>
          </a:prstGeom>
          <a:solidFill>
            <a:srgbClr val="F6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4" name="Rectangle 64"/>
          <p:cNvSpPr>
            <a:spLocks noChangeArrowheads="1"/>
          </p:cNvSpPr>
          <p:nvPr/>
        </p:nvSpPr>
        <p:spPr bwMode="auto">
          <a:xfrm>
            <a:off x="4546601" y="2574926"/>
            <a:ext cx="1219200" cy="571500"/>
          </a:xfrm>
          <a:prstGeom prst="rect">
            <a:avLst/>
          </a:prstGeom>
          <a:solidFill>
            <a:srgbClr val="F6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5" name="Rectangle 65"/>
          <p:cNvSpPr>
            <a:spLocks noChangeArrowheads="1"/>
          </p:cNvSpPr>
          <p:nvPr/>
        </p:nvSpPr>
        <p:spPr bwMode="auto">
          <a:xfrm>
            <a:off x="5774833" y="2564904"/>
            <a:ext cx="1200150" cy="571500"/>
          </a:xfrm>
          <a:prstGeom prst="rect">
            <a:avLst/>
          </a:prstGeom>
          <a:solidFill>
            <a:srgbClr val="F6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931906" name="Rectangle 66"/>
          <p:cNvSpPr>
            <a:spLocks noChangeArrowheads="1"/>
          </p:cNvSpPr>
          <p:nvPr/>
        </p:nvSpPr>
        <p:spPr bwMode="auto">
          <a:xfrm>
            <a:off x="6965951" y="2574926"/>
            <a:ext cx="2171700" cy="571500"/>
          </a:xfrm>
          <a:prstGeom prst="rect">
            <a:avLst/>
          </a:prstGeom>
          <a:solidFill>
            <a:srgbClr val="F6CDC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7" name="Rectangle 67"/>
          <p:cNvSpPr>
            <a:spLocks noChangeArrowheads="1"/>
          </p:cNvSpPr>
          <p:nvPr/>
        </p:nvSpPr>
        <p:spPr bwMode="auto">
          <a:xfrm>
            <a:off x="2565401" y="1046163"/>
            <a:ext cx="28575" cy="8763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8" name="Rectangle 68"/>
          <p:cNvSpPr>
            <a:spLocks noChangeArrowheads="1"/>
          </p:cNvSpPr>
          <p:nvPr/>
        </p:nvSpPr>
        <p:spPr bwMode="auto">
          <a:xfrm>
            <a:off x="4537076" y="1465263"/>
            <a:ext cx="28575" cy="457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09" name="Rectangle 69"/>
          <p:cNvSpPr>
            <a:spLocks noChangeArrowheads="1"/>
          </p:cNvSpPr>
          <p:nvPr/>
        </p:nvSpPr>
        <p:spPr bwMode="auto">
          <a:xfrm>
            <a:off x="5756276" y="1465263"/>
            <a:ext cx="28575" cy="457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0" name="Rectangle 70"/>
          <p:cNvSpPr>
            <a:spLocks noChangeArrowheads="1"/>
          </p:cNvSpPr>
          <p:nvPr/>
        </p:nvSpPr>
        <p:spPr bwMode="auto">
          <a:xfrm>
            <a:off x="6956426" y="1465263"/>
            <a:ext cx="28575" cy="4572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1" name="Rectangle 71"/>
          <p:cNvSpPr>
            <a:spLocks noChangeArrowheads="1"/>
          </p:cNvSpPr>
          <p:nvPr/>
        </p:nvSpPr>
        <p:spPr bwMode="auto">
          <a:xfrm>
            <a:off x="2560638" y="1470026"/>
            <a:ext cx="6591300"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2" name="Rectangle 72"/>
          <p:cNvSpPr>
            <a:spLocks noChangeArrowheads="1"/>
          </p:cNvSpPr>
          <p:nvPr/>
        </p:nvSpPr>
        <p:spPr bwMode="auto">
          <a:xfrm>
            <a:off x="636588" y="1908176"/>
            <a:ext cx="8515350"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3" name="Rectangle 73"/>
          <p:cNvSpPr>
            <a:spLocks noChangeArrowheads="1"/>
          </p:cNvSpPr>
          <p:nvPr/>
        </p:nvSpPr>
        <p:spPr bwMode="auto">
          <a:xfrm>
            <a:off x="636588" y="2574926"/>
            <a:ext cx="8505825"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4" name="Rectangle 74"/>
          <p:cNvSpPr>
            <a:spLocks noChangeArrowheads="1"/>
          </p:cNvSpPr>
          <p:nvPr/>
        </p:nvSpPr>
        <p:spPr bwMode="auto">
          <a:xfrm>
            <a:off x="631826" y="1046163"/>
            <a:ext cx="28575" cy="8763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5" name="Rectangle 75"/>
          <p:cNvSpPr>
            <a:spLocks noChangeArrowheads="1"/>
          </p:cNvSpPr>
          <p:nvPr/>
        </p:nvSpPr>
        <p:spPr bwMode="auto">
          <a:xfrm>
            <a:off x="641351" y="1922463"/>
            <a:ext cx="9525" cy="6477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6" name="Rectangle 76"/>
          <p:cNvSpPr>
            <a:spLocks noChangeArrowheads="1"/>
          </p:cNvSpPr>
          <p:nvPr/>
        </p:nvSpPr>
        <p:spPr bwMode="auto">
          <a:xfrm>
            <a:off x="631826" y="2570163"/>
            <a:ext cx="28575" cy="59055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7" name="Rectangle 77"/>
          <p:cNvSpPr>
            <a:spLocks noChangeArrowheads="1"/>
          </p:cNvSpPr>
          <p:nvPr/>
        </p:nvSpPr>
        <p:spPr bwMode="auto">
          <a:xfrm>
            <a:off x="9128126" y="1046163"/>
            <a:ext cx="28575" cy="87630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8" name="Rectangle 78"/>
          <p:cNvSpPr>
            <a:spLocks noChangeArrowheads="1"/>
          </p:cNvSpPr>
          <p:nvPr/>
        </p:nvSpPr>
        <p:spPr bwMode="auto">
          <a:xfrm>
            <a:off x="9137651" y="1922463"/>
            <a:ext cx="9525" cy="123825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19" name="Rectangle 79"/>
          <p:cNvSpPr>
            <a:spLocks noChangeArrowheads="1"/>
          </p:cNvSpPr>
          <p:nvPr/>
        </p:nvSpPr>
        <p:spPr bwMode="auto">
          <a:xfrm>
            <a:off x="636588" y="1041401"/>
            <a:ext cx="8515350"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31920" name="Rectangle 80"/>
          <p:cNvSpPr>
            <a:spLocks noChangeArrowheads="1"/>
          </p:cNvSpPr>
          <p:nvPr/>
        </p:nvSpPr>
        <p:spPr bwMode="auto">
          <a:xfrm>
            <a:off x="636588" y="3146426"/>
            <a:ext cx="8505825" cy="952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2" name="矩形 41"/>
          <p:cNvSpPr/>
          <p:nvPr/>
        </p:nvSpPr>
        <p:spPr bwMode="auto">
          <a:xfrm>
            <a:off x="857224" y="4214818"/>
            <a:ext cx="8143932" cy="285752"/>
          </a:xfrm>
          <a:prstGeom prst="rect">
            <a:avLst/>
          </a:prstGeom>
          <a:solidFill>
            <a:schemeClr val="accent1"/>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3" name="矩形 42"/>
          <p:cNvSpPr/>
          <p:nvPr/>
        </p:nvSpPr>
        <p:spPr bwMode="auto">
          <a:xfrm>
            <a:off x="857224" y="4643446"/>
            <a:ext cx="8143932" cy="285752"/>
          </a:xfrm>
          <a:prstGeom prst="rect">
            <a:avLst/>
          </a:prstGeom>
          <a:solidFill>
            <a:schemeClr val="accent1"/>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4" name="矩形 43"/>
          <p:cNvSpPr/>
          <p:nvPr/>
        </p:nvSpPr>
        <p:spPr bwMode="auto">
          <a:xfrm>
            <a:off x="857224" y="5072074"/>
            <a:ext cx="8143932" cy="285752"/>
          </a:xfrm>
          <a:prstGeom prst="rect">
            <a:avLst/>
          </a:prstGeom>
          <a:solidFill>
            <a:schemeClr val="accent1"/>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5" name="矩形 44"/>
          <p:cNvSpPr/>
          <p:nvPr/>
        </p:nvSpPr>
        <p:spPr bwMode="auto">
          <a:xfrm>
            <a:off x="857224" y="5500702"/>
            <a:ext cx="8143932" cy="285752"/>
          </a:xfrm>
          <a:prstGeom prst="rect">
            <a:avLst/>
          </a:prstGeom>
          <a:solidFill>
            <a:schemeClr val="accent1"/>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47" name="矩形 46"/>
          <p:cNvSpPr/>
          <p:nvPr/>
        </p:nvSpPr>
        <p:spPr bwMode="auto">
          <a:xfrm>
            <a:off x="7092280" y="6357958"/>
            <a:ext cx="1908876" cy="285752"/>
          </a:xfrm>
          <a:prstGeom prst="rect">
            <a:avLst/>
          </a:prstGeom>
          <a:solidFill>
            <a:schemeClr val="accent1"/>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 name="矩形 1">
            <a:extLst>
              <a:ext uri="{FF2B5EF4-FFF2-40B4-BE49-F238E27FC236}">
                <a16:creationId xmlns:a16="http://schemas.microsoft.com/office/drawing/2014/main" id="{35D9C4C9-00E9-4F4E-9991-5B72BFA83896}"/>
              </a:ext>
            </a:extLst>
          </p:cNvPr>
          <p:cNvSpPr/>
          <p:nvPr/>
        </p:nvSpPr>
        <p:spPr>
          <a:xfrm>
            <a:off x="7167382" y="6272824"/>
            <a:ext cx="2147045" cy="606000"/>
          </a:xfrm>
          <a:prstGeom prst="rect">
            <a:avLst/>
          </a:prstGeom>
        </p:spPr>
        <p:txBody>
          <a:bodyPr wrap="squar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zh-CN" altLang="en-US"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可逆</a:t>
            </a:r>
            <a:r>
              <a:rPr kumimoji="1" lang="zh-CN" altLang="en-US"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AB=E</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p>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en-US"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A~E</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A=P</a:t>
            </a:r>
            <a:r>
              <a:rPr kumimoji="1" lang="en-US" altLang="zh-CN" sz="14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sym typeface="Wingdings" pitchFamily="2" charset="2"/>
              </a:rPr>
              <a:t>1</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P</a:t>
            </a:r>
            <a:r>
              <a:rPr kumimoji="1" lang="en-US" altLang="zh-CN" sz="14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sym typeface="Wingdings" pitchFamily="2" charset="2"/>
              </a:rPr>
              <a:t>2</a:t>
            </a:r>
            <a:r>
              <a:rPr kumimoji="1" lang="en-US" altLang="zh-CN"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rPr>
              <a:t>…</a:t>
            </a:r>
            <a:r>
              <a:rPr kumimoji="1" lang="en-US" altLang="zh-CN" sz="14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sym typeface="Wingdings" pitchFamily="2" charset="2"/>
              </a:rPr>
              <a:t>P</a:t>
            </a:r>
            <a:r>
              <a:rPr kumimoji="1" lang="en-US" altLang="zh-CN" sz="1400" b="1" i="0" u="none" strike="noStrike" kern="1200" cap="none" spc="0" normalizeH="0" baseline="-25000" noProof="0" dirty="0" err="1">
                <a:ln>
                  <a:noFill/>
                </a:ln>
                <a:solidFill>
                  <a:srgbClr val="FF0000"/>
                </a:solidFill>
                <a:effectLst/>
                <a:uLnTx/>
                <a:uFillTx/>
                <a:latin typeface="微软雅黑" pitchFamily="34" charset="-122"/>
                <a:ea typeface="微软雅黑" pitchFamily="34" charset="-122"/>
                <a:cs typeface="+mn-cs"/>
                <a:sym typeface="Wingdings" pitchFamily="2" charset="2"/>
              </a:rPr>
              <a:t>n</a:t>
            </a:r>
            <a:endParaRPr kumimoji="1" lang="zh-CN" altLang="en-US" sz="1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pitchFamily="2" charset="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931897"/>
                                        </p:tgtEl>
                                      </p:cBhvr>
                                    </p:animEffect>
                                    <p:set>
                                      <p:cBhvr>
                                        <p:cTn id="7" dur="1" fill="hold">
                                          <p:stCondLst>
                                            <p:cond delay="499"/>
                                          </p:stCondLst>
                                        </p:cTn>
                                        <p:tgtEl>
                                          <p:spTgt spid="931897"/>
                                        </p:tgtEl>
                                        <p:attrNameLst>
                                          <p:attrName>style.visibility</p:attrName>
                                        </p:attrNameLst>
                                      </p:cBhvr>
                                      <p:to>
                                        <p:strVal val="hidden"/>
                                      </p:to>
                                    </p:set>
                                  </p:childTnLst>
                                </p:cTn>
                              </p:par>
                              <p:par>
                                <p:cTn id="8" presetID="22" presetClass="exit" presetSubtype="8" fill="hold" grpId="0" nodeType="withEffect">
                                  <p:stCondLst>
                                    <p:cond delay="0"/>
                                  </p:stCondLst>
                                  <p:childTnLst>
                                    <p:animEffect transition="out" filter="wipe(left)">
                                      <p:cBhvr>
                                        <p:cTn id="9" dur="500"/>
                                        <p:tgtEl>
                                          <p:spTgt spid="931902"/>
                                        </p:tgtEl>
                                      </p:cBhvr>
                                    </p:animEffect>
                                    <p:set>
                                      <p:cBhvr>
                                        <p:cTn id="10" dur="1" fill="hold">
                                          <p:stCondLst>
                                            <p:cond delay="499"/>
                                          </p:stCondLst>
                                        </p:cTn>
                                        <p:tgtEl>
                                          <p:spTgt spid="931902"/>
                                        </p:tgtEl>
                                        <p:attrNameLst>
                                          <p:attrName>style.visibility</p:attrName>
                                        </p:attrNameLst>
                                      </p:cBhvr>
                                      <p:to>
                                        <p:strVal val="hidden"/>
                                      </p:to>
                                    </p:set>
                                  </p:childTnLst>
                                </p:cTn>
                              </p:par>
                              <p:par>
                                <p:cTn id="11" presetID="22" presetClass="exit" presetSubtype="8" fill="hold" grpId="0" nodeType="withEffect">
                                  <p:stCondLst>
                                    <p:cond delay="0"/>
                                  </p:stCondLst>
                                  <p:childTnLst>
                                    <p:animEffect transition="out" filter="wipe(left)">
                                      <p:cBhvr>
                                        <p:cTn id="12" dur="500"/>
                                        <p:tgtEl>
                                          <p:spTgt spid="931893"/>
                                        </p:tgtEl>
                                      </p:cBhvr>
                                    </p:animEffect>
                                    <p:set>
                                      <p:cBhvr>
                                        <p:cTn id="13" dur="1" fill="hold">
                                          <p:stCondLst>
                                            <p:cond delay="499"/>
                                          </p:stCondLst>
                                        </p:cTn>
                                        <p:tgtEl>
                                          <p:spTgt spid="931893"/>
                                        </p:tgtEl>
                                        <p:attrNameLst>
                                          <p:attrName>style.visibility</p:attrName>
                                        </p:attrNameLst>
                                      </p:cBhvr>
                                      <p:to>
                                        <p:strVal val="hidden"/>
                                      </p:to>
                                    </p:set>
                                  </p:childTnLst>
                                </p:cTn>
                              </p:par>
                              <p:par>
                                <p:cTn id="14" presetID="22" presetClass="exit" presetSubtype="8" fill="hold" grpId="0" nodeType="withEffect">
                                  <p:stCondLst>
                                    <p:cond delay="0"/>
                                  </p:stCondLst>
                                  <p:childTnLst>
                                    <p:animEffect transition="out" filter="wipe(left)">
                                      <p:cBhvr>
                                        <p:cTn id="15" dur="500"/>
                                        <p:tgtEl>
                                          <p:spTgt spid="931894"/>
                                        </p:tgtEl>
                                      </p:cBhvr>
                                    </p:animEffect>
                                    <p:set>
                                      <p:cBhvr>
                                        <p:cTn id="16" dur="1" fill="hold">
                                          <p:stCondLst>
                                            <p:cond delay="499"/>
                                          </p:stCondLst>
                                        </p:cTn>
                                        <p:tgtEl>
                                          <p:spTgt spid="931894"/>
                                        </p:tgtEl>
                                        <p:attrNameLst>
                                          <p:attrName>style.visibility</p:attrName>
                                        </p:attrNameLst>
                                      </p:cBhvr>
                                      <p:to>
                                        <p:strVal val="hidden"/>
                                      </p:to>
                                    </p:set>
                                  </p:childTnLst>
                                </p:cTn>
                              </p:par>
                              <p:par>
                                <p:cTn id="17" presetID="22" presetClass="exit" presetSubtype="8" fill="hold" grpId="0" nodeType="withEffect">
                                  <p:stCondLst>
                                    <p:cond delay="0"/>
                                  </p:stCondLst>
                                  <p:childTnLst>
                                    <p:animEffect transition="out" filter="wipe(left)">
                                      <p:cBhvr>
                                        <p:cTn id="18" dur="500"/>
                                        <p:tgtEl>
                                          <p:spTgt spid="931895"/>
                                        </p:tgtEl>
                                      </p:cBhvr>
                                    </p:animEffect>
                                    <p:set>
                                      <p:cBhvr>
                                        <p:cTn id="19" dur="1" fill="hold">
                                          <p:stCondLst>
                                            <p:cond delay="499"/>
                                          </p:stCondLst>
                                        </p:cTn>
                                        <p:tgtEl>
                                          <p:spTgt spid="931895"/>
                                        </p:tgtEl>
                                        <p:attrNameLst>
                                          <p:attrName>style.visibility</p:attrName>
                                        </p:attrNameLst>
                                      </p:cBhvr>
                                      <p:to>
                                        <p:strVal val="hidden"/>
                                      </p:to>
                                    </p:set>
                                  </p:childTnLst>
                                </p:cTn>
                              </p:par>
                              <p:par>
                                <p:cTn id="20" presetID="22" presetClass="exit" presetSubtype="8" fill="hold" grpId="0" nodeType="withEffect">
                                  <p:stCondLst>
                                    <p:cond delay="0"/>
                                  </p:stCondLst>
                                  <p:childTnLst>
                                    <p:animEffect transition="out" filter="wipe(left)">
                                      <p:cBhvr>
                                        <p:cTn id="21" dur="500"/>
                                        <p:tgtEl>
                                          <p:spTgt spid="931896"/>
                                        </p:tgtEl>
                                      </p:cBhvr>
                                    </p:animEffect>
                                    <p:set>
                                      <p:cBhvr>
                                        <p:cTn id="22" dur="1" fill="hold">
                                          <p:stCondLst>
                                            <p:cond delay="499"/>
                                          </p:stCondLst>
                                        </p:cTn>
                                        <p:tgtEl>
                                          <p:spTgt spid="93189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xit" presetSubtype="8" fill="hold" grpId="0" nodeType="clickEffect">
                                  <p:stCondLst>
                                    <p:cond delay="0"/>
                                  </p:stCondLst>
                                  <p:childTnLst>
                                    <p:animEffect transition="out" filter="wipe(left)">
                                      <p:cBhvr>
                                        <p:cTn id="26" dur="500"/>
                                        <p:tgtEl>
                                          <p:spTgt spid="931898"/>
                                        </p:tgtEl>
                                      </p:cBhvr>
                                    </p:animEffect>
                                    <p:set>
                                      <p:cBhvr>
                                        <p:cTn id="27" dur="1" fill="hold">
                                          <p:stCondLst>
                                            <p:cond delay="499"/>
                                          </p:stCondLst>
                                        </p:cTn>
                                        <p:tgtEl>
                                          <p:spTgt spid="93189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931899"/>
                                        </p:tgtEl>
                                      </p:cBhvr>
                                    </p:animEffect>
                                    <p:set>
                                      <p:cBhvr>
                                        <p:cTn id="32" dur="1" fill="hold">
                                          <p:stCondLst>
                                            <p:cond delay="499"/>
                                          </p:stCondLst>
                                        </p:cTn>
                                        <p:tgtEl>
                                          <p:spTgt spid="93189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2" presetClass="exit" presetSubtype="8" fill="hold" grpId="0" nodeType="clickEffect">
                                  <p:stCondLst>
                                    <p:cond delay="0"/>
                                  </p:stCondLst>
                                  <p:childTnLst>
                                    <p:animEffect transition="out" filter="wipe(left)">
                                      <p:cBhvr>
                                        <p:cTn id="36" dur="500"/>
                                        <p:tgtEl>
                                          <p:spTgt spid="931900"/>
                                        </p:tgtEl>
                                      </p:cBhvr>
                                    </p:animEffect>
                                    <p:set>
                                      <p:cBhvr>
                                        <p:cTn id="37" dur="1" fill="hold">
                                          <p:stCondLst>
                                            <p:cond delay="499"/>
                                          </p:stCondLst>
                                        </p:cTn>
                                        <p:tgtEl>
                                          <p:spTgt spid="931900"/>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2" presetClass="exit" presetSubtype="8" fill="hold" grpId="0" nodeType="clickEffect">
                                  <p:stCondLst>
                                    <p:cond delay="0"/>
                                  </p:stCondLst>
                                  <p:childTnLst>
                                    <p:animEffect transition="out" filter="wipe(left)">
                                      <p:cBhvr>
                                        <p:cTn id="41" dur="500"/>
                                        <p:tgtEl>
                                          <p:spTgt spid="931901"/>
                                        </p:tgtEl>
                                      </p:cBhvr>
                                    </p:animEffect>
                                    <p:set>
                                      <p:cBhvr>
                                        <p:cTn id="42" dur="1" fill="hold">
                                          <p:stCondLst>
                                            <p:cond delay="499"/>
                                          </p:stCondLst>
                                        </p:cTn>
                                        <p:tgtEl>
                                          <p:spTgt spid="931901"/>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2" presetClass="exit" presetSubtype="8" fill="hold" grpId="0" nodeType="clickEffect">
                                  <p:stCondLst>
                                    <p:cond delay="0"/>
                                  </p:stCondLst>
                                  <p:childTnLst>
                                    <p:animEffect transition="out" filter="wipe(left)">
                                      <p:cBhvr>
                                        <p:cTn id="46" dur="500"/>
                                        <p:tgtEl>
                                          <p:spTgt spid="931903"/>
                                        </p:tgtEl>
                                      </p:cBhvr>
                                    </p:animEffect>
                                    <p:set>
                                      <p:cBhvr>
                                        <p:cTn id="47" dur="1" fill="hold">
                                          <p:stCondLst>
                                            <p:cond delay="499"/>
                                          </p:stCondLst>
                                        </p:cTn>
                                        <p:tgtEl>
                                          <p:spTgt spid="931903"/>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xit" presetSubtype="8" fill="hold" grpId="0" nodeType="clickEffect">
                                  <p:stCondLst>
                                    <p:cond delay="0"/>
                                  </p:stCondLst>
                                  <p:childTnLst>
                                    <p:animEffect transition="out" filter="wipe(left)">
                                      <p:cBhvr>
                                        <p:cTn id="51" dur="500"/>
                                        <p:tgtEl>
                                          <p:spTgt spid="931904"/>
                                        </p:tgtEl>
                                      </p:cBhvr>
                                    </p:animEffect>
                                    <p:set>
                                      <p:cBhvr>
                                        <p:cTn id="52" dur="1" fill="hold">
                                          <p:stCondLst>
                                            <p:cond delay="499"/>
                                          </p:stCondLst>
                                        </p:cTn>
                                        <p:tgtEl>
                                          <p:spTgt spid="931904"/>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2" presetClass="exit" presetSubtype="8" fill="hold" grpId="0" nodeType="clickEffect">
                                  <p:stCondLst>
                                    <p:cond delay="0"/>
                                  </p:stCondLst>
                                  <p:childTnLst>
                                    <p:animEffect transition="out" filter="wipe(left)">
                                      <p:cBhvr>
                                        <p:cTn id="56" dur="500"/>
                                        <p:tgtEl>
                                          <p:spTgt spid="931905"/>
                                        </p:tgtEl>
                                      </p:cBhvr>
                                    </p:animEffect>
                                    <p:set>
                                      <p:cBhvr>
                                        <p:cTn id="57" dur="1" fill="hold">
                                          <p:stCondLst>
                                            <p:cond delay="499"/>
                                          </p:stCondLst>
                                        </p:cTn>
                                        <p:tgtEl>
                                          <p:spTgt spid="931905"/>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22" presetClass="exit" presetSubtype="8" fill="hold" grpId="0" nodeType="clickEffect">
                                  <p:stCondLst>
                                    <p:cond delay="0"/>
                                  </p:stCondLst>
                                  <p:childTnLst>
                                    <p:animEffect transition="out" filter="wipe(left)">
                                      <p:cBhvr>
                                        <p:cTn id="61" dur="500"/>
                                        <p:tgtEl>
                                          <p:spTgt spid="931906"/>
                                        </p:tgtEl>
                                      </p:cBhvr>
                                    </p:animEffect>
                                    <p:set>
                                      <p:cBhvr>
                                        <p:cTn id="62" dur="1" fill="hold">
                                          <p:stCondLst>
                                            <p:cond delay="499"/>
                                          </p:stCondLst>
                                        </p:cTn>
                                        <p:tgtEl>
                                          <p:spTgt spid="931906"/>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wipe(left)">
                                      <p:cBhvr>
                                        <p:cTn id="67" dur="500"/>
                                        <p:tgtEl>
                                          <p:spTgt spid="34"/>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55"/>
                                        </p:tgtEl>
                                        <p:attrNameLst>
                                          <p:attrName>style.visibility</p:attrName>
                                        </p:attrNameLst>
                                      </p:cBhvr>
                                      <p:to>
                                        <p:strVal val="visible"/>
                                      </p:to>
                                    </p:set>
                                    <p:animEffect transition="in" filter="wipe(left)">
                                      <p:cBhvr>
                                        <p:cTn id="70" dur="500"/>
                                        <p:tgtEl>
                                          <p:spTgt spid="55"/>
                                        </p:tgtEl>
                                      </p:cBhvr>
                                    </p:animEffect>
                                  </p:childTnLst>
                                </p:cTn>
                              </p:par>
                              <p:par>
                                <p:cTn id="71" presetID="22" presetClass="entr" presetSubtype="8" fill="hold" grpId="1" nodeType="withEffect">
                                  <p:stCondLst>
                                    <p:cond delay="0"/>
                                  </p:stCondLst>
                                  <p:childTnLst>
                                    <p:set>
                                      <p:cBhvr>
                                        <p:cTn id="72" dur="1" fill="hold">
                                          <p:stCondLst>
                                            <p:cond delay="0"/>
                                          </p:stCondLst>
                                        </p:cTn>
                                        <p:tgtEl>
                                          <p:spTgt spid="47"/>
                                        </p:tgtEl>
                                        <p:attrNameLst>
                                          <p:attrName>style.visibility</p:attrName>
                                        </p:attrNameLst>
                                      </p:cBhvr>
                                      <p:to>
                                        <p:strVal val="visible"/>
                                      </p:to>
                                    </p:set>
                                    <p:animEffect transition="in" filter="wipe(left)">
                                      <p:cBhvr>
                                        <p:cTn id="73" dur="500"/>
                                        <p:tgtEl>
                                          <p:spTgt spid="47"/>
                                        </p:tgtEl>
                                      </p:cBhvr>
                                    </p:animEffect>
                                  </p:childTnLst>
                                </p:cTn>
                              </p:par>
                              <p:par>
                                <p:cTn id="74" presetID="22" presetClass="entr" presetSubtype="8" fill="hold" grpId="1" nodeType="withEffect">
                                  <p:stCondLst>
                                    <p:cond delay="0"/>
                                  </p:stCondLst>
                                  <p:childTnLst>
                                    <p:set>
                                      <p:cBhvr>
                                        <p:cTn id="75" dur="1" fill="hold">
                                          <p:stCondLst>
                                            <p:cond delay="0"/>
                                          </p:stCondLst>
                                        </p:cTn>
                                        <p:tgtEl>
                                          <p:spTgt spid="45"/>
                                        </p:tgtEl>
                                        <p:attrNameLst>
                                          <p:attrName>style.visibility</p:attrName>
                                        </p:attrNameLst>
                                      </p:cBhvr>
                                      <p:to>
                                        <p:strVal val="visible"/>
                                      </p:to>
                                    </p:set>
                                    <p:animEffect transition="in" filter="wipe(left)">
                                      <p:cBhvr>
                                        <p:cTn id="76" dur="500"/>
                                        <p:tgtEl>
                                          <p:spTgt spid="45"/>
                                        </p:tgtEl>
                                      </p:cBhvr>
                                    </p:animEffect>
                                  </p:childTnLst>
                                </p:cTn>
                              </p:par>
                              <p:par>
                                <p:cTn id="77" presetID="22" presetClass="entr" presetSubtype="8" fill="hold" grpId="1" nodeType="withEffect">
                                  <p:stCondLst>
                                    <p:cond delay="0"/>
                                  </p:stCondLst>
                                  <p:childTnLst>
                                    <p:set>
                                      <p:cBhvr>
                                        <p:cTn id="78" dur="1" fill="hold">
                                          <p:stCondLst>
                                            <p:cond delay="0"/>
                                          </p:stCondLst>
                                        </p:cTn>
                                        <p:tgtEl>
                                          <p:spTgt spid="44"/>
                                        </p:tgtEl>
                                        <p:attrNameLst>
                                          <p:attrName>style.visibility</p:attrName>
                                        </p:attrNameLst>
                                      </p:cBhvr>
                                      <p:to>
                                        <p:strVal val="visible"/>
                                      </p:to>
                                    </p:set>
                                    <p:animEffect transition="in" filter="wipe(left)">
                                      <p:cBhvr>
                                        <p:cTn id="79" dur="500"/>
                                        <p:tgtEl>
                                          <p:spTgt spid="44"/>
                                        </p:tgtEl>
                                      </p:cBhvr>
                                    </p:animEffect>
                                  </p:childTnLst>
                                </p:cTn>
                              </p:par>
                              <p:par>
                                <p:cTn id="80" presetID="22" presetClass="entr" presetSubtype="8" fill="hold" grpId="1" nodeType="withEffect">
                                  <p:stCondLst>
                                    <p:cond delay="0"/>
                                  </p:stCondLst>
                                  <p:childTnLst>
                                    <p:set>
                                      <p:cBhvr>
                                        <p:cTn id="81" dur="1" fill="hold">
                                          <p:stCondLst>
                                            <p:cond delay="0"/>
                                          </p:stCondLst>
                                        </p:cTn>
                                        <p:tgtEl>
                                          <p:spTgt spid="43"/>
                                        </p:tgtEl>
                                        <p:attrNameLst>
                                          <p:attrName>style.visibility</p:attrName>
                                        </p:attrNameLst>
                                      </p:cBhvr>
                                      <p:to>
                                        <p:strVal val="visible"/>
                                      </p:to>
                                    </p:set>
                                    <p:animEffect transition="in" filter="wipe(left)">
                                      <p:cBhvr>
                                        <p:cTn id="82" dur="500"/>
                                        <p:tgtEl>
                                          <p:spTgt spid="43"/>
                                        </p:tgtEl>
                                      </p:cBhvr>
                                    </p:animEffect>
                                  </p:childTnLst>
                                </p:cTn>
                              </p:par>
                              <p:par>
                                <p:cTn id="83" presetID="22" presetClass="entr" presetSubtype="8" fill="hold" grpId="1"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nodeType="clickEffect">
                                  <p:stCondLst>
                                    <p:cond delay="0"/>
                                  </p:stCondLst>
                                  <p:childTnLst>
                                    <p:set>
                                      <p:cBhvr>
                                        <p:cTn id="89" dur="1" fill="hold">
                                          <p:stCondLst>
                                            <p:cond delay="0"/>
                                          </p:stCondLst>
                                        </p:cTn>
                                        <p:tgtEl>
                                          <p:spTgt spid="13"/>
                                        </p:tgtEl>
                                        <p:attrNameLst>
                                          <p:attrName>style.visibility</p:attrName>
                                        </p:attrNameLst>
                                      </p:cBhvr>
                                      <p:to>
                                        <p:strVal val="visible"/>
                                      </p:to>
                                    </p:set>
                                    <p:animEffect transition="in" filter="wipe(left)">
                                      <p:cBhvr>
                                        <p:cTn id="90" dur="500"/>
                                        <p:tgtEl>
                                          <p:spTgt spid="13"/>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xit" presetSubtype="8" fill="hold" grpId="0" nodeType="clickEffect">
                                  <p:stCondLst>
                                    <p:cond delay="0"/>
                                  </p:stCondLst>
                                  <p:childTnLst>
                                    <p:animEffect transition="out" filter="wipe(left)">
                                      <p:cBhvr>
                                        <p:cTn id="94" dur="500"/>
                                        <p:tgtEl>
                                          <p:spTgt spid="42"/>
                                        </p:tgtEl>
                                      </p:cBhvr>
                                    </p:animEffect>
                                    <p:set>
                                      <p:cBhvr>
                                        <p:cTn id="95" dur="1" fill="hold">
                                          <p:stCondLst>
                                            <p:cond delay="499"/>
                                          </p:stCondLst>
                                        </p:cTn>
                                        <p:tgtEl>
                                          <p:spTgt spid="42"/>
                                        </p:tgtEl>
                                        <p:attrNameLst>
                                          <p:attrName>style.visibility</p:attrName>
                                        </p:attrNameLst>
                                      </p:cBhvr>
                                      <p:to>
                                        <p:strVal val="hidden"/>
                                      </p:to>
                                    </p:set>
                                  </p:childTnLst>
                                </p:cTn>
                              </p:par>
                            </p:childTnLst>
                          </p:cTn>
                        </p:par>
                      </p:childTnLst>
                    </p:cTn>
                  </p:par>
                  <p:par>
                    <p:cTn id="96" fill="hold">
                      <p:stCondLst>
                        <p:cond delay="indefinite"/>
                      </p:stCondLst>
                      <p:childTnLst>
                        <p:par>
                          <p:cTn id="97" fill="hold">
                            <p:stCondLst>
                              <p:cond delay="0"/>
                            </p:stCondLst>
                            <p:childTnLst>
                              <p:par>
                                <p:cTn id="98" presetID="22" presetClass="exit" presetSubtype="8" fill="hold" grpId="0" nodeType="clickEffect">
                                  <p:stCondLst>
                                    <p:cond delay="0"/>
                                  </p:stCondLst>
                                  <p:childTnLst>
                                    <p:animEffect transition="out" filter="wipe(left)">
                                      <p:cBhvr>
                                        <p:cTn id="99" dur="500"/>
                                        <p:tgtEl>
                                          <p:spTgt spid="43"/>
                                        </p:tgtEl>
                                      </p:cBhvr>
                                    </p:animEffect>
                                    <p:set>
                                      <p:cBhvr>
                                        <p:cTn id="100" dur="1" fill="hold">
                                          <p:stCondLst>
                                            <p:cond delay="499"/>
                                          </p:stCondLst>
                                        </p:cTn>
                                        <p:tgtEl>
                                          <p:spTgt spid="43"/>
                                        </p:tgtEl>
                                        <p:attrNameLst>
                                          <p:attrName>style.visibility</p:attrName>
                                        </p:attrNameLst>
                                      </p:cBhvr>
                                      <p:to>
                                        <p:strVal val="hidden"/>
                                      </p:to>
                                    </p:set>
                                  </p:childTnLst>
                                </p:cTn>
                              </p:par>
                            </p:childTnLst>
                          </p:cTn>
                        </p:par>
                      </p:childTnLst>
                    </p:cTn>
                  </p:par>
                  <p:par>
                    <p:cTn id="101" fill="hold">
                      <p:stCondLst>
                        <p:cond delay="indefinite"/>
                      </p:stCondLst>
                      <p:childTnLst>
                        <p:par>
                          <p:cTn id="102" fill="hold">
                            <p:stCondLst>
                              <p:cond delay="0"/>
                            </p:stCondLst>
                            <p:childTnLst>
                              <p:par>
                                <p:cTn id="103" presetID="22" presetClass="exit" presetSubtype="8" fill="hold" grpId="0" nodeType="clickEffect">
                                  <p:stCondLst>
                                    <p:cond delay="0"/>
                                  </p:stCondLst>
                                  <p:childTnLst>
                                    <p:animEffect transition="out" filter="wipe(left)">
                                      <p:cBhvr>
                                        <p:cTn id="104" dur="500"/>
                                        <p:tgtEl>
                                          <p:spTgt spid="44"/>
                                        </p:tgtEl>
                                      </p:cBhvr>
                                    </p:animEffect>
                                    <p:set>
                                      <p:cBhvr>
                                        <p:cTn id="105" dur="1" fill="hold">
                                          <p:stCondLst>
                                            <p:cond delay="499"/>
                                          </p:stCondLst>
                                        </p:cTn>
                                        <p:tgtEl>
                                          <p:spTgt spid="44"/>
                                        </p:tgtEl>
                                        <p:attrNameLst>
                                          <p:attrName>style.visibility</p:attrName>
                                        </p:attrNameLst>
                                      </p:cBhvr>
                                      <p:to>
                                        <p:strVal val="hidden"/>
                                      </p:to>
                                    </p:set>
                                  </p:childTnLst>
                                </p:cTn>
                              </p:par>
                            </p:childTnLst>
                          </p:cTn>
                        </p:par>
                      </p:childTnLst>
                    </p:cTn>
                  </p:par>
                  <p:par>
                    <p:cTn id="106" fill="hold">
                      <p:stCondLst>
                        <p:cond delay="indefinite"/>
                      </p:stCondLst>
                      <p:childTnLst>
                        <p:par>
                          <p:cTn id="107" fill="hold">
                            <p:stCondLst>
                              <p:cond delay="0"/>
                            </p:stCondLst>
                            <p:childTnLst>
                              <p:par>
                                <p:cTn id="108" presetID="22" presetClass="exit" presetSubtype="8" fill="hold" grpId="0" nodeType="clickEffect">
                                  <p:stCondLst>
                                    <p:cond delay="0"/>
                                  </p:stCondLst>
                                  <p:childTnLst>
                                    <p:animEffect transition="out" filter="wipe(left)">
                                      <p:cBhvr>
                                        <p:cTn id="109" dur="500"/>
                                        <p:tgtEl>
                                          <p:spTgt spid="45"/>
                                        </p:tgtEl>
                                      </p:cBhvr>
                                    </p:animEffect>
                                    <p:set>
                                      <p:cBhvr>
                                        <p:cTn id="110" dur="1" fill="hold">
                                          <p:stCondLst>
                                            <p:cond delay="499"/>
                                          </p:stCondLst>
                                        </p:cTn>
                                        <p:tgtEl>
                                          <p:spTgt spid="45"/>
                                        </p:tgtEl>
                                        <p:attrNameLst>
                                          <p:attrName>style.visibility</p:attrName>
                                        </p:attrNameLst>
                                      </p:cBhvr>
                                      <p:to>
                                        <p:strVal val="hidden"/>
                                      </p:to>
                                    </p:set>
                                  </p:childTnLst>
                                </p:cTn>
                              </p:par>
                            </p:childTnLst>
                          </p:cTn>
                        </p:par>
                      </p:childTnLst>
                    </p:cTn>
                  </p:par>
                  <p:par>
                    <p:cTn id="111" fill="hold">
                      <p:stCondLst>
                        <p:cond delay="indefinite"/>
                      </p:stCondLst>
                      <p:childTnLst>
                        <p:par>
                          <p:cTn id="112" fill="hold">
                            <p:stCondLst>
                              <p:cond delay="0"/>
                            </p:stCondLst>
                            <p:childTnLst>
                              <p:par>
                                <p:cTn id="113" presetID="22" presetClass="entr" presetSubtype="8" fill="hold" nodeType="clickEffect">
                                  <p:stCondLst>
                                    <p:cond delay="0"/>
                                  </p:stCondLst>
                                  <p:childTnLst>
                                    <p:set>
                                      <p:cBhvr>
                                        <p:cTn id="114" dur="1" fill="hold">
                                          <p:stCondLst>
                                            <p:cond delay="0"/>
                                          </p:stCondLst>
                                        </p:cTn>
                                        <p:tgtEl>
                                          <p:spTgt spid="9"/>
                                        </p:tgtEl>
                                        <p:attrNameLst>
                                          <p:attrName>style.visibility</p:attrName>
                                        </p:attrNameLst>
                                      </p:cBhvr>
                                      <p:to>
                                        <p:strVal val="visible"/>
                                      </p:to>
                                    </p:set>
                                    <p:animEffect transition="in" filter="wipe(left)">
                                      <p:cBhvr>
                                        <p:cTn id="115" dur="500"/>
                                        <p:tgtEl>
                                          <p:spTgt spid="9"/>
                                        </p:tgtEl>
                                      </p:cBhvr>
                                    </p:animEffect>
                                  </p:childTnLst>
                                </p:cTn>
                              </p:par>
                            </p:childTnLst>
                          </p:cTn>
                        </p:par>
                      </p:childTnLst>
                    </p:cTn>
                  </p:par>
                  <p:par>
                    <p:cTn id="116" fill="hold">
                      <p:stCondLst>
                        <p:cond delay="indefinite"/>
                      </p:stCondLst>
                      <p:childTnLst>
                        <p:par>
                          <p:cTn id="117" fill="hold">
                            <p:stCondLst>
                              <p:cond delay="0"/>
                            </p:stCondLst>
                            <p:childTnLst>
                              <p:par>
                                <p:cTn id="118" presetID="22" presetClass="exit" presetSubtype="8" fill="hold" grpId="0" nodeType="clickEffect">
                                  <p:stCondLst>
                                    <p:cond delay="0"/>
                                  </p:stCondLst>
                                  <p:childTnLst>
                                    <p:animEffect transition="out" filter="wipe(left)">
                                      <p:cBhvr>
                                        <p:cTn id="119" dur="500"/>
                                        <p:tgtEl>
                                          <p:spTgt spid="47"/>
                                        </p:tgtEl>
                                      </p:cBhvr>
                                    </p:animEffect>
                                    <p:set>
                                      <p:cBhvr>
                                        <p:cTn id="120" dur="1" fill="hold">
                                          <p:stCondLst>
                                            <p:cond delay="499"/>
                                          </p:stCondLst>
                                        </p:cTn>
                                        <p:tgtEl>
                                          <p:spTgt spid="47"/>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2" presetClass="entr" presetSubtype="8" fill="hold" nodeType="clickEffect">
                                  <p:stCondLst>
                                    <p:cond delay="0"/>
                                  </p:stCondLst>
                                  <p:childTnLst>
                                    <p:set>
                                      <p:cBhvr>
                                        <p:cTn id="124" dur="1" fill="hold">
                                          <p:stCondLst>
                                            <p:cond delay="0"/>
                                          </p:stCondLst>
                                        </p:cTn>
                                        <p:tgtEl>
                                          <p:spTgt spid="931885"/>
                                        </p:tgtEl>
                                        <p:attrNameLst>
                                          <p:attrName>style.visibility</p:attrName>
                                        </p:attrNameLst>
                                      </p:cBhvr>
                                      <p:to>
                                        <p:strVal val="visible"/>
                                      </p:to>
                                    </p:set>
                                    <p:animEffect transition="in" filter="wipe(left)">
                                      <p:cBhvr>
                                        <p:cTn id="125" dur="500"/>
                                        <p:tgtEl>
                                          <p:spTgt spid="931885"/>
                                        </p:tgtEl>
                                      </p:cBhvr>
                                    </p:animEffect>
                                  </p:childTnLst>
                                </p:cTn>
                              </p:par>
                            </p:childTnLst>
                          </p:cTn>
                        </p:par>
                      </p:childTnLst>
                    </p:cTn>
                  </p:par>
                  <p:par>
                    <p:cTn id="126" fill="hold">
                      <p:stCondLst>
                        <p:cond delay="indefinite"/>
                      </p:stCondLst>
                      <p:childTnLst>
                        <p:par>
                          <p:cTn id="127" fill="hold">
                            <p:stCondLst>
                              <p:cond delay="0"/>
                            </p:stCondLst>
                            <p:childTnLst>
                              <p:par>
                                <p:cTn id="128" presetID="22" presetClass="entr" presetSubtype="8" fill="hold" grpId="0" nodeType="clickEffect">
                                  <p:stCondLst>
                                    <p:cond delay="0"/>
                                  </p:stCondLst>
                                  <p:childTnLst>
                                    <p:set>
                                      <p:cBhvr>
                                        <p:cTn id="129" dur="1" fill="hold">
                                          <p:stCondLst>
                                            <p:cond delay="0"/>
                                          </p:stCondLst>
                                        </p:cTn>
                                        <p:tgtEl>
                                          <p:spTgt spid="2"/>
                                        </p:tgtEl>
                                        <p:attrNameLst>
                                          <p:attrName>style.visibility</p:attrName>
                                        </p:attrNameLst>
                                      </p:cBhvr>
                                      <p:to>
                                        <p:strVal val="visible"/>
                                      </p:to>
                                    </p:set>
                                    <p:animEffect transition="in" filter="wipe(left)">
                                      <p:cBhvr>
                                        <p:cTn id="130" dur="500"/>
                                        <p:tgtEl>
                                          <p:spTgt spid="2"/>
                                        </p:tgtEl>
                                      </p:cBhvr>
                                    </p:animEffect>
                                  </p:childTnLst>
                                </p:cTn>
                              </p:par>
                            </p:childTnLst>
                          </p:cTn>
                        </p:par>
                      </p:childTnLst>
                    </p:cTn>
                  </p:par>
                  <p:par>
                    <p:cTn id="131" fill="hold">
                      <p:stCondLst>
                        <p:cond delay="indefinite"/>
                      </p:stCondLst>
                      <p:childTnLst>
                        <p:par>
                          <p:cTn id="132" fill="hold">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autoUpdateAnimBg="0"/>
      <p:bldP spid="48" grpId="0" animBg="1"/>
      <p:bldP spid="55" grpId="0" autoUpdateAnimBg="0"/>
      <p:bldP spid="931893" grpId="0" animBg="1"/>
      <p:bldP spid="931894" grpId="0" animBg="1"/>
      <p:bldP spid="931895" grpId="0" animBg="1"/>
      <p:bldP spid="931896" grpId="0" animBg="1"/>
      <p:bldP spid="931897" grpId="0" animBg="1"/>
      <p:bldP spid="931898" grpId="0" animBg="1"/>
      <p:bldP spid="931899" grpId="0" animBg="1"/>
      <p:bldP spid="931900" grpId="0" animBg="1"/>
      <p:bldP spid="931901" grpId="0" animBg="1"/>
      <p:bldP spid="931902" grpId="0" animBg="1"/>
      <p:bldP spid="931903" grpId="0" animBg="1"/>
      <p:bldP spid="931904" grpId="0" animBg="1"/>
      <p:bldP spid="931905" grpId="0" animBg="1"/>
      <p:bldP spid="931906" grpId="0" animBg="1"/>
      <p:bldP spid="42" grpId="0" animBg="1"/>
      <p:bldP spid="42" grpId="1" animBg="1"/>
      <p:bldP spid="43" grpId="0" animBg="1"/>
      <p:bldP spid="43" grpId="1" animBg="1"/>
      <p:bldP spid="44" grpId="0" animBg="1"/>
      <p:bldP spid="44" grpId="1" animBg="1"/>
      <p:bldP spid="45" grpId="0" animBg="1"/>
      <p:bldP spid="45" grpId="1" animBg="1"/>
      <p:bldP spid="47" grpId="0" animBg="1"/>
      <p:bldP spid="47" grpId="1" animBg="1"/>
      <p:bldP spid="2"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962" name="Object 2"/>
          <p:cNvGraphicFramePr>
            <a:graphicFrameLocks noChangeAspect="1"/>
          </p:cNvGraphicFramePr>
          <p:nvPr>
            <p:extLst>
              <p:ext uri="{D42A27DB-BD31-4B8C-83A1-F6EECF244321}">
                <p14:modId xmlns:p14="http://schemas.microsoft.com/office/powerpoint/2010/main" val="2753904204"/>
              </p:ext>
            </p:extLst>
          </p:nvPr>
        </p:nvGraphicFramePr>
        <p:xfrm>
          <a:off x="204788" y="-15875"/>
          <a:ext cx="8828087" cy="1143000"/>
        </p:xfrm>
        <a:graphic>
          <a:graphicData uri="http://schemas.openxmlformats.org/presentationml/2006/ole">
            <mc:AlternateContent xmlns:mc="http://schemas.openxmlformats.org/markup-compatibility/2006">
              <mc:Choice xmlns:v="urn:schemas-microsoft-com:vml" Requires="v">
                <p:oleObj name="Equation" r:id="rId2" imgW="3771720" imgH="482400" progId="Equation.DSMT4">
                  <p:embed/>
                </p:oleObj>
              </mc:Choice>
              <mc:Fallback>
                <p:oleObj name="Equation" r:id="rId2" imgW="3771720" imgH="482400" progId="Equation.DSMT4">
                  <p:embed/>
                  <p:pic>
                    <p:nvPicPr>
                      <p:cNvPr id="680962" name="Object 2"/>
                      <p:cNvPicPr>
                        <a:picLocks noChangeAspect="1" noChangeArrowheads="1"/>
                      </p:cNvPicPr>
                      <p:nvPr/>
                    </p:nvPicPr>
                    <p:blipFill>
                      <a:blip r:embed="rId3"/>
                      <a:srcRect/>
                      <a:stretch>
                        <a:fillRect/>
                      </a:stretch>
                    </p:blipFill>
                    <p:spPr bwMode="auto">
                      <a:xfrm>
                        <a:off x="204788" y="-15875"/>
                        <a:ext cx="8828087" cy="1143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63" name="Object 3"/>
          <p:cNvGraphicFramePr>
            <a:graphicFrameLocks noChangeAspect="1"/>
          </p:cNvGraphicFramePr>
          <p:nvPr/>
        </p:nvGraphicFramePr>
        <p:xfrm>
          <a:off x="785786" y="1270000"/>
          <a:ext cx="5034077" cy="489113"/>
        </p:xfrm>
        <a:graphic>
          <a:graphicData uri="http://schemas.openxmlformats.org/presentationml/2006/ole">
            <mc:AlternateContent xmlns:mc="http://schemas.openxmlformats.org/markup-compatibility/2006">
              <mc:Choice xmlns:v="urn:schemas-microsoft-com:vml" Requires="v">
                <p:oleObj name="公式" r:id="rId4" imgW="2349360" imgH="228600" progId="Equation.3">
                  <p:embed/>
                </p:oleObj>
              </mc:Choice>
              <mc:Fallback>
                <p:oleObj name="公式" r:id="rId4" imgW="2349360" imgH="228600" progId="Equation.3">
                  <p:embed/>
                  <p:pic>
                    <p:nvPicPr>
                      <p:cNvPr id="680963"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5786" y="1270000"/>
                        <a:ext cx="5034077" cy="4891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64" name="Object 4"/>
          <p:cNvGraphicFramePr>
            <a:graphicFrameLocks noChangeAspect="1"/>
          </p:cNvGraphicFramePr>
          <p:nvPr/>
        </p:nvGraphicFramePr>
        <p:xfrm>
          <a:off x="160434" y="1880891"/>
          <a:ext cx="6168742" cy="381199"/>
        </p:xfrm>
        <a:graphic>
          <a:graphicData uri="http://schemas.openxmlformats.org/presentationml/2006/ole">
            <mc:AlternateContent xmlns:mc="http://schemas.openxmlformats.org/markup-compatibility/2006">
              <mc:Choice xmlns:v="urn:schemas-microsoft-com:vml" Requires="v">
                <p:oleObj name="Equation" r:id="rId6" imgW="7302240" imgH="431640" progId="Equation.3">
                  <p:embed/>
                </p:oleObj>
              </mc:Choice>
              <mc:Fallback>
                <p:oleObj name="Equation" r:id="rId6" imgW="7302240" imgH="431640" progId="Equation.3">
                  <p:embed/>
                  <p:pic>
                    <p:nvPicPr>
                      <p:cNvPr id="680964"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0434" y="1880891"/>
                        <a:ext cx="6168742" cy="3811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65" name="Object 5"/>
          <p:cNvGraphicFramePr>
            <a:graphicFrameLocks noChangeAspect="1"/>
          </p:cNvGraphicFramePr>
          <p:nvPr/>
        </p:nvGraphicFramePr>
        <p:xfrm>
          <a:off x="160433" y="2530179"/>
          <a:ext cx="6340393" cy="392412"/>
        </p:xfrm>
        <a:graphic>
          <a:graphicData uri="http://schemas.openxmlformats.org/presentationml/2006/ole">
            <mc:AlternateContent xmlns:mc="http://schemas.openxmlformats.org/markup-compatibility/2006">
              <mc:Choice xmlns:v="urn:schemas-microsoft-com:vml" Requires="v">
                <p:oleObj name="Equation" r:id="rId8" imgW="7505640" imgH="444240" progId="Equation.3">
                  <p:embed/>
                </p:oleObj>
              </mc:Choice>
              <mc:Fallback>
                <p:oleObj name="Equation" r:id="rId8" imgW="7505640" imgH="444240" progId="Equation.3">
                  <p:embed/>
                  <p:pic>
                    <p:nvPicPr>
                      <p:cNvPr id="680965"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0433" y="2530179"/>
                        <a:ext cx="6340393" cy="392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66" name="Object 6"/>
          <p:cNvGraphicFramePr>
            <a:graphicFrameLocks noChangeAspect="1"/>
          </p:cNvGraphicFramePr>
          <p:nvPr/>
        </p:nvGraphicFramePr>
        <p:xfrm>
          <a:off x="182659" y="3536654"/>
          <a:ext cx="4175027" cy="370409"/>
        </p:xfrm>
        <a:graphic>
          <a:graphicData uri="http://schemas.openxmlformats.org/presentationml/2006/ole">
            <mc:AlternateContent xmlns:mc="http://schemas.openxmlformats.org/markup-compatibility/2006">
              <mc:Choice xmlns:v="urn:schemas-microsoft-com:vml" Requires="v">
                <p:oleObj name="Equation" r:id="rId10" imgW="4698720" imgH="444240" progId="Equation.3">
                  <p:embed/>
                </p:oleObj>
              </mc:Choice>
              <mc:Fallback>
                <p:oleObj name="Equation" r:id="rId10" imgW="4698720" imgH="444240" progId="Equation.3">
                  <p:embed/>
                  <p:pic>
                    <p:nvPicPr>
                      <p:cNvPr id="680966"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82659" y="3536654"/>
                        <a:ext cx="4175027" cy="37040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67" name="Object 7"/>
          <p:cNvGraphicFramePr>
            <a:graphicFrameLocks noChangeAspect="1"/>
          </p:cNvGraphicFramePr>
          <p:nvPr/>
        </p:nvGraphicFramePr>
        <p:xfrm>
          <a:off x="4286248" y="3071810"/>
          <a:ext cx="1984480" cy="1356622"/>
        </p:xfrm>
        <a:graphic>
          <a:graphicData uri="http://schemas.openxmlformats.org/presentationml/2006/ole">
            <mc:AlternateContent xmlns:mc="http://schemas.openxmlformats.org/markup-compatibility/2006">
              <mc:Choice xmlns:v="urn:schemas-microsoft-com:vml" Requires="v">
                <p:oleObj name="Equation" r:id="rId12" imgW="2247840" imgH="1536480" progId="Equation.3">
                  <p:embed/>
                </p:oleObj>
              </mc:Choice>
              <mc:Fallback>
                <p:oleObj name="Equation" r:id="rId12" imgW="2247840" imgH="1536480" progId="Equation.3">
                  <p:embed/>
                  <p:pic>
                    <p:nvPicPr>
                      <p:cNvPr id="680967"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86248" y="3071810"/>
                        <a:ext cx="1984480" cy="13566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80968" name="Text Box 8"/>
          <p:cNvSpPr txBox="1">
            <a:spLocks noChangeArrowheads="1"/>
          </p:cNvSpPr>
          <p:nvPr/>
        </p:nvSpPr>
        <p:spPr bwMode="auto">
          <a:xfrm>
            <a:off x="34925" y="1196975"/>
            <a:ext cx="822299" cy="523220"/>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证</a:t>
            </a:r>
            <a:r>
              <a:rPr kumimoji="1" lang="en-US" altLang="zh-CN"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1</a:t>
            </a:r>
            <a:endPar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endParaRPr>
          </a:p>
        </p:txBody>
      </p:sp>
      <p:graphicFrame>
        <p:nvGraphicFramePr>
          <p:cNvPr id="680969" name="Object 9"/>
          <p:cNvGraphicFramePr>
            <a:graphicFrameLocks noChangeAspect="1"/>
          </p:cNvGraphicFramePr>
          <p:nvPr/>
        </p:nvGraphicFramePr>
        <p:xfrm>
          <a:off x="184664" y="4500570"/>
          <a:ext cx="5530344" cy="1367834"/>
        </p:xfrm>
        <a:graphic>
          <a:graphicData uri="http://schemas.openxmlformats.org/presentationml/2006/ole">
            <mc:AlternateContent xmlns:mc="http://schemas.openxmlformats.org/markup-compatibility/2006">
              <mc:Choice xmlns:v="urn:schemas-microsoft-com:vml" Requires="v">
                <p:oleObj name="公式" r:id="rId14" imgW="2743200" imgH="711000" progId="Equation.3">
                  <p:embed/>
                </p:oleObj>
              </mc:Choice>
              <mc:Fallback>
                <p:oleObj name="公式" r:id="rId14" imgW="2743200" imgH="711000" progId="Equation.3">
                  <p:embed/>
                  <p:pic>
                    <p:nvPicPr>
                      <p:cNvPr id="680969" name="Object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84664" y="4500570"/>
                        <a:ext cx="5530344" cy="136783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80970" name="Object 10"/>
          <p:cNvGraphicFramePr>
            <a:graphicFrameLocks noChangeAspect="1"/>
          </p:cNvGraphicFramePr>
          <p:nvPr/>
        </p:nvGraphicFramePr>
        <p:xfrm>
          <a:off x="142876" y="6000768"/>
          <a:ext cx="8429652" cy="426046"/>
        </p:xfrm>
        <a:graphic>
          <a:graphicData uri="http://schemas.openxmlformats.org/presentationml/2006/ole">
            <mc:AlternateContent xmlns:mc="http://schemas.openxmlformats.org/markup-compatibility/2006">
              <mc:Choice xmlns:v="urn:schemas-microsoft-com:vml" Requires="v">
                <p:oleObj name="公式" r:id="rId16" imgW="4406760" imgH="228600" progId="Equation.3">
                  <p:embed/>
                </p:oleObj>
              </mc:Choice>
              <mc:Fallback>
                <p:oleObj name="公式" r:id="rId16" imgW="4406760" imgH="228600" progId="Equation.3">
                  <p:embed/>
                  <p:pic>
                    <p:nvPicPr>
                      <p:cNvPr id="680970" name="Object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2876" y="6000768"/>
                        <a:ext cx="8429652" cy="4260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 name="Text Box 28"/>
          <p:cNvSpPr txBox="1">
            <a:spLocks noChangeArrowheads="1"/>
          </p:cNvSpPr>
          <p:nvPr/>
        </p:nvSpPr>
        <p:spPr bwMode="auto">
          <a:xfrm>
            <a:off x="6500826" y="2928934"/>
            <a:ext cx="2643174" cy="3046988"/>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抽象列向量组相关性判定</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转化为线性方程组问题</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引入未定系数，将向量组写成方程</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经整理</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将未定系数化为线性方程组</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方程组有非零解</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相关</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方程组只有</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O</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解</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无关</a:t>
            </a:r>
            <a:endPar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80968"/>
                                        </p:tgtEl>
                                        <p:attrNameLst>
                                          <p:attrName>style.visibility</p:attrName>
                                        </p:attrNameLst>
                                      </p:cBhvr>
                                      <p:to>
                                        <p:strVal val="visible"/>
                                      </p:to>
                                    </p:set>
                                    <p:animEffect transition="in" filter="wipe(left)">
                                      <p:cBhvr>
                                        <p:cTn id="7" dur="500"/>
                                        <p:tgtEl>
                                          <p:spTgt spid="680968"/>
                                        </p:tgtEl>
                                      </p:cBhvr>
                                    </p:animEffect>
                                  </p:childTnLst>
                                </p:cTn>
                              </p:par>
                              <p:par>
                                <p:cTn id="8" presetID="22" presetClass="entr" presetSubtype="8" fill="hold" nodeType="withEffect">
                                  <p:stCondLst>
                                    <p:cond delay="0"/>
                                  </p:stCondLst>
                                  <p:childTnLst>
                                    <p:set>
                                      <p:cBhvr>
                                        <p:cTn id="9" dur="1" fill="hold">
                                          <p:stCondLst>
                                            <p:cond delay="0"/>
                                          </p:stCondLst>
                                        </p:cTn>
                                        <p:tgtEl>
                                          <p:spTgt spid="680963"/>
                                        </p:tgtEl>
                                        <p:attrNameLst>
                                          <p:attrName>style.visibility</p:attrName>
                                        </p:attrNameLst>
                                      </p:cBhvr>
                                      <p:to>
                                        <p:strVal val="visible"/>
                                      </p:to>
                                    </p:set>
                                    <p:animEffect transition="in" filter="wipe(left)">
                                      <p:cBhvr>
                                        <p:cTn id="10" dur="500"/>
                                        <p:tgtEl>
                                          <p:spTgt spid="6809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680964"/>
                                        </p:tgtEl>
                                        <p:attrNameLst>
                                          <p:attrName>style.visibility</p:attrName>
                                        </p:attrNameLst>
                                      </p:cBhvr>
                                      <p:to>
                                        <p:strVal val="visible"/>
                                      </p:to>
                                    </p:set>
                                    <p:animEffect transition="in" filter="wipe(left)">
                                      <p:cBhvr>
                                        <p:cTn id="15" dur="500"/>
                                        <p:tgtEl>
                                          <p:spTgt spid="68096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680965"/>
                                        </p:tgtEl>
                                        <p:attrNameLst>
                                          <p:attrName>style.visibility</p:attrName>
                                        </p:attrNameLst>
                                      </p:cBhvr>
                                      <p:to>
                                        <p:strVal val="visible"/>
                                      </p:to>
                                    </p:set>
                                    <p:animEffect transition="in" filter="wipe(left)">
                                      <p:cBhvr>
                                        <p:cTn id="20" dur="500"/>
                                        <p:tgtEl>
                                          <p:spTgt spid="68096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680966"/>
                                        </p:tgtEl>
                                        <p:attrNameLst>
                                          <p:attrName>style.visibility</p:attrName>
                                        </p:attrNameLst>
                                      </p:cBhvr>
                                      <p:to>
                                        <p:strVal val="visible"/>
                                      </p:to>
                                    </p:set>
                                    <p:animEffect transition="in" filter="wipe(left)">
                                      <p:cBhvr>
                                        <p:cTn id="25" dur="500"/>
                                        <p:tgtEl>
                                          <p:spTgt spid="680966"/>
                                        </p:tgtEl>
                                      </p:cBhvr>
                                    </p:animEffect>
                                  </p:childTnLst>
                                </p:cTn>
                              </p:par>
                              <p:par>
                                <p:cTn id="26" presetID="22" presetClass="entr" presetSubtype="8" fill="hold" nodeType="withEffect">
                                  <p:stCondLst>
                                    <p:cond delay="0"/>
                                  </p:stCondLst>
                                  <p:childTnLst>
                                    <p:set>
                                      <p:cBhvr>
                                        <p:cTn id="27" dur="1" fill="hold">
                                          <p:stCondLst>
                                            <p:cond delay="0"/>
                                          </p:stCondLst>
                                        </p:cTn>
                                        <p:tgtEl>
                                          <p:spTgt spid="680967"/>
                                        </p:tgtEl>
                                        <p:attrNameLst>
                                          <p:attrName>style.visibility</p:attrName>
                                        </p:attrNameLst>
                                      </p:cBhvr>
                                      <p:to>
                                        <p:strVal val="visible"/>
                                      </p:to>
                                    </p:set>
                                    <p:animEffect transition="in" filter="wipe(left)">
                                      <p:cBhvr>
                                        <p:cTn id="28" dur="500"/>
                                        <p:tgtEl>
                                          <p:spTgt spid="68096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680969"/>
                                        </p:tgtEl>
                                        <p:attrNameLst>
                                          <p:attrName>style.visibility</p:attrName>
                                        </p:attrNameLst>
                                      </p:cBhvr>
                                      <p:to>
                                        <p:strVal val="visible"/>
                                      </p:to>
                                    </p:set>
                                    <p:animEffect transition="in" filter="wipe(left)">
                                      <p:cBhvr>
                                        <p:cTn id="33" dur="500"/>
                                        <p:tgtEl>
                                          <p:spTgt spid="680969"/>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80970"/>
                                        </p:tgtEl>
                                        <p:attrNameLst>
                                          <p:attrName>style.visibility</p:attrName>
                                        </p:attrNameLst>
                                      </p:cBhvr>
                                      <p:to>
                                        <p:strVal val="visible"/>
                                      </p:to>
                                    </p:set>
                                    <p:animEffect transition="in" filter="wipe(left)">
                                      <p:cBhvr>
                                        <p:cTn id="38" dur="500"/>
                                        <p:tgtEl>
                                          <p:spTgt spid="68097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2">
                                            <p:bg/>
                                          </p:spTgt>
                                        </p:tgtEl>
                                        <p:attrNameLst>
                                          <p:attrName>style.visibility</p:attrName>
                                        </p:attrNameLst>
                                      </p:cBhvr>
                                      <p:to>
                                        <p:strVal val="visible"/>
                                      </p:to>
                                    </p:set>
                                    <p:animEffect transition="in" filter="wipe(left)">
                                      <p:cBhvr>
                                        <p:cTn id="43" dur="500"/>
                                        <p:tgtEl>
                                          <p:spTgt spid="12">
                                            <p:bg/>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2">
                                            <p:txEl>
                                              <p:pRg st="0" end="0"/>
                                            </p:txEl>
                                          </p:spTgt>
                                        </p:tgtEl>
                                        <p:attrNameLst>
                                          <p:attrName>style.visibility</p:attrName>
                                        </p:attrNameLst>
                                      </p:cBhvr>
                                      <p:to>
                                        <p:strVal val="visible"/>
                                      </p:to>
                                    </p:set>
                                    <p:animEffect transition="in" filter="wipe(left)">
                                      <p:cBhvr>
                                        <p:cTn id="48" dur="500"/>
                                        <p:tgtEl>
                                          <p:spTgt spid="12">
                                            <p:txEl>
                                              <p:pRg st="0" end="0"/>
                                            </p:txEl>
                                          </p:spTgt>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12">
                                            <p:txEl>
                                              <p:pRg st="1" end="1"/>
                                            </p:txEl>
                                          </p:spTgt>
                                        </p:tgtEl>
                                        <p:attrNameLst>
                                          <p:attrName>style.visibility</p:attrName>
                                        </p:attrNameLst>
                                      </p:cBhvr>
                                      <p:to>
                                        <p:strVal val="visible"/>
                                      </p:to>
                                    </p:set>
                                    <p:animEffect transition="in" filter="wipe(left)">
                                      <p:cBhvr>
                                        <p:cTn id="51" dur="500"/>
                                        <p:tgtEl>
                                          <p:spTgt spid="12">
                                            <p:txEl>
                                              <p:pRg st="1" end="1"/>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12">
                                            <p:txEl>
                                              <p:pRg st="2" end="2"/>
                                            </p:txEl>
                                          </p:spTgt>
                                        </p:tgtEl>
                                        <p:attrNameLst>
                                          <p:attrName>style.visibility</p:attrName>
                                        </p:attrNameLst>
                                      </p:cBhvr>
                                      <p:to>
                                        <p:strVal val="visible"/>
                                      </p:to>
                                    </p:set>
                                    <p:animEffect transition="in" filter="wipe(left)">
                                      <p:cBhvr>
                                        <p:cTn id="56" dur="500"/>
                                        <p:tgtEl>
                                          <p:spTgt spid="12">
                                            <p:txEl>
                                              <p:pRg st="2" end="2"/>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12">
                                            <p:txEl>
                                              <p:pRg st="3" end="3"/>
                                            </p:txEl>
                                          </p:spTgt>
                                        </p:tgtEl>
                                        <p:attrNameLst>
                                          <p:attrName>style.visibility</p:attrName>
                                        </p:attrNameLst>
                                      </p:cBhvr>
                                      <p:to>
                                        <p:strVal val="visible"/>
                                      </p:to>
                                    </p:set>
                                    <p:animEffect transition="in" filter="wipe(left)">
                                      <p:cBhvr>
                                        <p:cTn id="61" dur="500"/>
                                        <p:tgtEl>
                                          <p:spTgt spid="12">
                                            <p:txEl>
                                              <p:pRg st="3" end="3"/>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2">
                                            <p:txEl>
                                              <p:pRg st="5" end="5"/>
                                            </p:txEl>
                                          </p:spTgt>
                                        </p:tgtEl>
                                        <p:attrNameLst>
                                          <p:attrName>style.visibility</p:attrName>
                                        </p:attrNameLst>
                                      </p:cBhvr>
                                      <p:to>
                                        <p:strVal val="visible"/>
                                      </p:to>
                                    </p:set>
                                    <p:animEffect transition="in" filter="wipe(left)">
                                      <p:cBhvr>
                                        <p:cTn id="66" dur="500"/>
                                        <p:tgtEl>
                                          <p:spTgt spid="12">
                                            <p:txEl>
                                              <p:pRg st="5" end="5"/>
                                            </p:txEl>
                                          </p:spTgt>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12">
                                            <p:txEl>
                                              <p:pRg st="6" end="6"/>
                                            </p:txEl>
                                          </p:spTgt>
                                        </p:tgtEl>
                                        <p:attrNameLst>
                                          <p:attrName>style.visibility</p:attrName>
                                        </p:attrNameLst>
                                      </p:cBhvr>
                                      <p:to>
                                        <p:strVal val="visible"/>
                                      </p:to>
                                    </p:set>
                                    <p:animEffect transition="in" filter="wipe(left)">
                                      <p:cBhvr>
                                        <p:cTn id="71" dur="500"/>
                                        <p:tgtEl>
                                          <p:spTgt spid="1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0968" grpId="0" autoUpdateAnimBg="0"/>
      <p:bldP spid="12" grpId="0" uiExpand="1" build="allAtOnce" animBg="1"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962" name="Object 2"/>
          <p:cNvGraphicFramePr>
            <a:graphicFrameLocks noChangeAspect="1"/>
          </p:cNvGraphicFramePr>
          <p:nvPr>
            <p:extLst>
              <p:ext uri="{D42A27DB-BD31-4B8C-83A1-F6EECF244321}">
                <p14:modId xmlns:p14="http://schemas.microsoft.com/office/powerpoint/2010/main" val="2396065748"/>
              </p:ext>
            </p:extLst>
          </p:nvPr>
        </p:nvGraphicFramePr>
        <p:xfrm>
          <a:off x="204788" y="-15875"/>
          <a:ext cx="8828087" cy="1143000"/>
        </p:xfrm>
        <a:graphic>
          <a:graphicData uri="http://schemas.openxmlformats.org/presentationml/2006/ole">
            <mc:AlternateContent xmlns:mc="http://schemas.openxmlformats.org/markup-compatibility/2006">
              <mc:Choice xmlns:v="urn:schemas-microsoft-com:vml" Requires="v">
                <p:oleObj name="Equation" r:id="rId3" imgW="3771720" imgH="482400" progId="Equation.DSMT4">
                  <p:embed/>
                </p:oleObj>
              </mc:Choice>
              <mc:Fallback>
                <p:oleObj name="Equation" r:id="rId3" imgW="3771720" imgH="482400" progId="Equation.DSMT4">
                  <p:embed/>
                  <p:pic>
                    <p:nvPicPr>
                      <p:cNvPr id="680962" name="Object 2"/>
                      <p:cNvPicPr>
                        <a:picLocks noChangeAspect="1" noChangeArrowheads="1"/>
                      </p:cNvPicPr>
                      <p:nvPr/>
                    </p:nvPicPr>
                    <p:blipFill>
                      <a:blip r:embed="rId4"/>
                      <a:srcRect/>
                      <a:stretch>
                        <a:fillRect/>
                      </a:stretch>
                    </p:blipFill>
                    <p:spPr bwMode="auto">
                      <a:xfrm>
                        <a:off x="204788" y="-15875"/>
                        <a:ext cx="8828087" cy="1143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80968" name="Text Box 8"/>
          <p:cNvSpPr txBox="1">
            <a:spLocks noChangeArrowheads="1"/>
          </p:cNvSpPr>
          <p:nvPr/>
        </p:nvSpPr>
        <p:spPr bwMode="auto">
          <a:xfrm>
            <a:off x="34925" y="1196975"/>
            <a:ext cx="822299" cy="523220"/>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证</a:t>
            </a:r>
            <a:r>
              <a:rPr kumimoji="1" lang="en-US" altLang="zh-CN"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2</a:t>
            </a:r>
            <a:endPar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endParaRPr>
          </a:p>
        </p:txBody>
      </p:sp>
      <p:sp>
        <p:nvSpPr>
          <p:cNvPr id="11"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2" name="Text Box 28"/>
          <p:cNvSpPr txBox="1">
            <a:spLocks noChangeArrowheads="1"/>
          </p:cNvSpPr>
          <p:nvPr/>
        </p:nvSpPr>
        <p:spPr bwMode="auto">
          <a:xfrm>
            <a:off x="0" y="5042142"/>
            <a:ext cx="9144000" cy="1815882"/>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抽象列向量组相关性判定</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转化为矩阵的秩的问题</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将关系式整理为矩阵方程，若系数阵可逆则     乘可逆阵不改变矩阵的秩</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乘可逆阵不改变相关性</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若</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可逆，则</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B→B</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相关则</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相关，</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无关则</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无关</a:t>
            </a:r>
            <a:endPar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若</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不可逆，则</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C=</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无论</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相关还是无关，</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C</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必相关</a:t>
            </a:r>
          </a:p>
        </p:txBody>
      </p:sp>
      <p:sp>
        <p:nvSpPr>
          <p:cNvPr id="14" name="Rectangle 2"/>
          <p:cNvSpPr>
            <a:spLocks noChangeArrowheads="1"/>
          </p:cNvSpPr>
          <p:nvPr/>
        </p:nvSpPr>
        <p:spPr bwMode="auto">
          <a:xfrm>
            <a:off x="714380" y="1142984"/>
            <a:ext cx="9215470" cy="3785652"/>
          </a:xfrm>
          <a:prstGeom prst="rect">
            <a:avLst/>
          </a:prstGeom>
          <a:noFill/>
          <a:ln w="9525">
            <a:noFill/>
            <a:miter lim="800000"/>
            <a:headEnd/>
            <a:tailEnd/>
          </a:ln>
        </p:spPr>
        <p:txBody>
          <a:bodyPr wrap="square">
            <a:spAutoFit/>
          </a:bodyPr>
          <a:lstStyle/>
          <a:p>
            <a:pPr marL="609600" marR="0" lvl="0" indent="-609600" algn="l" defTabSz="914400" rtl="0" eaLnBrk="0" fontAlgn="base" latinLnBrk="0" hangingPunct="0">
              <a:lnSpc>
                <a:spcPct val="150000"/>
              </a:lnSpc>
              <a:spcBef>
                <a:spcPct val="20000"/>
              </a:spcBef>
              <a:spcAft>
                <a:spcPct val="0"/>
              </a:spcAft>
              <a:buClr>
                <a:srgbClr val="00007D"/>
              </a:buClr>
              <a:buSzPct val="75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）向量组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1</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2</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3</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线性无关，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3</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609600" marR="0" lvl="0" indent="-609600" algn="l" defTabSz="914400" rtl="0" eaLnBrk="0" fontAlgn="base" latinLnBrk="0" hangingPunct="0">
              <a:lnSpc>
                <a:spcPct val="150000"/>
              </a:lnSpc>
              <a:spcBef>
                <a:spcPct val="20000"/>
              </a:spcBef>
              <a:spcAft>
                <a:spcPct val="0"/>
              </a:spcAft>
              <a:buClr>
                <a:srgbClr val="00007D"/>
              </a:buClr>
              <a:buSzPct val="75000"/>
              <a:buFont typeface="Wingdings" pitchFamily="2" charset="2"/>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609600" marR="0" lvl="0" indent="-609600" algn="l" defTabSz="914400" rtl="0" eaLnBrk="0" fontAlgn="base" latinLnBrk="0" hangingPunct="0">
              <a:lnSpc>
                <a:spcPct val="150000"/>
              </a:lnSpc>
              <a:spcBef>
                <a:spcPct val="20000"/>
              </a:spcBef>
              <a:spcAft>
                <a:spcPct val="0"/>
              </a:spcAft>
              <a:buClr>
                <a:srgbClr val="00007D"/>
              </a:buClr>
              <a:buSzPct val="75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）又知                                                  ，记作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1"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K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p>
          <a:p>
            <a:pPr marL="609600" marR="0" lvl="0" indent="-609600" algn="l" defTabSz="914400" rtl="0" eaLnBrk="0" fontAlgn="base" latinLnBrk="0" hangingPunct="0">
              <a:lnSpc>
                <a:spcPct val="150000"/>
              </a:lnSpc>
              <a:spcBef>
                <a:spcPct val="20000"/>
              </a:spcBef>
              <a:spcAft>
                <a:spcPct val="0"/>
              </a:spcAft>
              <a:buClr>
                <a:srgbClr val="00007D"/>
              </a:buClr>
              <a:buSzPct val="75000"/>
              <a:buFont typeface="Wingdings" pitchFamily="2" charset="2"/>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609600" marR="0" lvl="0" indent="-609600" algn="l" defTabSz="914400" rtl="0" eaLnBrk="0" fontAlgn="base" latinLnBrk="0" hangingPunct="0">
              <a:lnSpc>
                <a:spcPct val="150000"/>
              </a:lnSpc>
              <a:spcBef>
                <a:spcPct val="20000"/>
              </a:spcBef>
              <a:spcAft>
                <a:spcPct val="0"/>
              </a:spcAft>
              <a:buClr>
                <a:srgbClr val="00007D"/>
              </a:buClr>
              <a:buSzPct val="75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3</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）因为</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K</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0</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，所以</a:t>
            </a:r>
            <a:r>
              <a:rPr kumimoji="1" lang="en-US" altLang="zh-CN" sz="2400" b="1" i="1"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K </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可逆</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p>
          <a:p>
            <a:pPr marL="609600" marR="0" lvl="0" indent="-609600" algn="l" defTabSz="914400" rtl="0" eaLnBrk="0" fontAlgn="base" latinLnBrk="0" hangingPunct="0">
              <a:lnSpc>
                <a:spcPct val="15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4</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）从而</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3</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，向量组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1</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2</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b</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3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线性无关</a:t>
            </a:r>
          </a:p>
        </p:txBody>
      </p:sp>
      <p:graphicFrame>
        <p:nvGraphicFramePr>
          <p:cNvPr id="15" name="Object 4"/>
          <p:cNvGraphicFramePr>
            <a:graphicFrameLocks noChangeAspect="1"/>
          </p:cNvGraphicFramePr>
          <p:nvPr/>
        </p:nvGraphicFramePr>
        <p:xfrm>
          <a:off x="2357422" y="2032000"/>
          <a:ext cx="4210050" cy="1397000"/>
        </p:xfrm>
        <a:graphic>
          <a:graphicData uri="http://schemas.openxmlformats.org/presentationml/2006/ole">
            <mc:AlternateContent xmlns:mc="http://schemas.openxmlformats.org/markup-compatibility/2006">
              <mc:Choice xmlns:v="urn:schemas-microsoft-com:vml" Requires="v">
                <p:oleObj name="Equation" r:id="rId5" imgW="2108160" imgH="698400" progId="Equation.DSMT4">
                  <p:embed/>
                </p:oleObj>
              </mc:Choice>
              <mc:Fallback>
                <p:oleObj name="Equation" r:id="rId5" imgW="2108160" imgH="698400" progId="Equation.DSMT4">
                  <p:embed/>
                  <p:pic>
                    <p:nvPicPr>
                      <p:cNvPr id="15"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57422" y="2032000"/>
                        <a:ext cx="4210050" cy="1397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矩形 8"/>
          <p:cNvSpPr/>
          <p:nvPr/>
        </p:nvSpPr>
        <p:spPr>
          <a:xfrm>
            <a:off x="5429256" y="6519470"/>
            <a:ext cx="4039288" cy="338554"/>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说明：</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且</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r>
              <a:rPr kumimoji="1" lang="zh-CN" altLang="en-US"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故</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|C|=0</a:t>
            </a:r>
            <a:endParaRPr kumimoji="1" lang="zh-CN" altLang="en-US" sz="16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80968"/>
                                        </p:tgtEl>
                                        <p:attrNameLst>
                                          <p:attrName>style.visibility</p:attrName>
                                        </p:attrNameLst>
                                      </p:cBhvr>
                                      <p:to>
                                        <p:strVal val="visible"/>
                                      </p:to>
                                    </p:set>
                                    <p:animEffect transition="in" filter="wipe(left)">
                                      <p:cBhvr>
                                        <p:cTn id="7" dur="500"/>
                                        <p:tgtEl>
                                          <p:spTgt spid="68096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
                                            <p:bg/>
                                          </p:spTgt>
                                        </p:tgtEl>
                                        <p:attrNameLst>
                                          <p:attrName>style.visibility</p:attrName>
                                        </p:attrNameLst>
                                      </p:cBhvr>
                                      <p:to>
                                        <p:strVal val="visible"/>
                                      </p:to>
                                    </p:set>
                                    <p:animEffect transition="in" filter="wipe(left)">
                                      <p:cBhvr>
                                        <p:cTn id="10" dur="500"/>
                                        <p:tgtEl>
                                          <p:spTgt spid="12">
                                            <p:bg/>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
                                            <p:txEl>
                                              <p:pRg st="0" end="0"/>
                                            </p:txEl>
                                          </p:spTgt>
                                        </p:tgtEl>
                                        <p:attrNameLst>
                                          <p:attrName>style.visibility</p:attrName>
                                        </p:attrNameLst>
                                      </p:cBhvr>
                                      <p:to>
                                        <p:strVal val="visible"/>
                                      </p:to>
                                    </p:set>
                                    <p:animEffect transition="in" filter="wipe(left)">
                                      <p:cBhvr>
                                        <p:cTn id="13" dur="500"/>
                                        <p:tgtEl>
                                          <p:spTgt spid="12">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2">
                                            <p:txEl>
                                              <p:pRg st="1" end="1"/>
                                            </p:txEl>
                                          </p:spTgt>
                                        </p:tgtEl>
                                        <p:attrNameLst>
                                          <p:attrName>style.visibility</p:attrName>
                                        </p:attrNameLst>
                                      </p:cBhvr>
                                      <p:to>
                                        <p:strVal val="visible"/>
                                      </p:to>
                                    </p:set>
                                    <p:animEffect transition="in" filter="wipe(left)">
                                      <p:cBhvr>
                                        <p:cTn id="18" dur="500"/>
                                        <p:tgtEl>
                                          <p:spTgt spid="12">
                                            <p:txEl>
                                              <p:pRg st="1" end="1"/>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12">
                                            <p:txEl>
                                              <p:pRg st="2" end="2"/>
                                            </p:txEl>
                                          </p:spTgt>
                                        </p:tgtEl>
                                        <p:attrNameLst>
                                          <p:attrName>style.visibility</p:attrName>
                                        </p:attrNameLst>
                                      </p:cBhvr>
                                      <p:to>
                                        <p:strVal val="visible"/>
                                      </p:to>
                                    </p:set>
                                    <p:animEffect transition="in" filter="wipe(left)">
                                      <p:cBhvr>
                                        <p:cTn id="23" dur="500"/>
                                        <p:tgtEl>
                                          <p:spTgt spid="12">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4">
                                            <p:txEl>
                                              <p:pRg st="0" end="0"/>
                                            </p:txEl>
                                          </p:spTgt>
                                        </p:tgtEl>
                                        <p:attrNameLst>
                                          <p:attrName>style.visibility</p:attrName>
                                        </p:attrNameLst>
                                      </p:cBhvr>
                                      <p:to>
                                        <p:strVal val="visible"/>
                                      </p:to>
                                    </p:set>
                                    <p:animEffect transition="in" filter="wipe(left)">
                                      <p:cBhvr>
                                        <p:cTn id="28" dur="500"/>
                                        <p:tgtEl>
                                          <p:spTgt spid="14">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4">
                                            <p:txEl>
                                              <p:pRg st="2" end="2"/>
                                            </p:txEl>
                                          </p:spTgt>
                                        </p:tgtEl>
                                        <p:attrNameLst>
                                          <p:attrName>style.visibility</p:attrName>
                                        </p:attrNameLst>
                                      </p:cBhvr>
                                      <p:to>
                                        <p:strVal val="visible"/>
                                      </p:to>
                                    </p:set>
                                    <p:animEffect transition="in" filter="wipe(left)">
                                      <p:cBhvr>
                                        <p:cTn id="33" dur="500"/>
                                        <p:tgtEl>
                                          <p:spTgt spid="14">
                                            <p:txEl>
                                              <p:pRg st="2" end="2"/>
                                            </p:txEl>
                                          </p:spTgt>
                                        </p:tgtEl>
                                      </p:cBhvr>
                                    </p:animEffect>
                                  </p:childTnLst>
                                </p:cTn>
                              </p:par>
                              <p:par>
                                <p:cTn id="34" presetID="22" presetClass="entr" presetSubtype="8" fill="hold"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left)">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4">
                                            <p:txEl>
                                              <p:pRg st="4" end="4"/>
                                            </p:txEl>
                                          </p:spTgt>
                                        </p:tgtEl>
                                        <p:attrNameLst>
                                          <p:attrName>style.visibility</p:attrName>
                                        </p:attrNameLst>
                                      </p:cBhvr>
                                      <p:to>
                                        <p:strVal val="visible"/>
                                      </p:to>
                                    </p:set>
                                    <p:animEffect transition="in" filter="wipe(left)">
                                      <p:cBhvr>
                                        <p:cTn id="41" dur="500"/>
                                        <p:tgtEl>
                                          <p:spTgt spid="14">
                                            <p:txEl>
                                              <p:pRg st="4" end="4"/>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4">
                                            <p:txEl>
                                              <p:pRg st="5" end="5"/>
                                            </p:txEl>
                                          </p:spTgt>
                                        </p:tgtEl>
                                        <p:attrNameLst>
                                          <p:attrName>style.visibility</p:attrName>
                                        </p:attrNameLst>
                                      </p:cBhvr>
                                      <p:to>
                                        <p:strVal val="visible"/>
                                      </p:to>
                                    </p:set>
                                    <p:animEffect transition="in" filter="wipe(left)">
                                      <p:cBhvr>
                                        <p:cTn id="46" dur="500"/>
                                        <p:tgtEl>
                                          <p:spTgt spid="14">
                                            <p:txEl>
                                              <p:pRg st="5" end="5"/>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12">
                                            <p:txEl>
                                              <p:pRg st="3" end="3"/>
                                            </p:txEl>
                                          </p:spTgt>
                                        </p:tgtEl>
                                        <p:attrNameLst>
                                          <p:attrName>style.visibility</p:attrName>
                                        </p:attrNameLst>
                                      </p:cBhvr>
                                      <p:to>
                                        <p:strVal val="visible"/>
                                      </p:to>
                                    </p:set>
                                    <p:animEffect transition="in" filter="wipe(left)">
                                      <p:cBhvr>
                                        <p:cTn id="51" dur="500"/>
                                        <p:tgtEl>
                                          <p:spTgt spid="12">
                                            <p:txEl>
                                              <p:pRg st="3" end="3"/>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12">
                                            <p:txEl>
                                              <p:pRg st="4" end="4"/>
                                            </p:txEl>
                                          </p:spTgt>
                                        </p:tgtEl>
                                        <p:attrNameLst>
                                          <p:attrName>style.visibility</p:attrName>
                                        </p:attrNameLst>
                                      </p:cBhvr>
                                      <p:to>
                                        <p:strVal val="visible"/>
                                      </p:to>
                                    </p:set>
                                    <p:animEffect transition="in" filter="wipe(left)">
                                      <p:cBhvr>
                                        <p:cTn id="56" dur="500"/>
                                        <p:tgtEl>
                                          <p:spTgt spid="12">
                                            <p:txEl>
                                              <p:pRg st="4" end="4"/>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wipe(left)">
                                      <p:cBhvr>
                                        <p:cTn id="6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0968" grpId="0" autoUpdateAnimBg="0"/>
      <p:bldP spid="12" grpId="0" uiExpand="1" build="allAtOnce" animBg="1" autoUpdateAnimBg="0"/>
      <p:bldP spid="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962" name="Object 2"/>
          <p:cNvGraphicFramePr>
            <a:graphicFrameLocks noChangeAspect="1"/>
          </p:cNvGraphicFramePr>
          <p:nvPr>
            <p:extLst>
              <p:ext uri="{D42A27DB-BD31-4B8C-83A1-F6EECF244321}">
                <p14:modId xmlns:p14="http://schemas.microsoft.com/office/powerpoint/2010/main" val="1744465510"/>
              </p:ext>
            </p:extLst>
          </p:nvPr>
        </p:nvGraphicFramePr>
        <p:xfrm>
          <a:off x="61913" y="-26988"/>
          <a:ext cx="8991600" cy="966788"/>
        </p:xfrm>
        <a:graphic>
          <a:graphicData uri="http://schemas.openxmlformats.org/presentationml/2006/ole">
            <mc:AlternateContent xmlns:mc="http://schemas.openxmlformats.org/markup-compatibility/2006">
              <mc:Choice xmlns:v="urn:schemas-microsoft-com:vml" Requires="v">
                <p:oleObj name="Equation" r:id="rId3" imgW="5054400" imgH="457200" progId="Equation.DSMT4">
                  <p:embed/>
                </p:oleObj>
              </mc:Choice>
              <mc:Fallback>
                <p:oleObj name="Equation" r:id="rId3" imgW="5054400" imgH="457200" progId="Equation.DSMT4">
                  <p:embed/>
                  <p:pic>
                    <p:nvPicPr>
                      <p:cNvPr id="680962" name="Object 2"/>
                      <p:cNvPicPr>
                        <a:picLocks noChangeAspect="1" noChangeArrowheads="1"/>
                      </p:cNvPicPr>
                      <p:nvPr/>
                    </p:nvPicPr>
                    <p:blipFill>
                      <a:blip r:embed="rId4"/>
                      <a:srcRect/>
                      <a:stretch>
                        <a:fillRect/>
                      </a:stretch>
                    </p:blipFill>
                    <p:spPr bwMode="auto">
                      <a:xfrm>
                        <a:off x="61913" y="-26988"/>
                        <a:ext cx="8991600" cy="966788"/>
                      </a:xfrm>
                      <a:prstGeom prst="rect">
                        <a:avLst/>
                      </a:prstGeom>
                      <a:noFill/>
                    </p:spPr>
                  </p:pic>
                </p:oleObj>
              </mc:Fallback>
            </mc:AlternateContent>
          </a:graphicData>
        </a:graphic>
      </p:graphicFrame>
      <p:sp>
        <p:nvSpPr>
          <p:cNvPr id="680968" name="Text Box 8"/>
          <p:cNvSpPr txBox="1">
            <a:spLocks noChangeArrowheads="1"/>
          </p:cNvSpPr>
          <p:nvPr/>
        </p:nvSpPr>
        <p:spPr bwMode="auto">
          <a:xfrm>
            <a:off x="-36512" y="908720"/>
            <a:ext cx="1020688" cy="523220"/>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FF"/>
                </a:solidFill>
                <a:effectLst/>
                <a:uLnTx/>
                <a:uFillTx/>
                <a:latin typeface="Times New Roman" pitchFamily="18" charset="0"/>
                <a:ea typeface="黑体" pitchFamily="49" charset="-122"/>
                <a:cs typeface="+mn-cs"/>
              </a:rPr>
              <a:t>证明：</a:t>
            </a:r>
          </a:p>
        </p:txBody>
      </p:sp>
      <p:sp>
        <p:nvSpPr>
          <p:cNvPr id="11" name="Line 25"/>
          <p:cNvSpPr>
            <a:spLocks noChangeShapeType="1"/>
          </p:cNvSpPr>
          <p:nvPr/>
        </p:nvSpPr>
        <p:spPr bwMode="auto">
          <a:xfrm>
            <a:off x="0" y="90872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4" name="Object 9">
            <a:extLst>
              <a:ext uri="{FF2B5EF4-FFF2-40B4-BE49-F238E27FC236}">
                <a16:creationId xmlns:a16="http://schemas.microsoft.com/office/drawing/2014/main" id="{32FDCBAF-B547-BDCB-5833-34BDC5165870}"/>
              </a:ext>
            </a:extLst>
          </p:cNvPr>
          <p:cNvGraphicFramePr>
            <a:graphicFrameLocks noChangeAspect="1"/>
          </p:cNvGraphicFramePr>
          <p:nvPr/>
        </p:nvGraphicFramePr>
        <p:xfrm>
          <a:off x="20638" y="4352925"/>
          <a:ext cx="3411537" cy="830263"/>
        </p:xfrm>
        <a:graphic>
          <a:graphicData uri="http://schemas.openxmlformats.org/presentationml/2006/ole">
            <mc:AlternateContent xmlns:mc="http://schemas.openxmlformats.org/markup-compatibility/2006">
              <mc:Choice xmlns:v="urn:schemas-microsoft-com:vml" Requires="v">
                <p:oleObj name="Equation" r:id="rId5" imgW="2031840" imgH="457200" progId="Equation.DSMT4">
                  <p:embed/>
                </p:oleObj>
              </mc:Choice>
              <mc:Fallback>
                <p:oleObj name="Equation" r:id="rId5" imgW="2031840" imgH="457200" progId="Equation.DSMT4">
                  <p:embed/>
                  <p:pic>
                    <p:nvPicPr>
                      <p:cNvPr id="4" name="Object 9">
                        <a:extLst>
                          <a:ext uri="{FF2B5EF4-FFF2-40B4-BE49-F238E27FC236}">
                            <a16:creationId xmlns:a16="http://schemas.microsoft.com/office/drawing/2014/main" id="{32FDCBAF-B547-BDCB-5833-34BDC5165870}"/>
                          </a:ext>
                        </a:extLst>
                      </p:cNvPr>
                      <p:cNvPicPr>
                        <a:picLocks noChangeAspect="1" noChangeArrowheads="1"/>
                      </p:cNvPicPr>
                      <p:nvPr/>
                    </p:nvPicPr>
                    <p:blipFill>
                      <a:blip r:embed="rId6"/>
                      <a:srcRect/>
                      <a:stretch>
                        <a:fillRect/>
                      </a:stretch>
                    </p:blipFill>
                    <p:spPr bwMode="auto">
                      <a:xfrm>
                        <a:off x="20638" y="4352925"/>
                        <a:ext cx="3411537" cy="830263"/>
                      </a:xfrm>
                      <a:prstGeom prst="rect">
                        <a:avLst/>
                      </a:prstGeom>
                      <a:noFill/>
                    </p:spPr>
                  </p:pic>
                </p:oleObj>
              </mc:Fallback>
            </mc:AlternateContent>
          </a:graphicData>
        </a:graphic>
      </p:graphicFrame>
      <p:graphicFrame>
        <p:nvGraphicFramePr>
          <p:cNvPr id="5" name="Object 9">
            <a:extLst>
              <a:ext uri="{FF2B5EF4-FFF2-40B4-BE49-F238E27FC236}">
                <a16:creationId xmlns:a16="http://schemas.microsoft.com/office/drawing/2014/main" id="{61298849-2460-65AD-1F07-3ECB22F4B738}"/>
              </a:ext>
            </a:extLst>
          </p:cNvPr>
          <p:cNvGraphicFramePr>
            <a:graphicFrameLocks noChangeAspect="1"/>
          </p:cNvGraphicFramePr>
          <p:nvPr/>
        </p:nvGraphicFramePr>
        <p:xfrm>
          <a:off x="1105804" y="1103327"/>
          <a:ext cx="4938949" cy="406830"/>
        </p:xfrm>
        <a:graphic>
          <a:graphicData uri="http://schemas.openxmlformats.org/presentationml/2006/ole">
            <mc:AlternateContent xmlns:mc="http://schemas.openxmlformats.org/markup-compatibility/2006">
              <mc:Choice xmlns:v="urn:schemas-microsoft-com:vml" Requires="v">
                <p:oleObj name="Equation" r:id="rId7" imgW="3098520" imgH="253800" progId="Equation.DSMT4">
                  <p:embed/>
                </p:oleObj>
              </mc:Choice>
              <mc:Fallback>
                <p:oleObj name="Equation" r:id="rId7" imgW="3098520" imgH="253800" progId="Equation.DSMT4">
                  <p:embed/>
                  <p:pic>
                    <p:nvPicPr>
                      <p:cNvPr id="5" name="Object 9">
                        <a:extLst>
                          <a:ext uri="{FF2B5EF4-FFF2-40B4-BE49-F238E27FC236}">
                            <a16:creationId xmlns:a16="http://schemas.microsoft.com/office/drawing/2014/main" id="{61298849-2460-65AD-1F07-3ECB22F4B738}"/>
                          </a:ext>
                        </a:extLst>
                      </p:cNvPr>
                      <p:cNvPicPr>
                        <a:picLocks noChangeAspect="1" noChangeArrowheads="1"/>
                      </p:cNvPicPr>
                      <p:nvPr/>
                    </p:nvPicPr>
                    <p:blipFill>
                      <a:blip r:embed="rId8"/>
                      <a:srcRect/>
                      <a:stretch>
                        <a:fillRect/>
                      </a:stretch>
                    </p:blipFill>
                    <p:spPr bwMode="auto">
                      <a:xfrm>
                        <a:off x="1105804" y="1103327"/>
                        <a:ext cx="4938949" cy="406830"/>
                      </a:xfrm>
                      <a:prstGeom prst="rect">
                        <a:avLst/>
                      </a:prstGeom>
                      <a:noFill/>
                    </p:spPr>
                  </p:pic>
                </p:oleObj>
              </mc:Fallback>
            </mc:AlternateContent>
          </a:graphicData>
        </a:graphic>
      </p:graphicFrame>
      <p:graphicFrame>
        <p:nvGraphicFramePr>
          <p:cNvPr id="6" name="Object 9">
            <a:extLst>
              <a:ext uri="{FF2B5EF4-FFF2-40B4-BE49-F238E27FC236}">
                <a16:creationId xmlns:a16="http://schemas.microsoft.com/office/drawing/2014/main" id="{A6402EBB-BB0A-C552-5DC6-2C28470480C3}"/>
              </a:ext>
            </a:extLst>
          </p:cNvPr>
          <p:cNvGraphicFramePr>
            <a:graphicFrameLocks noChangeAspect="1"/>
          </p:cNvGraphicFramePr>
          <p:nvPr/>
        </p:nvGraphicFramePr>
        <p:xfrm>
          <a:off x="1796281" y="1576388"/>
          <a:ext cx="3704703" cy="365557"/>
        </p:xfrm>
        <a:graphic>
          <a:graphicData uri="http://schemas.openxmlformats.org/presentationml/2006/ole">
            <mc:AlternateContent xmlns:mc="http://schemas.openxmlformats.org/markup-compatibility/2006">
              <mc:Choice xmlns:v="urn:schemas-microsoft-com:vml" Requires="v">
                <p:oleObj name="Equation" r:id="rId9" imgW="2323800" imgH="228600" progId="Equation.DSMT4">
                  <p:embed/>
                </p:oleObj>
              </mc:Choice>
              <mc:Fallback>
                <p:oleObj name="Equation" r:id="rId9" imgW="2323800" imgH="228600" progId="Equation.DSMT4">
                  <p:embed/>
                  <p:pic>
                    <p:nvPicPr>
                      <p:cNvPr id="6" name="Object 9">
                        <a:extLst>
                          <a:ext uri="{FF2B5EF4-FFF2-40B4-BE49-F238E27FC236}">
                            <a16:creationId xmlns:a16="http://schemas.microsoft.com/office/drawing/2014/main" id="{A6402EBB-BB0A-C552-5DC6-2C28470480C3}"/>
                          </a:ext>
                        </a:extLst>
                      </p:cNvPr>
                      <p:cNvPicPr>
                        <a:picLocks noChangeAspect="1" noChangeArrowheads="1"/>
                      </p:cNvPicPr>
                      <p:nvPr/>
                    </p:nvPicPr>
                    <p:blipFill>
                      <a:blip r:embed="rId10"/>
                      <a:srcRect/>
                      <a:stretch>
                        <a:fillRect/>
                      </a:stretch>
                    </p:blipFill>
                    <p:spPr bwMode="auto">
                      <a:xfrm>
                        <a:off x="1796281" y="1576388"/>
                        <a:ext cx="3704703" cy="365557"/>
                      </a:xfrm>
                      <a:prstGeom prst="rect">
                        <a:avLst/>
                      </a:prstGeom>
                      <a:noFill/>
                    </p:spPr>
                  </p:pic>
                </p:oleObj>
              </mc:Fallback>
            </mc:AlternateContent>
          </a:graphicData>
        </a:graphic>
      </p:graphicFrame>
      <p:graphicFrame>
        <p:nvGraphicFramePr>
          <p:cNvPr id="7" name="Object 9">
            <a:extLst>
              <a:ext uri="{FF2B5EF4-FFF2-40B4-BE49-F238E27FC236}">
                <a16:creationId xmlns:a16="http://schemas.microsoft.com/office/drawing/2014/main" id="{456F30F4-5234-9036-1277-291BD8B1E8FF}"/>
              </a:ext>
            </a:extLst>
          </p:cNvPr>
          <p:cNvGraphicFramePr>
            <a:graphicFrameLocks noChangeAspect="1"/>
          </p:cNvGraphicFramePr>
          <p:nvPr/>
        </p:nvGraphicFramePr>
        <p:xfrm>
          <a:off x="5540697" y="1042868"/>
          <a:ext cx="2266056" cy="1503499"/>
        </p:xfrm>
        <a:graphic>
          <a:graphicData uri="http://schemas.openxmlformats.org/presentationml/2006/ole">
            <mc:AlternateContent xmlns:mc="http://schemas.openxmlformats.org/markup-compatibility/2006">
              <mc:Choice xmlns:v="urn:schemas-microsoft-com:vml" Requires="v">
                <p:oleObj name="Equation" r:id="rId11" imgW="1422360" imgH="939600" progId="Equation.DSMT4">
                  <p:embed/>
                </p:oleObj>
              </mc:Choice>
              <mc:Fallback>
                <p:oleObj name="Equation" r:id="rId11" imgW="1422360" imgH="939600" progId="Equation.DSMT4">
                  <p:embed/>
                  <p:pic>
                    <p:nvPicPr>
                      <p:cNvPr id="7" name="Object 9">
                        <a:extLst>
                          <a:ext uri="{FF2B5EF4-FFF2-40B4-BE49-F238E27FC236}">
                            <a16:creationId xmlns:a16="http://schemas.microsoft.com/office/drawing/2014/main" id="{456F30F4-5234-9036-1277-291BD8B1E8FF}"/>
                          </a:ext>
                        </a:extLst>
                      </p:cNvPr>
                      <p:cNvPicPr>
                        <a:picLocks noChangeAspect="1" noChangeArrowheads="1"/>
                      </p:cNvPicPr>
                      <p:nvPr/>
                    </p:nvPicPr>
                    <p:blipFill>
                      <a:blip r:embed="rId12"/>
                      <a:srcRect/>
                      <a:stretch>
                        <a:fillRect/>
                      </a:stretch>
                    </p:blipFill>
                    <p:spPr bwMode="auto">
                      <a:xfrm>
                        <a:off x="5540697" y="1042868"/>
                        <a:ext cx="2266056" cy="1503499"/>
                      </a:xfrm>
                      <a:prstGeom prst="rect">
                        <a:avLst/>
                      </a:prstGeom>
                      <a:noFill/>
                    </p:spPr>
                  </p:pic>
                </p:oleObj>
              </mc:Fallback>
            </mc:AlternateContent>
          </a:graphicData>
        </a:graphic>
      </p:graphicFrame>
      <p:graphicFrame>
        <p:nvGraphicFramePr>
          <p:cNvPr id="8" name="Object 9">
            <a:extLst>
              <a:ext uri="{FF2B5EF4-FFF2-40B4-BE49-F238E27FC236}">
                <a16:creationId xmlns:a16="http://schemas.microsoft.com/office/drawing/2014/main" id="{74E32981-F7B4-802A-0582-9ADA1F58F636}"/>
              </a:ext>
            </a:extLst>
          </p:cNvPr>
          <p:cNvGraphicFramePr>
            <a:graphicFrameLocks noChangeAspect="1"/>
          </p:cNvGraphicFramePr>
          <p:nvPr/>
        </p:nvGraphicFramePr>
        <p:xfrm>
          <a:off x="1806274" y="1878636"/>
          <a:ext cx="2529416" cy="1503498"/>
        </p:xfrm>
        <a:graphic>
          <a:graphicData uri="http://schemas.openxmlformats.org/presentationml/2006/ole">
            <mc:AlternateContent xmlns:mc="http://schemas.openxmlformats.org/markup-compatibility/2006">
              <mc:Choice xmlns:v="urn:schemas-microsoft-com:vml" Requires="v">
                <p:oleObj name="Equation" r:id="rId13" imgW="1587240" imgH="939600" progId="Equation.DSMT4">
                  <p:embed/>
                </p:oleObj>
              </mc:Choice>
              <mc:Fallback>
                <p:oleObj name="Equation" r:id="rId13" imgW="1587240" imgH="939600" progId="Equation.DSMT4">
                  <p:embed/>
                  <p:pic>
                    <p:nvPicPr>
                      <p:cNvPr id="8" name="Object 9">
                        <a:extLst>
                          <a:ext uri="{FF2B5EF4-FFF2-40B4-BE49-F238E27FC236}">
                            <a16:creationId xmlns:a16="http://schemas.microsoft.com/office/drawing/2014/main" id="{74E32981-F7B4-802A-0582-9ADA1F58F636}"/>
                          </a:ext>
                        </a:extLst>
                      </p:cNvPr>
                      <p:cNvPicPr>
                        <a:picLocks noChangeAspect="1" noChangeArrowheads="1"/>
                      </p:cNvPicPr>
                      <p:nvPr/>
                    </p:nvPicPr>
                    <p:blipFill>
                      <a:blip r:embed="rId14"/>
                      <a:srcRect/>
                      <a:stretch>
                        <a:fillRect/>
                      </a:stretch>
                    </p:blipFill>
                    <p:spPr bwMode="auto">
                      <a:xfrm>
                        <a:off x="1806274" y="1878636"/>
                        <a:ext cx="2529416" cy="1503498"/>
                      </a:xfrm>
                      <a:prstGeom prst="rect">
                        <a:avLst/>
                      </a:prstGeom>
                      <a:noFill/>
                    </p:spPr>
                  </p:pic>
                </p:oleObj>
              </mc:Fallback>
            </mc:AlternateContent>
          </a:graphicData>
        </a:graphic>
      </p:graphicFrame>
      <p:graphicFrame>
        <p:nvGraphicFramePr>
          <p:cNvPr id="10" name="Object 9">
            <a:extLst>
              <a:ext uri="{FF2B5EF4-FFF2-40B4-BE49-F238E27FC236}">
                <a16:creationId xmlns:a16="http://schemas.microsoft.com/office/drawing/2014/main" id="{332691AD-00C8-4EBA-A76C-1AAF9E59968C}"/>
              </a:ext>
            </a:extLst>
          </p:cNvPr>
          <p:cNvGraphicFramePr>
            <a:graphicFrameLocks noChangeAspect="1"/>
          </p:cNvGraphicFramePr>
          <p:nvPr/>
        </p:nvGraphicFramePr>
        <p:xfrm>
          <a:off x="4297411" y="2428875"/>
          <a:ext cx="2611438" cy="404813"/>
        </p:xfrm>
        <a:graphic>
          <a:graphicData uri="http://schemas.openxmlformats.org/presentationml/2006/ole">
            <mc:AlternateContent xmlns:mc="http://schemas.openxmlformats.org/markup-compatibility/2006">
              <mc:Choice xmlns:v="urn:schemas-microsoft-com:vml" Requires="v">
                <p:oleObj name="Equation" r:id="rId15" imgW="1638000" imgH="253800" progId="Equation.DSMT4">
                  <p:embed/>
                </p:oleObj>
              </mc:Choice>
              <mc:Fallback>
                <p:oleObj name="Equation" r:id="rId15" imgW="1638000" imgH="253800" progId="Equation.DSMT4">
                  <p:embed/>
                  <p:pic>
                    <p:nvPicPr>
                      <p:cNvPr id="10" name="Object 9">
                        <a:extLst>
                          <a:ext uri="{FF2B5EF4-FFF2-40B4-BE49-F238E27FC236}">
                            <a16:creationId xmlns:a16="http://schemas.microsoft.com/office/drawing/2014/main" id="{332691AD-00C8-4EBA-A76C-1AAF9E59968C}"/>
                          </a:ext>
                        </a:extLst>
                      </p:cNvPr>
                      <p:cNvPicPr>
                        <a:picLocks noChangeAspect="1" noChangeArrowheads="1"/>
                      </p:cNvPicPr>
                      <p:nvPr/>
                    </p:nvPicPr>
                    <p:blipFill>
                      <a:blip r:embed="rId16"/>
                      <a:srcRect/>
                      <a:stretch>
                        <a:fillRect/>
                      </a:stretch>
                    </p:blipFill>
                    <p:spPr bwMode="auto">
                      <a:xfrm>
                        <a:off x="4297411" y="2428875"/>
                        <a:ext cx="2611438" cy="404813"/>
                      </a:xfrm>
                      <a:prstGeom prst="rect">
                        <a:avLst/>
                      </a:prstGeom>
                      <a:noFill/>
                    </p:spPr>
                  </p:pic>
                </p:oleObj>
              </mc:Fallback>
            </mc:AlternateContent>
          </a:graphicData>
        </a:graphic>
      </p:graphicFrame>
      <p:graphicFrame>
        <p:nvGraphicFramePr>
          <p:cNvPr id="16" name="Object 9">
            <a:extLst>
              <a:ext uri="{FF2B5EF4-FFF2-40B4-BE49-F238E27FC236}">
                <a16:creationId xmlns:a16="http://schemas.microsoft.com/office/drawing/2014/main" id="{A05A59C1-A4D6-B579-DBBD-920FDA38ABBA}"/>
              </a:ext>
            </a:extLst>
          </p:cNvPr>
          <p:cNvGraphicFramePr>
            <a:graphicFrameLocks noChangeAspect="1"/>
          </p:cNvGraphicFramePr>
          <p:nvPr/>
        </p:nvGraphicFramePr>
        <p:xfrm>
          <a:off x="1775346" y="3500438"/>
          <a:ext cx="1782762" cy="446087"/>
        </p:xfrm>
        <a:graphic>
          <a:graphicData uri="http://schemas.openxmlformats.org/presentationml/2006/ole">
            <mc:AlternateContent xmlns:mc="http://schemas.openxmlformats.org/markup-compatibility/2006">
              <mc:Choice xmlns:v="urn:schemas-microsoft-com:vml" Requires="v">
                <p:oleObj name="Equation" r:id="rId17" imgW="1117440" imgH="279360" progId="Equation.DSMT4">
                  <p:embed/>
                </p:oleObj>
              </mc:Choice>
              <mc:Fallback>
                <p:oleObj name="Equation" r:id="rId17" imgW="1117440" imgH="279360" progId="Equation.DSMT4">
                  <p:embed/>
                  <p:pic>
                    <p:nvPicPr>
                      <p:cNvPr id="16" name="Object 9">
                        <a:extLst>
                          <a:ext uri="{FF2B5EF4-FFF2-40B4-BE49-F238E27FC236}">
                            <a16:creationId xmlns:a16="http://schemas.microsoft.com/office/drawing/2014/main" id="{A05A59C1-A4D6-B579-DBBD-920FDA38ABBA}"/>
                          </a:ext>
                        </a:extLst>
                      </p:cNvPr>
                      <p:cNvPicPr>
                        <a:picLocks noChangeAspect="1" noChangeArrowheads="1"/>
                      </p:cNvPicPr>
                      <p:nvPr/>
                    </p:nvPicPr>
                    <p:blipFill>
                      <a:blip r:embed="rId18"/>
                      <a:srcRect/>
                      <a:stretch>
                        <a:fillRect/>
                      </a:stretch>
                    </p:blipFill>
                    <p:spPr bwMode="auto">
                      <a:xfrm>
                        <a:off x="1775346" y="3500438"/>
                        <a:ext cx="1782762" cy="446087"/>
                      </a:xfrm>
                      <a:prstGeom prst="rect">
                        <a:avLst/>
                      </a:prstGeom>
                      <a:noFill/>
                    </p:spPr>
                  </p:pic>
                </p:oleObj>
              </mc:Fallback>
            </mc:AlternateContent>
          </a:graphicData>
        </a:graphic>
      </p:graphicFrame>
      <p:graphicFrame>
        <p:nvGraphicFramePr>
          <p:cNvPr id="19" name="Object 9">
            <a:extLst>
              <a:ext uri="{FF2B5EF4-FFF2-40B4-BE49-F238E27FC236}">
                <a16:creationId xmlns:a16="http://schemas.microsoft.com/office/drawing/2014/main" id="{4EC4A355-AE91-B6B4-C599-68AD64014EF2}"/>
              </a:ext>
            </a:extLst>
          </p:cNvPr>
          <p:cNvGraphicFramePr>
            <a:graphicFrameLocks noChangeAspect="1"/>
          </p:cNvGraphicFramePr>
          <p:nvPr/>
        </p:nvGraphicFramePr>
        <p:xfrm>
          <a:off x="3581921" y="3519488"/>
          <a:ext cx="1839912" cy="363537"/>
        </p:xfrm>
        <a:graphic>
          <a:graphicData uri="http://schemas.openxmlformats.org/presentationml/2006/ole">
            <mc:AlternateContent xmlns:mc="http://schemas.openxmlformats.org/markup-compatibility/2006">
              <mc:Choice xmlns:v="urn:schemas-microsoft-com:vml" Requires="v">
                <p:oleObj name="Equation" r:id="rId19" imgW="1155600" imgH="228600" progId="Equation.DSMT4">
                  <p:embed/>
                </p:oleObj>
              </mc:Choice>
              <mc:Fallback>
                <p:oleObj name="Equation" r:id="rId19" imgW="1155600" imgH="228600" progId="Equation.DSMT4">
                  <p:embed/>
                  <p:pic>
                    <p:nvPicPr>
                      <p:cNvPr id="19" name="Object 9">
                        <a:extLst>
                          <a:ext uri="{FF2B5EF4-FFF2-40B4-BE49-F238E27FC236}">
                            <a16:creationId xmlns:a16="http://schemas.microsoft.com/office/drawing/2014/main" id="{4EC4A355-AE91-B6B4-C599-68AD64014EF2}"/>
                          </a:ext>
                        </a:extLst>
                      </p:cNvPr>
                      <p:cNvPicPr>
                        <a:picLocks noChangeAspect="1" noChangeArrowheads="1"/>
                      </p:cNvPicPr>
                      <p:nvPr/>
                    </p:nvPicPr>
                    <p:blipFill>
                      <a:blip r:embed="rId20"/>
                      <a:srcRect/>
                      <a:stretch>
                        <a:fillRect/>
                      </a:stretch>
                    </p:blipFill>
                    <p:spPr bwMode="auto">
                      <a:xfrm>
                        <a:off x="3581921" y="3519488"/>
                        <a:ext cx="1839912" cy="363537"/>
                      </a:xfrm>
                      <a:prstGeom prst="rect">
                        <a:avLst/>
                      </a:prstGeom>
                      <a:noFill/>
                    </p:spPr>
                  </p:pic>
                </p:oleObj>
              </mc:Fallback>
            </mc:AlternateContent>
          </a:graphicData>
        </a:graphic>
      </p:graphicFrame>
      <p:graphicFrame>
        <p:nvGraphicFramePr>
          <p:cNvPr id="20" name="Object 8">
            <a:extLst>
              <a:ext uri="{FF2B5EF4-FFF2-40B4-BE49-F238E27FC236}">
                <a16:creationId xmlns:a16="http://schemas.microsoft.com/office/drawing/2014/main" id="{EBED96F1-3D55-EC2B-60EC-9648BAA188B1}"/>
              </a:ext>
            </a:extLst>
          </p:cNvPr>
          <p:cNvGraphicFramePr>
            <a:graphicFrameLocks noChangeAspect="1"/>
          </p:cNvGraphicFramePr>
          <p:nvPr/>
        </p:nvGraphicFramePr>
        <p:xfrm>
          <a:off x="5283721" y="3478213"/>
          <a:ext cx="2960687" cy="884237"/>
        </p:xfrm>
        <a:graphic>
          <a:graphicData uri="http://schemas.openxmlformats.org/presentationml/2006/ole">
            <mc:AlternateContent xmlns:mc="http://schemas.openxmlformats.org/markup-compatibility/2006">
              <mc:Choice xmlns:v="urn:schemas-microsoft-com:vml" Requires="v">
                <p:oleObj name="Equation" r:id="rId21" imgW="1803240" imgH="482400" progId="Equation.DSMT4">
                  <p:embed/>
                </p:oleObj>
              </mc:Choice>
              <mc:Fallback>
                <p:oleObj name="Equation" r:id="rId21" imgW="1803240" imgH="482400" progId="Equation.DSMT4">
                  <p:embed/>
                  <p:pic>
                    <p:nvPicPr>
                      <p:cNvPr id="20" name="Object 8">
                        <a:extLst>
                          <a:ext uri="{FF2B5EF4-FFF2-40B4-BE49-F238E27FC236}">
                            <a16:creationId xmlns:a16="http://schemas.microsoft.com/office/drawing/2014/main" id="{EBED96F1-3D55-EC2B-60EC-9648BAA188B1}"/>
                          </a:ext>
                        </a:extLst>
                      </p:cNvPr>
                      <p:cNvPicPr>
                        <a:picLocks noChangeAspect="1" noChangeArrowheads="1"/>
                      </p:cNvPicPr>
                      <p:nvPr/>
                    </p:nvPicPr>
                    <p:blipFill>
                      <a:blip r:embed="rId22"/>
                      <a:srcRect/>
                      <a:stretch>
                        <a:fillRect/>
                      </a:stretch>
                    </p:blipFill>
                    <p:spPr bwMode="auto">
                      <a:xfrm>
                        <a:off x="5283721" y="3478213"/>
                        <a:ext cx="2960687" cy="884237"/>
                      </a:xfrm>
                      <a:prstGeom prst="rect">
                        <a:avLst/>
                      </a:prstGeom>
                      <a:noFill/>
                    </p:spPr>
                  </p:pic>
                </p:oleObj>
              </mc:Fallback>
            </mc:AlternateContent>
          </a:graphicData>
        </a:graphic>
      </p:graphicFrame>
      <p:graphicFrame>
        <p:nvGraphicFramePr>
          <p:cNvPr id="27" name="Object 2">
            <a:extLst>
              <a:ext uri="{FF2B5EF4-FFF2-40B4-BE49-F238E27FC236}">
                <a16:creationId xmlns:a16="http://schemas.microsoft.com/office/drawing/2014/main" id="{2661B7A3-B80E-F009-DB75-F45E4AAFD098}"/>
              </a:ext>
            </a:extLst>
          </p:cNvPr>
          <p:cNvGraphicFramePr>
            <a:graphicFrameLocks noChangeAspect="1"/>
          </p:cNvGraphicFramePr>
          <p:nvPr/>
        </p:nvGraphicFramePr>
        <p:xfrm>
          <a:off x="3020417" y="3906947"/>
          <a:ext cx="2354972" cy="331441"/>
        </p:xfrm>
        <a:graphic>
          <a:graphicData uri="http://schemas.openxmlformats.org/presentationml/2006/ole">
            <mc:AlternateContent xmlns:mc="http://schemas.openxmlformats.org/markup-compatibility/2006">
              <mc:Choice xmlns:v="urn:schemas-microsoft-com:vml" Requires="v">
                <p:oleObj name="Equation" r:id="rId23" imgW="1625400" imgH="215640" progId="Equation.DSMT4">
                  <p:embed/>
                </p:oleObj>
              </mc:Choice>
              <mc:Fallback>
                <p:oleObj name="Equation" r:id="rId23" imgW="1625400" imgH="215640" progId="Equation.DSMT4">
                  <p:embed/>
                  <p:pic>
                    <p:nvPicPr>
                      <p:cNvPr id="27" name="Object 2">
                        <a:extLst>
                          <a:ext uri="{FF2B5EF4-FFF2-40B4-BE49-F238E27FC236}">
                            <a16:creationId xmlns:a16="http://schemas.microsoft.com/office/drawing/2014/main" id="{2661B7A3-B80E-F009-DB75-F45E4AAFD098}"/>
                          </a:ext>
                        </a:extLst>
                      </p:cNvPr>
                      <p:cNvPicPr>
                        <a:picLocks noChangeAspect="1" noChangeArrowheads="1"/>
                      </p:cNvPicPr>
                      <p:nvPr/>
                    </p:nvPicPr>
                    <p:blipFill>
                      <a:blip r:embed="rId24"/>
                      <a:srcRect/>
                      <a:stretch>
                        <a:fillRect/>
                      </a:stretch>
                    </p:blipFill>
                    <p:spPr bwMode="auto">
                      <a:xfrm>
                        <a:off x="3020417" y="3906947"/>
                        <a:ext cx="2354972" cy="331441"/>
                      </a:xfrm>
                      <a:prstGeom prst="rect">
                        <a:avLst/>
                      </a:prstGeom>
                      <a:noFill/>
                    </p:spPr>
                  </p:pic>
                </p:oleObj>
              </mc:Fallback>
            </mc:AlternateContent>
          </a:graphicData>
        </a:graphic>
      </p:graphicFrame>
      <p:graphicFrame>
        <p:nvGraphicFramePr>
          <p:cNvPr id="28" name="Object 9">
            <a:extLst>
              <a:ext uri="{FF2B5EF4-FFF2-40B4-BE49-F238E27FC236}">
                <a16:creationId xmlns:a16="http://schemas.microsoft.com/office/drawing/2014/main" id="{5ED72708-D510-C814-D218-8572E4A0CDAE}"/>
              </a:ext>
            </a:extLst>
          </p:cNvPr>
          <p:cNvGraphicFramePr>
            <a:graphicFrameLocks noChangeAspect="1"/>
          </p:cNvGraphicFramePr>
          <p:nvPr/>
        </p:nvGraphicFramePr>
        <p:xfrm>
          <a:off x="3433763" y="4333875"/>
          <a:ext cx="3133725" cy="831850"/>
        </p:xfrm>
        <a:graphic>
          <a:graphicData uri="http://schemas.openxmlformats.org/presentationml/2006/ole">
            <mc:AlternateContent xmlns:mc="http://schemas.openxmlformats.org/markup-compatibility/2006">
              <mc:Choice xmlns:v="urn:schemas-microsoft-com:vml" Requires="v">
                <p:oleObj name="Equation" r:id="rId25" imgW="1866600" imgH="457200" progId="Equation.DSMT4">
                  <p:embed/>
                </p:oleObj>
              </mc:Choice>
              <mc:Fallback>
                <p:oleObj name="Equation" r:id="rId25" imgW="1866600" imgH="457200" progId="Equation.DSMT4">
                  <p:embed/>
                  <p:pic>
                    <p:nvPicPr>
                      <p:cNvPr id="28" name="Object 9">
                        <a:extLst>
                          <a:ext uri="{FF2B5EF4-FFF2-40B4-BE49-F238E27FC236}">
                            <a16:creationId xmlns:a16="http://schemas.microsoft.com/office/drawing/2014/main" id="{5ED72708-D510-C814-D218-8572E4A0CDAE}"/>
                          </a:ext>
                        </a:extLst>
                      </p:cNvPr>
                      <p:cNvPicPr>
                        <a:picLocks noChangeAspect="1" noChangeArrowheads="1"/>
                      </p:cNvPicPr>
                      <p:nvPr/>
                    </p:nvPicPr>
                    <p:blipFill>
                      <a:blip r:embed="rId26"/>
                      <a:srcRect/>
                      <a:stretch>
                        <a:fillRect/>
                      </a:stretch>
                    </p:blipFill>
                    <p:spPr bwMode="auto">
                      <a:xfrm>
                        <a:off x="3433763" y="4333875"/>
                        <a:ext cx="3133725" cy="831850"/>
                      </a:xfrm>
                      <a:prstGeom prst="rect">
                        <a:avLst/>
                      </a:prstGeom>
                      <a:noFill/>
                    </p:spPr>
                  </p:pic>
                </p:oleObj>
              </mc:Fallback>
            </mc:AlternateContent>
          </a:graphicData>
        </a:graphic>
      </p:graphicFrame>
      <p:graphicFrame>
        <p:nvGraphicFramePr>
          <p:cNvPr id="29" name="Object 9">
            <a:extLst>
              <a:ext uri="{FF2B5EF4-FFF2-40B4-BE49-F238E27FC236}">
                <a16:creationId xmlns:a16="http://schemas.microsoft.com/office/drawing/2014/main" id="{6D78C439-CEB1-9571-FE8C-534397E2054C}"/>
              </a:ext>
            </a:extLst>
          </p:cNvPr>
          <p:cNvGraphicFramePr>
            <a:graphicFrameLocks noChangeAspect="1"/>
          </p:cNvGraphicFramePr>
          <p:nvPr/>
        </p:nvGraphicFramePr>
        <p:xfrm>
          <a:off x="6534150" y="4311650"/>
          <a:ext cx="2514600" cy="831850"/>
        </p:xfrm>
        <a:graphic>
          <a:graphicData uri="http://schemas.openxmlformats.org/presentationml/2006/ole">
            <mc:AlternateContent xmlns:mc="http://schemas.openxmlformats.org/markup-compatibility/2006">
              <mc:Choice xmlns:v="urn:schemas-microsoft-com:vml" Requires="v">
                <p:oleObj name="Equation" r:id="rId27" imgW="1498320" imgH="457200" progId="Equation.DSMT4">
                  <p:embed/>
                </p:oleObj>
              </mc:Choice>
              <mc:Fallback>
                <p:oleObj name="Equation" r:id="rId27" imgW="1498320" imgH="457200" progId="Equation.DSMT4">
                  <p:embed/>
                  <p:pic>
                    <p:nvPicPr>
                      <p:cNvPr id="29" name="Object 9">
                        <a:extLst>
                          <a:ext uri="{FF2B5EF4-FFF2-40B4-BE49-F238E27FC236}">
                            <a16:creationId xmlns:a16="http://schemas.microsoft.com/office/drawing/2014/main" id="{6D78C439-CEB1-9571-FE8C-534397E2054C}"/>
                          </a:ext>
                        </a:extLst>
                      </p:cNvPr>
                      <p:cNvPicPr>
                        <a:picLocks noChangeAspect="1" noChangeArrowheads="1"/>
                      </p:cNvPicPr>
                      <p:nvPr/>
                    </p:nvPicPr>
                    <p:blipFill>
                      <a:blip r:embed="rId28"/>
                      <a:srcRect/>
                      <a:stretch>
                        <a:fillRect/>
                      </a:stretch>
                    </p:blipFill>
                    <p:spPr bwMode="auto">
                      <a:xfrm>
                        <a:off x="6534150" y="4311650"/>
                        <a:ext cx="2514600" cy="831850"/>
                      </a:xfrm>
                      <a:prstGeom prst="rect">
                        <a:avLst/>
                      </a:prstGeom>
                      <a:noFill/>
                    </p:spPr>
                  </p:pic>
                </p:oleObj>
              </mc:Fallback>
            </mc:AlternateContent>
          </a:graphicData>
        </a:graphic>
      </p:graphicFrame>
      <p:graphicFrame>
        <p:nvGraphicFramePr>
          <p:cNvPr id="30" name="Object 9">
            <a:extLst>
              <a:ext uri="{FF2B5EF4-FFF2-40B4-BE49-F238E27FC236}">
                <a16:creationId xmlns:a16="http://schemas.microsoft.com/office/drawing/2014/main" id="{153A03F5-D483-9B7B-DF37-14BDDA1BEBFD}"/>
              </a:ext>
            </a:extLst>
          </p:cNvPr>
          <p:cNvGraphicFramePr>
            <a:graphicFrameLocks noChangeAspect="1"/>
          </p:cNvGraphicFramePr>
          <p:nvPr/>
        </p:nvGraphicFramePr>
        <p:xfrm>
          <a:off x="1455738" y="5156200"/>
          <a:ext cx="2024062" cy="831850"/>
        </p:xfrm>
        <a:graphic>
          <a:graphicData uri="http://schemas.openxmlformats.org/presentationml/2006/ole">
            <mc:AlternateContent xmlns:mc="http://schemas.openxmlformats.org/markup-compatibility/2006">
              <mc:Choice xmlns:v="urn:schemas-microsoft-com:vml" Requires="v">
                <p:oleObj name="Equation" r:id="rId29" imgW="1206360" imgH="457200" progId="Equation.DSMT4">
                  <p:embed/>
                </p:oleObj>
              </mc:Choice>
              <mc:Fallback>
                <p:oleObj name="Equation" r:id="rId29" imgW="1206360" imgH="457200" progId="Equation.DSMT4">
                  <p:embed/>
                  <p:pic>
                    <p:nvPicPr>
                      <p:cNvPr id="30" name="Object 9">
                        <a:extLst>
                          <a:ext uri="{FF2B5EF4-FFF2-40B4-BE49-F238E27FC236}">
                            <a16:creationId xmlns:a16="http://schemas.microsoft.com/office/drawing/2014/main" id="{153A03F5-D483-9B7B-DF37-14BDDA1BEBFD}"/>
                          </a:ext>
                        </a:extLst>
                      </p:cNvPr>
                      <p:cNvPicPr>
                        <a:picLocks noChangeAspect="1" noChangeArrowheads="1"/>
                      </p:cNvPicPr>
                      <p:nvPr/>
                    </p:nvPicPr>
                    <p:blipFill>
                      <a:blip r:embed="rId30"/>
                      <a:srcRect/>
                      <a:stretch>
                        <a:fillRect/>
                      </a:stretch>
                    </p:blipFill>
                    <p:spPr bwMode="auto">
                      <a:xfrm>
                        <a:off x="1455738" y="5156200"/>
                        <a:ext cx="2024062" cy="831850"/>
                      </a:xfrm>
                      <a:prstGeom prst="rect">
                        <a:avLst/>
                      </a:prstGeom>
                      <a:noFill/>
                    </p:spPr>
                  </p:pic>
                </p:oleObj>
              </mc:Fallback>
            </mc:AlternateContent>
          </a:graphicData>
        </a:graphic>
      </p:graphicFrame>
      <p:graphicFrame>
        <p:nvGraphicFramePr>
          <p:cNvPr id="31" name="Object 9">
            <a:extLst>
              <a:ext uri="{FF2B5EF4-FFF2-40B4-BE49-F238E27FC236}">
                <a16:creationId xmlns:a16="http://schemas.microsoft.com/office/drawing/2014/main" id="{003FFB4B-3407-238C-FB8E-D0C60D47309D}"/>
              </a:ext>
            </a:extLst>
          </p:cNvPr>
          <p:cNvGraphicFramePr>
            <a:graphicFrameLocks noChangeAspect="1"/>
          </p:cNvGraphicFramePr>
          <p:nvPr/>
        </p:nvGraphicFramePr>
        <p:xfrm>
          <a:off x="3454155" y="5190723"/>
          <a:ext cx="1171575" cy="831850"/>
        </p:xfrm>
        <a:graphic>
          <a:graphicData uri="http://schemas.openxmlformats.org/presentationml/2006/ole">
            <mc:AlternateContent xmlns:mc="http://schemas.openxmlformats.org/markup-compatibility/2006">
              <mc:Choice xmlns:v="urn:schemas-microsoft-com:vml" Requires="v">
                <p:oleObj name="Equation" r:id="rId31" imgW="698400" imgH="457200" progId="Equation.DSMT4">
                  <p:embed/>
                </p:oleObj>
              </mc:Choice>
              <mc:Fallback>
                <p:oleObj name="Equation" r:id="rId31" imgW="698400" imgH="457200" progId="Equation.DSMT4">
                  <p:embed/>
                  <p:pic>
                    <p:nvPicPr>
                      <p:cNvPr id="31" name="Object 9">
                        <a:extLst>
                          <a:ext uri="{FF2B5EF4-FFF2-40B4-BE49-F238E27FC236}">
                            <a16:creationId xmlns:a16="http://schemas.microsoft.com/office/drawing/2014/main" id="{003FFB4B-3407-238C-FB8E-D0C60D47309D}"/>
                          </a:ext>
                        </a:extLst>
                      </p:cNvPr>
                      <p:cNvPicPr>
                        <a:picLocks noChangeAspect="1" noChangeArrowheads="1"/>
                      </p:cNvPicPr>
                      <p:nvPr/>
                    </p:nvPicPr>
                    <p:blipFill>
                      <a:blip r:embed="rId32"/>
                      <a:srcRect/>
                      <a:stretch>
                        <a:fillRect/>
                      </a:stretch>
                    </p:blipFill>
                    <p:spPr bwMode="auto">
                      <a:xfrm>
                        <a:off x="3454155" y="5190723"/>
                        <a:ext cx="1171575" cy="831850"/>
                      </a:xfrm>
                      <a:prstGeom prst="rect">
                        <a:avLst/>
                      </a:prstGeom>
                      <a:noFill/>
                    </p:spPr>
                  </p:pic>
                </p:oleObj>
              </mc:Fallback>
            </mc:AlternateContent>
          </a:graphicData>
        </a:graphic>
      </p:graphicFrame>
      <p:graphicFrame>
        <p:nvGraphicFramePr>
          <p:cNvPr id="32" name="Object 9">
            <a:extLst>
              <a:ext uri="{FF2B5EF4-FFF2-40B4-BE49-F238E27FC236}">
                <a16:creationId xmlns:a16="http://schemas.microsoft.com/office/drawing/2014/main" id="{A0DACB36-F5AA-7EC5-AAB3-4E30393CD8D8}"/>
              </a:ext>
            </a:extLst>
          </p:cNvPr>
          <p:cNvGraphicFramePr>
            <a:graphicFrameLocks noChangeAspect="1"/>
          </p:cNvGraphicFramePr>
          <p:nvPr/>
        </p:nvGraphicFramePr>
        <p:xfrm>
          <a:off x="-36512" y="6008688"/>
          <a:ext cx="2986088" cy="830262"/>
        </p:xfrm>
        <a:graphic>
          <a:graphicData uri="http://schemas.openxmlformats.org/presentationml/2006/ole">
            <mc:AlternateContent xmlns:mc="http://schemas.openxmlformats.org/markup-compatibility/2006">
              <mc:Choice xmlns:v="urn:schemas-microsoft-com:vml" Requires="v">
                <p:oleObj name="Equation" r:id="rId33" imgW="1777680" imgH="457200" progId="Equation.DSMT4">
                  <p:embed/>
                </p:oleObj>
              </mc:Choice>
              <mc:Fallback>
                <p:oleObj name="Equation" r:id="rId33" imgW="1777680" imgH="457200" progId="Equation.DSMT4">
                  <p:embed/>
                  <p:pic>
                    <p:nvPicPr>
                      <p:cNvPr id="32" name="Object 9">
                        <a:extLst>
                          <a:ext uri="{FF2B5EF4-FFF2-40B4-BE49-F238E27FC236}">
                            <a16:creationId xmlns:a16="http://schemas.microsoft.com/office/drawing/2014/main" id="{A0DACB36-F5AA-7EC5-AAB3-4E30393CD8D8}"/>
                          </a:ext>
                        </a:extLst>
                      </p:cNvPr>
                      <p:cNvPicPr>
                        <a:picLocks noChangeAspect="1" noChangeArrowheads="1"/>
                      </p:cNvPicPr>
                      <p:nvPr/>
                    </p:nvPicPr>
                    <p:blipFill>
                      <a:blip r:embed="rId34"/>
                      <a:srcRect/>
                      <a:stretch>
                        <a:fillRect/>
                      </a:stretch>
                    </p:blipFill>
                    <p:spPr bwMode="auto">
                      <a:xfrm>
                        <a:off x="-36512" y="6008688"/>
                        <a:ext cx="2986088" cy="830262"/>
                      </a:xfrm>
                      <a:prstGeom prst="rect">
                        <a:avLst/>
                      </a:prstGeom>
                      <a:noFill/>
                    </p:spPr>
                  </p:pic>
                </p:oleObj>
              </mc:Fallback>
            </mc:AlternateContent>
          </a:graphicData>
        </a:graphic>
      </p:graphicFrame>
      <p:graphicFrame>
        <p:nvGraphicFramePr>
          <p:cNvPr id="34" name="Object 9">
            <a:extLst>
              <a:ext uri="{FF2B5EF4-FFF2-40B4-BE49-F238E27FC236}">
                <a16:creationId xmlns:a16="http://schemas.microsoft.com/office/drawing/2014/main" id="{1D75DBA3-F43B-89EC-4188-5E67B562784D}"/>
              </a:ext>
            </a:extLst>
          </p:cNvPr>
          <p:cNvGraphicFramePr>
            <a:graphicFrameLocks noChangeAspect="1"/>
          </p:cNvGraphicFramePr>
          <p:nvPr/>
        </p:nvGraphicFramePr>
        <p:xfrm>
          <a:off x="3019425" y="6016625"/>
          <a:ext cx="2408238" cy="830263"/>
        </p:xfrm>
        <a:graphic>
          <a:graphicData uri="http://schemas.openxmlformats.org/presentationml/2006/ole">
            <mc:AlternateContent xmlns:mc="http://schemas.openxmlformats.org/markup-compatibility/2006">
              <mc:Choice xmlns:v="urn:schemas-microsoft-com:vml" Requires="v">
                <p:oleObj name="Equation" r:id="rId35" imgW="1434960" imgH="457200" progId="Equation.DSMT4">
                  <p:embed/>
                </p:oleObj>
              </mc:Choice>
              <mc:Fallback>
                <p:oleObj name="Equation" r:id="rId35" imgW="1434960" imgH="457200" progId="Equation.DSMT4">
                  <p:embed/>
                  <p:pic>
                    <p:nvPicPr>
                      <p:cNvPr id="34" name="Object 9">
                        <a:extLst>
                          <a:ext uri="{FF2B5EF4-FFF2-40B4-BE49-F238E27FC236}">
                            <a16:creationId xmlns:a16="http://schemas.microsoft.com/office/drawing/2014/main" id="{1D75DBA3-F43B-89EC-4188-5E67B562784D}"/>
                          </a:ext>
                        </a:extLst>
                      </p:cNvPr>
                      <p:cNvPicPr>
                        <a:picLocks noChangeAspect="1" noChangeArrowheads="1"/>
                      </p:cNvPicPr>
                      <p:nvPr/>
                    </p:nvPicPr>
                    <p:blipFill>
                      <a:blip r:embed="rId36"/>
                      <a:srcRect/>
                      <a:stretch>
                        <a:fillRect/>
                      </a:stretch>
                    </p:blipFill>
                    <p:spPr bwMode="auto">
                      <a:xfrm>
                        <a:off x="3019425" y="6016625"/>
                        <a:ext cx="2408238" cy="830263"/>
                      </a:xfrm>
                      <a:prstGeom prst="rect">
                        <a:avLst/>
                      </a:prstGeom>
                      <a:noFill/>
                    </p:spPr>
                  </p:pic>
                </p:oleObj>
              </mc:Fallback>
            </mc:AlternateContent>
          </a:graphicData>
        </a:graphic>
      </p:graphicFrame>
      <p:graphicFrame>
        <p:nvGraphicFramePr>
          <p:cNvPr id="35" name="Object 9">
            <a:extLst>
              <a:ext uri="{FF2B5EF4-FFF2-40B4-BE49-F238E27FC236}">
                <a16:creationId xmlns:a16="http://schemas.microsoft.com/office/drawing/2014/main" id="{2732B9CD-96A3-D0C3-234D-5A9D7E617C31}"/>
              </a:ext>
            </a:extLst>
          </p:cNvPr>
          <p:cNvGraphicFramePr>
            <a:graphicFrameLocks noChangeAspect="1"/>
          </p:cNvGraphicFramePr>
          <p:nvPr/>
        </p:nvGraphicFramePr>
        <p:xfrm>
          <a:off x="5519738" y="5954713"/>
          <a:ext cx="3197225" cy="830262"/>
        </p:xfrm>
        <a:graphic>
          <a:graphicData uri="http://schemas.openxmlformats.org/presentationml/2006/ole">
            <mc:AlternateContent xmlns:mc="http://schemas.openxmlformats.org/markup-compatibility/2006">
              <mc:Choice xmlns:v="urn:schemas-microsoft-com:vml" Requires="v">
                <p:oleObj name="Equation" r:id="rId37" imgW="1904760" imgH="457200" progId="Equation.DSMT4">
                  <p:embed/>
                </p:oleObj>
              </mc:Choice>
              <mc:Fallback>
                <p:oleObj name="Equation" r:id="rId37" imgW="1904760" imgH="457200" progId="Equation.DSMT4">
                  <p:embed/>
                  <p:pic>
                    <p:nvPicPr>
                      <p:cNvPr id="35" name="Object 9">
                        <a:extLst>
                          <a:ext uri="{FF2B5EF4-FFF2-40B4-BE49-F238E27FC236}">
                            <a16:creationId xmlns:a16="http://schemas.microsoft.com/office/drawing/2014/main" id="{2732B9CD-96A3-D0C3-234D-5A9D7E617C31}"/>
                          </a:ext>
                        </a:extLst>
                      </p:cNvPr>
                      <p:cNvPicPr>
                        <a:picLocks noChangeAspect="1" noChangeArrowheads="1"/>
                      </p:cNvPicPr>
                      <p:nvPr/>
                    </p:nvPicPr>
                    <p:blipFill>
                      <a:blip r:embed="rId38"/>
                      <a:srcRect/>
                      <a:stretch>
                        <a:fillRect/>
                      </a:stretch>
                    </p:blipFill>
                    <p:spPr bwMode="auto">
                      <a:xfrm>
                        <a:off x="5519738" y="5954713"/>
                        <a:ext cx="3197225" cy="830262"/>
                      </a:xfrm>
                      <a:prstGeom prst="rect">
                        <a:avLst/>
                      </a:prstGeom>
                      <a:noFill/>
                    </p:spPr>
                  </p:pic>
                </p:oleObj>
              </mc:Fallback>
            </mc:AlternateContent>
          </a:graphicData>
        </a:graphic>
      </p:graphicFrame>
    </p:spTree>
    <p:extLst>
      <p:ext uri="{BB962C8B-B14F-4D97-AF65-F5344CB8AC3E}">
        <p14:creationId xmlns:p14="http://schemas.microsoft.com/office/powerpoint/2010/main" val="2113555545"/>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80968"/>
                                        </p:tgtEl>
                                        <p:attrNameLst>
                                          <p:attrName>style.visibility</p:attrName>
                                        </p:attrNameLst>
                                      </p:cBhvr>
                                      <p:to>
                                        <p:strVal val="visible"/>
                                      </p:to>
                                    </p:set>
                                    <p:animEffect transition="in" filter="wipe(left)">
                                      <p:cBhvr>
                                        <p:cTn id="7" dur="500"/>
                                        <p:tgtEl>
                                          <p:spTgt spid="68096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wipe(left)">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left)">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left)">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wipe(left)">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wipe(left)">
                                      <p:cBhvr>
                                        <p:cTn id="47" dur="500"/>
                                        <p:tgtEl>
                                          <p:spTgt spid="27"/>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wipe(left)">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wipe(left)">
                                      <p:cBhvr>
                                        <p:cTn id="57" dur="500"/>
                                        <p:tgtEl>
                                          <p:spTgt spid="4"/>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wipe(left)">
                                      <p:cBhvr>
                                        <p:cTn id="62" dur="500"/>
                                        <p:tgtEl>
                                          <p:spTgt spid="28"/>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wipe(left)">
                                      <p:cBhvr>
                                        <p:cTn id="67" dur="500"/>
                                        <p:tgtEl>
                                          <p:spTgt spid="29"/>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wipe(left)">
                                      <p:cBhvr>
                                        <p:cTn id="72" dur="500"/>
                                        <p:tgtEl>
                                          <p:spTgt spid="3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wipe(left)">
                                      <p:cBhvr>
                                        <p:cTn id="77" dur="500"/>
                                        <p:tgtEl>
                                          <p:spTgt spid="31"/>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wipe(left)">
                                      <p:cBhvr>
                                        <p:cTn id="82" dur="500"/>
                                        <p:tgtEl>
                                          <p:spTgt spid="3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34"/>
                                        </p:tgtEl>
                                        <p:attrNameLst>
                                          <p:attrName>style.visibility</p:attrName>
                                        </p:attrNameLst>
                                      </p:cBhvr>
                                      <p:to>
                                        <p:strVal val="visible"/>
                                      </p:to>
                                    </p:set>
                                    <p:animEffect transition="in" filter="wipe(left)">
                                      <p:cBhvr>
                                        <p:cTn id="87" dur="500"/>
                                        <p:tgtEl>
                                          <p:spTgt spid="34"/>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wipe(left)">
                                      <p:cBhvr>
                                        <p:cTn id="9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0968"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5"/>
          <p:cNvSpPr>
            <a:spLocks noChangeArrowheads="1"/>
          </p:cNvSpPr>
          <p:nvPr/>
        </p:nvSpPr>
        <p:spPr bwMode="auto">
          <a:xfrm>
            <a:off x="642942" y="3857628"/>
            <a:ext cx="8501090" cy="3000396"/>
          </a:xfrm>
          <a:prstGeom prst="roundRect">
            <a:avLst>
              <a:gd name="adj" fmla="val 4646"/>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charset="-122"/>
              <a:cs typeface="+mn-cs"/>
            </a:endParaRPr>
          </a:p>
        </p:txBody>
      </p:sp>
      <p:sp>
        <p:nvSpPr>
          <p:cNvPr id="880650" name="Rectangle 1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880653" name="Rectangle 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aphicFrame>
        <p:nvGraphicFramePr>
          <p:cNvPr id="10" name="对象 9"/>
          <p:cNvGraphicFramePr>
            <a:graphicFrameLocks noChangeAspect="1"/>
          </p:cNvGraphicFramePr>
          <p:nvPr/>
        </p:nvGraphicFramePr>
        <p:xfrm>
          <a:off x="711200" y="1016002"/>
          <a:ext cx="8782050" cy="2698750"/>
        </p:xfrm>
        <a:graphic>
          <a:graphicData uri="http://schemas.openxmlformats.org/presentationml/2006/ole">
            <mc:AlternateContent xmlns:mc="http://schemas.openxmlformats.org/markup-compatibility/2006">
              <mc:Choice xmlns:v="urn:schemas-microsoft-com:vml" Requires="v">
                <p:oleObj name="金山 WPS 文字" r:id="rId3" imgW="6446520" imgH="1981080" progId="">
                  <p:embed/>
                </p:oleObj>
              </mc:Choice>
              <mc:Fallback>
                <p:oleObj name="金山 WPS 文字" r:id="rId3" imgW="6446520" imgH="1981080" progId="">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1200" y="1016002"/>
                        <a:ext cx="8782050" cy="269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对象 10"/>
          <p:cNvGraphicFramePr>
            <a:graphicFrameLocks noChangeAspect="1"/>
          </p:cNvGraphicFramePr>
          <p:nvPr/>
        </p:nvGraphicFramePr>
        <p:xfrm>
          <a:off x="493713" y="4017963"/>
          <a:ext cx="8507412" cy="2178050"/>
        </p:xfrm>
        <a:graphic>
          <a:graphicData uri="http://schemas.openxmlformats.org/presentationml/2006/ole">
            <mc:AlternateContent xmlns:mc="http://schemas.openxmlformats.org/markup-compatibility/2006">
              <mc:Choice xmlns:v="urn:schemas-microsoft-com:vml" Requires="v">
                <p:oleObj name="金山 WPS 文字" r:id="rId5" imgW="6306120" imgH="1585080" progId="">
                  <p:embed/>
                </p:oleObj>
              </mc:Choice>
              <mc:Fallback>
                <p:oleObj name="金山 WPS 文字" r:id="rId5" imgW="6306120" imgH="1585080" progId="">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3713" y="4017963"/>
                        <a:ext cx="8507412" cy="2178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对象 13"/>
          <p:cNvGraphicFramePr>
            <a:graphicFrameLocks noChangeAspect="1"/>
          </p:cNvGraphicFramePr>
          <p:nvPr/>
        </p:nvGraphicFramePr>
        <p:xfrm>
          <a:off x="571472" y="4071942"/>
          <a:ext cx="8388383" cy="2500330"/>
        </p:xfrm>
        <a:graphic>
          <a:graphicData uri="http://schemas.openxmlformats.org/presentationml/2006/ole">
            <mc:AlternateContent xmlns:mc="http://schemas.openxmlformats.org/markup-compatibility/2006">
              <mc:Choice xmlns:v="urn:schemas-microsoft-com:vml" Requires="v">
                <p:oleObj name="金山 WPS 文字" r:id="rId7" imgW="6638400" imgH="1981080" progId="">
                  <p:embed/>
                </p:oleObj>
              </mc:Choice>
              <mc:Fallback>
                <p:oleObj name="金山 WPS 文字" r:id="rId7" imgW="6638400" imgH="1981080" progId="">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1472" y="4071942"/>
                        <a:ext cx="8388383" cy="250033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对象 14"/>
          <p:cNvGraphicFramePr>
            <a:graphicFrameLocks noChangeAspect="1"/>
          </p:cNvGraphicFramePr>
          <p:nvPr/>
        </p:nvGraphicFramePr>
        <p:xfrm>
          <a:off x="500034" y="4000504"/>
          <a:ext cx="6941988" cy="2786058"/>
        </p:xfrm>
        <a:graphic>
          <a:graphicData uri="http://schemas.openxmlformats.org/presentationml/2006/ole">
            <mc:AlternateContent xmlns:mc="http://schemas.openxmlformats.org/markup-compatibility/2006">
              <mc:Choice xmlns:v="urn:schemas-microsoft-com:vml" Requires="v">
                <p:oleObj name="金山 WPS 文字" r:id="rId9" imgW="4921200" imgH="1981080" progId="">
                  <p:embed/>
                </p:oleObj>
              </mc:Choice>
              <mc:Fallback>
                <p:oleObj name="金山 WPS 文字" r:id="rId9" imgW="4921200" imgH="1981080" progId="">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0034" y="4000504"/>
                        <a:ext cx="6941988" cy="278605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WordArt 2">
            <a:extLst>
              <a:ext uri="{FF2B5EF4-FFF2-40B4-BE49-F238E27FC236}">
                <a16:creationId xmlns:a16="http://schemas.microsoft.com/office/drawing/2014/main" id="{F9D8CA8F-31D7-DFE0-3F97-496D64480E27}"/>
              </a:ext>
            </a:extLst>
          </p:cNvPr>
          <p:cNvSpPr>
            <a:spLocks noChangeArrowheads="1" noChangeShapeType="1" noTextEdit="1"/>
          </p:cNvSpPr>
          <p:nvPr/>
        </p:nvSpPr>
        <p:spPr bwMode="auto">
          <a:xfrm>
            <a:off x="650383" y="8792"/>
            <a:ext cx="6643734"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11"/>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4-2 </a:t>
            </a:r>
            <a:r>
              <a:rPr kumimoji="1" lang="zh-CN" altLang="en-US" sz="4800" b="1" i="0" u="none" strike="noStrike" kern="10" cap="none" spc="0" normalizeH="0" baseline="0" noProof="0" dirty="0">
                <a:ln w="76200">
                  <a:solidFill>
                    <a:srgbClr val="FFC000"/>
                  </a:solidFill>
                  <a:round/>
                  <a:headEnd/>
                  <a:tailEnd/>
                </a:ln>
                <a:blipFill>
                  <a:blip r:embed="rId11"/>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线性相关性</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left)">
                                      <p:cBhvr>
                                        <p:cTn id="7" dur="500"/>
                                        <p:tgtEl>
                                          <p:spTgt spid="34"/>
                                        </p:tgtEl>
                                      </p:cBhvr>
                                    </p:animEffect>
                                  </p:childTnLst>
                                </p:cTn>
                              </p:par>
                              <p:par>
                                <p:cTn id="8" presetID="22" presetClass="entr" presetSubtype="8"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500"/>
                                        <p:tgtEl>
                                          <p:spTgt spid="14"/>
                                        </p:tgtEl>
                                      </p:cBhvr>
                                    </p:animEffect>
                                  </p:childTnLst>
                                  <p:subTnLst>
                                    <p:set>
                                      <p:cBhvr override="childStyle">
                                        <p:cTn dur="1" fill="hold" display="0" masterRel="nextClick" afterEffect="1"/>
                                        <p:tgtEl>
                                          <p:spTgt spid="14"/>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subTnLst>
                                    <p:set>
                                      <p:cBhvr override="childStyle">
                                        <p:cTn dur="1" fill="hold" display="0" masterRel="nextClick" afterEffect="1"/>
                                        <p:tgtEl>
                                          <p:spTgt spid="11"/>
                                        </p:tgtEl>
                                        <p:attrNameLst>
                                          <p:attrName>style.visibility</p:attrName>
                                        </p:attrNameLst>
                                      </p:cBhvr>
                                      <p:to>
                                        <p:strVal val="hidden"/>
                                      </p:to>
                                    </p:set>
                                  </p:sub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wipe(left)">
                                      <p:cBhvr>
                                        <p:cTn id="20" dur="500"/>
                                        <p:tgtEl>
                                          <p:spTgt spid="15"/>
                                        </p:tgtEl>
                                      </p:cBhvr>
                                    </p:animEffect>
                                  </p:childTnLst>
                                  <p:subTnLst>
                                    <p:set>
                                      <p:cBhvr override="childStyle">
                                        <p:cTn dur="1" fill="hold" display="0" masterRel="nextClick" afterEffect="1"/>
                                        <p:tgtEl>
                                          <p:spTgt spid="1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4-3 </a:t>
            </a:r>
            <a:r>
              <a:rPr kumimoji="1" lang="zh-CN" altLang="en-US" sz="44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向量组的秩</a:t>
            </a:r>
            <a:endPar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5" name="Rectangle 3"/>
          <p:cNvSpPr txBox="1">
            <a:spLocks noChangeArrowheads="1"/>
          </p:cNvSpPr>
          <p:nvPr/>
        </p:nvSpPr>
        <p:spPr>
          <a:xfrm>
            <a:off x="568786" y="1000108"/>
            <a:ext cx="8824494" cy="5857892"/>
          </a:xfrm>
          <a:prstGeom prst="rect">
            <a:avLst/>
          </a:prstGeom>
        </p:spPr>
        <p:txBody>
          <a:bodyPr/>
          <a:lstStyle/>
          <a:p>
            <a:pPr marL="457200" marR="0" lvl="0" indent="-457200" algn="l" defTabSz="914400" rtl="0" eaLnBrk="1" fontAlgn="base" latinLnBrk="0" hangingPunct="1">
              <a:lnSpc>
                <a:spcPct val="100000"/>
              </a:lnSpc>
              <a:spcBef>
                <a:spcPct val="50000"/>
              </a:spcBef>
              <a:spcAft>
                <a:spcPct val="0"/>
              </a:spcAft>
              <a:buClr>
                <a:srgbClr val="FF3300"/>
              </a:buClr>
              <a:buSzPct val="80000"/>
              <a:buFontTx/>
              <a:buNone/>
              <a:tabLst/>
              <a:defRPr/>
            </a:pPr>
            <a:r>
              <a:rPr kumimoji="1" lang="zh-CN" altLang="en-US" sz="20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向量组的最大无关组：</a:t>
            </a:r>
            <a:endParaRPr kumimoji="1" lang="en-US" altLang="zh-CN" sz="20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457200" marR="0" lvl="0" indent="-457200" algn="l" defTabSz="914400" rtl="0" eaLnBrk="1" fontAlgn="base" latinLnBrk="0" hangingPunct="1">
              <a:lnSpc>
                <a:spcPct val="100000"/>
              </a:lnSpc>
              <a:spcBef>
                <a:spcPct val="50000"/>
              </a:spcBef>
              <a:spcAft>
                <a:spcPct val="0"/>
              </a:spcAft>
              <a:buClr>
                <a:srgbClr val="FF3300"/>
              </a:buClr>
              <a:buSzPct val="80000"/>
              <a:buFontTx/>
              <a:buNone/>
              <a:tabLst/>
              <a:defRPr/>
            </a:pP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设有向量组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，如果在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中能选出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r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个向量</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1</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 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2</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 …, </a:t>
            </a:r>
            <a:r>
              <a:rPr kumimoji="1" lang="en-US" altLang="zh-CN" sz="1800" b="1" i="0" u="none" strike="noStrike" kern="0" cap="none" spc="0" normalizeH="0" baseline="0" noProof="0" dirty="0" err="1">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err="1">
                <a:ln>
                  <a:noFill/>
                </a:ln>
                <a:solidFill>
                  <a:srgbClr val="FFFFCC"/>
                </a:solidFill>
                <a:effectLst/>
                <a:uLnTx/>
                <a:uFillTx/>
                <a:latin typeface="微软雅黑" pitchFamily="34" charset="-122"/>
                <a:ea typeface="微软雅黑" pitchFamily="34" charset="-122"/>
              </a:rPr>
              <a:t>r</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，满足</a:t>
            </a:r>
            <a:endPar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endParaRPr>
          </a:p>
          <a:p>
            <a:pPr marL="514350" marR="0" lvl="0" indent="-514350" algn="l" defTabSz="914400" rtl="0" eaLnBrk="1" fontAlgn="base" latinLnBrk="0" hangingPunct="1">
              <a:lnSpc>
                <a:spcPct val="100000"/>
              </a:lnSpc>
              <a:spcBef>
                <a:spcPct val="50000"/>
              </a:spcBef>
              <a:spcAft>
                <a:spcPct val="0"/>
              </a:spcAft>
              <a:buClr>
                <a:srgbClr val="FFFFCC"/>
              </a:buClr>
              <a:buSzTx/>
              <a:buFont typeface="+mj-ea"/>
              <a:buAutoNum type="circleNumDbPlain"/>
              <a:tabLst/>
              <a:defRPr/>
            </a:pP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向量组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0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1</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 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2</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 …, </a:t>
            </a:r>
            <a:r>
              <a:rPr kumimoji="1" lang="en-US" altLang="zh-CN" sz="1800" b="1" i="0" u="none" strike="noStrike" kern="0" cap="none" spc="0" normalizeH="0" baseline="0" noProof="0" dirty="0" err="1">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err="1">
                <a:ln>
                  <a:noFill/>
                </a:ln>
                <a:solidFill>
                  <a:srgbClr val="FFFFCC"/>
                </a:solidFill>
                <a:effectLst/>
                <a:uLnTx/>
                <a:uFillTx/>
                <a:latin typeface="微软雅黑" pitchFamily="34" charset="-122"/>
                <a:ea typeface="微软雅黑" pitchFamily="34" charset="-122"/>
              </a:rPr>
              <a:t>r</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线性无关；</a:t>
            </a:r>
          </a:p>
          <a:p>
            <a:pPr marL="514350" lvl="0" indent="-514350" eaLnBrk="1" hangingPunct="1">
              <a:spcBef>
                <a:spcPct val="50000"/>
              </a:spcBef>
              <a:buClr>
                <a:srgbClr val="FFFFCC"/>
              </a:buClr>
              <a:buFont typeface="+mj-ea"/>
              <a:buAutoNum type="circleNumDbPlain"/>
              <a:defRPr/>
            </a:pPr>
            <a:r>
              <a:rPr lang="en-US" altLang="zh-CN" sz="1800" b="1" kern="0" dirty="0">
                <a:solidFill>
                  <a:srgbClr val="FFC000"/>
                </a:solidFill>
                <a:latin typeface="微软雅黑" pitchFamily="34" charset="-122"/>
                <a:ea typeface="微软雅黑" pitchFamily="34" charset="-122"/>
              </a:rPr>
              <a:t>A </a:t>
            </a:r>
            <a:r>
              <a:rPr lang="zh-CN" altLang="en-US" sz="1800" b="1" kern="0" dirty="0">
                <a:solidFill>
                  <a:srgbClr val="FFC000"/>
                </a:solidFill>
                <a:latin typeface="微软雅黑" pitchFamily="34" charset="-122"/>
                <a:ea typeface="微软雅黑" pitchFamily="34" charset="-122"/>
              </a:rPr>
              <a:t>中任意向量都能由</a:t>
            </a:r>
            <a:r>
              <a:rPr lang="en-US" altLang="zh-CN" sz="1800" b="1" i="1" kern="0" dirty="0">
                <a:solidFill>
                  <a:srgbClr val="FFC000"/>
                </a:solidFill>
                <a:latin typeface="微软雅黑" pitchFamily="34" charset="-122"/>
                <a:ea typeface="微软雅黑" pitchFamily="34" charset="-122"/>
              </a:rPr>
              <a:t>A</a:t>
            </a:r>
            <a:r>
              <a:rPr lang="en-US" altLang="zh-CN" sz="1800" b="1" kern="0" baseline="-25000" dirty="0">
                <a:solidFill>
                  <a:srgbClr val="FFC000"/>
                </a:solidFill>
                <a:latin typeface="微软雅黑" pitchFamily="34" charset="-122"/>
                <a:ea typeface="微软雅黑" pitchFamily="34" charset="-122"/>
              </a:rPr>
              <a:t>0</a:t>
            </a:r>
            <a:r>
              <a:rPr lang="zh-CN" altLang="en-US" sz="1800" b="1" kern="0" dirty="0">
                <a:solidFill>
                  <a:srgbClr val="FFC000"/>
                </a:solidFill>
                <a:latin typeface="微软雅黑" pitchFamily="34" charset="-122"/>
                <a:ea typeface="微软雅黑" pitchFamily="34" charset="-122"/>
              </a:rPr>
              <a:t>线性表示</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t>
            </a:r>
            <a:r>
              <a:rPr kumimoji="1" lang="zh-CN" altLang="en-US" sz="1800" b="1" i="0" u="none" strike="noStrike" kern="1200" cap="none" spc="0" normalizeH="0" baseline="0" noProof="0" dirty="0">
                <a:ln>
                  <a:noFill/>
                </a:ln>
                <a:solidFill>
                  <a:srgbClr val="FFFFE2"/>
                </a:solidFill>
                <a:effectLst/>
                <a:uLnTx/>
                <a:uFillTx/>
                <a:latin typeface="微软雅黑" pitchFamily="34" charset="-122"/>
                <a:ea typeface="微软雅黑" pitchFamily="34" charset="-122"/>
                <a:sym typeface="Wingdings" pitchFamily="2" charset="2"/>
              </a:rPr>
              <a:t>             </a:t>
            </a:r>
            <a:endPar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endParaRPr>
          </a:p>
          <a:p>
            <a:pPr marL="0" marR="0" lvl="0" indent="0" algn="l" defTabSz="914400" rtl="0" eaLnBrk="1" fontAlgn="base" latinLnBrk="0" hangingPunct="1">
              <a:lnSpc>
                <a:spcPct val="100000"/>
              </a:lnSpc>
              <a:spcBef>
                <a:spcPct val="50000"/>
              </a:spcBef>
              <a:spcAft>
                <a:spcPct val="0"/>
              </a:spcAft>
              <a:buClr>
                <a:srgbClr val="FF3300"/>
              </a:buClr>
              <a:buSzPct val="80000"/>
              <a:buFont typeface="Wingdings" pitchFamily="2" charset="2"/>
              <a:buNone/>
              <a:tabLst/>
              <a:defRPr/>
            </a:pP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那么称向量组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0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是向量组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的一个最大线性无关向量组，最大无关组向量个数 </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r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称为</a:t>
            </a:r>
            <a:r>
              <a:rPr kumimoji="1" lang="zh-CN" altLang="en-US" sz="1800" b="1" i="0" u="none" strike="noStrike" kern="0" cap="none" spc="0" normalizeH="0" baseline="0" noProof="0" dirty="0">
                <a:ln>
                  <a:noFill/>
                </a:ln>
                <a:solidFill>
                  <a:srgbClr val="FFFFE2">
                    <a:lumMod val="75000"/>
                  </a:srgbClr>
                </a:solidFill>
                <a:effectLst/>
                <a:uLnTx/>
                <a:uFillTx/>
                <a:latin typeface="微软雅黑" pitchFamily="34" charset="-122"/>
                <a:ea typeface="微软雅黑" pitchFamily="34" charset="-122"/>
              </a:rPr>
              <a:t>向量组 </a:t>
            </a:r>
            <a:r>
              <a:rPr kumimoji="1" lang="en-US" altLang="zh-CN" sz="1800" b="1" i="0" u="none" strike="noStrike" kern="0" cap="none" spc="0" normalizeH="0" baseline="0" noProof="0" dirty="0">
                <a:ln>
                  <a:noFill/>
                </a:ln>
                <a:solidFill>
                  <a:srgbClr val="FFFFE2">
                    <a:lumMod val="75000"/>
                  </a:srgbClr>
                </a:solidFill>
                <a:effectLst/>
                <a:uLnTx/>
                <a:uFillTx/>
                <a:latin typeface="微软雅黑" pitchFamily="34" charset="-122"/>
                <a:ea typeface="微软雅黑" pitchFamily="34" charset="-122"/>
              </a:rPr>
              <a:t>A </a:t>
            </a:r>
            <a:r>
              <a:rPr kumimoji="1" lang="zh-CN" altLang="en-US" sz="1800" b="1" i="0" u="none" strike="noStrike" kern="0" cap="none" spc="0" normalizeH="0" baseline="0" noProof="0" dirty="0">
                <a:ln>
                  <a:noFill/>
                </a:ln>
                <a:solidFill>
                  <a:srgbClr val="FFFFE2">
                    <a:lumMod val="75000"/>
                  </a:srgbClr>
                </a:solidFill>
                <a:effectLst/>
                <a:uLnTx/>
                <a:uFillTx/>
                <a:latin typeface="微软雅黑" pitchFamily="34" charset="-122"/>
                <a:ea typeface="微软雅黑" pitchFamily="34" charset="-122"/>
              </a:rPr>
              <a:t>的秩</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，记作</a:t>
            </a:r>
            <a:r>
              <a:rPr kumimoji="1"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R</a:t>
            </a:r>
            <a:r>
              <a:rPr kumimoji="1" lang="en-US" altLang="zh-CN" sz="1800" b="1" i="0" u="none" strike="noStrike" kern="0" cap="none" spc="0" normalizeH="0" baseline="-25000" noProof="0" dirty="0">
                <a:ln>
                  <a:noFill/>
                </a:ln>
                <a:solidFill>
                  <a:srgbClr val="FFFFCC"/>
                </a:solidFill>
                <a:effectLst/>
                <a:uLnTx/>
                <a:uFillTx/>
                <a:latin typeface="微软雅黑" pitchFamily="34" charset="-122"/>
                <a:ea typeface="微软雅黑" pitchFamily="34" charset="-122"/>
              </a:rPr>
              <a:t>A </a:t>
            </a:r>
            <a:r>
              <a:rPr kumimoji="1"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rPr>
              <a:t>．</a:t>
            </a:r>
          </a:p>
        </p:txBody>
      </p:sp>
      <p:sp>
        <p:nvSpPr>
          <p:cNvPr id="2" name="圆角矩形 5">
            <a:extLst>
              <a:ext uri="{FF2B5EF4-FFF2-40B4-BE49-F238E27FC236}">
                <a16:creationId xmlns:a16="http://schemas.microsoft.com/office/drawing/2014/main" id="{AB0A6698-C453-84BA-BFA3-6B6BBBF79D26}"/>
              </a:ext>
            </a:extLst>
          </p:cNvPr>
          <p:cNvSpPr/>
          <p:nvPr/>
        </p:nvSpPr>
        <p:spPr bwMode="auto">
          <a:xfrm>
            <a:off x="571472" y="3429000"/>
            <a:ext cx="8572528" cy="3384376"/>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457200" marR="0" lvl="0" indent="-457200" algn="l" defTabSz="914400" rtl="0" eaLnBrk="0" fontAlgn="base" latinLnBrk="0" hangingPunct="0">
              <a:lnSpc>
                <a:spcPct val="130000"/>
              </a:lnSpc>
              <a:spcBef>
                <a:spcPct val="20000"/>
              </a:spcBef>
              <a:spcAft>
                <a:spcPct val="0"/>
              </a:spcAft>
              <a:buClr>
                <a:srgbClr val="FF0000"/>
              </a:buClr>
              <a:buSzPct val="75000"/>
              <a:buFontTx/>
              <a:buNone/>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rPr>
              <a:t>结论：</a:t>
            </a: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求向量组的秩：</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R="0" lvl="0" algn="l" defTabSz="914400" rtl="0" eaLnBrk="0" fontAlgn="base" latinLnBrk="0" hangingPunct="0">
              <a:lnSpc>
                <a:spcPct val="130000"/>
              </a:lnSpc>
              <a:spcBef>
                <a:spcPct val="20000"/>
              </a:spcBef>
              <a:spcAft>
                <a:spcPct val="0"/>
              </a:spcAft>
              <a:buClr>
                <a:srgbClr val="010199">
                  <a:lumMod val="75000"/>
                </a:srgbClr>
              </a:buClr>
              <a:buSzPct val="75000"/>
              <a:tabLst/>
              <a:defRPr/>
            </a:pPr>
            <a:r>
              <a:rPr lang="en-US" altLang="zh-CN" sz="1600" b="1" dirty="0">
                <a:solidFill>
                  <a:srgbClr val="010199">
                    <a:lumMod val="75000"/>
                  </a:srgbClr>
                </a:solidFill>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还原成矩阵，则矩阵的秩</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向量组的秩</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向量组的极大无关组的向量个数</a:t>
            </a: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寻找极大无关组：</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lvl="0" indent="-457200">
              <a:lnSpc>
                <a:spcPct val="130000"/>
              </a:lnSpc>
              <a:spcBef>
                <a:spcPct val="20000"/>
              </a:spcBef>
              <a:buClr>
                <a:srgbClr val="010199">
                  <a:lumMod val="75000"/>
                </a:srgbClr>
              </a:buClr>
              <a:buSzPct val="75000"/>
            </a:pP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若</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16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是矩阵 </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的一个</a:t>
            </a:r>
            <a:r>
              <a:rPr kumimoji="1" lang="zh-CN" altLang="en-US" sz="1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最高阶非零子式</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，则</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16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所在的</a:t>
            </a:r>
            <a:r>
              <a:rPr kumimoji="1" lang="zh-CN" altLang="en-US"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r</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列是 </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的列向量组的一个最大无关组，</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D</a:t>
            </a:r>
            <a:r>
              <a:rPr kumimoji="1" lang="en-US" altLang="zh-CN" sz="1600" b="1" i="1"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r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所在的</a:t>
            </a:r>
            <a:r>
              <a:rPr kumimoji="1" lang="zh-CN" altLang="en-US"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r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行是 </a:t>
            </a:r>
            <a:r>
              <a:rPr kumimoji="1" lang="en-US" altLang="zh-CN" sz="16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的行向量组的一个最大无关组．</a:t>
            </a:r>
            <a:r>
              <a:rPr lang="zh-CN" altLang="en-US" sz="1600" b="1" dirty="0">
                <a:solidFill>
                  <a:srgbClr val="010199">
                    <a:lumMod val="75000"/>
                  </a:srgbClr>
                </a:solidFill>
                <a:latin typeface="微软雅黑" pitchFamily="34" charset="-122"/>
                <a:ea typeface="微软雅黑" pitchFamily="34" charset="-122"/>
                <a:cs typeface="楷体_GB2312"/>
              </a:rPr>
              <a:t>无关组一般是不唯一</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和它自己的最大无关组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16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0</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是等价的。用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16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楷体_GB2312"/>
              </a:rPr>
              <a:t>0</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来代表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，掌握了最大无关组，就掌握了向量组的全体．</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向量组线性</a:t>
            </a:r>
            <a:r>
              <a:rPr kumimoji="1" lang="zh-CN" altLang="en-US"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无</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关⇔</a:t>
            </a:r>
            <a:r>
              <a:rPr kumimoji="1" lang="en-US" altLang="zh-CN" sz="1600" b="1" i="0" u="none" strike="noStrike" kern="1200" cap="none" spc="0" normalizeH="0" baseline="0" noProof="0" dirty="0">
                <a:ln>
                  <a:noFill/>
                </a:ln>
                <a:solidFill>
                  <a:srgbClr val="FFFF00"/>
                </a:solidFill>
                <a:effectLst/>
                <a:uLnTx/>
                <a:uFillTx/>
                <a:latin typeface="微软雅黑" pitchFamily="34" charset="-122"/>
                <a:ea typeface="微软雅黑" pitchFamily="34" charset="-122"/>
              </a:rPr>
              <a:t>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rPr>
              <a:t>R</a:t>
            </a:r>
            <a:r>
              <a:rPr kumimoji="1" lang="en-US" altLang="zh-CN" sz="16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rPr>
              <a:t>A </a:t>
            </a:r>
            <a:r>
              <a:rPr kumimoji="1" lang="en-US" altLang="zh-CN"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a:t>
            </a:r>
            <a:r>
              <a:rPr kumimoji="1" lang="zh-CN" altLang="en-US"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向量的个数</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；向量组线性</a:t>
            </a:r>
            <a:r>
              <a:rPr kumimoji="1" lang="zh-CN" altLang="en-US"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相</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关⇔</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rPr>
              <a:t> R</a:t>
            </a:r>
            <a:r>
              <a:rPr kumimoji="1" lang="en-US" altLang="zh-CN" sz="16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rPr>
              <a:t>A </a:t>
            </a:r>
            <a:r>
              <a:rPr kumimoji="1" lang="en-US" altLang="zh-CN"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&lt;</a:t>
            </a:r>
            <a:r>
              <a:rPr kumimoji="1" lang="zh-CN" altLang="en-US" sz="16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向量的个数</a:t>
            </a:r>
          </a:p>
          <a:p>
            <a:pPr marL="457200" marR="0" lvl="0" indent="-457200" algn="l" defTabSz="914400" rtl="0" eaLnBrk="0" fontAlgn="base" latinLnBrk="0" hangingPunct="0">
              <a:lnSpc>
                <a:spcPct val="130000"/>
              </a:lnSpc>
              <a:spcBef>
                <a:spcPct val="20000"/>
              </a:spcBef>
              <a:spcAft>
                <a:spcPct val="0"/>
              </a:spcAft>
              <a:buClr>
                <a:srgbClr val="010199">
                  <a:lumMod val="75000"/>
                </a:srgbClr>
              </a:buClr>
              <a:buSzPct val="75000"/>
              <a:buFont typeface="Wingdings" pitchFamily="2" charset="2"/>
              <a:buChar char="Ø"/>
              <a:tabLst/>
              <a:defRPr/>
            </a:pPr>
            <a:endPar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30000"/>
              </a:lnSpc>
              <a:spcBef>
                <a:spcPct val="20000"/>
              </a:spcBef>
              <a:spcAft>
                <a:spcPct val="0"/>
              </a:spcAft>
              <a:buClr>
                <a:srgbClr val="FF0000"/>
              </a:buClr>
              <a:buSzPct val="75000"/>
              <a:buFontTx/>
              <a:buNone/>
              <a:tabLst/>
              <a:defRPr/>
            </a:pPr>
            <a:endPar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left)">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wipe(left)">
                                      <p:cBhvr>
                                        <p:cTn id="12" dur="500"/>
                                        <p:tgtEl>
                                          <p:spTgt spid="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
                                            <p:txEl>
                                              <p:pRg st="2" end="2"/>
                                            </p:txEl>
                                          </p:spTgt>
                                        </p:tgtEl>
                                        <p:attrNameLst>
                                          <p:attrName>style.visibility</p:attrName>
                                        </p:attrNameLst>
                                      </p:cBhvr>
                                      <p:to>
                                        <p:strVal val="visible"/>
                                      </p:to>
                                    </p:set>
                                    <p:animEffect transition="in" filter="wipe(left)">
                                      <p:cBhvr>
                                        <p:cTn id="17" dur="500"/>
                                        <p:tgtEl>
                                          <p:spTgt spid="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
                                            <p:txEl>
                                              <p:pRg st="3" end="3"/>
                                            </p:txEl>
                                          </p:spTgt>
                                        </p:tgtEl>
                                        <p:attrNameLst>
                                          <p:attrName>style.visibility</p:attrName>
                                        </p:attrNameLst>
                                      </p:cBhvr>
                                      <p:to>
                                        <p:strVal val="visible"/>
                                      </p:to>
                                    </p:set>
                                    <p:animEffect transition="in" filter="wipe(left)">
                                      <p:cBhvr>
                                        <p:cTn id="22" dur="500"/>
                                        <p:tgtEl>
                                          <p:spTgt spid="5">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
                                            <p:txEl>
                                              <p:pRg st="4" end="4"/>
                                            </p:txEl>
                                          </p:spTgt>
                                        </p:tgtEl>
                                        <p:attrNameLst>
                                          <p:attrName>style.visibility</p:attrName>
                                        </p:attrNameLst>
                                      </p:cBhvr>
                                      <p:to>
                                        <p:strVal val="visible"/>
                                      </p:to>
                                    </p:set>
                                    <p:animEffect transition="in" filter="wipe(left)">
                                      <p:cBhvr>
                                        <p:cTn id="27" dur="500"/>
                                        <p:tgtEl>
                                          <p:spTgt spid="5">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
                                            <p:bg/>
                                          </p:spTgt>
                                        </p:tgtEl>
                                        <p:attrNameLst>
                                          <p:attrName>style.visibility</p:attrName>
                                        </p:attrNameLst>
                                      </p:cBhvr>
                                      <p:to>
                                        <p:strVal val="visible"/>
                                      </p:to>
                                    </p:set>
                                    <p:animEffect transition="in" filter="wipe(left)">
                                      <p:cBhvr>
                                        <p:cTn id="32" dur="500"/>
                                        <p:tgtEl>
                                          <p:spTgt spid="2">
                                            <p:bg/>
                                          </p:spTgt>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2">
                                            <p:txEl>
                                              <p:pRg st="0" end="0"/>
                                            </p:txEl>
                                          </p:spTgt>
                                        </p:tgtEl>
                                        <p:attrNameLst>
                                          <p:attrName>style.visibility</p:attrName>
                                        </p:attrNameLst>
                                      </p:cBhvr>
                                      <p:to>
                                        <p:strVal val="visible"/>
                                      </p:to>
                                    </p:set>
                                    <p:animEffect transition="in" filter="wipe(left)">
                                      <p:cBhvr>
                                        <p:cTn id="35" dur="500"/>
                                        <p:tgtEl>
                                          <p:spTgt spid="2">
                                            <p:txEl>
                                              <p:pRg st="0" end="0"/>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
                                            <p:txEl>
                                              <p:pRg st="1" end="1"/>
                                            </p:txEl>
                                          </p:spTgt>
                                        </p:tgtEl>
                                        <p:attrNameLst>
                                          <p:attrName>style.visibility</p:attrName>
                                        </p:attrNameLst>
                                      </p:cBhvr>
                                      <p:to>
                                        <p:strVal val="visible"/>
                                      </p:to>
                                    </p:set>
                                    <p:animEffect transition="in" filter="wipe(left)">
                                      <p:cBhvr>
                                        <p:cTn id="40" dur="500"/>
                                        <p:tgtEl>
                                          <p:spTgt spid="2">
                                            <p:txEl>
                                              <p:pRg st="1" end="1"/>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2">
                                            <p:txEl>
                                              <p:pRg st="2" end="2"/>
                                            </p:txEl>
                                          </p:spTgt>
                                        </p:tgtEl>
                                        <p:attrNameLst>
                                          <p:attrName>style.visibility</p:attrName>
                                        </p:attrNameLst>
                                      </p:cBhvr>
                                      <p:to>
                                        <p:strVal val="visible"/>
                                      </p:to>
                                    </p:set>
                                    <p:animEffect transition="in" filter="wipe(left)">
                                      <p:cBhvr>
                                        <p:cTn id="45" dur="500"/>
                                        <p:tgtEl>
                                          <p:spTgt spid="2">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2">
                                            <p:txEl>
                                              <p:pRg st="3" end="3"/>
                                            </p:txEl>
                                          </p:spTgt>
                                        </p:tgtEl>
                                        <p:attrNameLst>
                                          <p:attrName>style.visibility</p:attrName>
                                        </p:attrNameLst>
                                      </p:cBhvr>
                                      <p:to>
                                        <p:strVal val="visible"/>
                                      </p:to>
                                    </p:set>
                                    <p:animEffect transition="in" filter="wipe(left)">
                                      <p:cBhvr>
                                        <p:cTn id="50" dur="500"/>
                                        <p:tgtEl>
                                          <p:spTgt spid="2">
                                            <p:txEl>
                                              <p:pRg st="3" end="3"/>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2">
                                            <p:txEl>
                                              <p:pRg st="4" end="4"/>
                                            </p:txEl>
                                          </p:spTgt>
                                        </p:tgtEl>
                                        <p:attrNameLst>
                                          <p:attrName>style.visibility</p:attrName>
                                        </p:attrNameLst>
                                      </p:cBhvr>
                                      <p:to>
                                        <p:strVal val="visible"/>
                                      </p:to>
                                    </p:set>
                                    <p:animEffect transition="in" filter="wipe(left)">
                                      <p:cBhvr>
                                        <p:cTn id="55" dur="500"/>
                                        <p:tgtEl>
                                          <p:spTgt spid="2">
                                            <p:txEl>
                                              <p:pRg st="4" end="4"/>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2">
                                            <p:txEl>
                                              <p:pRg st="5" end="5"/>
                                            </p:txEl>
                                          </p:spTgt>
                                        </p:tgtEl>
                                        <p:attrNameLst>
                                          <p:attrName>style.visibility</p:attrName>
                                        </p:attrNameLst>
                                      </p:cBhvr>
                                      <p:to>
                                        <p:strVal val="visible"/>
                                      </p:to>
                                    </p:set>
                                    <p:animEffect transition="in" filter="wipe(left)">
                                      <p:cBhvr>
                                        <p:cTn id="60" dur="500"/>
                                        <p:tgtEl>
                                          <p:spTgt spid="2">
                                            <p:txEl>
                                              <p:pRg st="5" end="5"/>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2">
                                            <p:txEl>
                                              <p:pRg st="6" end="6"/>
                                            </p:txEl>
                                          </p:spTgt>
                                        </p:tgtEl>
                                        <p:attrNameLst>
                                          <p:attrName>style.visibility</p:attrName>
                                        </p:attrNameLst>
                                      </p:cBhvr>
                                      <p:to>
                                        <p:strVal val="visible"/>
                                      </p:to>
                                    </p:set>
                                    <p:animEffect transition="in" filter="wipe(left)">
                                      <p:cBhvr>
                                        <p:cTn id="65"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P spid="2" grpId="0" uiExpand="1" build="allAtOnce"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3" name="Rectangle 2"/>
          <p:cNvSpPr>
            <a:spLocks noChangeArrowheads="1"/>
          </p:cNvSpPr>
          <p:nvPr/>
        </p:nvSpPr>
        <p:spPr bwMode="auto">
          <a:xfrm>
            <a:off x="0" y="0"/>
            <a:ext cx="9144000" cy="400110"/>
          </a:xfrm>
          <a:prstGeom prst="rect">
            <a:avLst/>
          </a:prstGeom>
          <a:noFill/>
          <a:ln w="9525">
            <a:noFill/>
            <a:miter lim="800000"/>
            <a:headEnd/>
            <a:tailEnd/>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00007D"/>
              </a:buClr>
              <a:buSzPct val="75000"/>
              <a:buFont typeface="Wingdings" pitchFamily="2" charset="2"/>
              <a:buNone/>
              <a:tabLst/>
              <a:defRPr/>
            </a:pPr>
            <a:r>
              <a:rPr kumimoji="0"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例</a:t>
            </a:r>
            <a:r>
              <a:rPr kumimoji="0"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2</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p:txBody>
      </p:sp>
      <p:sp>
        <p:nvSpPr>
          <p:cNvPr id="4" name="Rectangle 6"/>
          <p:cNvSpPr>
            <a:spLocks noChangeArrowheads="1"/>
          </p:cNvSpPr>
          <p:nvPr/>
        </p:nvSpPr>
        <p:spPr bwMode="auto">
          <a:xfrm>
            <a:off x="638151" y="0"/>
            <a:ext cx="447697"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5" name="Rectangle 7"/>
          <p:cNvSpPr>
            <a:spLocks noChangeArrowheads="1"/>
          </p:cNvSpPr>
          <p:nvPr/>
        </p:nvSpPr>
        <p:spPr bwMode="auto">
          <a:xfrm>
            <a:off x="1142976" y="0"/>
            <a:ext cx="503237"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6" name="Rectangle 8"/>
          <p:cNvSpPr>
            <a:spLocks noChangeArrowheads="1"/>
          </p:cNvSpPr>
          <p:nvPr/>
        </p:nvSpPr>
        <p:spPr bwMode="auto">
          <a:xfrm>
            <a:off x="2177998" y="0"/>
            <a:ext cx="503238"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7" name="Rectangle 9"/>
          <p:cNvSpPr>
            <a:spLocks noChangeArrowheads="1"/>
          </p:cNvSpPr>
          <p:nvPr/>
        </p:nvSpPr>
        <p:spPr bwMode="auto">
          <a:xfrm>
            <a:off x="642910" y="1857364"/>
            <a:ext cx="457200"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8" name="Rectangle 10"/>
          <p:cNvSpPr>
            <a:spLocks noChangeArrowheads="1"/>
          </p:cNvSpPr>
          <p:nvPr/>
        </p:nvSpPr>
        <p:spPr bwMode="auto">
          <a:xfrm>
            <a:off x="1142976" y="1857364"/>
            <a:ext cx="500066"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9" name="Rectangle 11"/>
          <p:cNvSpPr>
            <a:spLocks noChangeArrowheads="1"/>
          </p:cNvSpPr>
          <p:nvPr/>
        </p:nvSpPr>
        <p:spPr bwMode="auto">
          <a:xfrm>
            <a:off x="2177998" y="1857364"/>
            <a:ext cx="508050" cy="1828800"/>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graphicFrame>
        <p:nvGraphicFramePr>
          <p:cNvPr id="73741" name="Object 6"/>
          <p:cNvGraphicFramePr>
            <a:graphicFrameLocks noChangeAspect="1"/>
          </p:cNvGraphicFramePr>
          <p:nvPr/>
        </p:nvGraphicFramePr>
        <p:xfrm>
          <a:off x="357158" y="3714752"/>
          <a:ext cx="2357422" cy="1397000"/>
        </p:xfrm>
        <a:graphic>
          <a:graphicData uri="http://schemas.openxmlformats.org/presentationml/2006/ole">
            <mc:AlternateContent xmlns:mc="http://schemas.openxmlformats.org/markup-compatibility/2006">
              <mc:Choice xmlns:v="urn:schemas-microsoft-com:vml" Requires="v">
                <p:oleObj name="Equation" r:id="rId3" imgW="1333500" imgH="698500" progId="Equation.DSMT4">
                  <p:embed/>
                </p:oleObj>
              </mc:Choice>
              <mc:Fallback>
                <p:oleObj name="Equation" r:id="rId3" imgW="1333500" imgH="698500" progId="Equation.DSMT4">
                  <p:embed/>
                  <p:pic>
                    <p:nvPicPr>
                      <p:cNvPr id="73741"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7158" y="3714752"/>
                        <a:ext cx="2357422" cy="1397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Rectangle 2"/>
          <p:cNvSpPr>
            <a:spLocks noChangeArrowheads="1"/>
          </p:cNvSpPr>
          <p:nvPr/>
        </p:nvSpPr>
        <p:spPr bwMode="auto">
          <a:xfrm>
            <a:off x="3214678" y="214290"/>
            <a:ext cx="4643438" cy="461665"/>
          </a:xfrm>
          <a:prstGeom prst="rect">
            <a:avLst/>
          </a:prstGeom>
          <a:noFill/>
          <a:ln w="9525">
            <a:noFill/>
            <a:miter lim="800000"/>
            <a:headEnd/>
            <a:tailEnd/>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00007D"/>
              </a:buClr>
              <a:buSzPct val="75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求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的一个最高阶非零子式</a:t>
            </a:r>
          </a:p>
        </p:txBody>
      </p:sp>
      <p:sp>
        <p:nvSpPr>
          <p:cNvPr id="19" name="Line 25"/>
          <p:cNvSpPr>
            <a:spLocks noChangeShapeType="1"/>
          </p:cNvSpPr>
          <p:nvPr/>
        </p:nvSpPr>
        <p:spPr bwMode="auto">
          <a:xfrm>
            <a:off x="0" y="1857364"/>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pSp>
        <p:nvGrpSpPr>
          <p:cNvPr id="2" name="Group 15"/>
          <p:cNvGrpSpPr>
            <a:grpSpLocks/>
          </p:cNvGrpSpPr>
          <p:nvPr/>
        </p:nvGrpSpPr>
        <p:grpSpPr bwMode="auto">
          <a:xfrm>
            <a:off x="642910" y="2285992"/>
            <a:ext cx="2540000" cy="863600"/>
            <a:chOff x="3120" y="1017"/>
            <a:chExt cx="1781" cy="544"/>
          </a:xfrm>
        </p:grpSpPr>
        <p:sp>
          <p:nvSpPr>
            <p:cNvPr id="12" name="Line 16"/>
            <p:cNvSpPr>
              <a:spLocks noChangeShapeType="1"/>
            </p:cNvSpPr>
            <p:nvPr/>
          </p:nvSpPr>
          <p:spPr bwMode="auto">
            <a:xfrm>
              <a:off x="3120" y="1017"/>
              <a:ext cx="317"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3" name="Line 17"/>
            <p:cNvSpPr>
              <a:spLocks noChangeShapeType="1"/>
            </p:cNvSpPr>
            <p:nvPr/>
          </p:nvSpPr>
          <p:spPr bwMode="auto">
            <a:xfrm>
              <a:off x="3428" y="1017"/>
              <a:ext cx="0" cy="272"/>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4" name="Line 18"/>
            <p:cNvSpPr>
              <a:spLocks noChangeShapeType="1"/>
            </p:cNvSpPr>
            <p:nvPr/>
          </p:nvSpPr>
          <p:spPr bwMode="auto">
            <a:xfrm>
              <a:off x="3437" y="1289"/>
              <a:ext cx="748"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5" name="Line 19"/>
            <p:cNvSpPr>
              <a:spLocks noChangeShapeType="1"/>
            </p:cNvSpPr>
            <p:nvPr/>
          </p:nvSpPr>
          <p:spPr bwMode="auto">
            <a:xfrm>
              <a:off x="4176" y="1289"/>
              <a:ext cx="0" cy="272"/>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6" name="Line 20"/>
            <p:cNvSpPr>
              <a:spLocks noChangeShapeType="1"/>
            </p:cNvSpPr>
            <p:nvPr/>
          </p:nvSpPr>
          <p:spPr bwMode="auto">
            <a:xfrm>
              <a:off x="4176" y="1561"/>
              <a:ext cx="725"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grpSp>
      <p:sp>
        <p:nvSpPr>
          <p:cNvPr id="27" name="Text Box 28"/>
          <p:cNvSpPr txBox="1">
            <a:spLocks noChangeArrowheads="1"/>
          </p:cNvSpPr>
          <p:nvPr/>
        </p:nvSpPr>
        <p:spPr bwMode="auto">
          <a:xfrm>
            <a:off x="3357554" y="1928802"/>
            <a:ext cx="5786446" cy="1892826"/>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最高阶非零子式不唯一</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阶梯首元所在</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列</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向量组向量个数</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=R（A）=R</a:t>
            </a:r>
            <a:r>
              <a:rPr kumimoji="1" lang="en-US" altLang="zh-CN"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列向量组</a:t>
            </a:r>
            <a:endParaRPr kumimoji="1" lang="en-US" altLang="zh-CN"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阶梯首元所在</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行</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向量组向量个数</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 =R</a:t>
            </a:r>
            <a:r>
              <a:rPr kumimoji="1" lang="en-US" altLang="zh-CN"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行向量组</a:t>
            </a:r>
            <a:endParaRPr kumimoji="1" lang="en-US" altLang="zh-CN" sz="18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按最高阶非零子式对应的列寻找极大无关组</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28" name="Rectangle 2"/>
          <p:cNvSpPr>
            <a:spLocks noChangeArrowheads="1"/>
          </p:cNvSpPr>
          <p:nvPr/>
        </p:nvSpPr>
        <p:spPr bwMode="auto">
          <a:xfrm>
            <a:off x="3929058" y="642918"/>
            <a:ext cx="5214942" cy="904863"/>
          </a:xfrm>
          <a:prstGeom prst="rect">
            <a:avLst/>
          </a:prstGeom>
          <a:noFill/>
          <a:ln w="9525">
            <a:noFill/>
            <a:miter lim="800000"/>
            <a:headEnd/>
            <a:tailEnd/>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00007D"/>
              </a:buClr>
              <a:buSzPct val="75000"/>
              <a:buFontTx/>
              <a:buNone/>
              <a:tabLst/>
              <a:defRPr/>
            </a:pP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列</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向量组的秩 及 </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行</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向量组的秩</a:t>
            </a: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0" marR="0" lvl="0" indent="0" algn="l" defTabSz="914400" rtl="0" eaLnBrk="1" fontAlgn="base" latinLnBrk="0" hangingPunct="1">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寻求</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一个</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极大列无关组</a:t>
            </a:r>
          </a:p>
        </p:txBody>
      </p:sp>
      <p:graphicFrame>
        <p:nvGraphicFramePr>
          <p:cNvPr id="971781" name="Object 5"/>
          <p:cNvGraphicFramePr>
            <a:graphicFrameLocks noChangeAspect="1"/>
          </p:cNvGraphicFramePr>
          <p:nvPr/>
        </p:nvGraphicFramePr>
        <p:xfrm>
          <a:off x="6315055" y="3857628"/>
          <a:ext cx="2828945" cy="571504"/>
        </p:xfrm>
        <a:graphic>
          <a:graphicData uri="http://schemas.openxmlformats.org/presentationml/2006/ole">
            <mc:AlternateContent xmlns:mc="http://schemas.openxmlformats.org/markup-compatibility/2006">
              <mc:Choice xmlns:v="urn:schemas-microsoft-com:vml" Requires="v">
                <p:oleObj name="Equation" r:id="rId5" imgW="1257120" imgH="253800" progId="Equation.DSMT4">
                  <p:embed/>
                </p:oleObj>
              </mc:Choice>
              <mc:Fallback>
                <p:oleObj name="Equation" r:id="rId5" imgW="1257120" imgH="253800" progId="Equation.DSMT4">
                  <p:embed/>
                  <p:pic>
                    <p:nvPicPr>
                      <p:cNvPr id="971781"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15055" y="3857628"/>
                        <a:ext cx="2828945" cy="5715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 name="Object 5"/>
          <p:cNvGraphicFramePr>
            <a:graphicFrameLocks noChangeAspect="1"/>
          </p:cNvGraphicFramePr>
          <p:nvPr/>
        </p:nvGraphicFramePr>
        <p:xfrm>
          <a:off x="3214678" y="3857628"/>
          <a:ext cx="2800350" cy="571500"/>
        </p:xfrm>
        <a:graphic>
          <a:graphicData uri="http://schemas.openxmlformats.org/presentationml/2006/ole">
            <mc:AlternateContent xmlns:mc="http://schemas.openxmlformats.org/markup-compatibility/2006">
              <mc:Choice xmlns:v="urn:schemas-microsoft-com:vml" Requires="v">
                <p:oleObj name="Equation" r:id="rId7" imgW="1244520" imgH="253800" progId="Equation.DSMT4">
                  <p:embed/>
                </p:oleObj>
              </mc:Choice>
              <mc:Fallback>
                <p:oleObj name="Equation" r:id="rId7" imgW="1244520" imgH="253800" progId="Equation.DSMT4">
                  <p:embed/>
                  <p:pic>
                    <p:nvPicPr>
                      <p:cNvPr id="3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14678" y="3857628"/>
                        <a:ext cx="280035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2" name="Object 6"/>
          <p:cNvGraphicFramePr>
            <a:graphicFrameLocks noChangeAspect="1"/>
          </p:cNvGraphicFramePr>
          <p:nvPr/>
        </p:nvGraphicFramePr>
        <p:xfrm>
          <a:off x="357158" y="5214950"/>
          <a:ext cx="2311400" cy="1397000"/>
        </p:xfrm>
        <a:graphic>
          <a:graphicData uri="http://schemas.openxmlformats.org/presentationml/2006/ole">
            <mc:AlternateContent xmlns:mc="http://schemas.openxmlformats.org/markup-compatibility/2006">
              <mc:Choice xmlns:v="urn:schemas-microsoft-com:vml" Requires="v">
                <p:oleObj name="Equation" r:id="rId9" imgW="1155600" imgH="698400" progId="Equation.DSMT4">
                  <p:embed/>
                </p:oleObj>
              </mc:Choice>
              <mc:Fallback>
                <p:oleObj name="Equation" r:id="rId9" imgW="1155600" imgH="698400" progId="Equation.DSMT4">
                  <p:embed/>
                  <p:pic>
                    <p:nvPicPr>
                      <p:cNvPr id="32"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7158" y="5214950"/>
                        <a:ext cx="2311400" cy="1397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 name="Object 4"/>
          <p:cNvGraphicFramePr>
            <a:graphicFrameLocks noChangeAspect="1"/>
          </p:cNvGraphicFramePr>
          <p:nvPr/>
        </p:nvGraphicFramePr>
        <p:xfrm>
          <a:off x="6286512" y="4519612"/>
          <a:ext cx="1765300" cy="2338388"/>
        </p:xfrm>
        <a:graphic>
          <a:graphicData uri="http://schemas.openxmlformats.org/presentationml/2006/ole">
            <mc:AlternateContent xmlns:mc="http://schemas.openxmlformats.org/markup-compatibility/2006">
              <mc:Choice xmlns:v="urn:schemas-microsoft-com:vml" Requires="v">
                <p:oleObj name="Equation" r:id="rId11" imgW="952200" imgH="1168200" progId="Equation.DSMT4">
                  <p:embed/>
                </p:oleObj>
              </mc:Choice>
              <mc:Fallback>
                <p:oleObj name="Equation" r:id="rId11" imgW="952200" imgH="1168200" progId="Equation.DSMT4">
                  <p:embed/>
                  <p:pic>
                    <p:nvPicPr>
                      <p:cNvPr id="33" name="Object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86512" y="4519612"/>
                        <a:ext cx="1765300" cy="2338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8"/>
          <p:cNvGraphicFramePr>
            <a:graphicFrameLocks noChangeAspect="1"/>
          </p:cNvGraphicFramePr>
          <p:nvPr/>
        </p:nvGraphicFramePr>
        <p:xfrm>
          <a:off x="357158" y="1857375"/>
          <a:ext cx="2870200" cy="1854200"/>
        </p:xfrm>
        <a:graphic>
          <a:graphicData uri="http://schemas.openxmlformats.org/presentationml/2006/ole">
            <mc:AlternateContent xmlns:mc="http://schemas.openxmlformats.org/markup-compatibility/2006">
              <mc:Choice xmlns:v="urn:schemas-microsoft-com:vml" Requires="v">
                <p:oleObj name="Equation" r:id="rId13" imgW="1434960" imgH="927000" progId="Equation.DSMT4">
                  <p:embed/>
                </p:oleObj>
              </mc:Choice>
              <mc:Fallback>
                <p:oleObj name="Equation" r:id="rId13" imgW="1434960" imgH="927000" progId="Equation.DSMT4">
                  <p:embed/>
                  <p:pic>
                    <p:nvPicPr>
                      <p:cNvPr id="1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7158" y="1857375"/>
                        <a:ext cx="2870200" cy="1854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 name="矩形 30"/>
          <p:cNvSpPr/>
          <p:nvPr/>
        </p:nvSpPr>
        <p:spPr>
          <a:xfrm>
            <a:off x="3071802" y="5429264"/>
            <a:ext cx="3171061"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的一个极大列无关组</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graphicFrame>
        <p:nvGraphicFramePr>
          <p:cNvPr id="273412" name="Object 4"/>
          <p:cNvGraphicFramePr>
            <a:graphicFrameLocks noChangeAspect="1"/>
          </p:cNvGraphicFramePr>
          <p:nvPr/>
        </p:nvGraphicFramePr>
        <p:xfrm>
          <a:off x="108547" y="0"/>
          <a:ext cx="3106131" cy="1855788"/>
        </p:xfrm>
        <a:graphic>
          <a:graphicData uri="http://schemas.openxmlformats.org/presentationml/2006/ole">
            <mc:AlternateContent xmlns:mc="http://schemas.openxmlformats.org/markup-compatibility/2006">
              <mc:Choice xmlns:v="urn:schemas-microsoft-com:vml" Requires="v">
                <p:oleObj name="Equation" r:id="rId15" imgW="1676400" imgH="927100" progId="Equation.DSMT4">
                  <p:embed/>
                </p:oleObj>
              </mc:Choice>
              <mc:Fallback>
                <p:oleObj name="Equation" r:id="rId15" imgW="1676400" imgH="927100" progId="Equation.DSMT4">
                  <p:embed/>
                  <p:pic>
                    <p:nvPicPr>
                      <p:cNvPr id="273412" name="Object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8547" y="0"/>
                        <a:ext cx="3106131" cy="18557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trips(downRigh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up)">
                                      <p:cBhvr>
                                        <p:cTn id="17" dur="500"/>
                                        <p:tgtEl>
                                          <p:spTgt spid="7"/>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up)">
                                      <p:cBhvr>
                                        <p:cTn id="20" dur="500"/>
                                        <p:tgtEl>
                                          <p:spTgt spid="8"/>
                                        </p:tgtEl>
                                      </p:cBhvr>
                                    </p:animEffect>
                                  </p:childTnLst>
                                </p:cTn>
                              </p:par>
                              <p:par>
                                <p:cTn id="21" presetID="22" presetClass="entr" presetSubtype="1"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up)">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up)">
                                      <p:cBhvr>
                                        <p:cTn id="28" dur="500"/>
                                        <p:tgtEl>
                                          <p:spTgt spid="4"/>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wipe(up)">
                                      <p:cBhvr>
                                        <p:cTn id="34" dur="500"/>
                                        <p:tgtEl>
                                          <p:spTgt spid="6"/>
                                        </p:tgtEl>
                                      </p:cBhvr>
                                    </p:animEffect>
                                  </p:childTnLst>
                                </p:cTn>
                              </p:par>
                            </p:childTnLst>
                          </p:cTn>
                        </p:par>
                      </p:childTnLst>
                    </p:cTn>
                  </p:par>
                  <p:par>
                    <p:cTn id="35" fill="hold">
                      <p:stCondLst>
                        <p:cond delay="indefinite"/>
                      </p:stCondLst>
                      <p:childTnLst>
                        <p:par>
                          <p:cTn id="36" fill="hold">
                            <p:stCondLst>
                              <p:cond delay="0"/>
                            </p:stCondLst>
                            <p:childTnLst>
                              <p:par>
                                <p:cTn id="37" presetID="4" presetClass="entr" presetSubtype="16" fill="hold" nodeType="clickEffect">
                                  <p:stCondLst>
                                    <p:cond delay="0"/>
                                  </p:stCondLst>
                                  <p:childTnLst>
                                    <p:set>
                                      <p:cBhvr>
                                        <p:cTn id="38" dur="1" fill="hold">
                                          <p:stCondLst>
                                            <p:cond delay="0"/>
                                          </p:stCondLst>
                                        </p:cTn>
                                        <p:tgtEl>
                                          <p:spTgt spid="73741"/>
                                        </p:tgtEl>
                                        <p:attrNameLst>
                                          <p:attrName>style.visibility</p:attrName>
                                        </p:attrNameLst>
                                      </p:cBhvr>
                                      <p:to>
                                        <p:strVal val="visible"/>
                                      </p:to>
                                    </p:set>
                                    <p:animEffect transition="in" filter="box(in)">
                                      <p:cBhvr>
                                        <p:cTn id="39" dur="500"/>
                                        <p:tgtEl>
                                          <p:spTgt spid="73741"/>
                                        </p:tgtEl>
                                      </p:cBhvr>
                                    </p:animEffect>
                                  </p:childTnLst>
                                </p:cTn>
                              </p:par>
                            </p:childTnLst>
                          </p:cTn>
                        </p:par>
                      </p:childTnLst>
                    </p:cTn>
                  </p:par>
                  <p:par>
                    <p:cTn id="40" fill="hold">
                      <p:stCondLst>
                        <p:cond delay="indefinite"/>
                      </p:stCondLst>
                      <p:childTnLst>
                        <p:par>
                          <p:cTn id="41" fill="hold">
                            <p:stCondLst>
                              <p:cond delay="0"/>
                            </p:stCondLst>
                            <p:childTnLst>
                              <p:par>
                                <p:cTn id="42" presetID="4" presetClass="entr" presetSubtype="16" fill="hold" nodeType="clickEffect">
                                  <p:stCondLst>
                                    <p:cond delay="0"/>
                                  </p:stCondLst>
                                  <p:childTnLst>
                                    <p:set>
                                      <p:cBhvr>
                                        <p:cTn id="43" dur="1" fill="hold">
                                          <p:stCondLst>
                                            <p:cond delay="0"/>
                                          </p:stCondLst>
                                        </p:cTn>
                                        <p:tgtEl>
                                          <p:spTgt spid="32"/>
                                        </p:tgtEl>
                                        <p:attrNameLst>
                                          <p:attrName>style.visibility</p:attrName>
                                        </p:attrNameLst>
                                      </p:cBhvr>
                                      <p:to>
                                        <p:strVal val="visible"/>
                                      </p:to>
                                    </p:set>
                                    <p:animEffect transition="in" filter="box(in)">
                                      <p:cBhvr>
                                        <p:cTn id="44" dur="500"/>
                                        <p:tgtEl>
                                          <p:spTgt spid="3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7">
                                            <p:bg/>
                                          </p:spTgt>
                                        </p:tgtEl>
                                        <p:attrNameLst>
                                          <p:attrName>style.visibility</p:attrName>
                                        </p:attrNameLst>
                                      </p:cBhvr>
                                      <p:to>
                                        <p:strVal val="visible"/>
                                      </p:to>
                                    </p:set>
                                    <p:animEffect transition="in" filter="wipe(left)">
                                      <p:cBhvr>
                                        <p:cTn id="49" dur="500"/>
                                        <p:tgtEl>
                                          <p:spTgt spid="27">
                                            <p:bg/>
                                          </p:spTgt>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27">
                                            <p:txEl>
                                              <p:pRg st="0" end="0"/>
                                            </p:txEl>
                                          </p:spTgt>
                                        </p:tgtEl>
                                        <p:attrNameLst>
                                          <p:attrName>style.visibility</p:attrName>
                                        </p:attrNameLst>
                                      </p:cBhvr>
                                      <p:to>
                                        <p:strVal val="visible"/>
                                      </p:to>
                                    </p:set>
                                    <p:animEffect transition="in" filter="wipe(left)">
                                      <p:cBhvr>
                                        <p:cTn id="52" dur="500"/>
                                        <p:tgtEl>
                                          <p:spTgt spid="27">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8">
                                            <p:txEl>
                                              <p:pRg st="0" end="0"/>
                                            </p:txEl>
                                          </p:spTgt>
                                        </p:tgtEl>
                                        <p:attrNameLst>
                                          <p:attrName>style.visibility</p:attrName>
                                        </p:attrNameLst>
                                      </p:cBhvr>
                                      <p:to>
                                        <p:strVal val="visible"/>
                                      </p:to>
                                    </p:set>
                                    <p:animEffect transition="in" filter="wipe(left)">
                                      <p:cBhvr>
                                        <p:cTn id="57" dur="500"/>
                                        <p:tgtEl>
                                          <p:spTgt spid="28">
                                            <p:txEl>
                                              <p:pRg st="0" end="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wipe(left)">
                                      <p:cBhvr>
                                        <p:cTn id="62" dur="500"/>
                                        <p:tgtEl>
                                          <p:spTgt spid="30"/>
                                        </p:tgtEl>
                                      </p:cBhvr>
                                    </p:animEffect>
                                  </p:childTnLst>
                                </p:cTn>
                              </p:par>
                              <p:par>
                                <p:cTn id="63" presetID="22" presetClass="entr" presetSubtype="8" fill="hold" nodeType="withEffect">
                                  <p:stCondLst>
                                    <p:cond delay="0"/>
                                  </p:stCondLst>
                                  <p:childTnLst>
                                    <p:set>
                                      <p:cBhvr>
                                        <p:cTn id="64" dur="1" fill="hold">
                                          <p:stCondLst>
                                            <p:cond delay="0"/>
                                          </p:stCondLst>
                                        </p:cTn>
                                        <p:tgtEl>
                                          <p:spTgt spid="971781"/>
                                        </p:tgtEl>
                                        <p:attrNameLst>
                                          <p:attrName>style.visibility</p:attrName>
                                        </p:attrNameLst>
                                      </p:cBhvr>
                                      <p:to>
                                        <p:strVal val="visible"/>
                                      </p:to>
                                    </p:set>
                                    <p:animEffect transition="in" filter="wipe(left)">
                                      <p:cBhvr>
                                        <p:cTn id="65" dur="500"/>
                                        <p:tgtEl>
                                          <p:spTgt spid="971781"/>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27">
                                            <p:txEl>
                                              <p:pRg st="1" end="1"/>
                                            </p:txEl>
                                          </p:spTgt>
                                        </p:tgtEl>
                                        <p:attrNameLst>
                                          <p:attrName>style.visibility</p:attrName>
                                        </p:attrNameLst>
                                      </p:cBhvr>
                                      <p:to>
                                        <p:strVal val="visible"/>
                                      </p:to>
                                    </p:set>
                                    <p:animEffect transition="in" filter="wipe(left)">
                                      <p:cBhvr>
                                        <p:cTn id="70" dur="500"/>
                                        <p:tgtEl>
                                          <p:spTgt spid="27">
                                            <p:txEl>
                                              <p:pRg st="1" end="1"/>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27">
                                            <p:txEl>
                                              <p:pRg st="2" end="2"/>
                                            </p:txEl>
                                          </p:spTgt>
                                        </p:tgtEl>
                                        <p:attrNameLst>
                                          <p:attrName>style.visibility</p:attrName>
                                        </p:attrNameLst>
                                      </p:cBhvr>
                                      <p:to>
                                        <p:strVal val="visible"/>
                                      </p:to>
                                    </p:set>
                                    <p:animEffect transition="in" filter="wipe(left)">
                                      <p:cBhvr>
                                        <p:cTn id="75" dur="500"/>
                                        <p:tgtEl>
                                          <p:spTgt spid="27">
                                            <p:txEl>
                                              <p:pRg st="2" end="2"/>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28">
                                            <p:txEl>
                                              <p:pRg st="1" end="1"/>
                                            </p:txEl>
                                          </p:spTgt>
                                        </p:tgtEl>
                                        <p:attrNameLst>
                                          <p:attrName>style.visibility</p:attrName>
                                        </p:attrNameLst>
                                      </p:cBhvr>
                                      <p:to>
                                        <p:strVal val="visible"/>
                                      </p:to>
                                    </p:set>
                                    <p:animEffect transition="in" filter="wipe(left)">
                                      <p:cBhvr>
                                        <p:cTn id="80" dur="500"/>
                                        <p:tgtEl>
                                          <p:spTgt spid="28">
                                            <p:txEl>
                                              <p:pRg st="1" end="1"/>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grpId="0" nodeType="clickEffect">
                                  <p:stCondLst>
                                    <p:cond delay="0"/>
                                  </p:stCondLst>
                                  <p:childTnLst>
                                    <p:set>
                                      <p:cBhvr>
                                        <p:cTn id="84" dur="1" fill="hold">
                                          <p:stCondLst>
                                            <p:cond delay="0"/>
                                          </p:stCondLst>
                                        </p:cTn>
                                        <p:tgtEl>
                                          <p:spTgt spid="27">
                                            <p:txEl>
                                              <p:pRg st="3" end="3"/>
                                            </p:txEl>
                                          </p:spTgt>
                                        </p:tgtEl>
                                        <p:attrNameLst>
                                          <p:attrName>style.visibility</p:attrName>
                                        </p:attrNameLst>
                                      </p:cBhvr>
                                      <p:to>
                                        <p:strVal val="visible"/>
                                      </p:to>
                                    </p:set>
                                    <p:animEffect transition="in" filter="wipe(left)">
                                      <p:cBhvr>
                                        <p:cTn id="85" dur="500"/>
                                        <p:tgtEl>
                                          <p:spTgt spid="27">
                                            <p:txEl>
                                              <p:pRg st="3" end="3"/>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1" fill="hold" grpId="1" nodeType="clickEffect">
                                  <p:stCondLst>
                                    <p:cond delay="0"/>
                                  </p:stCondLst>
                                  <p:childTnLst>
                                    <p:set>
                                      <p:cBhvr>
                                        <p:cTn id="89" dur="1" fill="hold">
                                          <p:stCondLst>
                                            <p:cond delay="0"/>
                                          </p:stCondLst>
                                        </p:cTn>
                                        <p:tgtEl>
                                          <p:spTgt spid="4"/>
                                        </p:tgtEl>
                                        <p:attrNameLst>
                                          <p:attrName>style.visibility</p:attrName>
                                        </p:attrNameLst>
                                      </p:cBhvr>
                                      <p:to>
                                        <p:strVal val="visible"/>
                                      </p:to>
                                    </p:set>
                                    <p:animEffect transition="in" filter="wipe(up)">
                                      <p:cBhvr>
                                        <p:cTn id="90" dur="500"/>
                                        <p:tgtEl>
                                          <p:spTgt spid="4"/>
                                        </p:tgtEl>
                                      </p:cBhvr>
                                    </p:animEffect>
                                  </p:childTnLst>
                                </p:cTn>
                              </p:par>
                              <p:par>
                                <p:cTn id="91" presetID="22" presetClass="entr" presetSubtype="1" fill="hold" grpId="1" nodeType="withEffect">
                                  <p:stCondLst>
                                    <p:cond delay="0"/>
                                  </p:stCondLst>
                                  <p:childTnLst>
                                    <p:set>
                                      <p:cBhvr>
                                        <p:cTn id="92" dur="1" fill="hold">
                                          <p:stCondLst>
                                            <p:cond delay="0"/>
                                          </p:stCondLst>
                                        </p:cTn>
                                        <p:tgtEl>
                                          <p:spTgt spid="5"/>
                                        </p:tgtEl>
                                        <p:attrNameLst>
                                          <p:attrName>style.visibility</p:attrName>
                                        </p:attrNameLst>
                                      </p:cBhvr>
                                      <p:to>
                                        <p:strVal val="visible"/>
                                      </p:to>
                                    </p:set>
                                    <p:animEffect transition="in" filter="wipe(up)">
                                      <p:cBhvr>
                                        <p:cTn id="93" dur="500"/>
                                        <p:tgtEl>
                                          <p:spTgt spid="5"/>
                                        </p:tgtEl>
                                      </p:cBhvr>
                                    </p:animEffect>
                                  </p:childTnLst>
                                </p:cTn>
                              </p:par>
                              <p:par>
                                <p:cTn id="94" presetID="22" presetClass="entr" presetSubtype="1" fill="hold" grpId="1" nodeType="withEffect">
                                  <p:stCondLst>
                                    <p:cond delay="0"/>
                                  </p:stCondLst>
                                  <p:childTnLst>
                                    <p:set>
                                      <p:cBhvr>
                                        <p:cTn id="95" dur="1" fill="hold">
                                          <p:stCondLst>
                                            <p:cond delay="0"/>
                                          </p:stCondLst>
                                        </p:cTn>
                                        <p:tgtEl>
                                          <p:spTgt spid="6"/>
                                        </p:tgtEl>
                                        <p:attrNameLst>
                                          <p:attrName>style.visibility</p:attrName>
                                        </p:attrNameLst>
                                      </p:cBhvr>
                                      <p:to>
                                        <p:strVal val="visible"/>
                                      </p:to>
                                    </p:set>
                                    <p:animEffect transition="in" filter="wipe(up)">
                                      <p:cBhvr>
                                        <p:cTn id="96" dur="500"/>
                                        <p:tgtEl>
                                          <p:spTgt spid="6"/>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grpId="0" nodeType="click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wipe(left)">
                                      <p:cBhvr>
                                        <p:cTn id="101" dur="500"/>
                                        <p:tgtEl>
                                          <p:spTgt spid="31"/>
                                        </p:tgtEl>
                                      </p:cBhvr>
                                    </p:animEffect>
                                  </p:childTnLst>
                                </p:cTn>
                              </p:par>
                            </p:childTnLst>
                          </p:cTn>
                        </p:par>
                        <p:par>
                          <p:cTn id="102" fill="hold">
                            <p:stCondLst>
                              <p:cond delay="500"/>
                            </p:stCondLst>
                            <p:childTnLst>
                              <p:par>
                                <p:cTn id="103" presetID="22" presetClass="entr" presetSubtype="8" fill="hold" nodeType="afterEffect">
                                  <p:stCondLst>
                                    <p:cond delay="0"/>
                                  </p:stCondLst>
                                  <p:childTnLst>
                                    <p:set>
                                      <p:cBhvr>
                                        <p:cTn id="104" dur="1" fill="hold">
                                          <p:stCondLst>
                                            <p:cond delay="0"/>
                                          </p:stCondLst>
                                        </p:cTn>
                                        <p:tgtEl>
                                          <p:spTgt spid="33"/>
                                        </p:tgtEl>
                                        <p:attrNameLst>
                                          <p:attrName>style.visibility</p:attrName>
                                        </p:attrNameLst>
                                      </p:cBhvr>
                                      <p:to>
                                        <p:strVal val="visible"/>
                                      </p:to>
                                    </p:set>
                                    <p:animEffect transition="in" filter="wipe(left)">
                                      <p:cBhvr>
                                        <p:cTn id="10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8" grpId="0" animBg="1"/>
      <p:bldP spid="9" grpId="0" animBg="1"/>
      <p:bldP spid="27" grpId="0" uiExpand="1" build="allAtOnce" animBg="1" autoUpdateAnimBg="0"/>
      <p:bldP spid="28" grpId="0" uiExpand="1" build="allAtOnce"/>
      <p:bldP spid="3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1026"/>
          <p:cNvGraphicFramePr>
            <a:graphicFrameLocks noChangeAspect="1"/>
          </p:cNvGraphicFramePr>
          <p:nvPr/>
        </p:nvGraphicFramePr>
        <p:xfrm>
          <a:off x="4071934" y="23791"/>
          <a:ext cx="4357718" cy="357888"/>
        </p:xfrm>
        <a:graphic>
          <a:graphicData uri="http://schemas.openxmlformats.org/presentationml/2006/ole">
            <mc:AlternateContent xmlns:mc="http://schemas.openxmlformats.org/markup-compatibility/2006">
              <mc:Choice xmlns:v="urn:schemas-microsoft-com:vml" Requires="v">
                <p:oleObj name="Equation" r:id="rId2" imgW="2654280" imgH="228600" progId="Equation.DSMT4">
                  <p:embed/>
                </p:oleObj>
              </mc:Choice>
              <mc:Fallback>
                <p:oleObj name="Equation" r:id="rId2" imgW="2654280" imgH="228600" progId="Equation.DSMT4">
                  <p:embed/>
                  <p:pic>
                    <p:nvPicPr>
                      <p:cNvPr id="3" name="Object 1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71934" y="23791"/>
                        <a:ext cx="4357718" cy="3578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589" name="Object 1029"/>
          <p:cNvGraphicFramePr>
            <a:graphicFrameLocks noChangeAspect="1"/>
          </p:cNvGraphicFramePr>
          <p:nvPr/>
        </p:nvGraphicFramePr>
        <p:xfrm>
          <a:off x="3568700" y="2857496"/>
          <a:ext cx="5322888" cy="460375"/>
        </p:xfrm>
        <a:graphic>
          <a:graphicData uri="http://schemas.openxmlformats.org/presentationml/2006/ole">
            <mc:AlternateContent xmlns:mc="http://schemas.openxmlformats.org/markup-compatibility/2006">
              <mc:Choice xmlns:v="urn:schemas-microsoft-com:vml" Requires="v">
                <p:oleObj name="Equation" r:id="rId4" imgW="2793960" imgH="241200" progId="Equation.DSMT4">
                  <p:embed/>
                </p:oleObj>
              </mc:Choice>
              <mc:Fallback>
                <p:oleObj name="Equation" r:id="rId4" imgW="2793960" imgH="241200" progId="Equation.DSMT4">
                  <p:embed/>
                  <p:pic>
                    <p:nvPicPr>
                      <p:cNvPr id="67589" name="Object 10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68700" y="2857496"/>
                        <a:ext cx="5322888" cy="460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Line 25"/>
          <p:cNvSpPr>
            <a:spLocks noChangeShapeType="1"/>
          </p:cNvSpPr>
          <p:nvPr/>
        </p:nvSpPr>
        <p:spPr bwMode="auto">
          <a:xfrm>
            <a:off x="0" y="2606685"/>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952327" name="Object 7"/>
          <p:cNvGraphicFramePr>
            <a:graphicFrameLocks noChangeAspect="1"/>
          </p:cNvGraphicFramePr>
          <p:nvPr/>
        </p:nvGraphicFramePr>
        <p:xfrm>
          <a:off x="785786" y="2606684"/>
          <a:ext cx="2286016" cy="403415"/>
        </p:xfrm>
        <a:graphic>
          <a:graphicData uri="http://schemas.openxmlformats.org/presentationml/2006/ole">
            <mc:AlternateContent xmlns:mc="http://schemas.openxmlformats.org/markup-compatibility/2006">
              <mc:Choice xmlns:v="urn:schemas-microsoft-com:vml" Requires="v">
                <p:oleObj name="Equation" r:id="rId6" imgW="1295280" imgH="228600" progId="Equation.DSMT4">
                  <p:embed/>
                </p:oleObj>
              </mc:Choice>
              <mc:Fallback>
                <p:oleObj name="Equation" r:id="rId6" imgW="1295280" imgH="228600" progId="Equation.DSMT4">
                  <p:embed/>
                  <p:pic>
                    <p:nvPicPr>
                      <p:cNvPr id="952327"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5786" y="2606684"/>
                        <a:ext cx="2286016" cy="403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52329" name="Object 9"/>
          <p:cNvGraphicFramePr>
            <a:graphicFrameLocks noChangeAspect="1"/>
          </p:cNvGraphicFramePr>
          <p:nvPr/>
        </p:nvGraphicFramePr>
        <p:xfrm>
          <a:off x="436557" y="4983163"/>
          <a:ext cx="3349625" cy="1809750"/>
        </p:xfrm>
        <a:graphic>
          <a:graphicData uri="http://schemas.openxmlformats.org/presentationml/2006/ole">
            <mc:AlternateContent xmlns:mc="http://schemas.openxmlformats.org/markup-compatibility/2006">
              <mc:Choice xmlns:v="urn:schemas-microsoft-com:vml" Requires="v">
                <p:oleObj name="Equation" r:id="rId8" imgW="1587240" imgH="1028520" progId="Equation.DSMT4">
                  <p:embed/>
                </p:oleObj>
              </mc:Choice>
              <mc:Fallback>
                <p:oleObj name="Equation" r:id="rId8" imgW="1587240" imgH="1028520" progId="Equation.DSMT4">
                  <p:embed/>
                  <p:pic>
                    <p:nvPicPr>
                      <p:cNvPr id="952329"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6557" y="4983163"/>
                        <a:ext cx="3349625" cy="180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 name="Object 1029"/>
          <p:cNvGraphicFramePr>
            <a:graphicFrameLocks noChangeAspect="1"/>
          </p:cNvGraphicFramePr>
          <p:nvPr/>
        </p:nvGraphicFramePr>
        <p:xfrm>
          <a:off x="5143504" y="5715016"/>
          <a:ext cx="1573213" cy="434975"/>
        </p:xfrm>
        <a:graphic>
          <a:graphicData uri="http://schemas.openxmlformats.org/presentationml/2006/ole">
            <mc:AlternateContent xmlns:mc="http://schemas.openxmlformats.org/markup-compatibility/2006">
              <mc:Choice xmlns:v="urn:schemas-microsoft-com:vml" Requires="v">
                <p:oleObj name="Equation" r:id="rId10" imgW="825480" imgH="228600" progId="Equation.DSMT4">
                  <p:embed/>
                </p:oleObj>
              </mc:Choice>
              <mc:Fallback>
                <p:oleObj name="Equation" r:id="rId10" imgW="825480" imgH="228600" progId="Equation.DSMT4">
                  <p:embed/>
                  <p:pic>
                    <p:nvPicPr>
                      <p:cNvPr id="9" name="Object 102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43504" y="5715016"/>
                        <a:ext cx="1573213"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Rectangle 7"/>
          <p:cNvSpPr>
            <a:spLocks noChangeArrowheads="1"/>
          </p:cNvSpPr>
          <p:nvPr/>
        </p:nvSpPr>
        <p:spPr bwMode="auto">
          <a:xfrm>
            <a:off x="3857652" y="5113370"/>
            <a:ext cx="5572132" cy="400110"/>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因此，</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25000" noProof="0" dirty="0">
                <a:ln>
                  <a:noFill/>
                </a:ln>
                <a:solidFill>
                  <a:srgbClr val="0000FF"/>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25000" noProof="0" dirty="0">
                <a:ln>
                  <a:noFill/>
                </a:ln>
                <a:solidFill>
                  <a:srgbClr val="0000FF"/>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25000" noProof="0" dirty="0">
                <a:ln>
                  <a:noFill/>
                </a:ln>
                <a:solidFill>
                  <a:srgbClr val="0000FF"/>
                </a:solidFill>
                <a:effectLst/>
                <a:uLnTx/>
                <a:uFillTx/>
                <a:latin typeface="微软雅黑" pitchFamily="34" charset="-122"/>
                <a:ea typeface="微软雅黑" pitchFamily="34" charset="-122"/>
                <a:cs typeface="+mn-cs"/>
              </a:rPr>
              <a:t>4</a:t>
            </a: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是</a:t>
            </a:r>
            <a:r>
              <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的一个最大无关组</a:t>
            </a:r>
            <a:endParaRPr kumimoji="1" lang="en-US" altLang="zh-CN" sz="2000" b="1" i="0" u="none" strike="noStrike" kern="1200" cap="none" spc="0" normalizeH="0" baseline="-25000" noProof="0" dirty="0">
              <a:ln>
                <a:noFill/>
              </a:ln>
              <a:solidFill>
                <a:srgbClr val="000000">
                  <a:lumMod val="95000"/>
                  <a:lumOff val="5000"/>
                </a:srgbClr>
              </a:solidFill>
              <a:effectLst/>
              <a:uLnTx/>
              <a:uFillTx/>
              <a:latin typeface="微软雅黑" pitchFamily="34" charset="-122"/>
              <a:ea typeface="微软雅黑" pitchFamily="34" charset="-122"/>
              <a:cs typeface="+mn-cs"/>
            </a:endParaRPr>
          </a:p>
        </p:txBody>
      </p:sp>
      <p:sp>
        <p:nvSpPr>
          <p:cNvPr id="12" name="Text Box 28"/>
          <p:cNvSpPr txBox="1">
            <a:spLocks noChangeArrowheads="1"/>
          </p:cNvSpPr>
          <p:nvPr/>
        </p:nvSpPr>
        <p:spPr bwMode="auto">
          <a:xfrm>
            <a:off x="4286248" y="1071546"/>
            <a:ext cx="4857752" cy="1477328"/>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其余向量的线性表达式</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用其标准坐标表示系数即可</a:t>
            </a:r>
          </a:p>
          <a:p>
            <a:pPr marL="177800" marR="0" lvl="0" indent="-17780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极大无关组不唯一，可化为单位列向量的向量组都可以</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13" name="Object 7"/>
          <p:cNvGraphicFramePr>
            <a:graphicFrameLocks noChangeAspect="1"/>
          </p:cNvGraphicFramePr>
          <p:nvPr/>
        </p:nvGraphicFramePr>
        <p:xfrm>
          <a:off x="857224" y="4714884"/>
          <a:ext cx="2714644" cy="403415"/>
        </p:xfrm>
        <a:graphic>
          <a:graphicData uri="http://schemas.openxmlformats.org/presentationml/2006/ole">
            <mc:AlternateContent xmlns:mc="http://schemas.openxmlformats.org/markup-compatibility/2006">
              <mc:Choice xmlns:v="urn:schemas-microsoft-com:vml" Requires="v">
                <p:oleObj name="Equation" r:id="rId12" imgW="1295280" imgH="228600" progId="Equation.DSMT4">
                  <p:embed/>
                </p:oleObj>
              </mc:Choice>
              <mc:Fallback>
                <p:oleObj name="Equation" r:id="rId12" imgW="1295280" imgH="228600" progId="Equation.DSMT4">
                  <p:embed/>
                  <p:pic>
                    <p:nvPicPr>
                      <p:cNvPr id="13"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7224" y="4714884"/>
                        <a:ext cx="2714644" cy="403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 name="Rectangle 7"/>
          <p:cNvSpPr>
            <a:spLocks noChangeArrowheads="1"/>
          </p:cNvSpPr>
          <p:nvPr/>
        </p:nvSpPr>
        <p:spPr bwMode="auto">
          <a:xfrm>
            <a:off x="3286116" y="0"/>
            <a:ext cx="503237" cy="1828800"/>
          </a:xfrm>
          <a:prstGeom prst="rect">
            <a:avLst/>
          </a:prstGeom>
          <a:solidFill>
            <a:srgbClr val="FF0000">
              <a:alpha val="48000"/>
            </a:srgbClr>
          </a:solidFill>
          <a:ln w="9525">
            <a:solidFill>
              <a:schemeClr val="accent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6" name="Rectangle 8"/>
          <p:cNvSpPr>
            <a:spLocks noChangeArrowheads="1"/>
          </p:cNvSpPr>
          <p:nvPr/>
        </p:nvSpPr>
        <p:spPr bwMode="auto">
          <a:xfrm>
            <a:off x="2354250" y="0"/>
            <a:ext cx="503238" cy="1828800"/>
          </a:xfrm>
          <a:prstGeom prst="rect">
            <a:avLst/>
          </a:prstGeom>
          <a:solidFill>
            <a:srgbClr val="00B05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7" name="Rectangle 7"/>
          <p:cNvSpPr>
            <a:spLocks noChangeArrowheads="1"/>
          </p:cNvSpPr>
          <p:nvPr/>
        </p:nvSpPr>
        <p:spPr bwMode="auto">
          <a:xfrm>
            <a:off x="1643042" y="2643182"/>
            <a:ext cx="503237" cy="2071702"/>
          </a:xfrm>
          <a:prstGeom prst="rect">
            <a:avLst/>
          </a:prstGeom>
          <a:solidFill>
            <a:srgbClr val="00B05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18" name="Rectangle 7"/>
          <p:cNvSpPr>
            <a:spLocks noChangeArrowheads="1"/>
          </p:cNvSpPr>
          <p:nvPr/>
        </p:nvSpPr>
        <p:spPr bwMode="auto">
          <a:xfrm>
            <a:off x="2643174" y="2643182"/>
            <a:ext cx="503237" cy="2071702"/>
          </a:xfrm>
          <a:prstGeom prst="rect">
            <a:avLst/>
          </a:prstGeom>
          <a:solidFill>
            <a:srgbClr val="FF0000">
              <a:alpha val="48000"/>
            </a:srgbClr>
          </a:solidFill>
          <a:ln w="9525">
            <a:solidFill>
              <a:schemeClr val="accent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graphicFrame>
        <p:nvGraphicFramePr>
          <p:cNvPr id="19" name="Object 1029"/>
          <p:cNvGraphicFramePr>
            <a:graphicFrameLocks noChangeAspect="1"/>
          </p:cNvGraphicFramePr>
          <p:nvPr/>
        </p:nvGraphicFramePr>
        <p:xfrm>
          <a:off x="4429124" y="3351215"/>
          <a:ext cx="1573213" cy="434975"/>
        </p:xfrm>
        <a:graphic>
          <a:graphicData uri="http://schemas.openxmlformats.org/presentationml/2006/ole">
            <mc:AlternateContent xmlns:mc="http://schemas.openxmlformats.org/markup-compatibility/2006">
              <mc:Choice xmlns:v="urn:schemas-microsoft-com:vml" Requires="v">
                <p:oleObj name="Equation" r:id="rId14" imgW="825480" imgH="228600" progId="Equation.DSMT4">
                  <p:embed/>
                </p:oleObj>
              </mc:Choice>
              <mc:Fallback>
                <p:oleObj name="Equation" r:id="rId14" imgW="825480" imgH="228600" progId="Equation.DSMT4">
                  <p:embed/>
                  <p:pic>
                    <p:nvPicPr>
                      <p:cNvPr id="19" name="Object 102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29124" y="3351215"/>
                        <a:ext cx="1573213"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1029"/>
          <p:cNvGraphicFramePr>
            <a:graphicFrameLocks noChangeAspect="1"/>
          </p:cNvGraphicFramePr>
          <p:nvPr/>
        </p:nvGraphicFramePr>
        <p:xfrm>
          <a:off x="4429124" y="3849694"/>
          <a:ext cx="2371725" cy="436562"/>
        </p:xfrm>
        <a:graphic>
          <a:graphicData uri="http://schemas.openxmlformats.org/presentationml/2006/ole">
            <mc:AlternateContent xmlns:mc="http://schemas.openxmlformats.org/markup-compatibility/2006">
              <mc:Choice xmlns:v="urn:schemas-microsoft-com:vml" Requires="v">
                <p:oleObj name="Equation" r:id="rId16" imgW="1244520" imgH="228600" progId="Equation.DSMT4">
                  <p:embed/>
                </p:oleObj>
              </mc:Choice>
              <mc:Fallback>
                <p:oleObj name="Equation" r:id="rId16" imgW="1244520" imgH="228600" progId="Equation.DSMT4">
                  <p:embed/>
                  <p:pic>
                    <p:nvPicPr>
                      <p:cNvPr id="20" name="Object 102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429124" y="3849694"/>
                        <a:ext cx="2371725" cy="436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586" name="Object 1026"/>
          <p:cNvGraphicFramePr>
            <a:graphicFrameLocks noChangeAspect="1"/>
          </p:cNvGraphicFramePr>
          <p:nvPr/>
        </p:nvGraphicFramePr>
        <p:xfrm>
          <a:off x="0" y="0"/>
          <a:ext cx="3917950" cy="1789113"/>
        </p:xfrm>
        <a:graphic>
          <a:graphicData uri="http://schemas.openxmlformats.org/presentationml/2006/ole">
            <mc:AlternateContent xmlns:mc="http://schemas.openxmlformats.org/markup-compatibility/2006">
              <mc:Choice xmlns:v="urn:schemas-microsoft-com:vml" Requires="v">
                <p:oleObj name="Equation" r:id="rId18" imgW="2031840" imgH="927000" progId="Equation.DSMT4">
                  <p:embed/>
                </p:oleObj>
              </mc:Choice>
              <mc:Fallback>
                <p:oleObj name="Equation" r:id="rId18" imgW="2031840" imgH="927000" progId="Equation.DSMT4">
                  <p:embed/>
                  <p:pic>
                    <p:nvPicPr>
                      <p:cNvPr id="67586" name="Object 102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0" y="0"/>
                        <a:ext cx="3917950" cy="17891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7588" name="Object 1028"/>
          <p:cNvGraphicFramePr>
            <a:graphicFrameLocks noChangeAspect="1"/>
          </p:cNvGraphicFramePr>
          <p:nvPr/>
        </p:nvGraphicFramePr>
        <p:xfrm>
          <a:off x="193675" y="2606685"/>
          <a:ext cx="3097213" cy="2179637"/>
        </p:xfrm>
        <a:graphic>
          <a:graphicData uri="http://schemas.openxmlformats.org/presentationml/2006/ole">
            <mc:AlternateContent xmlns:mc="http://schemas.openxmlformats.org/markup-compatibility/2006">
              <mc:Choice xmlns:v="urn:schemas-microsoft-com:vml" Requires="v">
                <p:oleObj name="Equation" r:id="rId20" imgW="1625400" imgH="1143000" progId="Equation.DSMT4">
                  <p:embed/>
                </p:oleObj>
              </mc:Choice>
              <mc:Fallback>
                <p:oleObj name="Equation" r:id="rId20" imgW="1625400" imgH="1143000" progId="Equation.DSMT4">
                  <p:embed/>
                  <p:pic>
                    <p:nvPicPr>
                      <p:cNvPr id="67588" name="Object 102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93675" y="2606685"/>
                        <a:ext cx="3097213" cy="2179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1026"/>
          <p:cNvGraphicFramePr>
            <a:graphicFrameLocks noChangeAspect="1"/>
          </p:cNvGraphicFramePr>
          <p:nvPr/>
        </p:nvGraphicFramePr>
        <p:xfrm>
          <a:off x="4071938" y="357166"/>
          <a:ext cx="4714904" cy="666750"/>
        </p:xfrm>
        <a:graphic>
          <a:graphicData uri="http://schemas.openxmlformats.org/presentationml/2006/ole">
            <mc:AlternateContent xmlns:mc="http://schemas.openxmlformats.org/markup-compatibility/2006">
              <mc:Choice xmlns:v="urn:schemas-microsoft-com:vml" Requires="v">
                <p:oleObj name="Equation" r:id="rId22" imgW="2730240" imgH="457200" progId="Equation.DSMT4">
                  <p:embed/>
                </p:oleObj>
              </mc:Choice>
              <mc:Fallback>
                <p:oleObj name="Equation" r:id="rId22" imgW="2730240" imgH="457200" progId="Equation.DSMT4">
                  <p:embed/>
                  <p:pic>
                    <p:nvPicPr>
                      <p:cNvPr id="21" name="Object 102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071938" y="357166"/>
                        <a:ext cx="4714904" cy="666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1029"/>
          <p:cNvGraphicFramePr>
            <a:graphicFrameLocks noChangeAspect="1"/>
          </p:cNvGraphicFramePr>
          <p:nvPr/>
        </p:nvGraphicFramePr>
        <p:xfrm>
          <a:off x="5143504" y="6208735"/>
          <a:ext cx="2227262" cy="434975"/>
        </p:xfrm>
        <a:graphic>
          <a:graphicData uri="http://schemas.openxmlformats.org/presentationml/2006/ole">
            <mc:AlternateContent xmlns:mc="http://schemas.openxmlformats.org/markup-compatibility/2006">
              <mc:Choice xmlns:v="urn:schemas-microsoft-com:vml" Requires="v">
                <p:oleObj name="Equation" r:id="rId24" imgW="1168200" imgH="228600" progId="Equation.DSMT4">
                  <p:embed/>
                </p:oleObj>
              </mc:Choice>
              <mc:Fallback>
                <p:oleObj name="Equation" r:id="rId24" imgW="1168200" imgH="228600" progId="Equation.DSMT4">
                  <p:embed/>
                  <p:pic>
                    <p:nvPicPr>
                      <p:cNvPr id="22" name="Object 1029"/>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143504" y="6208735"/>
                        <a:ext cx="2227262"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Text Box 28"/>
          <p:cNvSpPr txBox="1">
            <a:spLocks noChangeArrowheads="1"/>
          </p:cNvSpPr>
          <p:nvPr/>
        </p:nvSpPr>
        <p:spPr bwMode="auto">
          <a:xfrm>
            <a:off x="4214810" y="4357694"/>
            <a:ext cx="4929190" cy="244682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有限向量组的秩和极大无关组求解：</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将向量组写成矩阵形式</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经初等行变换，将矩阵化为行最简形</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阶梯数为向量组的秩</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阶梯首元所在列向量为极大无关组</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其余向量表达式系数由最终的标准坐标确定</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7588"/>
                                        </p:tgtEl>
                                        <p:attrNameLst>
                                          <p:attrName>style.visibility</p:attrName>
                                        </p:attrNameLst>
                                      </p:cBhvr>
                                      <p:to>
                                        <p:strVal val="visible"/>
                                      </p:to>
                                    </p:set>
                                    <p:animEffect transition="in" filter="wipe(left)">
                                      <p:cBhvr>
                                        <p:cTn id="7" dur="500"/>
                                        <p:tgtEl>
                                          <p:spTgt spid="6758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52327"/>
                                        </p:tgtEl>
                                        <p:attrNameLst>
                                          <p:attrName>style.visibility</p:attrName>
                                        </p:attrNameLst>
                                      </p:cBhvr>
                                      <p:to>
                                        <p:strVal val="visible"/>
                                      </p:to>
                                    </p:set>
                                    <p:animEffect transition="in" filter="wipe(left)">
                                      <p:cBhvr>
                                        <p:cTn id="12" dur="500"/>
                                        <p:tgtEl>
                                          <p:spTgt spid="95232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7589"/>
                                        </p:tgtEl>
                                        <p:attrNameLst>
                                          <p:attrName>style.visibility</p:attrName>
                                        </p:attrNameLst>
                                      </p:cBhvr>
                                      <p:to>
                                        <p:strVal val="visible"/>
                                      </p:to>
                                    </p:set>
                                    <p:animEffect transition="in" filter="wipe(left)">
                                      <p:cBhvr>
                                        <p:cTn id="17" dur="500"/>
                                        <p:tgtEl>
                                          <p:spTgt spid="6758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wipe(left)">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up)">
                                      <p:cBhvr>
                                        <p:cTn id="27" dur="500"/>
                                        <p:tgtEl>
                                          <p:spTgt spid="16"/>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wipe(up)">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left)">
                                      <p:cBhvr>
                                        <p:cTn id="35" dur="5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up)">
                                      <p:cBhvr>
                                        <p:cTn id="40" dur="500"/>
                                        <p:tgtEl>
                                          <p:spTgt spid="1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wipe(up)">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wipe(left)">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12">
                                            <p:bg/>
                                          </p:spTgt>
                                        </p:tgtEl>
                                        <p:attrNameLst>
                                          <p:attrName>style.visibility</p:attrName>
                                        </p:attrNameLst>
                                      </p:cBhvr>
                                      <p:to>
                                        <p:strVal val="visible"/>
                                      </p:to>
                                    </p:set>
                                    <p:animEffect transition="in" filter="wipe(left)">
                                      <p:cBhvr>
                                        <p:cTn id="53" dur="500"/>
                                        <p:tgtEl>
                                          <p:spTgt spid="12">
                                            <p:bg/>
                                          </p:spTgt>
                                        </p:tgtEl>
                                      </p:cBhvr>
                                    </p:animEffect>
                                  </p:childTnLst>
                                </p:cTn>
                              </p:par>
                              <p:par>
                                <p:cTn id="54" presetID="22" presetClass="entr" presetSubtype="8" fill="hold" grpId="0" nodeType="withEffect">
                                  <p:stCondLst>
                                    <p:cond delay="0"/>
                                  </p:stCondLst>
                                  <p:childTnLst>
                                    <p:set>
                                      <p:cBhvr>
                                        <p:cTn id="55" dur="1" fill="hold">
                                          <p:stCondLst>
                                            <p:cond delay="0"/>
                                          </p:stCondLst>
                                        </p:cTn>
                                        <p:tgtEl>
                                          <p:spTgt spid="12">
                                            <p:txEl>
                                              <p:pRg st="0" end="0"/>
                                            </p:txEl>
                                          </p:spTgt>
                                        </p:tgtEl>
                                        <p:attrNameLst>
                                          <p:attrName>style.visibility</p:attrName>
                                        </p:attrNameLst>
                                      </p:cBhvr>
                                      <p:to>
                                        <p:strVal val="visible"/>
                                      </p:to>
                                    </p:set>
                                    <p:animEffect transition="in" filter="wipe(left)">
                                      <p:cBhvr>
                                        <p:cTn id="56" dur="500"/>
                                        <p:tgtEl>
                                          <p:spTgt spid="12">
                                            <p:txEl>
                                              <p:pRg st="0" end="0"/>
                                            </p:txEl>
                                          </p:spTgt>
                                        </p:tgtEl>
                                      </p:cBhvr>
                                    </p:animEffect>
                                  </p:childTnLst>
                                </p:cTn>
                              </p:par>
                              <p:par>
                                <p:cTn id="57" presetID="22" presetClass="entr" presetSubtype="8" fill="hold" grpId="0" nodeType="withEffect">
                                  <p:stCondLst>
                                    <p:cond delay="0"/>
                                  </p:stCondLst>
                                  <p:childTnLst>
                                    <p:set>
                                      <p:cBhvr>
                                        <p:cTn id="58" dur="1" fill="hold">
                                          <p:stCondLst>
                                            <p:cond delay="0"/>
                                          </p:stCondLst>
                                        </p:cTn>
                                        <p:tgtEl>
                                          <p:spTgt spid="12">
                                            <p:txEl>
                                              <p:pRg st="1" end="1"/>
                                            </p:txEl>
                                          </p:spTgt>
                                        </p:tgtEl>
                                        <p:attrNameLst>
                                          <p:attrName>style.visibility</p:attrName>
                                        </p:attrNameLst>
                                      </p:cBhvr>
                                      <p:to>
                                        <p:strVal val="visible"/>
                                      </p:to>
                                    </p:set>
                                    <p:animEffect transition="in" filter="wipe(left)">
                                      <p:cBhvr>
                                        <p:cTn id="59" dur="500"/>
                                        <p:tgtEl>
                                          <p:spTgt spid="12">
                                            <p:txEl>
                                              <p:pRg st="1" end="1"/>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952329"/>
                                        </p:tgtEl>
                                        <p:attrNameLst>
                                          <p:attrName>style.visibility</p:attrName>
                                        </p:attrNameLst>
                                      </p:cBhvr>
                                      <p:to>
                                        <p:strVal val="visible"/>
                                      </p:to>
                                    </p:set>
                                    <p:animEffect transition="in" filter="wipe(left)">
                                      <p:cBhvr>
                                        <p:cTn id="64" dur="500"/>
                                        <p:tgtEl>
                                          <p:spTgt spid="952329"/>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wipe(left)">
                                      <p:cBhvr>
                                        <p:cTn id="69" dur="500"/>
                                        <p:tgtEl>
                                          <p:spTgt spid="13"/>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wipe(left)">
                                      <p:cBhvr>
                                        <p:cTn id="74" dur="500"/>
                                        <p:tgtEl>
                                          <p:spTgt spid="10"/>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9"/>
                                        </p:tgtEl>
                                        <p:attrNameLst>
                                          <p:attrName>style.visibility</p:attrName>
                                        </p:attrNameLst>
                                      </p:cBhvr>
                                      <p:to>
                                        <p:strVal val="visible"/>
                                      </p:to>
                                    </p:set>
                                    <p:animEffect transition="in" filter="wipe(left)">
                                      <p:cBhvr>
                                        <p:cTn id="79" dur="500"/>
                                        <p:tgtEl>
                                          <p:spTgt spid="9"/>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wipe(left)">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12">
                                            <p:txEl>
                                              <p:pRg st="2" end="2"/>
                                            </p:txEl>
                                          </p:spTgt>
                                        </p:tgtEl>
                                        <p:attrNameLst>
                                          <p:attrName>style.visibility</p:attrName>
                                        </p:attrNameLst>
                                      </p:cBhvr>
                                      <p:to>
                                        <p:strVal val="visible"/>
                                      </p:to>
                                    </p:set>
                                    <p:animEffect transition="in" filter="wipe(left)">
                                      <p:cBhvr>
                                        <p:cTn id="89" dur="500"/>
                                        <p:tgtEl>
                                          <p:spTgt spid="12">
                                            <p:txEl>
                                              <p:pRg st="2" end="2"/>
                                            </p:txEl>
                                          </p:spTgt>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4">
                                            <p:bg/>
                                          </p:spTgt>
                                        </p:tgtEl>
                                        <p:attrNameLst>
                                          <p:attrName>style.visibility</p:attrName>
                                        </p:attrNameLst>
                                      </p:cBhvr>
                                      <p:to>
                                        <p:strVal val="visible"/>
                                      </p:to>
                                    </p:set>
                                    <p:animEffect transition="in" filter="wipe(left)">
                                      <p:cBhvr>
                                        <p:cTn id="94" dur="500"/>
                                        <p:tgtEl>
                                          <p:spTgt spid="14">
                                            <p:bg/>
                                          </p:spTgt>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14">
                                            <p:txEl>
                                              <p:pRg st="0" end="0"/>
                                            </p:txEl>
                                          </p:spTgt>
                                        </p:tgtEl>
                                        <p:attrNameLst>
                                          <p:attrName>style.visibility</p:attrName>
                                        </p:attrNameLst>
                                      </p:cBhvr>
                                      <p:to>
                                        <p:strVal val="visible"/>
                                      </p:to>
                                    </p:set>
                                    <p:animEffect transition="in" filter="wipe(left)">
                                      <p:cBhvr>
                                        <p:cTn id="97" dur="500"/>
                                        <p:tgtEl>
                                          <p:spTgt spid="14">
                                            <p:txEl>
                                              <p:pRg st="0" end="0"/>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14">
                                            <p:txEl>
                                              <p:pRg st="1" end="1"/>
                                            </p:txEl>
                                          </p:spTgt>
                                        </p:tgtEl>
                                        <p:attrNameLst>
                                          <p:attrName>style.visibility</p:attrName>
                                        </p:attrNameLst>
                                      </p:cBhvr>
                                      <p:to>
                                        <p:strVal val="visible"/>
                                      </p:to>
                                    </p:set>
                                    <p:animEffect transition="in" filter="wipe(left)">
                                      <p:cBhvr>
                                        <p:cTn id="102" dur="500"/>
                                        <p:tgtEl>
                                          <p:spTgt spid="14">
                                            <p:txEl>
                                              <p:pRg st="1" end="1"/>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grpId="0" nodeType="clickEffect">
                                  <p:stCondLst>
                                    <p:cond delay="0"/>
                                  </p:stCondLst>
                                  <p:childTnLst>
                                    <p:set>
                                      <p:cBhvr>
                                        <p:cTn id="106" dur="1" fill="hold">
                                          <p:stCondLst>
                                            <p:cond delay="0"/>
                                          </p:stCondLst>
                                        </p:cTn>
                                        <p:tgtEl>
                                          <p:spTgt spid="14">
                                            <p:txEl>
                                              <p:pRg st="2" end="2"/>
                                            </p:txEl>
                                          </p:spTgt>
                                        </p:tgtEl>
                                        <p:attrNameLst>
                                          <p:attrName>style.visibility</p:attrName>
                                        </p:attrNameLst>
                                      </p:cBhvr>
                                      <p:to>
                                        <p:strVal val="visible"/>
                                      </p:to>
                                    </p:set>
                                    <p:animEffect transition="in" filter="wipe(left)">
                                      <p:cBhvr>
                                        <p:cTn id="107" dur="500"/>
                                        <p:tgtEl>
                                          <p:spTgt spid="14">
                                            <p:txEl>
                                              <p:pRg st="2" end="2"/>
                                            </p:txEl>
                                          </p:spTgt>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14">
                                            <p:txEl>
                                              <p:pRg st="3" end="3"/>
                                            </p:txEl>
                                          </p:spTgt>
                                        </p:tgtEl>
                                        <p:attrNameLst>
                                          <p:attrName>style.visibility</p:attrName>
                                        </p:attrNameLst>
                                      </p:cBhvr>
                                      <p:to>
                                        <p:strVal val="visible"/>
                                      </p:to>
                                    </p:set>
                                    <p:animEffect transition="in" filter="wipe(left)">
                                      <p:cBhvr>
                                        <p:cTn id="112" dur="500"/>
                                        <p:tgtEl>
                                          <p:spTgt spid="14">
                                            <p:txEl>
                                              <p:pRg st="3" end="3"/>
                                            </p:txEl>
                                          </p:spTgt>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grpId="0" nodeType="clickEffect">
                                  <p:stCondLst>
                                    <p:cond delay="0"/>
                                  </p:stCondLst>
                                  <p:childTnLst>
                                    <p:set>
                                      <p:cBhvr>
                                        <p:cTn id="116" dur="1" fill="hold">
                                          <p:stCondLst>
                                            <p:cond delay="0"/>
                                          </p:stCondLst>
                                        </p:cTn>
                                        <p:tgtEl>
                                          <p:spTgt spid="14">
                                            <p:txEl>
                                              <p:pRg st="4" end="4"/>
                                            </p:txEl>
                                          </p:spTgt>
                                        </p:tgtEl>
                                        <p:attrNameLst>
                                          <p:attrName>style.visibility</p:attrName>
                                        </p:attrNameLst>
                                      </p:cBhvr>
                                      <p:to>
                                        <p:strVal val="visible"/>
                                      </p:to>
                                    </p:set>
                                    <p:animEffect transition="in" filter="wipe(left)">
                                      <p:cBhvr>
                                        <p:cTn id="117" dur="500"/>
                                        <p:tgtEl>
                                          <p:spTgt spid="14">
                                            <p:txEl>
                                              <p:pRg st="4" end="4"/>
                                            </p:txEl>
                                          </p:spTgt>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grpId="0" nodeType="clickEffect">
                                  <p:stCondLst>
                                    <p:cond delay="0"/>
                                  </p:stCondLst>
                                  <p:childTnLst>
                                    <p:set>
                                      <p:cBhvr>
                                        <p:cTn id="121" dur="1" fill="hold">
                                          <p:stCondLst>
                                            <p:cond delay="0"/>
                                          </p:stCondLst>
                                        </p:cTn>
                                        <p:tgtEl>
                                          <p:spTgt spid="14">
                                            <p:txEl>
                                              <p:pRg st="5" end="5"/>
                                            </p:txEl>
                                          </p:spTgt>
                                        </p:tgtEl>
                                        <p:attrNameLst>
                                          <p:attrName>style.visibility</p:attrName>
                                        </p:attrNameLst>
                                      </p:cBhvr>
                                      <p:to>
                                        <p:strVal val="visible"/>
                                      </p:to>
                                    </p:set>
                                    <p:animEffect transition="in" filter="wipe(left)">
                                      <p:cBhvr>
                                        <p:cTn id="122" dur="500"/>
                                        <p:tgtEl>
                                          <p:spTgt spid="1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uiExpand="1" build="allAtOnce" animBg="1" autoUpdateAnimBg="0"/>
      <p:bldP spid="15" grpId="0" animBg="1"/>
      <p:bldP spid="16" grpId="0" animBg="1"/>
      <p:bldP spid="17" grpId="0" animBg="1"/>
      <p:bldP spid="18" grpId="0" animBg="1"/>
      <p:bldP spid="14" grpId="0" build="allAtOnce" animBg="1"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bwMode="auto">
          <a:xfrm>
            <a:off x="0" y="0"/>
            <a:ext cx="9144000" cy="150017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86017" name="Object 1"/>
          <p:cNvGraphicFramePr>
            <a:graphicFrameLocks noChangeAspect="1"/>
          </p:cNvGraphicFramePr>
          <p:nvPr/>
        </p:nvGraphicFramePr>
        <p:xfrm>
          <a:off x="0" y="1500174"/>
          <a:ext cx="660400" cy="381000"/>
        </p:xfrm>
        <a:graphic>
          <a:graphicData uri="http://schemas.openxmlformats.org/presentationml/2006/ole">
            <mc:AlternateContent xmlns:mc="http://schemas.openxmlformats.org/markup-compatibility/2006">
              <mc:Choice xmlns:v="urn:schemas-microsoft-com:vml" Requires="v">
                <p:oleObj name="Equation" r:id="rId2" imgW="660240" imgH="380880" progId="Equation.DSMT4">
                  <p:embed/>
                </p:oleObj>
              </mc:Choice>
              <mc:Fallback>
                <p:oleObj name="Equation" r:id="rId2" imgW="660240" imgH="380880" progId="Equation.DSMT4">
                  <p:embed/>
                  <p:pic>
                    <p:nvPicPr>
                      <p:cNvPr id="86017" name="Object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00174"/>
                        <a:ext cx="660400" cy="381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Rectangle 7"/>
          <p:cNvSpPr>
            <a:spLocks noChangeArrowheads="1"/>
          </p:cNvSpPr>
          <p:nvPr/>
        </p:nvSpPr>
        <p:spPr bwMode="auto">
          <a:xfrm>
            <a:off x="0" y="0"/>
            <a:ext cx="3714744" cy="1354217"/>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练习：</a:t>
            </a:r>
            <a:endParaRPr kumimoji="1" lang="en-US" altLang="zh-CN" sz="22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求向量组的秩</a:t>
            </a:r>
            <a:endPar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一个极大无关组</a:t>
            </a:r>
            <a:endPar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将其余向量用无关组线性表示</a:t>
            </a:r>
            <a:endPar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endParaRPr>
          </a:p>
        </p:txBody>
      </p:sp>
      <p:grpSp>
        <p:nvGrpSpPr>
          <p:cNvPr id="16" name="组合 15"/>
          <p:cNvGrpSpPr/>
          <p:nvPr/>
        </p:nvGrpSpPr>
        <p:grpSpPr>
          <a:xfrm>
            <a:off x="3736977" y="1"/>
            <a:ext cx="5313361" cy="1454526"/>
            <a:chOff x="2798795" y="873211"/>
            <a:chExt cx="5313361" cy="1454526"/>
          </a:xfrm>
        </p:grpSpPr>
        <p:graphicFrame>
          <p:nvGraphicFramePr>
            <p:cNvPr id="17" name="对象 16"/>
            <p:cNvGraphicFramePr>
              <a:graphicFrameLocks noChangeAspect="1"/>
            </p:cNvGraphicFramePr>
            <p:nvPr/>
          </p:nvGraphicFramePr>
          <p:xfrm>
            <a:off x="2798795" y="913369"/>
            <a:ext cx="1049337" cy="1400175"/>
          </p:xfrm>
          <a:graphic>
            <a:graphicData uri="http://schemas.openxmlformats.org/presentationml/2006/ole">
              <mc:AlternateContent xmlns:mc="http://schemas.openxmlformats.org/markup-compatibility/2006">
                <mc:Choice xmlns:v="urn:schemas-microsoft-com:vml" Requires="v">
                  <p:oleObj name="Equation" r:id="rId4" imgW="1447560" imgH="1930320" progId="Equation.DSMT4">
                    <p:embed/>
                  </p:oleObj>
                </mc:Choice>
                <mc:Fallback>
                  <p:oleObj name="Equation" r:id="rId4" imgW="1447560" imgH="1930320" progId="Equation.DSMT4">
                    <p:embed/>
                    <p:pic>
                      <p:nvPicPr>
                        <p:cNvPr id="17" name="对象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98795" y="913369"/>
                          <a:ext cx="1049337" cy="1400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对象 17"/>
            <p:cNvGraphicFramePr>
              <a:graphicFrameLocks noChangeAspect="1"/>
            </p:cNvGraphicFramePr>
            <p:nvPr/>
          </p:nvGraphicFramePr>
          <p:xfrm>
            <a:off x="3892590" y="873211"/>
            <a:ext cx="1169988" cy="1428736"/>
          </p:xfrm>
          <a:graphic>
            <a:graphicData uri="http://schemas.openxmlformats.org/presentationml/2006/ole">
              <mc:AlternateContent xmlns:mc="http://schemas.openxmlformats.org/markup-compatibility/2006">
                <mc:Choice xmlns:v="urn:schemas-microsoft-com:vml" Requires="v">
                  <p:oleObj name="Equation" r:id="rId6" imgW="1485720" imgH="1930320" progId="Equation.DSMT4">
                    <p:embed/>
                  </p:oleObj>
                </mc:Choice>
                <mc:Fallback>
                  <p:oleObj name="Equation" r:id="rId6" imgW="1485720" imgH="1930320" progId="Equation.DSMT4">
                    <p:embed/>
                    <p:pic>
                      <p:nvPicPr>
                        <p:cNvPr id="18" name="对象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92590" y="873211"/>
                          <a:ext cx="1169988" cy="142873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对象 18"/>
            <p:cNvGraphicFramePr>
              <a:graphicFrameLocks noChangeAspect="1"/>
            </p:cNvGraphicFramePr>
            <p:nvPr/>
          </p:nvGraphicFramePr>
          <p:xfrm>
            <a:off x="5062578" y="873385"/>
            <a:ext cx="988097" cy="1428562"/>
          </p:xfrm>
          <a:graphic>
            <a:graphicData uri="http://schemas.openxmlformats.org/presentationml/2006/ole">
              <mc:AlternateContent xmlns:mc="http://schemas.openxmlformats.org/markup-compatibility/2006">
                <mc:Choice xmlns:v="urn:schemas-microsoft-com:vml" Requires="v">
                  <p:oleObj name="Equation" r:id="rId8" imgW="1485720" imgH="1930320" progId="Equation.DSMT4">
                    <p:embed/>
                  </p:oleObj>
                </mc:Choice>
                <mc:Fallback>
                  <p:oleObj name="Equation" r:id="rId8" imgW="1485720" imgH="1930320" progId="Equation.DSMT4">
                    <p:embed/>
                    <p:pic>
                      <p:nvPicPr>
                        <p:cNvPr id="19" name="对象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62578" y="873385"/>
                          <a:ext cx="988097" cy="1428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对象 19"/>
            <p:cNvGraphicFramePr>
              <a:graphicFrameLocks noChangeAspect="1"/>
            </p:cNvGraphicFramePr>
            <p:nvPr/>
          </p:nvGraphicFramePr>
          <p:xfrm>
            <a:off x="6142059" y="899175"/>
            <a:ext cx="1062118" cy="1428562"/>
          </p:xfrm>
          <a:graphic>
            <a:graphicData uri="http://schemas.openxmlformats.org/presentationml/2006/ole">
              <mc:AlternateContent xmlns:mc="http://schemas.openxmlformats.org/markup-compatibility/2006">
                <mc:Choice xmlns:v="urn:schemas-microsoft-com:vml" Requires="v">
                  <p:oleObj name="Equation" r:id="rId10" imgW="1295280" imgH="1930320" progId="Equation.DSMT4">
                    <p:embed/>
                  </p:oleObj>
                </mc:Choice>
                <mc:Fallback>
                  <p:oleObj name="Equation" r:id="rId10" imgW="1295280" imgH="1930320" progId="Equation.DSMT4">
                    <p:embed/>
                    <p:pic>
                      <p:nvPicPr>
                        <p:cNvPr id="20" name="对象 1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2059" y="899175"/>
                          <a:ext cx="1062118" cy="1428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对象 20"/>
            <p:cNvGraphicFramePr>
              <a:graphicFrameLocks noChangeAspect="1"/>
            </p:cNvGraphicFramePr>
            <p:nvPr/>
          </p:nvGraphicFramePr>
          <p:xfrm>
            <a:off x="7172356" y="904960"/>
            <a:ext cx="939800" cy="1387475"/>
          </p:xfrm>
          <a:graphic>
            <a:graphicData uri="http://schemas.openxmlformats.org/presentationml/2006/ole">
              <mc:AlternateContent xmlns:mc="http://schemas.openxmlformats.org/markup-compatibility/2006">
                <mc:Choice xmlns:v="urn:schemas-microsoft-com:vml" Requires="v">
                  <p:oleObj name="Equation" r:id="rId12" imgW="1180800" imgH="1930320" progId="Equation.DSMT4">
                    <p:embed/>
                  </p:oleObj>
                </mc:Choice>
                <mc:Fallback>
                  <p:oleObj name="Equation" r:id="rId12" imgW="1180800" imgH="1930320" progId="Equation.DSMT4">
                    <p:embed/>
                    <p:pic>
                      <p:nvPicPr>
                        <p:cNvPr id="21" name="对象 20"/>
                        <p:cNvPicPr>
                          <a:picLocks noChangeAspect="1" noChangeArrowheads="1"/>
                        </p:cNvPicPr>
                        <p:nvPr/>
                      </p:nvPicPr>
                      <p:blipFill>
                        <a:blip r:embed="rId13"/>
                        <a:srcRect/>
                        <a:stretch>
                          <a:fillRect/>
                        </a:stretch>
                      </p:blipFill>
                      <p:spPr bwMode="auto">
                        <a:xfrm>
                          <a:off x="7172356" y="904960"/>
                          <a:ext cx="939800" cy="1387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24" name="组合 23"/>
          <p:cNvGrpSpPr/>
          <p:nvPr/>
        </p:nvGrpSpPr>
        <p:grpSpPr>
          <a:xfrm>
            <a:off x="0" y="2143116"/>
            <a:ext cx="3028330" cy="461665"/>
            <a:chOff x="1619796" y="2920378"/>
            <a:chExt cx="3028330" cy="461665"/>
          </a:xfrm>
        </p:grpSpPr>
        <p:graphicFrame>
          <p:nvGraphicFramePr>
            <p:cNvPr id="25" name="对象 24"/>
            <p:cNvGraphicFramePr>
              <a:graphicFrameLocks noChangeAspect="1"/>
            </p:cNvGraphicFramePr>
            <p:nvPr/>
          </p:nvGraphicFramePr>
          <p:xfrm>
            <a:off x="2451026" y="2924943"/>
            <a:ext cx="2197100" cy="419100"/>
          </p:xfrm>
          <a:graphic>
            <a:graphicData uri="http://schemas.openxmlformats.org/presentationml/2006/ole">
              <mc:AlternateContent xmlns:mc="http://schemas.openxmlformats.org/markup-compatibility/2006">
                <mc:Choice xmlns:v="urn:schemas-microsoft-com:vml" Requires="v">
                  <p:oleObj name="Equation" r:id="rId14" imgW="2197100" imgH="419100" progId="Equation.DSMT4">
                    <p:embed/>
                  </p:oleObj>
                </mc:Choice>
                <mc:Fallback>
                  <p:oleObj name="Equation" r:id="rId14" imgW="2197100" imgH="419100" progId="Equation.DSMT4">
                    <p:embed/>
                    <p:pic>
                      <p:nvPicPr>
                        <p:cNvPr id="25" name="对象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1026" y="2924943"/>
                          <a:ext cx="2197100"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TextBox 25"/>
            <p:cNvSpPr txBox="1"/>
            <p:nvPr/>
          </p:nvSpPr>
          <p:spPr>
            <a:xfrm>
              <a:off x="1619796" y="2920378"/>
              <a:ext cx="864617" cy="46166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因为</a:t>
              </a:r>
            </a:p>
          </p:txBody>
        </p:sp>
      </p:grpSp>
      <p:graphicFrame>
        <p:nvGraphicFramePr>
          <p:cNvPr id="27" name="对象 26"/>
          <p:cNvGraphicFramePr>
            <a:graphicFrameLocks noChangeAspect="1"/>
          </p:cNvGraphicFramePr>
          <p:nvPr/>
        </p:nvGraphicFramePr>
        <p:xfrm>
          <a:off x="3100338" y="1532312"/>
          <a:ext cx="2971860" cy="1693088"/>
        </p:xfrm>
        <a:graphic>
          <a:graphicData uri="http://schemas.openxmlformats.org/presentationml/2006/ole">
            <mc:AlternateContent xmlns:mc="http://schemas.openxmlformats.org/markup-compatibility/2006">
              <mc:Choice xmlns:v="urn:schemas-microsoft-com:vml" Requires="v">
                <p:oleObj name="Equation" r:id="rId16" imgW="3251160" imgH="1930320" progId="Equation.DSMT4">
                  <p:embed/>
                </p:oleObj>
              </mc:Choice>
              <mc:Fallback>
                <p:oleObj name="Equation" r:id="rId16" imgW="3251160" imgH="1930320" progId="Equation.DSMT4">
                  <p:embed/>
                  <p:pic>
                    <p:nvPicPr>
                      <p:cNvPr id="27" name="对象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00338" y="1532312"/>
                        <a:ext cx="2971860" cy="1693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9" name="对象 28"/>
          <p:cNvGraphicFramePr>
            <a:graphicFrameLocks noChangeAspect="1"/>
          </p:cNvGraphicFramePr>
          <p:nvPr/>
        </p:nvGraphicFramePr>
        <p:xfrm>
          <a:off x="6150007" y="1500174"/>
          <a:ext cx="2922587" cy="1835150"/>
        </p:xfrm>
        <a:graphic>
          <a:graphicData uri="http://schemas.openxmlformats.org/presentationml/2006/ole">
            <mc:AlternateContent xmlns:mc="http://schemas.openxmlformats.org/markup-compatibility/2006">
              <mc:Choice xmlns:v="urn:schemas-microsoft-com:vml" Requires="v">
                <p:oleObj name="Equation" r:id="rId18" imgW="3073320" imgH="1930320" progId="Equation.DSMT4">
                  <p:embed/>
                </p:oleObj>
              </mc:Choice>
              <mc:Fallback>
                <p:oleObj name="Equation" r:id="rId18" imgW="3073320" imgH="1930320" progId="Equation.DSMT4">
                  <p:embed/>
                  <p:pic>
                    <p:nvPicPr>
                      <p:cNvPr id="29" name="对象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150007" y="1500174"/>
                        <a:ext cx="2922587" cy="1835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对象 30"/>
          <p:cNvGraphicFramePr>
            <a:graphicFrameLocks noChangeAspect="1"/>
          </p:cNvGraphicFramePr>
          <p:nvPr/>
        </p:nvGraphicFramePr>
        <p:xfrm>
          <a:off x="357158" y="5890446"/>
          <a:ext cx="635000" cy="406400"/>
        </p:xfrm>
        <a:graphic>
          <a:graphicData uri="http://schemas.openxmlformats.org/presentationml/2006/ole">
            <mc:AlternateContent xmlns:mc="http://schemas.openxmlformats.org/markup-compatibility/2006">
              <mc:Choice xmlns:v="urn:schemas-microsoft-com:vml" Requires="v">
                <p:oleObj name="Equation" r:id="rId20" imgW="634680" imgH="406080" progId="Equation.DSMT4">
                  <p:embed/>
                </p:oleObj>
              </mc:Choice>
              <mc:Fallback>
                <p:oleObj name="Equation" r:id="rId20" imgW="634680" imgH="406080" progId="Equation.DSMT4">
                  <p:embed/>
                  <p:pic>
                    <p:nvPicPr>
                      <p:cNvPr id="31" name="对象 3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57158" y="5890446"/>
                        <a:ext cx="635000"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5" name="组合 34"/>
          <p:cNvGrpSpPr/>
          <p:nvPr/>
        </p:nvGrpSpPr>
        <p:grpSpPr>
          <a:xfrm>
            <a:off x="3600556" y="5357826"/>
            <a:ext cx="5400600" cy="492443"/>
            <a:chOff x="611560" y="4077072"/>
            <a:chExt cx="5400600" cy="492443"/>
          </a:xfrm>
        </p:grpSpPr>
        <p:sp>
          <p:nvSpPr>
            <p:cNvPr id="36" name="TextBox 35"/>
            <p:cNvSpPr txBox="1"/>
            <p:nvPr/>
          </p:nvSpPr>
          <p:spPr>
            <a:xfrm>
              <a:off x="611560" y="4077072"/>
              <a:ext cx="5400600" cy="492443"/>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zh-CN"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一个最大无关组为</a:t>
              </a:r>
              <a:r>
                <a:rPr kumimoji="1" lang="en-US" altLang="zh-CN"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 </a:t>
              </a:r>
              <a:endPar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graphicFrame>
          <p:nvGraphicFramePr>
            <p:cNvPr id="37" name="对象 36"/>
            <p:cNvGraphicFramePr>
              <a:graphicFrameLocks noChangeAspect="1"/>
            </p:cNvGraphicFramePr>
            <p:nvPr/>
          </p:nvGraphicFramePr>
          <p:xfrm>
            <a:off x="3419872" y="4113743"/>
            <a:ext cx="1489075" cy="419100"/>
          </p:xfrm>
          <a:graphic>
            <a:graphicData uri="http://schemas.openxmlformats.org/presentationml/2006/ole">
              <mc:AlternateContent xmlns:mc="http://schemas.openxmlformats.org/markup-compatibility/2006">
                <mc:Choice xmlns:v="urn:schemas-microsoft-com:vml" Requires="v">
                  <p:oleObj name="Equation" r:id="rId22" imgW="1231560" imgH="419040" progId="Equation.DSMT4">
                    <p:embed/>
                  </p:oleObj>
                </mc:Choice>
                <mc:Fallback>
                  <p:oleObj name="Equation" r:id="rId22" imgW="1231560" imgH="419040" progId="Equation.DSMT4">
                    <p:embed/>
                    <p:pic>
                      <p:nvPicPr>
                        <p:cNvPr id="37" name="对象 3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419872" y="4113743"/>
                          <a:ext cx="1489075"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38" name="对象 37"/>
          <p:cNvGraphicFramePr>
            <a:graphicFrameLocks noChangeAspect="1"/>
          </p:cNvGraphicFramePr>
          <p:nvPr/>
        </p:nvGraphicFramePr>
        <p:xfrm>
          <a:off x="-32" y="5373724"/>
          <a:ext cx="3479800" cy="482600"/>
        </p:xfrm>
        <a:graphic>
          <a:graphicData uri="http://schemas.openxmlformats.org/presentationml/2006/ole">
            <mc:AlternateContent xmlns:mc="http://schemas.openxmlformats.org/markup-compatibility/2006">
              <mc:Choice xmlns:v="urn:schemas-microsoft-com:vml" Requires="v">
                <p:oleObj name="Equation" r:id="rId24" imgW="3479760" imgH="482400" progId="Equation.DSMT4">
                  <p:embed/>
                </p:oleObj>
              </mc:Choice>
              <mc:Fallback>
                <p:oleObj name="Equation" r:id="rId24" imgW="3479760" imgH="482400" progId="Equation.DSMT4">
                  <p:embed/>
                  <p:pic>
                    <p:nvPicPr>
                      <p:cNvPr id="38" name="对象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2" y="5373724"/>
                        <a:ext cx="347980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10393" name="Object 25"/>
          <p:cNvGraphicFramePr>
            <a:graphicFrameLocks noChangeAspect="1"/>
          </p:cNvGraphicFramePr>
          <p:nvPr/>
        </p:nvGraphicFramePr>
        <p:xfrm>
          <a:off x="3071802" y="3343288"/>
          <a:ext cx="2968625" cy="1871662"/>
        </p:xfrm>
        <a:graphic>
          <a:graphicData uri="http://schemas.openxmlformats.org/presentationml/2006/ole">
            <mc:AlternateContent xmlns:mc="http://schemas.openxmlformats.org/markup-compatibility/2006">
              <mc:Choice xmlns:v="urn:schemas-microsoft-com:vml" Requires="v">
                <p:oleObj name="Equation" r:id="rId26" imgW="3060360" imgH="1930320" progId="Equation.DSMT4">
                  <p:embed/>
                </p:oleObj>
              </mc:Choice>
              <mc:Fallback>
                <p:oleObj name="Equation" r:id="rId26" imgW="3060360" imgH="1930320" progId="Equation.DSMT4">
                  <p:embed/>
                  <p:pic>
                    <p:nvPicPr>
                      <p:cNvPr id="1210393" name="Object 2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071802" y="3343288"/>
                        <a:ext cx="2968625" cy="18716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 name="Rectangle 9"/>
          <p:cNvSpPr>
            <a:spLocks noChangeArrowheads="1"/>
          </p:cNvSpPr>
          <p:nvPr/>
        </p:nvSpPr>
        <p:spPr bwMode="auto">
          <a:xfrm>
            <a:off x="6429388" y="3314712"/>
            <a:ext cx="457200" cy="1328734"/>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1" name="Rectangle 10"/>
          <p:cNvSpPr>
            <a:spLocks noChangeArrowheads="1"/>
          </p:cNvSpPr>
          <p:nvPr/>
        </p:nvSpPr>
        <p:spPr bwMode="auto">
          <a:xfrm>
            <a:off x="7500958" y="3314712"/>
            <a:ext cx="500066" cy="1328734"/>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2" name="Rectangle 11"/>
          <p:cNvSpPr>
            <a:spLocks noChangeArrowheads="1"/>
          </p:cNvSpPr>
          <p:nvPr/>
        </p:nvSpPr>
        <p:spPr bwMode="auto">
          <a:xfrm>
            <a:off x="7993040" y="3314712"/>
            <a:ext cx="508050" cy="1328734"/>
          </a:xfrm>
          <a:prstGeom prst="rect">
            <a:avLst/>
          </a:prstGeom>
          <a:solidFill>
            <a:srgbClr val="FF000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3" name="Rectangle 9"/>
          <p:cNvSpPr>
            <a:spLocks noChangeArrowheads="1"/>
          </p:cNvSpPr>
          <p:nvPr/>
        </p:nvSpPr>
        <p:spPr bwMode="auto">
          <a:xfrm>
            <a:off x="6929454" y="3314712"/>
            <a:ext cx="457200" cy="1328734"/>
          </a:xfrm>
          <a:prstGeom prst="rect">
            <a:avLst/>
          </a:prstGeom>
          <a:solidFill>
            <a:srgbClr val="00FFFF">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4" name="Rectangle 11"/>
          <p:cNvSpPr>
            <a:spLocks noChangeArrowheads="1"/>
          </p:cNvSpPr>
          <p:nvPr/>
        </p:nvSpPr>
        <p:spPr bwMode="auto">
          <a:xfrm>
            <a:off x="8501090" y="3314712"/>
            <a:ext cx="508050" cy="1328734"/>
          </a:xfrm>
          <a:prstGeom prst="rect">
            <a:avLst/>
          </a:prstGeom>
          <a:solidFill>
            <a:srgbClr val="92D050">
              <a:alpha val="48000"/>
            </a:srgbClr>
          </a:solidFill>
          <a:ln w="9525">
            <a:solidFill>
              <a:srgbClr val="FF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graphicFrame>
        <p:nvGraphicFramePr>
          <p:cNvPr id="45" name="对象 44"/>
          <p:cNvGraphicFramePr>
            <a:graphicFrameLocks noChangeAspect="1"/>
          </p:cNvGraphicFramePr>
          <p:nvPr/>
        </p:nvGraphicFramePr>
        <p:xfrm>
          <a:off x="357158" y="6419850"/>
          <a:ext cx="635000" cy="419100"/>
        </p:xfrm>
        <a:graphic>
          <a:graphicData uri="http://schemas.openxmlformats.org/presentationml/2006/ole">
            <mc:AlternateContent xmlns:mc="http://schemas.openxmlformats.org/markup-compatibility/2006">
              <mc:Choice xmlns:v="urn:schemas-microsoft-com:vml" Requires="v">
                <p:oleObj name="Equation" r:id="rId28" imgW="634680" imgH="419040" progId="Equation.DSMT4">
                  <p:embed/>
                </p:oleObj>
              </mc:Choice>
              <mc:Fallback>
                <p:oleObj name="Equation" r:id="rId28" imgW="634680" imgH="419040" progId="Equation.DSMT4">
                  <p:embed/>
                  <p:pic>
                    <p:nvPicPr>
                      <p:cNvPr id="45" name="对象 44"/>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357158" y="6419850"/>
                        <a:ext cx="635000"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6" name="Group 15"/>
          <p:cNvGrpSpPr>
            <a:grpSpLocks/>
          </p:cNvGrpSpPr>
          <p:nvPr/>
        </p:nvGrpSpPr>
        <p:grpSpPr bwMode="auto">
          <a:xfrm>
            <a:off x="3460760" y="3779846"/>
            <a:ext cx="2540000" cy="863600"/>
            <a:chOff x="3120" y="1017"/>
            <a:chExt cx="1781" cy="544"/>
          </a:xfrm>
        </p:grpSpPr>
        <p:sp>
          <p:nvSpPr>
            <p:cNvPr id="47" name="Line 16"/>
            <p:cNvSpPr>
              <a:spLocks noChangeShapeType="1"/>
            </p:cNvSpPr>
            <p:nvPr/>
          </p:nvSpPr>
          <p:spPr bwMode="auto">
            <a:xfrm>
              <a:off x="3120" y="1017"/>
              <a:ext cx="317"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8" name="Line 17"/>
            <p:cNvSpPr>
              <a:spLocks noChangeShapeType="1"/>
            </p:cNvSpPr>
            <p:nvPr/>
          </p:nvSpPr>
          <p:spPr bwMode="auto">
            <a:xfrm>
              <a:off x="3428" y="1017"/>
              <a:ext cx="0" cy="272"/>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49" name="Line 18"/>
            <p:cNvSpPr>
              <a:spLocks noChangeShapeType="1"/>
            </p:cNvSpPr>
            <p:nvPr/>
          </p:nvSpPr>
          <p:spPr bwMode="auto">
            <a:xfrm>
              <a:off x="3437" y="1289"/>
              <a:ext cx="748"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50" name="Line 19"/>
            <p:cNvSpPr>
              <a:spLocks noChangeShapeType="1"/>
            </p:cNvSpPr>
            <p:nvPr/>
          </p:nvSpPr>
          <p:spPr bwMode="auto">
            <a:xfrm>
              <a:off x="4176" y="1289"/>
              <a:ext cx="0" cy="272"/>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sp>
          <p:nvSpPr>
            <p:cNvPr id="51" name="Line 20"/>
            <p:cNvSpPr>
              <a:spLocks noChangeShapeType="1"/>
            </p:cNvSpPr>
            <p:nvPr/>
          </p:nvSpPr>
          <p:spPr bwMode="auto">
            <a:xfrm>
              <a:off x="4176" y="1561"/>
              <a:ext cx="725" cy="0"/>
            </a:xfrm>
            <a:prstGeom prst="line">
              <a:avLst/>
            </a:prstGeom>
            <a:noFill/>
            <a:ln w="28575">
              <a:solidFill>
                <a:srgbClr val="0000FF"/>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charset="0"/>
                <a:ea typeface="宋体" charset="-122"/>
                <a:cs typeface="+mn-cs"/>
              </a:endParaRPr>
            </a:p>
          </p:txBody>
        </p:sp>
      </p:grpSp>
      <p:graphicFrame>
        <p:nvGraphicFramePr>
          <p:cNvPr id="52" name="对象 51"/>
          <p:cNvGraphicFramePr>
            <a:graphicFrameLocks noChangeAspect="1"/>
          </p:cNvGraphicFramePr>
          <p:nvPr/>
        </p:nvGraphicFramePr>
        <p:xfrm>
          <a:off x="1071538" y="5865046"/>
          <a:ext cx="3214710" cy="457200"/>
        </p:xfrm>
        <a:graphic>
          <a:graphicData uri="http://schemas.openxmlformats.org/presentationml/2006/ole">
            <mc:AlternateContent xmlns:mc="http://schemas.openxmlformats.org/markup-compatibility/2006">
              <mc:Choice xmlns:v="urn:schemas-microsoft-com:vml" Requires="v">
                <p:oleObj name="Equation" r:id="rId30" imgW="3174840" imgH="457200" progId="Equation.DSMT4">
                  <p:embed/>
                </p:oleObj>
              </mc:Choice>
              <mc:Fallback>
                <p:oleObj name="Equation" r:id="rId30" imgW="3174840" imgH="457200" progId="Equation.DSMT4">
                  <p:embed/>
                  <p:pic>
                    <p:nvPicPr>
                      <p:cNvPr id="52" name="对象 5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071538" y="5865046"/>
                        <a:ext cx="321471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3" name="对象 52"/>
          <p:cNvGraphicFramePr>
            <a:graphicFrameLocks noChangeAspect="1"/>
          </p:cNvGraphicFramePr>
          <p:nvPr/>
        </p:nvGraphicFramePr>
        <p:xfrm>
          <a:off x="1071538" y="6400800"/>
          <a:ext cx="3213100" cy="457200"/>
        </p:xfrm>
        <a:graphic>
          <a:graphicData uri="http://schemas.openxmlformats.org/presentationml/2006/ole">
            <mc:AlternateContent xmlns:mc="http://schemas.openxmlformats.org/markup-compatibility/2006">
              <mc:Choice xmlns:v="urn:schemas-microsoft-com:vml" Requires="v">
                <p:oleObj name="Equation" r:id="rId32" imgW="3213000" imgH="457200" progId="Equation.DSMT4">
                  <p:embed/>
                </p:oleObj>
              </mc:Choice>
              <mc:Fallback>
                <p:oleObj name="Equation" r:id="rId32" imgW="3213000" imgH="457200" progId="Equation.DSMT4">
                  <p:embed/>
                  <p:pic>
                    <p:nvPicPr>
                      <p:cNvPr id="53" name="对象 52"/>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1071538" y="6400800"/>
                        <a:ext cx="32131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 name="对象 53"/>
          <p:cNvGraphicFramePr>
            <a:graphicFrameLocks noChangeAspect="1"/>
          </p:cNvGraphicFramePr>
          <p:nvPr/>
        </p:nvGraphicFramePr>
        <p:xfrm>
          <a:off x="4500562" y="5857892"/>
          <a:ext cx="1231900" cy="419100"/>
        </p:xfrm>
        <a:graphic>
          <a:graphicData uri="http://schemas.openxmlformats.org/presentationml/2006/ole">
            <mc:AlternateContent xmlns:mc="http://schemas.openxmlformats.org/markup-compatibility/2006">
              <mc:Choice xmlns:v="urn:schemas-microsoft-com:vml" Requires="v">
                <p:oleObj name="Equation" r:id="rId34" imgW="1231560" imgH="419040" progId="Equation.DSMT4">
                  <p:embed/>
                </p:oleObj>
              </mc:Choice>
              <mc:Fallback>
                <p:oleObj name="Equation" r:id="rId34" imgW="1231560" imgH="419040" progId="Equation.DSMT4">
                  <p:embed/>
                  <p:pic>
                    <p:nvPicPr>
                      <p:cNvPr id="54" name="对象 53"/>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4500562" y="5857892"/>
                        <a:ext cx="1231900"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 name="对象 54"/>
          <p:cNvGraphicFramePr>
            <a:graphicFrameLocks noChangeAspect="1"/>
          </p:cNvGraphicFramePr>
          <p:nvPr/>
        </p:nvGraphicFramePr>
        <p:xfrm>
          <a:off x="4500562" y="6438900"/>
          <a:ext cx="1422400" cy="419100"/>
        </p:xfrm>
        <a:graphic>
          <a:graphicData uri="http://schemas.openxmlformats.org/presentationml/2006/ole">
            <mc:AlternateContent xmlns:mc="http://schemas.openxmlformats.org/markup-compatibility/2006">
              <mc:Choice xmlns:v="urn:schemas-microsoft-com:vml" Requires="v">
                <p:oleObj name="Equation" r:id="rId36" imgW="1422360" imgH="419040" progId="Equation.DSMT4">
                  <p:embed/>
                </p:oleObj>
              </mc:Choice>
              <mc:Fallback>
                <p:oleObj name="Equation" r:id="rId36" imgW="1422360" imgH="419040" progId="Equation.DSMT4">
                  <p:embed/>
                  <p:pic>
                    <p:nvPicPr>
                      <p:cNvPr id="55" name="对象 54"/>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4500562" y="6438900"/>
                        <a:ext cx="1422400"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10387" name="Object 19"/>
          <p:cNvGraphicFramePr>
            <a:graphicFrameLocks noChangeAspect="1"/>
          </p:cNvGraphicFramePr>
          <p:nvPr/>
        </p:nvGraphicFramePr>
        <p:xfrm>
          <a:off x="6143604" y="3343286"/>
          <a:ext cx="2911496" cy="1817335"/>
        </p:xfrm>
        <a:graphic>
          <a:graphicData uri="http://schemas.openxmlformats.org/presentationml/2006/ole">
            <mc:AlternateContent xmlns:mc="http://schemas.openxmlformats.org/markup-compatibility/2006">
              <mc:Choice xmlns:v="urn:schemas-microsoft-com:vml" Requires="v">
                <p:oleObj name="Equation" r:id="rId38" imgW="3035160" imgH="1930320" progId="Equation.DSMT4">
                  <p:embed/>
                </p:oleObj>
              </mc:Choice>
              <mc:Fallback>
                <p:oleObj name="Equation" r:id="rId38" imgW="3035160" imgH="1930320" progId="Equation.DSMT4">
                  <p:embed/>
                  <p:pic>
                    <p:nvPicPr>
                      <p:cNvPr id="1210387" name="Object 19"/>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6143604" y="3343286"/>
                        <a:ext cx="2911496" cy="181733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xEl>
                                              <p:pRg st="1" end="1"/>
                                            </p:txEl>
                                          </p:spTgt>
                                        </p:tgtEl>
                                        <p:attrNameLst>
                                          <p:attrName>style.visibility</p:attrName>
                                        </p:attrNameLst>
                                      </p:cBhvr>
                                      <p:to>
                                        <p:strVal val="visible"/>
                                      </p:to>
                                    </p:set>
                                    <p:animEffect transition="in" filter="wipe(left)">
                                      <p:cBhvr>
                                        <p:cTn id="7" dur="500"/>
                                        <p:tgtEl>
                                          <p:spTgt spid="1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
                                            <p:txEl>
                                              <p:pRg st="2" end="2"/>
                                            </p:txEl>
                                          </p:spTgt>
                                        </p:tgtEl>
                                        <p:attrNameLst>
                                          <p:attrName>style.visibility</p:attrName>
                                        </p:attrNameLst>
                                      </p:cBhvr>
                                      <p:to>
                                        <p:strVal val="visible"/>
                                      </p:to>
                                    </p:set>
                                    <p:animEffect transition="in" filter="wipe(left)">
                                      <p:cBhvr>
                                        <p:cTn id="12" dur="500"/>
                                        <p:tgtEl>
                                          <p:spTgt spid="1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
                                            <p:txEl>
                                              <p:pRg st="3" end="3"/>
                                            </p:txEl>
                                          </p:spTgt>
                                        </p:tgtEl>
                                        <p:attrNameLst>
                                          <p:attrName>style.visibility</p:attrName>
                                        </p:attrNameLst>
                                      </p:cBhvr>
                                      <p:to>
                                        <p:strVal val="visible"/>
                                      </p:to>
                                    </p:set>
                                    <p:animEffect transition="in" filter="wipe(left)">
                                      <p:cBhvr>
                                        <p:cTn id="17" dur="500"/>
                                        <p:tgtEl>
                                          <p:spTgt spid="1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wipe(left)">
                                      <p:cBhvr>
                                        <p:cTn id="22" dur="500"/>
                                        <p:tgtEl>
                                          <p:spTgt spid="24"/>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left)">
                                      <p:cBhvr>
                                        <p:cTn id="26" dur="500"/>
                                        <p:tgtEl>
                                          <p:spTgt spid="27"/>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wipe(left)">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210393"/>
                                        </p:tgtEl>
                                        <p:attrNameLst>
                                          <p:attrName>style.visibility</p:attrName>
                                        </p:attrNameLst>
                                      </p:cBhvr>
                                      <p:to>
                                        <p:strVal val="visible"/>
                                      </p:to>
                                    </p:set>
                                    <p:animEffect transition="in" filter="wipe(left)">
                                      <p:cBhvr>
                                        <p:cTn id="36" dur="500"/>
                                        <p:tgtEl>
                                          <p:spTgt spid="1210393"/>
                                        </p:tgtEl>
                                      </p:cBhvr>
                                    </p:animEffect>
                                  </p:childTnLst>
                                </p:cTn>
                              </p:par>
                            </p:childTnLst>
                          </p:cTn>
                        </p:par>
                      </p:childTnLst>
                    </p:cTn>
                  </p:par>
                  <p:par>
                    <p:cTn id="37" fill="hold">
                      <p:stCondLst>
                        <p:cond delay="indefinite"/>
                      </p:stCondLst>
                      <p:childTnLst>
                        <p:par>
                          <p:cTn id="38" fill="hold">
                            <p:stCondLst>
                              <p:cond delay="0"/>
                            </p:stCondLst>
                            <p:childTnLst>
                              <p:par>
                                <p:cTn id="39" presetID="18" presetClass="entr" presetSubtype="6" fill="hold" nodeType="clickEffect">
                                  <p:stCondLst>
                                    <p:cond delay="0"/>
                                  </p:stCondLst>
                                  <p:childTnLst>
                                    <p:set>
                                      <p:cBhvr>
                                        <p:cTn id="40" dur="1" fill="hold">
                                          <p:stCondLst>
                                            <p:cond delay="0"/>
                                          </p:stCondLst>
                                        </p:cTn>
                                        <p:tgtEl>
                                          <p:spTgt spid="46"/>
                                        </p:tgtEl>
                                        <p:attrNameLst>
                                          <p:attrName>style.visibility</p:attrName>
                                        </p:attrNameLst>
                                      </p:cBhvr>
                                      <p:to>
                                        <p:strVal val="visible"/>
                                      </p:to>
                                    </p:set>
                                    <p:animEffect transition="in" filter="strips(downRight)">
                                      <p:cBhvr>
                                        <p:cTn id="41" dur="500"/>
                                        <p:tgtEl>
                                          <p:spTgt spid="4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38"/>
                                        </p:tgtEl>
                                        <p:attrNameLst>
                                          <p:attrName>style.visibility</p:attrName>
                                        </p:attrNameLst>
                                      </p:cBhvr>
                                      <p:to>
                                        <p:strVal val="visible"/>
                                      </p:to>
                                    </p:set>
                                    <p:animEffect transition="in" filter="wipe(left)">
                                      <p:cBhvr>
                                        <p:cTn id="46" dur="500"/>
                                        <p:tgtEl>
                                          <p:spTgt spid="38"/>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210387"/>
                                        </p:tgtEl>
                                        <p:attrNameLst>
                                          <p:attrName>style.visibility</p:attrName>
                                        </p:attrNameLst>
                                      </p:cBhvr>
                                      <p:to>
                                        <p:strVal val="visible"/>
                                      </p:to>
                                    </p:set>
                                    <p:animEffect transition="in" filter="wipe(left)">
                                      <p:cBhvr>
                                        <p:cTn id="51" dur="500"/>
                                        <p:tgtEl>
                                          <p:spTgt spid="121038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40"/>
                                        </p:tgtEl>
                                        <p:attrNameLst>
                                          <p:attrName>style.visibility</p:attrName>
                                        </p:attrNameLst>
                                      </p:cBhvr>
                                      <p:to>
                                        <p:strVal val="visible"/>
                                      </p:to>
                                    </p:set>
                                    <p:animEffect transition="in" filter="wipe(up)">
                                      <p:cBhvr>
                                        <p:cTn id="56" dur="500"/>
                                        <p:tgtEl>
                                          <p:spTgt spid="40"/>
                                        </p:tgtEl>
                                      </p:cBhvr>
                                    </p:animEffect>
                                  </p:childTnLst>
                                </p:cTn>
                              </p:par>
                              <p:par>
                                <p:cTn id="57" presetID="22" presetClass="entr" presetSubtype="1" fill="hold" grpId="0" nodeType="withEffect">
                                  <p:stCondLst>
                                    <p:cond delay="0"/>
                                  </p:stCondLst>
                                  <p:childTnLst>
                                    <p:set>
                                      <p:cBhvr>
                                        <p:cTn id="58" dur="1" fill="hold">
                                          <p:stCondLst>
                                            <p:cond delay="0"/>
                                          </p:stCondLst>
                                        </p:cTn>
                                        <p:tgtEl>
                                          <p:spTgt spid="41"/>
                                        </p:tgtEl>
                                        <p:attrNameLst>
                                          <p:attrName>style.visibility</p:attrName>
                                        </p:attrNameLst>
                                      </p:cBhvr>
                                      <p:to>
                                        <p:strVal val="visible"/>
                                      </p:to>
                                    </p:set>
                                    <p:animEffect transition="in" filter="wipe(up)">
                                      <p:cBhvr>
                                        <p:cTn id="59" dur="500"/>
                                        <p:tgtEl>
                                          <p:spTgt spid="41"/>
                                        </p:tgtEl>
                                      </p:cBhvr>
                                    </p:animEffect>
                                  </p:childTnLst>
                                </p:cTn>
                              </p:par>
                              <p:par>
                                <p:cTn id="60" presetID="22" presetClass="entr" presetSubtype="1"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wipe(up)">
                                      <p:cBhvr>
                                        <p:cTn id="62" dur="500"/>
                                        <p:tgtEl>
                                          <p:spTgt spid="42"/>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35"/>
                                        </p:tgtEl>
                                        <p:attrNameLst>
                                          <p:attrName>style.visibility</p:attrName>
                                        </p:attrNameLst>
                                      </p:cBhvr>
                                      <p:to>
                                        <p:strVal val="visible"/>
                                      </p:to>
                                    </p:set>
                                    <p:animEffect transition="in" filter="wipe(left)">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wipe(left)">
                                      <p:cBhvr>
                                        <p:cTn id="72" dur="500"/>
                                        <p:tgtEl>
                                          <p:spTgt spid="31"/>
                                        </p:tgtEl>
                                      </p:cBhvr>
                                    </p:animEffect>
                                  </p:childTnLst>
                                </p:cTn>
                              </p:par>
                              <p:par>
                                <p:cTn id="73" presetID="22" presetClass="entr" presetSubtype="8" fill="hold" nodeType="withEffect">
                                  <p:stCondLst>
                                    <p:cond delay="0"/>
                                  </p:stCondLst>
                                  <p:childTnLst>
                                    <p:set>
                                      <p:cBhvr>
                                        <p:cTn id="74" dur="1" fill="hold">
                                          <p:stCondLst>
                                            <p:cond delay="0"/>
                                          </p:stCondLst>
                                        </p:cTn>
                                        <p:tgtEl>
                                          <p:spTgt spid="45"/>
                                        </p:tgtEl>
                                        <p:attrNameLst>
                                          <p:attrName>style.visibility</p:attrName>
                                        </p:attrNameLst>
                                      </p:cBhvr>
                                      <p:to>
                                        <p:strVal val="visible"/>
                                      </p:to>
                                    </p:set>
                                    <p:animEffect transition="in" filter="wipe(left)">
                                      <p:cBhvr>
                                        <p:cTn id="75" dur="500"/>
                                        <p:tgtEl>
                                          <p:spTgt spid="45"/>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1" fill="hold" grpId="0" nodeType="clickEffect">
                                  <p:stCondLst>
                                    <p:cond delay="0"/>
                                  </p:stCondLst>
                                  <p:childTnLst>
                                    <p:set>
                                      <p:cBhvr>
                                        <p:cTn id="79" dur="1" fill="hold">
                                          <p:stCondLst>
                                            <p:cond delay="0"/>
                                          </p:stCondLst>
                                        </p:cTn>
                                        <p:tgtEl>
                                          <p:spTgt spid="43"/>
                                        </p:tgtEl>
                                        <p:attrNameLst>
                                          <p:attrName>style.visibility</p:attrName>
                                        </p:attrNameLst>
                                      </p:cBhvr>
                                      <p:to>
                                        <p:strVal val="visible"/>
                                      </p:to>
                                    </p:set>
                                    <p:animEffect transition="in" filter="wipe(up)">
                                      <p:cBhvr>
                                        <p:cTn id="80" dur="500"/>
                                        <p:tgtEl>
                                          <p:spTgt spid="43"/>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nodeType="clickEffect">
                                  <p:stCondLst>
                                    <p:cond delay="0"/>
                                  </p:stCondLst>
                                  <p:childTnLst>
                                    <p:set>
                                      <p:cBhvr>
                                        <p:cTn id="84" dur="1" fill="hold">
                                          <p:stCondLst>
                                            <p:cond delay="0"/>
                                          </p:stCondLst>
                                        </p:cTn>
                                        <p:tgtEl>
                                          <p:spTgt spid="52"/>
                                        </p:tgtEl>
                                        <p:attrNameLst>
                                          <p:attrName>style.visibility</p:attrName>
                                        </p:attrNameLst>
                                      </p:cBhvr>
                                      <p:to>
                                        <p:strVal val="visible"/>
                                      </p:to>
                                    </p:set>
                                    <p:animEffect transition="in" filter="wipe(left)">
                                      <p:cBhvr>
                                        <p:cTn id="85" dur="500"/>
                                        <p:tgtEl>
                                          <p:spTgt spid="52"/>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nodeType="clickEffect">
                                  <p:stCondLst>
                                    <p:cond delay="0"/>
                                  </p:stCondLst>
                                  <p:childTnLst>
                                    <p:set>
                                      <p:cBhvr>
                                        <p:cTn id="89" dur="1" fill="hold">
                                          <p:stCondLst>
                                            <p:cond delay="0"/>
                                          </p:stCondLst>
                                        </p:cTn>
                                        <p:tgtEl>
                                          <p:spTgt spid="54"/>
                                        </p:tgtEl>
                                        <p:attrNameLst>
                                          <p:attrName>style.visibility</p:attrName>
                                        </p:attrNameLst>
                                      </p:cBhvr>
                                      <p:to>
                                        <p:strVal val="visible"/>
                                      </p:to>
                                    </p:set>
                                    <p:animEffect transition="in" filter="wipe(left)">
                                      <p:cBhvr>
                                        <p:cTn id="90" dur="500"/>
                                        <p:tgtEl>
                                          <p:spTgt spid="54"/>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1" fill="hold" grpId="0" nodeType="clickEffect">
                                  <p:stCondLst>
                                    <p:cond delay="0"/>
                                  </p:stCondLst>
                                  <p:childTnLst>
                                    <p:set>
                                      <p:cBhvr>
                                        <p:cTn id="94" dur="1" fill="hold">
                                          <p:stCondLst>
                                            <p:cond delay="0"/>
                                          </p:stCondLst>
                                        </p:cTn>
                                        <p:tgtEl>
                                          <p:spTgt spid="44"/>
                                        </p:tgtEl>
                                        <p:attrNameLst>
                                          <p:attrName>style.visibility</p:attrName>
                                        </p:attrNameLst>
                                      </p:cBhvr>
                                      <p:to>
                                        <p:strVal val="visible"/>
                                      </p:to>
                                    </p:set>
                                    <p:animEffect transition="in" filter="wipe(up)">
                                      <p:cBhvr>
                                        <p:cTn id="95" dur="500"/>
                                        <p:tgtEl>
                                          <p:spTgt spid="44"/>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8" fill="hold" nodeType="click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wipe(left)">
                                      <p:cBhvr>
                                        <p:cTn id="100" dur="500"/>
                                        <p:tgtEl>
                                          <p:spTgt spid="53"/>
                                        </p:tgtEl>
                                      </p:cBhvr>
                                    </p:animEffect>
                                  </p:childTnLst>
                                </p:cTn>
                              </p:par>
                            </p:childTnLst>
                          </p:cTn>
                        </p:par>
                      </p:childTnLst>
                    </p:cTn>
                  </p:par>
                  <p:par>
                    <p:cTn id="101" fill="hold">
                      <p:stCondLst>
                        <p:cond delay="indefinite"/>
                      </p:stCondLst>
                      <p:childTnLst>
                        <p:par>
                          <p:cTn id="102" fill="hold">
                            <p:stCondLst>
                              <p:cond delay="0"/>
                            </p:stCondLst>
                            <p:childTnLst>
                              <p:par>
                                <p:cTn id="103" presetID="22" presetClass="entr" presetSubtype="8" fill="hold" nodeType="clickEffect">
                                  <p:stCondLst>
                                    <p:cond delay="0"/>
                                  </p:stCondLst>
                                  <p:childTnLst>
                                    <p:set>
                                      <p:cBhvr>
                                        <p:cTn id="104" dur="1" fill="hold">
                                          <p:stCondLst>
                                            <p:cond delay="0"/>
                                          </p:stCondLst>
                                        </p:cTn>
                                        <p:tgtEl>
                                          <p:spTgt spid="55"/>
                                        </p:tgtEl>
                                        <p:attrNameLst>
                                          <p:attrName>style.visibility</p:attrName>
                                        </p:attrNameLst>
                                      </p:cBhvr>
                                      <p:to>
                                        <p:strVal val="visible"/>
                                      </p:to>
                                    </p:set>
                                    <p:animEffect transition="in" filter="wipe(left)">
                                      <p:cBhvr>
                                        <p:cTn id="105"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101" name="Group 261"/>
          <p:cNvGraphicFramePr>
            <a:graphicFrameLocks noGrp="1"/>
          </p:cNvGraphicFramePr>
          <p:nvPr/>
        </p:nvGraphicFramePr>
        <p:xfrm>
          <a:off x="642910" y="1003265"/>
          <a:ext cx="8501090" cy="1975158"/>
        </p:xfrm>
        <a:graphic>
          <a:graphicData uri="http://schemas.openxmlformats.org/drawingml/2006/table">
            <a:tbl>
              <a:tblPr/>
              <a:tblGrid>
                <a:gridCol w="4747653">
                  <a:extLst>
                    <a:ext uri="{9D8B030D-6E8A-4147-A177-3AD203B41FA5}">
                      <a16:colId xmlns:a16="http://schemas.microsoft.com/office/drawing/2014/main" val="20000"/>
                    </a:ext>
                  </a:extLst>
                </a:gridCol>
                <a:gridCol w="3753437">
                  <a:extLst>
                    <a:ext uri="{9D8B030D-6E8A-4147-A177-3AD203B41FA5}">
                      <a16:colId xmlns:a16="http://schemas.microsoft.com/office/drawing/2014/main" val="20001"/>
                    </a:ext>
                  </a:extLst>
                </a:gridCol>
              </a:tblGrid>
              <a:tr h="28256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线性表示</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2000" b="1" i="0" u="none" strike="noStrike" cap="none" normalizeH="0" baseline="0" dirty="0">
                          <a:ln>
                            <a:noFill/>
                          </a:ln>
                          <a:solidFill>
                            <a:schemeClr val="tx1"/>
                          </a:solidFill>
                          <a:effectLst/>
                          <a:latin typeface="微软雅黑" pitchFamily="34" charset="-122"/>
                          <a:ea typeface="微软雅黑" pitchFamily="34" charset="-122"/>
                        </a:rPr>
                        <a:t>向量组的秩的条件</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420678">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可由向量组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线性表示</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A|B</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1"/>
                  </a:ext>
                </a:extLst>
              </a:tr>
              <a:tr h="357190">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1" lang="en-US" altLang="zh-CN" sz="2000" b="1" i="0" u="none" strike="noStrike" cap="none" normalizeH="0" baseline="0" dirty="0">
                          <a:ln>
                            <a:noFill/>
                          </a:ln>
                          <a:solidFill>
                            <a:schemeClr val="bg1"/>
                          </a:solidFill>
                          <a:effectLst/>
                          <a:latin typeface="Tahoma" pitchFamily="34" charset="0"/>
                          <a:ea typeface="宋体" charset="-122"/>
                          <a:sym typeface="Wingdings" pitchFamily="2" charset="2"/>
                        </a:rPr>
                        <a:t> </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rPr>
                        <a:t>A</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2"/>
                  </a:ext>
                </a:extLst>
              </a:tr>
              <a:tr h="28704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向量组等价</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sym typeface="Wingdings" pitchFamily="2" charset="2"/>
                        </a:rPr>
                        <a:t></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A|B</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3"/>
                  </a:ext>
                </a:extLst>
              </a:tr>
              <a:tr h="319428">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可由向量组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线性表示，且</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A</a:t>
                      </a:r>
                      <a:r>
                        <a:rPr kumimoji="0" lang="en-US" altLang="zh-CN" sz="1800" b="1" i="0" u="none" strike="noStrike" cap="none" normalizeH="0" baseline="0" dirty="0">
                          <a:ln>
                            <a:noFill/>
                          </a:ln>
                          <a:solidFill>
                            <a:schemeClr val="bg1"/>
                          </a:solidFill>
                          <a:effectLst/>
                          <a:latin typeface="微软雅黑" pitchFamily="34" charset="-122"/>
                          <a:ea typeface="微软雅黑" pitchFamily="34" charset="-122"/>
                        </a:rPr>
                        <a:t>=R</a:t>
                      </a:r>
                      <a:r>
                        <a:rPr kumimoji="0" lang="en-US" altLang="zh-CN" sz="1800" b="1" i="0" u="none" strike="noStrike" cap="none" normalizeH="0" baseline="-25000" dirty="0">
                          <a:ln>
                            <a:noFill/>
                          </a:ln>
                          <a:solidFill>
                            <a:schemeClr val="bg1"/>
                          </a:solidFill>
                          <a:effectLst/>
                          <a:latin typeface="微软雅黑" pitchFamily="34" charset="-122"/>
                          <a:ea typeface="微软雅黑" pitchFamily="34" charset="-122"/>
                        </a:rPr>
                        <a:t>B</a:t>
                      </a:r>
                      <a:r>
                        <a:rPr kumimoji="0" lang="en-US" altLang="zh-CN" sz="1800" b="1" i="0" u="none" strike="noStrike" cap="none" normalizeH="0" baseline="0" dirty="0">
                          <a:ln>
                            <a:noFill/>
                          </a:ln>
                          <a:solidFill>
                            <a:schemeClr val="accent1"/>
                          </a:solidFill>
                          <a:effectLst/>
                          <a:latin typeface="微软雅黑" pitchFamily="34" charset="-122"/>
                          <a:ea typeface="微软雅黑" pitchFamily="34" charset="-122"/>
                          <a:sym typeface="Wingdings" pitchFamily="2" charset="2"/>
                        </a:rPr>
                        <a:t></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向量组</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A</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和</a:t>
                      </a:r>
                      <a:r>
                        <a:rPr kumimoji="0" lang="en-US" altLang="zh-CN" sz="1800" b="1" i="0" u="none" strike="noStrike" cap="none" normalizeH="0" baseline="0" dirty="0">
                          <a:ln>
                            <a:noFill/>
                          </a:ln>
                          <a:solidFill>
                            <a:schemeClr val="tx1"/>
                          </a:solidFill>
                          <a:effectLst/>
                          <a:latin typeface="微软雅黑" pitchFamily="34" charset="-122"/>
                          <a:ea typeface="微软雅黑" pitchFamily="34" charset="-122"/>
                        </a:rPr>
                        <a:t>B</a:t>
                      </a:r>
                      <a:r>
                        <a:rPr kumimoji="0" lang="zh-CN" altLang="en-US" sz="1800" b="1" i="0" u="none" strike="noStrike" cap="none" normalizeH="0" baseline="0" dirty="0">
                          <a:ln>
                            <a:noFill/>
                          </a:ln>
                          <a:solidFill>
                            <a:schemeClr val="tx1"/>
                          </a:solidFill>
                          <a:effectLst/>
                          <a:latin typeface="微软雅黑" pitchFamily="34" charset="-122"/>
                          <a:ea typeface="微软雅黑" pitchFamily="34" charset="-122"/>
                        </a:rPr>
                        <a:t>等价</a:t>
                      </a: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endParaRPr kumimoji="0" lang="en-US" altLang="zh-CN" sz="2000" b="1" i="0" u="none" strike="noStrike" cap="none" normalizeH="0" baseline="-2500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a16="http://schemas.microsoft.com/office/drawing/2014/main" val="10004"/>
                  </a:ext>
                </a:extLst>
              </a:tr>
            </a:tbl>
          </a:graphicData>
        </a:graphic>
      </p:graphicFrame>
      <p:sp>
        <p:nvSpPr>
          <p:cNvPr id="6" name="AutoShape 5"/>
          <p:cNvSpPr>
            <a:spLocks noChangeArrowheads="1"/>
          </p:cNvSpPr>
          <p:nvPr/>
        </p:nvSpPr>
        <p:spPr bwMode="auto">
          <a:xfrm>
            <a:off x="684213" y="3071810"/>
            <a:ext cx="8459787" cy="3786190"/>
          </a:xfrm>
          <a:prstGeom prst="roundRect">
            <a:avLst>
              <a:gd name="adj" fmla="val 3984"/>
            </a:avLst>
          </a:prstGeom>
          <a:solidFill>
            <a:schemeClr val="accent1"/>
          </a:solidFill>
          <a:ln w="28575">
            <a:solidFill>
              <a:schemeClr val="accent2"/>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charset="-122"/>
              <a:cs typeface="+mn-cs"/>
            </a:endParaRPr>
          </a:p>
        </p:txBody>
      </p:sp>
      <p:sp>
        <p:nvSpPr>
          <p:cNvPr id="7" name="Text Box 7"/>
          <p:cNvSpPr txBox="1">
            <a:spLocks noChangeArrowheads="1"/>
          </p:cNvSpPr>
          <p:nvPr/>
        </p:nvSpPr>
        <p:spPr bwMode="auto">
          <a:xfrm>
            <a:off x="714348" y="3000372"/>
            <a:ext cx="8358214" cy="1289905"/>
          </a:xfrm>
          <a:prstGeom prst="rect">
            <a:avLst/>
          </a:prstGeom>
          <a:noFill/>
          <a:ln w="9525">
            <a:noFill/>
            <a:miter lim="800000"/>
            <a:headEnd/>
            <a:tailEnd/>
          </a:ln>
        </p:spPr>
        <p:txBody>
          <a:bodyPr wrap="square">
            <a:spAutoFit/>
          </a:bodyPr>
          <a:lstStyle/>
          <a:p>
            <a:pPr marL="514350" marR="0" lvl="0" indent="-514350" algn="l" defTabSz="914400" rtl="0" eaLnBrk="0" fontAlgn="base" latinLnBrk="0" hangingPunct="0">
              <a:lnSpc>
                <a:spcPct val="150000"/>
              </a:lnSpc>
              <a:spcBef>
                <a:spcPct val="0"/>
              </a:spcBef>
              <a:spcAft>
                <a:spcPct val="0"/>
              </a:spcAft>
              <a:buClrTx/>
              <a:buSzTx/>
              <a:buFont typeface="+mj-lt"/>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增广运算</a:t>
            </a: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和的秩</a:t>
            </a: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514350" marR="0" lvl="0" indent="-514350" algn="l" defTabSz="914400" rtl="0" eaLnBrk="0" fontAlgn="base" latinLnBrk="0" hangingPunct="0">
              <a:lnSpc>
                <a:spcPct val="150000"/>
              </a:lnSpc>
              <a:spcBef>
                <a:spcPct val="0"/>
              </a:spcBef>
              <a:spcAft>
                <a:spcPct val="0"/>
              </a:spcAft>
              <a:buClrTx/>
              <a:buSzTx/>
              <a:buFont typeface="+mj-ea"/>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积的秩</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Sylverster</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不等式</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endPar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8" name="Object 23"/>
          <p:cNvGraphicFramePr>
            <a:graphicFrameLocks noChangeAspect="1"/>
          </p:cNvGraphicFramePr>
          <p:nvPr/>
        </p:nvGraphicFramePr>
        <p:xfrm>
          <a:off x="2500298" y="3071810"/>
          <a:ext cx="4500593" cy="391930"/>
        </p:xfrm>
        <a:graphic>
          <a:graphicData uri="http://schemas.openxmlformats.org/presentationml/2006/ole">
            <mc:AlternateContent xmlns:mc="http://schemas.openxmlformats.org/markup-compatibility/2006">
              <mc:Choice xmlns:v="urn:schemas-microsoft-com:vml" Requires="v">
                <p:oleObj name="Equation" r:id="rId3" imgW="2768400" imgH="241200" progId="Equation.3">
                  <p:embed/>
                </p:oleObj>
              </mc:Choice>
              <mc:Fallback>
                <p:oleObj name="Equation" r:id="rId3" imgW="2768400" imgH="241200" progId="Equation.3">
                  <p:embed/>
                  <p:pic>
                    <p:nvPicPr>
                      <p:cNvPr id="8" name="Object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0298" y="3071810"/>
                        <a:ext cx="4500593" cy="39193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28"/>
          <p:cNvGraphicFramePr>
            <a:graphicFrameLocks noChangeAspect="1"/>
          </p:cNvGraphicFramePr>
          <p:nvPr/>
        </p:nvGraphicFramePr>
        <p:xfrm>
          <a:off x="4429124" y="3468691"/>
          <a:ext cx="2530069" cy="317499"/>
        </p:xfrm>
        <a:graphic>
          <a:graphicData uri="http://schemas.openxmlformats.org/presentationml/2006/ole">
            <mc:AlternateContent xmlns:mc="http://schemas.openxmlformats.org/markup-compatibility/2006">
              <mc:Choice xmlns:v="urn:schemas-microsoft-com:vml" Requires="v">
                <p:oleObj name="Equation" r:id="rId5" imgW="1625400" imgH="203040" progId="Equation.DSMT4">
                  <p:embed/>
                </p:oleObj>
              </mc:Choice>
              <mc:Fallback>
                <p:oleObj name="Equation" r:id="rId5" imgW="1625400" imgH="203040" progId="Equation.DSMT4">
                  <p:embed/>
                  <p:pic>
                    <p:nvPicPr>
                      <p:cNvPr id="9" name="Object 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29124" y="3468691"/>
                        <a:ext cx="2530069" cy="3174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28"/>
          <p:cNvGraphicFramePr>
            <a:graphicFrameLocks noChangeAspect="1"/>
          </p:cNvGraphicFramePr>
          <p:nvPr/>
        </p:nvGraphicFramePr>
        <p:xfrm>
          <a:off x="4071934" y="3929066"/>
          <a:ext cx="4643470" cy="349249"/>
        </p:xfrm>
        <a:graphic>
          <a:graphicData uri="http://schemas.openxmlformats.org/presentationml/2006/ole">
            <mc:AlternateContent xmlns:mc="http://schemas.openxmlformats.org/markup-compatibility/2006">
              <mc:Choice xmlns:v="urn:schemas-microsoft-com:vml" Requires="v">
                <p:oleObj name="Equation" r:id="rId7" imgW="3340080" imgH="228600" progId="Equation.3">
                  <p:embed/>
                </p:oleObj>
              </mc:Choice>
              <mc:Fallback>
                <p:oleObj name="Equation" r:id="rId7" imgW="3340080" imgH="228600" progId="Equation.3">
                  <p:embed/>
                  <p:pic>
                    <p:nvPicPr>
                      <p:cNvPr id="10" name="Object 2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71934" y="3929066"/>
                        <a:ext cx="4643470" cy="34924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09673" name="AutoShape 9"/>
          <p:cNvSpPr>
            <a:spLocks noChangeAspect="1" noChangeArrowheads="1" noTextEdit="1"/>
          </p:cNvSpPr>
          <p:nvPr/>
        </p:nvSpPr>
        <p:spPr bwMode="auto">
          <a:xfrm>
            <a:off x="531813" y="857232"/>
            <a:ext cx="8715375" cy="22002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78" name="Rectangle 14"/>
          <p:cNvSpPr>
            <a:spLocks noChangeArrowheads="1"/>
          </p:cNvSpPr>
          <p:nvPr/>
        </p:nvSpPr>
        <p:spPr bwMode="auto">
          <a:xfrm>
            <a:off x="5380038" y="1371582"/>
            <a:ext cx="3762375" cy="4191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79" name="Rectangle 15"/>
          <p:cNvSpPr>
            <a:spLocks noChangeArrowheads="1"/>
          </p:cNvSpPr>
          <p:nvPr/>
        </p:nvSpPr>
        <p:spPr bwMode="auto">
          <a:xfrm>
            <a:off x="5380038" y="1790682"/>
            <a:ext cx="3762375" cy="409575"/>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1" name="Rectangle 17"/>
          <p:cNvSpPr>
            <a:spLocks noChangeArrowheads="1"/>
          </p:cNvSpPr>
          <p:nvPr/>
        </p:nvSpPr>
        <p:spPr bwMode="auto">
          <a:xfrm>
            <a:off x="5380038" y="2200257"/>
            <a:ext cx="3762375" cy="38100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2" name="Rectangle 18"/>
          <p:cNvSpPr>
            <a:spLocks noChangeArrowheads="1"/>
          </p:cNvSpPr>
          <p:nvPr/>
        </p:nvSpPr>
        <p:spPr bwMode="auto">
          <a:xfrm>
            <a:off x="636588" y="2581257"/>
            <a:ext cx="8505825" cy="361950"/>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3" name="Rectangle 19"/>
          <p:cNvSpPr>
            <a:spLocks noChangeArrowheads="1"/>
          </p:cNvSpPr>
          <p:nvPr/>
        </p:nvSpPr>
        <p:spPr bwMode="auto">
          <a:xfrm>
            <a:off x="5370513" y="966770"/>
            <a:ext cx="28575" cy="16287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4" name="Rectangle 20"/>
          <p:cNvSpPr>
            <a:spLocks noChangeArrowheads="1"/>
          </p:cNvSpPr>
          <p:nvPr/>
        </p:nvSpPr>
        <p:spPr bwMode="auto">
          <a:xfrm>
            <a:off x="631826" y="1362057"/>
            <a:ext cx="852487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5" name="Rectangle 21"/>
          <p:cNvSpPr>
            <a:spLocks noChangeArrowheads="1"/>
          </p:cNvSpPr>
          <p:nvPr/>
        </p:nvSpPr>
        <p:spPr bwMode="auto">
          <a:xfrm>
            <a:off x="5375276" y="1781157"/>
            <a:ext cx="378142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6" name="Rectangle 22"/>
          <p:cNvSpPr>
            <a:spLocks noChangeArrowheads="1"/>
          </p:cNvSpPr>
          <p:nvPr/>
        </p:nvSpPr>
        <p:spPr bwMode="auto">
          <a:xfrm>
            <a:off x="631826" y="2190732"/>
            <a:ext cx="852487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7" name="Rectangle 23"/>
          <p:cNvSpPr>
            <a:spLocks noChangeArrowheads="1"/>
          </p:cNvSpPr>
          <p:nvPr/>
        </p:nvSpPr>
        <p:spPr bwMode="auto">
          <a:xfrm>
            <a:off x="631826" y="2571732"/>
            <a:ext cx="852487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8" name="Rectangle 24"/>
          <p:cNvSpPr>
            <a:spLocks noChangeArrowheads="1"/>
          </p:cNvSpPr>
          <p:nvPr/>
        </p:nvSpPr>
        <p:spPr bwMode="auto">
          <a:xfrm>
            <a:off x="627063" y="966770"/>
            <a:ext cx="28575" cy="200025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89" name="Rectangle 25"/>
          <p:cNvSpPr>
            <a:spLocks noChangeArrowheads="1"/>
          </p:cNvSpPr>
          <p:nvPr/>
        </p:nvSpPr>
        <p:spPr bwMode="auto">
          <a:xfrm>
            <a:off x="9132888" y="966770"/>
            <a:ext cx="28575" cy="2000250"/>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90" name="Rectangle 26"/>
          <p:cNvSpPr>
            <a:spLocks noChangeArrowheads="1"/>
          </p:cNvSpPr>
          <p:nvPr/>
        </p:nvSpPr>
        <p:spPr bwMode="auto">
          <a:xfrm>
            <a:off x="631826" y="962007"/>
            <a:ext cx="852487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09691" name="Rectangle 27"/>
          <p:cNvSpPr>
            <a:spLocks noChangeArrowheads="1"/>
          </p:cNvSpPr>
          <p:nvPr/>
        </p:nvSpPr>
        <p:spPr bwMode="auto">
          <a:xfrm>
            <a:off x="631826" y="2933682"/>
            <a:ext cx="8524875" cy="28575"/>
          </a:xfrm>
          <a:prstGeom prst="rect">
            <a:avLst/>
          </a:prstGeom>
          <a:solidFill>
            <a:srgbClr val="FFFFCC"/>
          </a:solidFill>
          <a:ln w="0" cap="flat">
            <a:solidFill>
              <a:srgbClr val="FFFFC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6" name="Text Box 7"/>
          <p:cNvSpPr txBox="1">
            <a:spLocks noChangeArrowheads="1"/>
          </p:cNvSpPr>
          <p:nvPr/>
        </p:nvSpPr>
        <p:spPr bwMode="auto">
          <a:xfrm>
            <a:off x="785786" y="4214818"/>
            <a:ext cx="7786742" cy="3108543"/>
          </a:xfrm>
          <a:prstGeom prst="rect">
            <a:avLst/>
          </a:prstGeom>
          <a:noFill/>
          <a:ln w="9525">
            <a:noFill/>
            <a:miter lim="800000"/>
            <a:headEnd/>
            <a:tailEnd/>
          </a:ln>
        </p:spPr>
        <p:txBody>
          <a:bodyPr wrap="square">
            <a:spAutoFit/>
          </a:bodyPr>
          <a:lstStyle/>
          <a:p>
            <a:pPr marL="342900" marR="0" lvl="0" indent="-342900" algn="l" defTabSz="914400" rtl="0" eaLnBrk="0" fontAlgn="base" latinLnBrk="0" hangingPunct="0">
              <a:lnSpc>
                <a:spcPct val="150000"/>
              </a:lnSpc>
              <a:spcBef>
                <a:spcPct val="0"/>
              </a:spcBef>
              <a:spcAft>
                <a:spcPct val="0"/>
              </a:spcAft>
              <a:buClrTx/>
              <a:buSzTx/>
              <a:buFont typeface="+mj-ea"/>
              <a:buAutoNum type="circleNumDbPlain"/>
              <a:tabLst/>
              <a:defRPr/>
            </a:pP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m×n</a:t>
            </a: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B</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n×k</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O</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6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B</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的列向量都是</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AX=O</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的解</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R(A)+R(B)</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 </a:t>
            </a:r>
          </a:p>
          <a:p>
            <a:pPr marL="989013" marR="0" lvl="0" indent="-989013" algn="l" defTabSz="914400" rtl="0" eaLnBrk="0" fontAlgn="base" latinLnBrk="0" hangingPunct="0">
              <a:lnSpc>
                <a:spcPct val="150000"/>
              </a:lnSpc>
              <a:spcBef>
                <a:spcPct val="0"/>
              </a:spcBef>
              <a:spcAft>
                <a:spcPct val="0"/>
              </a:spcAft>
              <a:buClrTx/>
              <a:buSzTx/>
              <a:buFont typeface="+mj-lt"/>
              <a:buAutoNum type="alphaLcParenR"/>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为列满秩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 （ B</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a:t>
            </a:r>
          </a:p>
          <a:p>
            <a:pPr marL="989013" marR="0" lvl="0" indent="-989013" algn="l" defTabSz="914400" rtl="0" eaLnBrk="0" fontAlgn="base" latinLnBrk="0" hangingPunct="0">
              <a:lnSpc>
                <a:spcPct val="150000"/>
              </a:lnSpc>
              <a:spcBef>
                <a:spcPct val="0"/>
              </a:spcBef>
              <a:spcAft>
                <a:spcPct val="0"/>
              </a:spcAft>
              <a:buClrTx/>
              <a:buSzTx/>
              <a:buFontTx/>
              <a:buNone/>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若</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为行满秩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 （ A</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0）</a:t>
            </a:r>
          </a:p>
          <a:p>
            <a:pPr marL="989013" marR="0" lvl="0" indent="-989013" algn="l" defTabSz="914400" rtl="0" eaLnBrk="0" fontAlgn="base" latinLnBrk="0" hangingPunct="0">
              <a:lnSpc>
                <a:spcPct val="150000"/>
              </a:lnSpc>
              <a:spcBef>
                <a:spcPct val="0"/>
              </a:spcBef>
              <a:spcAft>
                <a:spcPct val="0"/>
              </a:spcAft>
              <a:buClrTx/>
              <a:buSzTx/>
              <a:buFont typeface="+mj-lt"/>
              <a:buAutoNum type="alphaLcParenR" startAt="2"/>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若</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和</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B</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都是非零阵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 AX=O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有非零解</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endParaRPr>
          </a:p>
          <a:p>
            <a:pPr marL="989013" marR="0" lvl="0" indent="-989013" algn="l" defTabSz="914400" rtl="0" eaLnBrk="0" fontAlgn="base" latinLnBrk="0" hangingPunct="0">
              <a:lnSpc>
                <a:spcPct val="150000"/>
              </a:lnSpc>
              <a:spcBef>
                <a:spcPct val="0"/>
              </a:spcBef>
              <a:spcAft>
                <a:spcPct val="0"/>
              </a:spcAft>
              <a:buClrTx/>
              <a:buSzTx/>
              <a:buFontTx/>
              <a:buNone/>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                                               </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的列向量线性相关，</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B</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的行向量线性相关</a:t>
            </a: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342900" marR="0" lvl="0" indent="-342900" algn="l" defTabSz="914400" rtl="0" eaLnBrk="0" fontAlgn="base" latinLnBrk="0" hangingPunct="0">
              <a:lnSpc>
                <a:spcPct val="100000"/>
              </a:lnSpc>
              <a:spcBef>
                <a:spcPct val="0"/>
              </a:spcBef>
              <a:spcAft>
                <a:spcPct val="0"/>
              </a:spcAft>
              <a:buClrTx/>
              <a:buSzTx/>
              <a:buFont typeface="+mj-ea"/>
              <a:buAutoNum type="circleNumDbPlain" startAt="2"/>
              <a:tabLst/>
              <a:defRPr/>
            </a:pP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m×n</a:t>
            </a: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B</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n×k</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C</a:t>
            </a:r>
            <a:r>
              <a:rPr kumimoji="1" lang="en-US" altLang="zh-CN" sz="16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m×k</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为列满秩，</a:t>
            </a:r>
            <a:r>
              <a:rPr kumimoji="1" lang="en-US" altLang="zh-CN" sz="2400" b="1" i="0" u="none" strike="noStrike" kern="1200" cap="none" spc="0" normalizeH="0" baseline="0" noProof="0" dirty="0">
                <a:ln>
                  <a:noFill/>
                </a:ln>
                <a:solidFill>
                  <a:srgbClr val="010199">
                    <a:lumMod val="75000"/>
                  </a:srgbClr>
                </a:solidFill>
                <a:effectLst/>
                <a:uLnTx/>
                <a:uFillTx/>
                <a:latin typeface="黑体"/>
                <a:ea typeface="黑体"/>
                <a:cs typeface="+mn-cs"/>
                <a:sym typeface="Wingdings"/>
              </a:rPr>
              <a:t>▊</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R(B)</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R(C)；</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05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为行满秩，</a:t>
            </a:r>
            <a:r>
              <a:rPr kumimoji="1" lang="en-US" altLang="zh-CN" sz="2800" b="1" i="0" u="none" strike="noStrike" kern="1200" cap="none" spc="0" normalizeH="0" baseline="0" noProof="0" dirty="0">
                <a:ln>
                  <a:noFill/>
                </a:ln>
                <a:solidFill>
                  <a:srgbClr val="010199">
                    <a:lumMod val="75000"/>
                  </a:srgbClr>
                </a:solidFill>
                <a:effectLst/>
                <a:uLnTx/>
                <a:uFillTx/>
                <a:latin typeface="黑体"/>
                <a:ea typeface="黑体"/>
                <a:cs typeface="+mn-cs"/>
                <a:sym typeface="Wingdings"/>
              </a:rPr>
              <a:t>▅</a:t>
            </a:r>
            <a:r>
              <a:rPr kumimoji="1" lang="zh-CN" altLang="en-US"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R(A)</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R(C).</a:t>
            </a:r>
          </a:p>
          <a:p>
            <a:pPr marL="342900" marR="0" lvl="0" indent="-342900" algn="l" defTabSz="914400" rtl="0" eaLnBrk="0" fontAlgn="base" latinLnBrk="0" hangingPunct="0">
              <a:lnSpc>
                <a:spcPct val="150000"/>
              </a:lnSpc>
              <a:spcBef>
                <a:spcPct val="0"/>
              </a:spcBef>
              <a:spcAft>
                <a:spcPct val="0"/>
              </a:spcAft>
              <a:buClrTx/>
              <a:buSzTx/>
              <a:buFontTx/>
              <a:buNone/>
              <a:tabLst/>
              <a:defRPr/>
            </a:pPr>
            <a:endParaRPr kumimoji="1" lang="en-US" altLang="zh-CN" sz="16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p:txBody>
      </p:sp>
      <p:sp>
        <p:nvSpPr>
          <p:cNvPr id="2" name="Rectangle 5">
            <a:extLst>
              <a:ext uri="{FF2B5EF4-FFF2-40B4-BE49-F238E27FC236}">
                <a16:creationId xmlns:a16="http://schemas.microsoft.com/office/drawing/2014/main" id="{DD50D4A5-E736-D8F9-B285-17F1A9B890AC}"/>
              </a:ext>
            </a:extLst>
          </p:cNvPr>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9"/>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4-3 </a:t>
            </a:r>
            <a:r>
              <a:rPr kumimoji="1" lang="zh-CN" altLang="en-US" sz="44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向量组的秩</a:t>
            </a:r>
            <a:endParaRPr kumimoji="1" lang="zh-CN" altLang="en-US" sz="4400" b="1" i="0" u="none" strike="noStrike" kern="10" cap="none" spc="0" normalizeH="0" baseline="0" noProof="0" dirty="0">
              <a:ln w="76200">
                <a:solidFill>
                  <a:srgbClr val="FFC000"/>
                </a:solidFill>
                <a:round/>
                <a:headEnd/>
                <a:tailEnd/>
              </a:ln>
              <a:blipFill>
                <a:blip r:embed="rId9"/>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1009678"/>
                                        </p:tgtEl>
                                      </p:cBhvr>
                                    </p:animEffect>
                                    <p:set>
                                      <p:cBhvr>
                                        <p:cTn id="7" dur="1" fill="hold">
                                          <p:stCondLst>
                                            <p:cond delay="499"/>
                                          </p:stCondLst>
                                        </p:cTn>
                                        <p:tgtEl>
                                          <p:spTgt spid="1009678"/>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8" fill="hold" grpId="0" nodeType="clickEffect">
                                  <p:stCondLst>
                                    <p:cond delay="0"/>
                                  </p:stCondLst>
                                  <p:childTnLst>
                                    <p:animEffect transition="out" filter="wipe(left)">
                                      <p:cBhvr>
                                        <p:cTn id="11" dur="500"/>
                                        <p:tgtEl>
                                          <p:spTgt spid="1009679"/>
                                        </p:tgtEl>
                                      </p:cBhvr>
                                    </p:animEffect>
                                    <p:set>
                                      <p:cBhvr>
                                        <p:cTn id="12" dur="1" fill="hold">
                                          <p:stCondLst>
                                            <p:cond delay="499"/>
                                          </p:stCondLst>
                                        </p:cTn>
                                        <p:tgtEl>
                                          <p:spTgt spid="1009679"/>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500"/>
                                        <p:tgtEl>
                                          <p:spTgt spid="1009681"/>
                                        </p:tgtEl>
                                      </p:cBhvr>
                                    </p:animEffect>
                                    <p:set>
                                      <p:cBhvr>
                                        <p:cTn id="17" dur="1" fill="hold">
                                          <p:stCondLst>
                                            <p:cond delay="499"/>
                                          </p:stCondLst>
                                        </p:cTn>
                                        <p:tgtEl>
                                          <p:spTgt spid="1009681"/>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8" fill="hold" grpId="0" nodeType="clickEffect">
                                  <p:stCondLst>
                                    <p:cond delay="0"/>
                                  </p:stCondLst>
                                  <p:childTnLst>
                                    <p:animEffect transition="out" filter="wipe(left)">
                                      <p:cBhvr>
                                        <p:cTn id="21" dur="500"/>
                                        <p:tgtEl>
                                          <p:spTgt spid="1009682"/>
                                        </p:tgtEl>
                                      </p:cBhvr>
                                    </p:animEffect>
                                    <p:set>
                                      <p:cBhvr>
                                        <p:cTn id="22" dur="1" fill="hold">
                                          <p:stCondLst>
                                            <p:cond delay="499"/>
                                          </p:stCondLst>
                                        </p:cTn>
                                        <p:tgtEl>
                                          <p:spTgt spid="100968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par>
                                <p:cTn id="28" presetID="22" presetClass="entr" presetSubtype="8" fill="hold" nodeType="withEffect">
                                  <p:stCondLst>
                                    <p:cond delay="0"/>
                                  </p:stCondLst>
                                  <p:childTnLst>
                                    <p:set>
                                      <p:cBhvr>
                                        <p:cTn id="29" dur="1" fill="hold">
                                          <p:stCondLst>
                                            <p:cond delay="0"/>
                                          </p:stCondLst>
                                        </p:cTn>
                                        <p:tgtEl>
                                          <p:spTgt spid="7">
                                            <p:txEl>
                                              <p:pRg st="0" end="0"/>
                                            </p:txEl>
                                          </p:spTgt>
                                        </p:tgtEl>
                                        <p:attrNameLst>
                                          <p:attrName>style.visibility</p:attrName>
                                        </p:attrNameLst>
                                      </p:cBhvr>
                                      <p:to>
                                        <p:strVal val="visible"/>
                                      </p:to>
                                    </p:set>
                                    <p:animEffect transition="in" filter="wipe(left)">
                                      <p:cBhvr>
                                        <p:cTn id="30" dur="500"/>
                                        <p:tgtEl>
                                          <p:spTgt spid="7">
                                            <p:txEl>
                                              <p:pRg st="0" end="0"/>
                                            </p:txEl>
                                          </p:spTgt>
                                        </p:tgtEl>
                                      </p:cBhvr>
                                    </p:animEffect>
                                  </p:childTnLst>
                                </p:cTn>
                              </p:par>
                              <p:par>
                                <p:cTn id="31" presetID="22" presetClass="entr" presetSubtype="8"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left)">
                                      <p:cBhvr>
                                        <p:cTn id="33" dur="5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7">
                                            <p:txEl>
                                              <p:pRg st="1" end="1"/>
                                            </p:txEl>
                                          </p:spTgt>
                                        </p:tgtEl>
                                        <p:attrNameLst>
                                          <p:attrName>style.visibility</p:attrName>
                                        </p:attrNameLst>
                                      </p:cBhvr>
                                      <p:to>
                                        <p:strVal val="visible"/>
                                      </p:to>
                                    </p:set>
                                    <p:animEffect transition="in" filter="wipe(left)">
                                      <p:cBhvr>
                                        <p:cTn id="38" dur="500"/>
                                        <p:tgtEl>
                                          <p:spTgt spid="7">
                                            <p:txEl>
                                              <p:pRg st="1" end="1"/>
                                            </p:txEl>
                                          </p:spTgt>
                                        </p:tgtEl>
                                      </p:cBhvr>
                                    </p:animEffect>
                                  </p:childTnLst>
                                </p:cTn>
                              </p:par>
                              <p:par>
                                <p:cTn id="39" presetID="22" presetClass="entr" presetSubtype="8" fill="hold" nodeType="with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wipe(left)">
                                      <p:cBhvr>
                                        <p:cTn id="41" dur="500"/>
                                        <p:tgtEl>
                                          <p:spTgt spid="9"/>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
                                            <p:txEl>
                                              <p:pRg st="2" end="2"/>
                                            </p:txEl>
                                          </p:spTgt>
                                        </p:tgtEl>
                                        <p:attrNameLst>
                                          <p:attrName>style.visibility</p:attrName>
                                        </p:attrNameLst>
                                      </p:cBhvr>
                                      <p:to>
                                        <p:strVal val="visible"/>
                                      </p:to>
                                    </p:set>
                                    <p:animEffect transition="in" filter="wipe(left)">
                                      <p:cBhvr>
                                        <p:cTn id="46" dur="500"/>
                                        <p:tgtEl>
                                          <p:spTgt spid="7">
                                            <p:txEl>
                                              <p:pRg st="2" end="2"/>
                                            </p:txEl>
                                          </p:spTgt>
                                        </p:tgtEl>
                                      </p:cBhvr>
                                    </p:animEffect>
                                  </p:childTnLst>
                                </p:cTn>
                              </p:par>
                              <p:par>
                                <p:cTn id="47" presetID="22" presetClass="entr" presetSubtype="8" fill="hold" nodeType="with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wipe(left)">
                                      <p:cBhvr>
                                        <p:cTn id="49" dur="500"/>
                                        <p:tgtEl>
                                          <p:spTgt spid="10"/>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26">
                                            <p:txEl>
                                              <p:pRg st="0" end="0"/>
                                            </p:txEl>
                                          </p:spTgt>
                                        </p:tgtEl>
                                        <p:attrNameLst>
                                          <p:attrName>style.visibility</p:attrName>
                                        </p:attrNameLst>
                                      </p:cBhvr>
                                      <p:to>
                                        <p:strVal val="visible"/>
                                      </p:to>
                                    </p:set>
                                    <p:animEffect transition="in" filter="wipe(left)">
                                      <p:cBhvr>
                                        <p:cTn id="54" dur="500"/>
                                        <p:tgtEl>
                                          <p:spTgt spid="26">
                                            <p:txEl>
                                              <p:pRg st="0" end="0"/>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nodeType="clickEffect">
                                  <p:stCondLst>
                                    <p:cond delay="0"/>
                                  </p:stCondLst>
                                  <p:childTnLst>
                                    <p:set>
                                      <p:cBhvr>
                                        <p:cTn id="58" dur="1" fill="hold">
                                          <p:stCondLst>
                                            <p:cond delay="0"/>
                                          </p:stCondLst>
                                        </p:cTn>
                                        <p:tgtEl>
                                          <p:spTgt spid="26">
                                            <p:txEl>
                                              <p:pRg st="1" end="1"/>
                                            </p:txEl>
                                          </p:spTgt>
                                        </p:tgtEl>
                                        <p:attrNameLst>
                                          <p:attrName>style.visibility</p:attrName>
                                        </p:attrNameLst>
                                      </p:cBhvr>
                                      <p:to>
                                        <p:strVal val="visible"/>
                                      </p:to>
                                    </p:set>
                                    <p:animEffect transition="in" filter="wipe(left)">
                                      <p:cBhvr>
                                        <p:cTn id="59" dur="500"/>
                                        <p:tgtEl>
                                          <p:spTgt spid="26">
                                            <p:txEl>
                                              <p:pRg st="1" end="1"/>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26">
                                            <p:txEl>
                                              <p:pRg st="2" end="2"/>
                                            </p:txEl>
                                          </p:spTgt>
                                        </p:tgtEl>
                                        <p:attrNameLst>
                                          <p:attrName>style.visibility</p:attrName>
                                        </p:attrNameLst>
                                      </p:cBhvr>
                                      <p:to>
                                        <p:strVal val="visible"/>
                                      </p:to>
                                    </p:set>
                                    <p:animEffect transition="in" filter="wipe(left)">
                                      <p:cBhvr>
                                        <p:cTn id="64" dur="500"/>
                                        <p:tgtEl>
                                          <p:spTgt spid="26">
                                            <p:txEl>
                                              <p:pRg st="2" end="2"/>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nodeType="clickEffect">
                                  <p:stCondLst>
                                    <p:cond delay="0"/>
                                  </p:stCondLst>
                                  <p:childTnLst>
                                    <p:set>
                                      <p:cBhvr>
                                        <p:cTn id="68" dur="1" fill="hold">
                                          <p:stCondLst>
                                            <p:cond delay="0"/>
                                          </p:stCondLst>
                                        </p:cTn>
                                        <p:tgtEl>
                                          <p:spTgt spid="26">
                                            <p:txEl>
                                              <p:pRg st="3" end="3"/>
                                            </p:txEl>
                                          </p:spTgt>
                                        </p:tgtEl>
                                        <p:attrNameLst>
                                          <p:attrName>style.visibility</p:attrName>
                                        </p:attrNameLst>
                                      </p:cBhvr>
                                      <p:to>
                                        <p:strVal val="visible"/>
                                      </p:to>
                                    </p:set>
                                    <p:animEffect transition="in" filter="wipe(left)">
                                      <p:cBhvr>
                                        <p:cTn id="69" dur="500"/>
                                        <p:tgtEl>
                                          <p:spTgt spid="26">
                                            <p:txEl>
                                              <p:pRg st="3" end="3"/>
                                            </p:txEl>
                                          </p:spTgt>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6">
                                            <p:txEl>
                                              <p:pRg st="4" end="4"/>
                                            </p:txEl>
                                          </p:spTgt>
                                        </p:tgtEl>
                                        <p:attrNameLst>
                                          <p:attrName>style.visibility</p:attrName>
                                        </p:attrNameLst>
                                      </p:cBhvr>
                                      <p:to>
                                        <p:strVal val="visible"/>
                                      </p:to>
                                    </p:set>
                                    <p:animEffect transition="in" filter="wipe(left)">
                                      <p:cBhvr>
                                        <p:cTn id="74" dur="500"/>
                                        <p:tgtEl>
                                          <p:spTgt spid="26">
                                            <p:txEl>
                                              <p:pRg st="4" end="4"/>
                                            </p:txEl>
                                          </p:spTgt>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26">
                                            <p:txEl>
                                              <p:pRg st="5" end="5"/>
                                            </p:txEl>
                                          </p:spTgt>
                                        </p:tgtEl>
                                        <p:attrNameLst>
                                          <p:attrName>style.visibility</p:attrName>
                                        </p:attrNameLst>
                                      </p:cBhvr>
                                      <p:to>
                                        <p:strVal val="visible"/>
                                      </p:to>
                                    </p:set>
                                    <p:animEffect transition="in" filter="wipe(left)">
                                      <p:cBhvr>
                                        <p:cTn id="79" dur="500"/>
                                        <p:tgtEl>
                                          <p:spTgt spid="26">
                                            <p:txEl>
                                              <p:pRg st="5" end="5"/>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26">
                                            <p:txEl>
                                              <p:pRg st="6" end="6"/>
                                            </p:txEl>
                                          </p:spTgt>
                                        </p:tgtEl>
                                        <p:attrNameLst>
                                          <p:attrName>style.visibility</p:attrName>
                                        </p:attrNameLst>
                                      </p:cBhvr>
                                      <p:to>
                                        <p:strVal val="visible"/>
                                      </p:to>
                                    </p:set>
                                    <p:animEffect transition="in" filter="wipe(left)">
                                      <p:cBhvr>
                                        <p:cTn id="84" dur="500"/>
                                        <p:tgtEl>
                                          <p:spTgt spid="2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09678" grpId="0" animBg="1"/>
      <p:bldP spid="1009679" grpId="0" animBg="1"/>
      <p:bldP spid="1009681" grpId="0" animBg="1"/>
      <p:bldP spid="1009682"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bwMode="auto">
          <a:xfrm>
            <a:off x="571472" y="2502984"/>
            <a:ext cx="8572528" cy="3357562"/>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43" name="Text Box 1071"/>
          <p:cNvSpPr txBox="1">
            <a:spLocks noChangeArrowheads="1"/>
          </p:cNvSpPr>
          <p:nvPr/>
        </p:nvSpPr>
        <p:spPr bwMode="auto">
          <a:xfrm>
            <a:off x="500034" y="4681847"/>
            <a:ext cx="9501254" cy="461665"/>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zh-CN" altLang="en-US"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         为          的解，</a:t>
            </a:r>
            <a:r>
              <a:rPr kumimoji="1" lang="en-US" altLang="zh-CN"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k</a:t>
            </a:r>
            <a:r>
              <a:rPr kumimoji="1" lang="zh-CN" altLang="en-US"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为实数，则　　　  也是          的解．</a:t>
            </a:r>
          </a:p>
        </p:txBody>
      </p:sp>
      <p:sp>
        <p:nvSpPr>
          <p:cNvPr id="3" name="Rectangle 5"/>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4-4 </a:t>
            </a:r>
            <a:r>
              <a:rPr lang="zh-CN" altLang="en-US" sz="44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齐次方程组</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AX=O</a:t>
            </a: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解的结构 </a:t>
            </a:r>
          </a:p>
        </p:txBody>
      </p:sp>
      <p:sp>
        <p:nvSpPr>
          <p:cNvPr id="4" name="Rectangle 78"/>
          <p:cNvSpPr>
            <a:spLocks noChangeArrowheads="1"/>
          </p:cNvSpPr>
          <p:nvPr/>
        </p:nvSpPr>
        <p:spPr bwMode="auto">
          <a:xfrm>
            <a:off x="571472" y="785794"/>
            <a:ext cx="8602696" cy="1589082"/>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解向量：任意解写成列向量的形式，记为</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ξ</a:t>
            </a:r>
            <a:r>
              <a:rPr kumimoji="1" lang="en-US" altLang="zh-CN" sz="2400" b="0"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2</a:t>
            </a:r>
          </a:p>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解    集：全体解向量所组成的集合，记为</a:t>
            </a: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S={</a:t>
            </a:r>
            <a:r>
              <a:rPr kumimoji="1" lang="en-US" altLang="zh-CN" sz="2400" b="0"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rPr>
              <a:t>i</a:t>
            </a: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a:p>
            <a:pPr marL="2057400" marR="0" lvl="0" indent="-205740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解空间：因</a:t>
            </a: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S</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对于加法和数乘运算是封闭的，也称 解空间。</a:t>
            </a:r>
          </a:p>
          <a:p>
            <a:pPr marL="0" marR="0" lvl="0" indent="0" algn="l" defTabSz="914400" rtl="0" eaLnBrk="1" fontAlgn="base" latinLnBrk="0" hangingPunct="1">
              <a:lnSpc>
                <a:spcPct val="150000"/>
              </a:lnSpc>
              <a:spcBef>
                <a:spcPct val="0"/>
              </a:spcBef>
              <a:spcAft>
                <a:spcPct val="0"/>
              </a:spcAft>
              <a:buClrTx/>
              <a:buSzTx/>
              <a:buFontTx/>
              <a:buNone/>
              <a:tabLst/>
              <a:defRPr/>
            </a:pPr>
            <a:endPar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7" name="Rectangle 1026"/>
          <p:cNvSpPr>
            <a:spLocks noChangeArrowheads="1"/>
          </p:cNvSpPr>
          <p:nvPr/>
        </p:nvSpPr>
        <p:spPr bwMode="auto">
          <a:xfrm>
            <a:off x="571472" y="2541385"/>
            <a:ext cx="3714776" cy="461665"/>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AX=O</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解向量的性质：</a:t>
            </a:r>
          </a:p>
        </p:txBody>
      </p:sp>
      <p:sp>
        <p:nvSpPr>
          <p:cNvPr id="28" name="Text Box 1028"/>
          <p:cNvSpPr txBox="1">
            <a:spLocks noChangeArrowheads="1"/>
          </p:cNvSpPr>
          <p:nvPr/>
        </p:nvSpPr>
        <p:spPr bwMode="auto">
          <a:xfrm>
            <a:off x="500066" y="3021540"/>
            <a:ext cx="9286908" cy="830997"/>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zh-CN" altLang="en-US"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                  为          的解，则               也是           的解</a:t>
            </a:r>
            <a:r>
              <a:rPr kumimoji="1" lang="en-US" altLang="zh-CN"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29" name="Object 1029"/>
          <p:cNvGraphicFramePr>
            <a:graphicFrameLocks noChangeAspect="1"/>
          </p:cNvGraphicFramePr>
          <p:nvPr/>
        </p:nvGraphicFramePr>
        <p:xfrm>
          <a:off x="1392198" y="3067760"/>
          <a:ext cx="1392238" cy="345397"/>
        </p:xfrm>
        <a:graphic>
          <a:graphicData uri="http://schemas.openxmlformats.org/presentationml/2006/ole">
            <mc:AlternateContent xmlns:mc="http://schemas.openxmlformats.org/markup-compatibility/2006">
              <mc:Choice xmlns:v="urn:schemas-microsoft-com:vml" Requires="v">
                <p:oleObj name="Equation" r:id="rId4" imgW="1930320" imgH="419040" progId="Equation.3">
                  <p:embed/>
                </p:oleObj>
              </mc:Choice>
              <mc:Fallback>
                <p:oleObj name="Equation" r:id="rId4" imgW="1930320" imgH="419040" progId="Equation.3">
                  <p:embed/>
                  <p:pic>
                    <p:nvPicPr>
                      <p:cNvPr id="29" name="Object 10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92198" y="3067760"/>
                        <a:ext cx="1392238" cy="34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1030"/>
          <p:cNvGraphicFramePr>
            <a:graphicFrameLocks noChangeAspect="1"/>
          </p:cNvGraphicFramePr>
          <p:nvPr/>
        </p:nvGraphicFramePr>
        <p:xfrm>
          <a:off x="3213714" y="3074740"/>
          <a:ext cx="929658" cy="378106"/>
        </p:xfrm>
        <a:graphic>
          <a:graphicData uri="http://schemas.openxmlformats.org/presentationml/2006/ole">
            <mc:AlternateContent xmlns:mc="http://schemas.openxmlformats.org/markup-compatibility/2006">
              <mc:Choice xmlns:v="urn:schemas-microsoft-com:vml" Requires="v">
                <p:oleObj name="公式" r:id="rId6" imgW="469800" imgH="177480" progId="Equation.3">
                  <p:embed/>
                </p:oleObj>
              </mc:Choice>
              <mc:Fallback>
                <p:oleObj name="公式" r:id="rId6" imgW="469800" imgH="177480" progId="Equation.3">
                  <p:embed/>
                  <p:pic>
                    <p:nvPicPr>
                      <p:cNvPr id="30" name="Object 10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13714" y="3074740"/>
                        <a:ext cx="929658" cy="3781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1031"/>
          <p:cNvGraphicFramePr>
            <a:graphicFrameLocks noChangeAspect="1"/>
          </p:cNvGraphicFramePr>
          <p:nvPr/>
        </p:nvGraphicFramePr>
        <p:xfrm>
          <a:off x="5453881" y="3067760"/>
          <a:ext cx="1259644" cy="345397"/>
        </p:xfrm>
        <a:graphic>
          <a:graphicData uri="http://schemas.openxmlformats.org/presentationml/2006/ole">
            <mc:AlternateContent xmlns:mc="http://schemas.openxmlformats.org/markup-compatibility/2006">
              <mc:Choice xmlns:v="urn:schemas-microsoft-com:vml" Requires="v">
                <p:oleObj name="Equation" r:id="rId8" imgW="1549080" imgH="419040" progId="Equation.3">
                  <p:embed/>
                </p:oleObj>
              </mc:Choice>
              <mc:Fallback>
                <p:oleObj name="Equation" r:id="rId8" imgW="1549080" imgH="419040" progId="Equation.3">
                  <p:embed/>
                  <p:pic>
                    <p:nvPicPr>
                      <p:cNvPr id="31" name="Object 10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53881" y="3067760"/>
                        <a:ext cx="1259644" cy="34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1056"/>
          <p:cNvSpPr txBox="1">
            <a:spLocks noChangeArrowheads="1"/>
          </p:cNvSpPr>
          <p:nvPr/>
        </p:nvSpPr>
        <p:spPr bwMode="auto">
          <a:xfrm>
            <a:off x="648463" y="3603072"/>
            <a:ext cx="994579" cy="400110"/>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p>
        </p:txBody>
      </p:sp>
      <p:graphicFrame>
        <p:nvGraphicFramePr>
          <p:cNvPr id="33" name="Object 1057"/>
          <p:cNvGraphicFramePr>
            <a:graphicFrameLocks noChangeAspect="1"/>
          </p:cNvGraphicFramePr>
          <p:nvPr/>
        </p:nvGraphicFramePr>
        <p:xfrm>
          <a:off x="5028472" y="3554427"/>
          <a:ext cx="4044122" cy="448755"/>
        </p:xfrm>
        <a:graphic>
          <a:graphicData uri="http://schemas.openxmlformats.org/presentationml/2006/ole">
            <mc:AlternateContent xmlns:mc="http://schemas.openxmlformats.org/markup-compatibility/2006">
              <mc:Choice xmlns:v="urn:schemas-microsoft-com:vml" Requires="v">
                <p:oleObj name="公式" r:id="rId10" imgW="1790640" imgH="215640" progId="Equation.3">
                  <p:embed/>
                </p:oleObj>
              </mc:Choice>
              <mc:Fallback>
                <p:oleObj name="公式" r:id="rId10" imgW="1790640" imgH="215640" progId="Equation.3">
                  <p:embed/>
                  <p:pic>
                    <p:nvPicPr>
                      <p:cNvPr id="33" name="Object 105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8472" y="3554427"/>
                        <a:ext cx="4044122" cy="44875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 name="Object 1058"/>
          <p:cNvGraphicFramePr>
            <a:graphicFrameLocks noChangeAspect="1"/>
          </p:cNvGraphicFramePr>
          <p:nvPr/>
        </p:nvGraphicFramePr>
        <p:xfrm>
          <a:off x="1654930" y="3529391"/>
          <a:ext cx="2917070" cy="457915"/>
        </p:xfrm>
        <a:graphic>
          <a:graphicData uri="http://schemas.openxmlformats.org/presentationml/2006/ole">
            <mc:AlternateContent xmlns:mc="http://schemas.openxmlformats.org/markup-compatibility/2006">
              <mc:Choice xmlns:v="urn:schemas-microsoft-com:vml" Requires="v">
                <p:oleObj name="公式" r:id="rId12" imgW="1218960" imgH="215640" progId="Equation.3">
                  <p:embed/>
                </p:oleObj>
              </mc:Choice>
              <mc:Fallback>
                <p:oleObj name="公式" r:id="rId12" imgW="1218960" imgH="215640" progId="Equation.3">
                  <p:embed/>
                  <p:pic>
                    <p:nvPicPr>
                      <p:cNvPr id="34" name="Object 105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54930" y="3529391"/>
                        <a:ext cx="2917070" cy="45791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5" name="Object 1059"/>
          <p:cNvGraphicFramePr>
            <a:graphicFrameLocks noChangeAspect="1"/>
          </p:cNvGraphicFramePr>
          <p:nvPr/>
        </p:nvGraphicFramePr>
        <p:xfrm>
          <a:off x="1535261" y="4074621"/>
          <a:ext cx="4894127" cy="500066"/>
        </p:xfrm>
        <a:graphic>
          <a:graphicData uri="http://schemas.openxmlformats.org/presentationml/2006/ole">
            <mc:AlternateContent xmlns:mc="http://schemas.openxmlformats.org/markup-compatibility/2006">
              <mc:Choice xmlns:v="urn:schemas-microsoft-com:vml" Requires="v">
                <p:oleObj name="Equation" r:id="rId14" imgW="1993680" imgH="228600" progId="Equation.DSMT4">
                  <p:embed/>
                </p:oleObj>
              </mc:Choice>
              <mc:Fallback>
                <p:oleObj name="Equation" r:id="rId14" imgW="1993680" imgH="228600" progId="Equation.DSMT4">
                  <p:embed/>
                  <p:pic>
                    <p:nvPicPr>
                      <p:cNvPr id="35" name="Object 105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35261" y="4074621"/>
                        <a:ext cx="4894127"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Rectangle 1077"/>
          <p:cNvSpPr>
            <a:spLocks noChangeArrowheads="1"/>
          </p:cNvSpPr>
          <p:nvPr/>
        </p:nvSpPr>
        <p:spPr bwMode="auto">
          <a:xfrm>
            <a:off x="648463" y="5224978"/>
            <a:ext cx="994579" cy="400110"/>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0"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p>
        </p:txBody>
      </p:sp>
      <p:graphicFrame>
        <p:nvGraphicFramePr>
          <p:cNvPr id="37" name="Object 1078"/>
          <p:cNvGraphicFramePr>
            <a:graphicFrameLocks noChangeAspect="1"/>
          </p:cNvGraphicFramePr>
          <p:nvPr/>
        </p:nvGraphicFramePr>
        <p:xfrm>
          <a:off x="1896538" y="5334192"/>
          <a:ext cx="2286496" cy="345397"/>
        </p:xfrm>
        <a:graphic>
          <a:graphicData uri="http://schemas.openxmlformats.org/presentationml/2006/ole">
            <mc:AlternateContent xmlns:mc="http://schemas.openxmlformats.org/markup-compatibility/2006">
              <mc:Choice xmlns:v="urn:schemas-microsoft-com:vml" Requires="v">
                <p:oleObj name="Equation" r:id="rId16" imgW="2463480" imgH="419040" progId="Equation.3">
                  <p:embed/>
                </p:oleObj>
              </mc:Choice>
              <mc:Fallback>
                <p:oleObj name="Equation" r:id="rId16" imgW="2463480" imgH="419040" progId="Equation.3">
                  <p:embed/>
                  <p:pic>
                    <p:nvPicPr>
                      <p:cNvPr id="37" name="Object 107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96538" y="5334192"/>
                        <a:ext cx="2286496" cy="34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 name="Object 1079"/>
          <p:cNvGraphicFramePr>
            <a:graphicFrameLocks noChangeAspect="1"/>
          </p:cNvGraphicFramePr>
          <p:nvPr/>
        </p:nvGraphicFramePr>
        <p:xfrm>
          <a:off x="4241694" y="5364444"/>
          <a:ext cx="1267930" cy="353249"/>
        </p:xfrm>
        <a:graphic>
          <a:graphicData uri="http://schemas.openxmlformats.org/presentationml/2006/ole">
            <mc:AlternateContent xmlns:mc="http://schemas.openxmlformats.org/markup-compatibility/2006">
              <mc:Choice xmlns:v="urn:schemas-microsoft-com:vml" Requires="v">
                <p:oleObj name="Equation" r:id="rId18" imgW="647640" imgH="203040" progId="Equation.DSMT4">
                  <p:embed/>
                </p:oleObj>
              </mc:Choice>
              <mc:Fallback>
                <p:oleObj name="Equation" r:id="rId18" imgW="647640" imgH="203040" progId="Equation.DSMT4">
                  <p:embed/>
                  <p:pic>
                    <p:nvPicPr>
                      <p:cNvPr id="38" name="Object 107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241694" y="5364444"/>
                        <a:ext cx="1267930" cy="35324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 name="Object 1030"/>
          <p:cNvGraphicFramePr>
            <a:graphicFrameLocks noChangeAspect="1"/>
          </p:cNvGraphicFramePr>
          <p:nvPr/>
        </p:nvGraphicFramePr>
        <p:xfrm>
          <a:off x="7285680" y="3074740"/>
          <a:ext cx="929658" cy="378106"/>
        </p:xfrm>
        <a:graphic>
          <a:graphicData uri="http://schemas.openxmlformats.org/presentationml/2006/ole">
            <mc:AlternateContent xmlns:mc="http://schemas.openxmlformats.org/markup-compatibility/2006">
              <mc:Choice xmlns:v="urn:schemas-microsoft-com:vml" Requires="v">
                <p:oleObj name="公式" r:id="rId6" imgW="469800" imgH="177480" progId="Equation.3">
                  <p:embed/>
                </p:oleObj>
              </mc:Choice>
              <mc:Fallback>
                <p:oleObj name="公式" r:id="rId6" imgW="469800" imgH="177480" progId="Equation.3">
                  <p:embed/>
                  <p:pic>
                    <p:nvPicPr>
                      <p:cNvPr id="39" name="Object 10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85680" y="3074740"/>
                        <a:ext cx="929658" cy="3781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 name="Object 1081"/>
          <p:cNvGraphicFramePr>
            <a:graphicFrameLocks noChangeAspect="1"/>
          </p:cNvGraphicFramePr>
          <p:nvPr/>
        </p:nvGraphicFramePr>
        <p:xfrm>
          <a:off x="2358070" y="4726806"/>
          <a:ext cx="929625" cy="378105"/>
        </p:xfrm>
        <a:graphic>
          <a:graphicData uri="http://schemas.openxmlformats.org/presentationml/2006/ole">
            <mc:AlternateContent xmlns:mc="http://schemas.openxmlformats.org/markup-compatibility/2006">
              <mc:Choice xmlns:v="urn:schemas-microsoft-com:vml" Requires="v">
                <p:oleObj name="公式" r:id="rId6" imgW="469800" imgH="177480" progId="Equation.3">
                  <p:embed/>
                </p:oleObj>
              </mc:Choice>
              <mc:Fallback>
                <p:oleObj name="公式" r:id="rId6" imgW="469800" imgH="177480" progId="Equation.3">
                  <p:embed/>
                  <p:pic>
                    <p:nvPicPr>
                      <p:cNvPr id="40" name="Object 108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58070" y="4726806"/>
                        <a:ext cx="929625" cy="37810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Object 1075"/>
          <p:cNvGraphicFramePr>
            <a:graphicFrameLocks noChangeAspect="1"/>
          </p:cNvGraphicFramePr>
          <p:nvPr/>
        </p:nvGraphicFramePr>
        <p:xfrm>
          <a:off x="5937396" y="4719826"/>
          <a:ext cx="1025387" cy="345397"/>
        </p:xfrm>
        <a:graphic>
          <a:graphicData uri="http://schemas.openxmlformats.org/presentationml/2006/ole">
            <mc:AlternateContent xmlns:mc="http://schemas.openxmlformats.org/markup-compatibility/2006">
              <mc:Choice xmlns:v="urn:schemas-microsoft-com:vml" Requires="v">
                <p:oleObj name="Equation" r:id="rId20" imgW="1104840" imgH="419040" progId="Equation.3">
                  <p:embed/>
                </p:oleObj>
              </mc:Choice>
              <mc:Fallback>
                <p:oleObj name="Equation" r:id="rId20" imgW="1104840" imgH="419040" progId="Equation.3">
                  <p:embed/>
                  <p:pic>
                    <p:nvPicPr>
                      <p:cNvPr id="41" name="Object 107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937396" y="4719826"/>
                        <a:ext cx="1025387" cy="34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2" name="Object 1081"/>
          <p:cNvGraphicFramePr>
            <a:graphicFrameLocks noChangeAspect="1"/>
          </p:cNvGraphicFramePr>
          <p:nvPr/>
        </p:nvGraphicFramePr>
        <p:xfrm>
          <a:off x="7571464" y="4655368"/>
          <a:ext cx="929625" cy="378105"/>
        </p:xfrm>
        <a:graphic>
          <a:graphicData uri="http://schemas.openxmlformats.org/presentationml/2006/ole">
            <mc:AlternateContent xmlns:mc="http://schemas.openxmlformats.org/markup-compatibility/2006">
              <mc:Choice xmlns:v="urn:schemas-microsoft-com:vml" Requires="v">
                <p:oleObj name="公式" r:id="rId6" imgW="469800" imgH="177480" progId="Equation.3">
                  <p:embed/>
                </p:oleObj>
              </mc:Choice>
              <mc:Fallback>
                <p:oleObj name="公式" r:id="rId6" imgW="469800" imgH="177480" progId="Equation.3">
                  <p:embed/>
                  <p:pic>
                    <p:nvPicPr>
                      <p:cNvPr id="42" name="Object 108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71464" y="4655368"/>
                        <a:ext cx="929625" cy="37810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 name="Object 1072"/>
          <p:cNvGraphicFramePr>
            <a:graphicFrameLocks noChangeAspect="1"/>
          </p:cNvGraphicFramePr>
          <p:nvPr/>
        </p:nvGraphicFramePr>
        <p:xfrm>
          <a:off x="1279304" y="4719826"/>
          <a:ext cx="836810" cy="345397"/>
        </p:xfrm>
        <a:graphic>
          <a:graphicData uri="http://schemas.openxmlformats.org/presentationml/2006/ole">
            <mc:AlternateContent xmlns:mc="http://schemas.openxmlformats.org/markup-compatibility/2006">
              <mc:Choice xmlns:v="urn:schemas-microsoft-com:vml" Requires="v">
                <p:oleObj name="Equation" r:id="rId22" imgW="901440" imgH="419040" progId="Equation.3">
                  <p:embed/>
                </p:oleObj>
              </mc:Choice>
              <mc:Fallback>
                <p:oleObj name="Equation" r:id="rId22" imgW="901440" imgH="419040" progId="Equation.3">
                  <p:embed/>
                  <p:pic>
                    <p:nvPicPr>
                      <p:cNvPr id="44" name="Object 107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279304" y="4719826"/>
                        <a:ext cx="836810" cy="34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 name="Rectangle 1026"/>
          <p:cNvSpPr>
            <a:spLocks noChangeArrowheads="1"/>
          </p:cNvSpPr>
          <p:nvPr/>
        </p:nvSpPr>
        <p:spPr bwMode="auto">
          <a:xfrm>
            <a:off x="3724727" y="2538707"/>
            <a:ext cx="4990677" cy="461665"/>
          </a:xfrm>
          <a:prstGeom prst="rect">
            <a:avLst/>
          </a:prstGeom>
          <a:noFill/>
          <a:ln w="9525">
            <a:noFill/>
            <a:miter lim="800000"/>
            <a:headEnd/>
            <a:tailEnd/>
          </a:ln>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FF"/>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解向量的线性组合仍是</a:t>
            </a:r>
            <a:r>
              <a:rPr kumimoji="1" lang="en-US" altLang="zh-CN" sz="2400" b="1" i="0" u="none" strike="noStrike" kern="1200" cap="none" spc="0" normalizeH="0" baseline="0" noProof="0" dirty="0">
                <a:ln>
                  <a:noFill/>
                </a:ln>
                <a:solidFill>
                  <a:srgbClr val="0000FF"/>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AX=O</a:t>
            </a:r>
            <a:r>
              <a:rPr kumimoji="1" lang="zh-CN" altLang="en-US" sz="2400" b="1" i="0" u="none" strike="noStrike" kern="1200" cap="none" spc="0" normalizeH="0" baseline="0" noProof="0" dirty="0">
                <a:ln>
                  <a:noFill/>
                </a:ln>
                <a:solidFill>
                  <a:srgbClr val="0000FF"/>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的解</a:t>
            </a:r>
          </a:p>
        </p:txBody>
      </p:sp>
      <p:sp>
        <p:nvSpPr>
          <p:cNvPr id="24" name="矩形 23"/>
          <p:cNvSpPr/>
          <p:nvPr/>
        </p:nvSpPr>
        <p:spPr>
          <a:xfrm>
            <a:off x="571472" y="5916228"/>
            <a:ext cx="8572528" cy="941796"/>
          </a:xfrm>
          <a:prstGeom prst="rect">
            <a:avLst/>
          </a:prstGeom>
          <a:solidFill>
            <a:schemeClr val="bg2">
              <a:lumMod val="75000"/>
            </a:schemeClr>
          </a:solidFill>
          <a:ln w="38100">
            <a:solidFill>
              <a:srgbClr val="FF0000"/>
            </a:solidFill>
          </a:ln>
        </p:spPr>
        <p:txBody>
          <a:bodyPr wrap="square">
            <a:spAutoFit/>
          </a:bodyPr>
          <a:lstStyle/>
          <a:p>
            <a:pPr marL="0" marR="0" lvl="0" indent="0" algn="l" defTabSz="914400" rtl="0" eaLnBrk="1" fontAlgn="base" latinLnBrk="0" hangingPunct="1">
              <a:lnSpc>
                <a:spcPct val="90000"/>
              </a:lnSpc>
              <a:spcBef>
                <a:spcPct val="50000"/>
              </a:spcBef>
              <a:spcAft>
                <a:spcPct val="0"/>
              </a:spcAft>
              <a:buClr>
                <a:srgbClr val="FF3300"/>
              </a:buClr>
              <a:buSzPct val="80000"/>
              <a:buFont typeface="Wingdings" pitchFamily="2" charset="2"/>
              <a:buNone/>
              <a:tabLst/>
              <a:defRPr/>
            </a:pP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结论：若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x = ξ</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1</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 </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x = ξ</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2</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 ..., </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x = </a:t>
            </a:r>
            <a:r>
              <a:rPr kumimoji="1" lang="en-US" altLang="zh-CN" sz="2400" b="0" i="0" u="none" strike="noStrike" kern="1200" cap="none" spc="0" normalizeH="0" baseline="0" noProof="0" dirty="0" err="1">
                <a:ln>
                  <a:noFill/>
                </a:ln>
                <a:solidFill>
                  <a:srgbClr val="FFFFE2"/>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err="1">
                <a:ln>
                  <a:noFill/>
                </a:ln>
                <a:solidFill>
                  <a:srgbClr val="FFFFE2"/>
                </a:solidFill>
                <a:effectLst/>
                <a:uLnTx/>
                <a:uFillTx/>
                <a:latin typeface="微软雅黑" pitchFamily="34" charset="-122"/>
                <a:ea typeface="微软雅黑" pitchFamily="34" charset="-122"/>
                <a:cs typeface="+mn-cs"/>
              </a:rPr>
              <a:t>t</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 </a:t>
            </a: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是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Ax = 0</a:t>
            </a: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的解</a:t>
            </a:r>
            <a:endPar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90000"/>
              </a:lnSpc>
              <a:spcBef>
                <a:spcPct val="50000"/>
              </a:spcBef>
              <a:spcAft>
                <a:spcPct val="0"/>
              </a:spcAft>
              <a:buClr>
                <a:srgbClr val="FF3300"/>
              </a:buClr>
              <a:buSzPct val="80000"/>
              <a:buFont typeface="Wingdings" pitchFamily="2" charset="2"/>
              <a:buNone/>
              <a:tabLst/>
              <a:defRPr/>
            </a:pP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FFE2"/>
                </a:solidFill>
                <a:effectLst/>
                <a:uLnTx/>
                <a:uFillTx/>
                <a:latin typeface="Tahoma" pitchFamily="34" charset="0"/>
                <a:ea typeface="宋体" charset="-122"/>
                <a:cs typeface="+mn-cs"/>
                <a:sym typeface="Wingdings" pitchFamily="2" charset="2"/>
              </a:rPr>
              <a:t></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x = k</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1</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1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 k</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2</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2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 … + </a:t>
            </a:r>
            <a:r>
              <a:rPr kumimoji="1" lang="en-US" altLang="zh-CN" sz="2400" b="0" i="0" u="none" strike="noStrike" kern="1200" cap="none" spc="0" normalizeH="0" baseline="0" noProof="0" dirty="0" err="1">
                <a:ln>
                  <a:noFill/>
                </a:ln>
                <a:solidFill>
                  <a:srgbClr val="FFFFE2"/>
                </a:solidFill>
                <a:effectLst/>
                <a:uLnTx/>
                <a:uFillTx/>
                <a:latin typeface="微软雅黑" pitchFamily="34" charset="-122"/>
                <a:ea typeface="微软雅黑" pitchFamily="34" charset="-122"/>
                <a:cs typeface="+mn-cs"/>
              </a:rPr>
              <a:t>k</a:t>
            </a:r>
            <a:r>
              <a:rPr kumimoji="1" lang="en-US" altLang="zh-CN" sz="2400" b="0" i="0" u="none" strike="noStrike" kern="1200" cap="none" spc="0" normalizeH="0" baseline="-25000" noProof="0" dirty="0" err="1">
                <a:ln>
                  <a:noFill/>
                </a:ln>
                <a:solidFill>
                  <a:srgbClr val="FFFFE2"/>
                </a:solidFill>
                <a:effectLst/>
                <a:uLnTx/>
                <a:uFillTx/>
                <a:latin typeface="微软雅黑" pitchFamily="34" charset="-122"/>
                <a:ea typeface="微软雅黑" pitchFamily="34" charset="-122"/>
                <a:cs typeface="+mn-cs"/>
              </a:rPr>
              <a:t>t</a:t>
            </a:r>
            <a:r>
              <a:rPr kumimoji="1" lang="en-US" altLang="zh-CN" sz="2400" b="0" i="0" u="none" strike="noStrike" kern="1200" cap="none" spc="0" normalizeH="0" baseline="0" noProof="0" dirty="0" err="1">
                <a:ln>
                  <a:noFill/>
                </a:ln>
                <a:solidFill>
                  <a:srgbClr val="FFFFE2"/>
                </a:solidFill>
                <a:effectLst/>
                <a:uLnTx/>
                <a:uFillTx/>
                <a:latin typeface="微软雅黑" pitchFamily="34" charset="-122"/>
                <a:ea typeface="微软雅黑" pitchFamily="34" charset="-122"/>
                <a:cs typeface="+mn-cs"/>
              </a:rPr>
              <a:t>ξ</a:t>
            </a:r>
            <a:r>
              <a:rPr kumimoji="1" lang="en-US" altLang="zh-CN" sz="2400" b="0" i="0" u="none" strike="noStrike" kern="1200" cap="none" spc="0" normalizeH="0" baseline="-25000" noProof="0" dirty="0" err="1">
                <a:ln>
                  <a:noFill/>
                </a:ln>
                <a:solidFill>
                  <a:srgbClr val="FFFFE2"/>
                </a:solidFill>
                <a:effectLst/>
                <a:uLnTx/>
                <a:uFillTx/>
                <a:latin typeface="微软雅黑" pitchFamily="34" charset="-122"/>
                <a:ea typeface="微软雅黑" pitchFamily="34" charset="-122"/>
                <a:cs typeface="+mn-cs"/>
              </a:rPr>
              <a:t>t</a:t>
            </a:r>
            <a:r>
              <a:rPr kumimoji="1" lang="en-US" altLang="zh-CN" sz="2400" b="0" i="0" u="none" strike="noStrike" kern="1200" cap="none" spc="0" normalizeH="0" baseline="-25000" noProof="0" dirty="0">
                <a:ln>
                  <a:noFill/>
                </a:ln>
                <a:solidFill>
                  <a:srgbClr val="FFFFE2"/>
                </a:solidFill>
                <a:effectLst/>
                <a:uLnTx/>
                <a:uFillTx/>
                <a:latin typeface="微软雅黑" pitchFamily="34" charset="-122"/>
                <a:ea typeface="微软雅黑" pitchFamily="34" charset="-122"/>
                <a:cs typeface="+mn-cs"/>
              </a:rPr>
              <a:t> </a:t>
            </a: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还是 </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Ax = 0 </a:t>
            </a:r>
            <a:r>
              <a:rPr kumimoji="1" lang="zh-CN" altLang="en-US"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的解</a:t>
            </a:r>
            <a:r>
              <a:rPr kumimoji="1" lang="en-US" altLang="zh-CN" sz="2400" b="0"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ipe(left)">
                                      <p:cBhvr>
                                        <p:cTn id="15" dur="500"/>
                                        <p:tgtEl>
                                          <p:spTgt spid="2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par>
                                <p:cTn id="21" presetID="22" presetClass="entr" presetSubtype="8"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wipe(left)">
                                      <p:cBhvr>
                                        <p:cTn id="23" dur="500"/>
                                        <p:tgtEl>
                                          <p:spTgt spid="29"/>
                                        </p:tgtEl>
                                      </p:cBhvr>
                                    </p:animEffect>
                                  </p:childTnLst>
                                </p:cTn>
                              </p:par>
                              <p:par>
                                <p:cTn id="24" presetID="22" presetClass="entr" presetSubtype="8" fill="hold" nodeType="with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wipe(left)">
                                      <p:cBhvr>
                                        <p:cTn id="26" dur="500"/>
                                        <p:tgtEl>
                                          <p:spTgt spid="30"/>
                                        </p:tgtEl>
                                      </p:cBhvr>
                                    </p:animEffect>
                                  </p:childTnLst>
                                </p:cTn>
                              </p:par>
                              <p:par>
                                <p:cTn id="27" presetID="22" presetClass="entr" presetSubtype="8"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nodeType="withEffect">
                                  <p:stCondLst>
                                    <p:cond delay="0"/>
                                  </p:stCondLst>
                                  <p:childTnLst>
                                    <p:set>
                                      <p:cBhvr>
                                        <p:cTn id="31" dur="1" fill="hold">
                                          <p:stCondLst>
                                            <p:cond delay="0"/>
                                          </p:stCondLst>
                                        </p:cTn>
                                        <p:tgtEl>
                                          <p:spTgt spid="39"/>
                                        </p:tgtEl>
                                        <p:attrNameLst>
                                          <p:attrName>style.visibility</p:attrName>
                                        </p:attrNameLst>
                                      </p:cBhvr>
                                      <p:to>
                                        <p:strVal val="visible"/>
                                      </p:to>
                                    </p:set>
                                    <p:animEffect transition="in" filter="wipe(left)">
                                      <p:cBhvr>
                                        <p:cTn id="32" dur="500"/>
                                        <p:tgtEl>
                                          <p:spTgt spid="39"/>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wipe(left)">
                                      <p:cBhvr>
                                        <p:cTn id="35" dur="500"/>
                                        <p:tgtEl>
                                          <p:spTgt spid="43"/>
                                        </p:tgtEl>
                                      </p:cBhvr>
                                    </p:animEffect>
                                  </p:childTnLst>
                                </p:cTn>
                              </p:par>
                              <p:par>
                                <p:cTn id="36" presetID="22" presetClass="entr" presetSubtype="8" fill="hold" nodeType="with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wipe(left)">
                                      <p:cBhvr>
                                        <p:cTn id="38" dur="500"/>
                                        <p:tgtEl>
                                          <p:spTgt spid="44"/>
                                        </p:tgtEl>
                                      </p:cBhvr>
                                    </p:animEffect>
                                  </p:childTnLst>
                                </p:cTn>
                              </p:par>
                              <p:par>
                                <p:cTn id="39" presetID="22" presetClass="entr" presetSubtype="8" fill="hold" nodeType="withEffect">
                                  <p:stCondLst>
                                    <p:cond delay="0"/>
                                  </p:stCondLst>
                                  <p:childTnLst>
                                    <p:set>
                                      <p:cBhvr>
                                        <p:cTn id="40" dur="1" fill="hold">
                                          <p:stCondLst>
                                            <p:cond delay="0"/>
                                          </p:stCondLst>
                                        </p:cTn>
                                        <p:tgtEl>
                                          <p:spTgt spid="40"/>
                                        </p:tgtEl>
                                        <p:attrNameLst>
                                          <p:attrName>style.visibility</p:attrName>
                                        </p:attrNameLst>
                                      </p:cBhvr>
                                      <p:to>
                                        <p:strVal val="visible"/>
                                      </p:to>
                                    </p:set>
                                    <p:animEffect transition="in" filter="wipe(left)">
                                      <p:cBhvr>
                                        <p:cTn id="41" dur="500"/>
                                        <p:tgtEl>
                                          <p:spTgt spid="40"/>
                                        </p:tgtEl>
                                      </p:cBhvr>
                                    </p:animEffect>
                                  </p:childTnLst>
                                </p:cTn>
                              </p:par>
                              <p:par>
                                <p:cTn id="42" presetID="22" presetClass="entr" presetSubtype="8" fill="hold" nodeType="withEffect">
                                  <p:stCondLst>
                                    <p:cond delay="0"/>
                                  </p:stCondLst>
                                  <p:childTnLst>
                                    <p:set>
                                      <p:cBhvr>
                                        <p:cTn id="43" dur="1" fill="hold">
                                          <p:stCondLst>
                                            <p:cond delay="0"/>
                                          </p:stCondLst>
                                        </p:cTn>
                                        <p:tgtEl>
                                          <p:spTgt spid="41"/>
                                        </p:tgtEl>
                                        <p:attrNameLst>
                                          <p:attrName>style.visibility</p:attrName>
                                        </p:attrNameLst>
                                      </p:cBhvr>
                                      <p:to>
                                        <p:strVal val="visible"/>
                                      </p:to>
                                    </p:set>
                                    <p:animEffect transition="in" filter="wipe(left)">
                                      <p:cBhvr>
                                        <p:cTn id="44" dur="500"/>
                                        <p:tgtEl>
                                          <p:spTgt spid="41"/>
                                        </p:tgtEl>
                                      </p:cBhvr>
                                    </p:animEffect>
                                  </p:childTnLst>
                                </p:cTn>
                              </p:par>
                              <p:par>
                                <p:cTn id="45" presetID="22" presetClass="entr" presetSubtype="8" fill="hold"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wipe(left)">
                                      <p:cBhvr>
                                        <p:cTn id="47" dur="500"/>
                                        <p:tgtEl>
                                          <p:spTgt spid="4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45"/>
                                        </p:tgtEl>
                                        <p:attrNameLst>
                                          <p:attrName>style.visibility</p:attrName>
                                        </p:attrNameLst>
                                      </p:cBhvr>
                                      <p:to>
                                        <p:strVal val="visible"/>
                                      </p:to>
                                    </p:set>
                                    <p:animEffect transition="in" filter="wipe(left)">
                                      <p:cBhvr>
                                        <p:cTn id="52" dur="500"/>
                                        <p:tgtEl>
                                          <p:spTgt spid="45"/>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iterate type="lt">
                                    <p:tmPct val="100000"/>
                                  </p:iterate>
                                  <p:childTnLst>
                                    <p:set>
                                      <p:cBhvr>
                                        <p:cTn id="56" dur="1" fill="hold">
                                          <p:stCondLst>
                                            <p:cond delay="0"/>
                                          </p:stCondLst>
                                        </p:cTn>
                                        <p:tgtEl>
                                          <p:spTgt spid="32"/>
                                        </p:tgtEl>
                                        <p:attrNameLst>
                                          <p:attrName>style.visibility</p:attrName>
                                        </p:attrNameLst>
                                      </p:cBhvr>
                                      <p:to>
                                        <p:strVal val="visible"/>
                                      </p:to>
                                    </p:set>
                                    <p:animEffect transition="in" filter="wipe(left)">
                                      <p:cBhvr>
                                        <p:cTn id="57" dur="75"/>
                                        <p:tgtEl>
                                          <p:spTgt spid="32"/>
                                        </p:tgtEl>
                                      </p:cBhvr>
                                    </p:animEffect>
                                  </p:childTnLst>
                                </p:cTn>
                              </p:par>
                              <p:par>
                                <p:cTn id="58" presetID="22" presetClass="entr" presetSubtype="8" fill="hold" nodeType="withEffect">
                                  <p:stCondLst>
                                    <p:cond delay="0"/>
                                  </p:stCondLst>
                                  <p:childTnLst>
                                    <p:set>
                                      <p:cBhvr>
                                        <p:cTn id="59" dur="1" fill="hold">
                                          <p:stCondLst>
                                            <p:cond delay="0"/>
                                          </p:stCondLst>
                                        </p:cTn>
                                        <p:tgtEl>
                                          <p:spTgt spid="34"/>
                                        </p:tgtEl>
                                        <p:attrNameLst>
                                          <p:attrName>style.visibility</p:attrName>
                                        </p:attrNameLst>
                                      </p:cBhvr>
                                      <p:to>
                                        <p:strVal val="visible"/>
                                      </p:to>
                                    </p:set>
                                    <p:animEffect transition="in" filter="wipe(left)">
                                      <p:cBhvr>
                                        <p:cTn id="60" dur="500"/>
                                        <p:tgtEl>
                                          <p:spTgt spid="34"/>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33"/>
                                        </p:tgtEl>
                                        <p:attrNameLst>
                                          <p:attrName>style.visibility</p:attrName>
                                        </p:attrNameLst>
                                      </p:cBhvr>
                                      <p:to>
                                        <p:strVal val="visible"/>
                                      </p:to>
                                    </p:set>
                                    <p:animEffect transition="in" filter="wipe(left)">
                                      <p:cBhvr>
                                        <p:cTn id="65" dur="500"/>
                                        <p:tgtEl>
                                          <p:spTgt spid="33"/>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left)">
                                      <p:cBhvr>
                                        <p:cTn id="70" dur="500"/>
                                        <p:tgtEl>
                                          <p:spTgt spid="35"/>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iterate type="lt">
                                    <p:tmPct val="100000"/>
                                  </p:iterate>
                                  <p:childTnLst>
                                    <p:set>
                                      <p:cBhvr>
                                        <p:cTn id="74" dur="1" fill="hold">
                                          <p:stCondLst>
                                            <p:cond delay="0"/>
                                          </p:stCondLst>
                                        </p:cTn>
                                        <p:tgtEl>
                                          <p:spTgt spid="36"/>
                                        </p:tgtEl>
                                        <p:attrNameLst>
                                          <p:attrName>style.visibility</p:attrName>
                                        </p:attrNameLst>
                                      </p:cBhvr>
                                      <p:to>
                                        <p:strVal val="visible"/>
                                      </p:to>
                                    </p:set>
                                    <p:animEffect transition="in" filter="wipe(left)">
                                      <p:cBhvr>
                                        <p:cTn id="75" dur="75"/>
                                        <p:tgtEl>
                                          <p:spTgt spid="36"/>
                                        </p:tgtEl>
                                      </p:cBhvr>
                                    </p:animEffect>
                                  </p:childTnLst>
                                </p:cTn>
                              </p:par>
                              <p:par>
                                <p:cTn id="76" presetID="22" presetClass="entr" presetSubtype="8" fill="hold" nodeType="withEffect">
                                  <p:stCondLst>
                                    <p:cond delay="0"/>
                                  </p:stCondLst>
                                  <p:childTnLst>
                                    <p:set>
                                      <p:cBhvr>
                                        <p:cTn id="77" dur="1" fill="hold">
                                          <p:stCondLst>
                                            <p:cond delay="0"/>
                                          </p:stCondLst>
                                        </p:cTn>
                                        <p:tgtEl>
                                          <p:spTgt spid="37"/>
                                        </p:tgtEl>
                                        <p:attrNameLst>
                                          <p:attrName>style.visibility</p:attrName>
                                        </p:attrNameLst>
                                      </p:cBhvr>
                                      <p:to>
                                        <p:strVal val="visible"/>
                                      </p:to>
                                    </p:set>
                                    <p:animEffect transition="in" filter="wipe(left)">
                                      <p:cBhvr>
                                        <p:cTn id="78" dur="500"/>
                                        <p:tgtEl>
                                          <p:spTgt spid="37"/>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nodeType="clickEffect">
                                  <p:stCondLst>
                                    <p:cond delay="0"/>
                                  </p:stCondLst>
                                  <p:childTnLst>
                                    <p:set>
                                      <p:cBhvr>
                                        <p:cTn id="82" dur="1" fill="hold">
                                          <p:stCondLst>
                                            <p:cond delay="0"/>
                                          </p:stCondLst>
                                        </p:cTn>
                                        <p:tgtEl>
                                          <p:spTgt spid="38"/>
                                        </p:tgtEl>
                                        <p:attrNameLst>
                                          <p:attrName>style.visibility</p:attrName>
                                        </p:attrNameLst>
                                      </p:cBhvr>
                                      <p:to>
                                        <p:strVal val="visible"/>
                                      </p:to>
                                    </p:set>
                                    <p:animEffect transition="in" filter="wipe(left)">
                                      <p:cBhvr>
                                        <p:cTn id="83" dur="500"/>
                                        <p:tgtEl>
                                          <p:spTgt spid="38"/>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4">
                                            <p:txEl>
                                              <p:pRg st="1" end="1"/>
                                            </p:txEl>
                                          </p:spTgt>
                                        </p:tgtEl>
                                        <p:attrNameLst>
                                          <p:attrName>style.visibility</p:attrName>
                                        </p:attrNameLst>
                                      </p:cBhvr>
                                      <p:to>
                                        <p:strVal val="visible"/>
                                      </p:to>
                                    </p:set>
                                    <p:animEffect transition="in" filter="wipe(left)">
                                      <p:cBhvr>
                                        <p:cTn id="88" dur="500"/>
                                        <p:tgtEl>
                                          <p:spTgt spid="4">
                                            <p:txEl>
                                              <p:pRg st="1" end="1"/>
                                            </p:txEl>
                                          </p:spTgt>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4">
                                            <p:txEl>
                                              <p:pRg st="2" end="2"/>
                                            </p:txEl>
                                          </p:spTgt>
                                        </p:tgtEl>
                                        <p:attrNameLst>
                                          <p:attrName>style.visibility</p:attrName>
                                        </p:attrNameLst>
                                      </p:cBhvr>
                                      <p:to>
                                        <p:strVal val="visible"/>
                                      </p:to>
                                    </p:set>
                                    <p:animEffect transition="in" filter="wipe(left)">
                                      <p:cBhvr>
                                        <p:cTn id="93" dur="500"/>
                                        <p:tgtEl>
                                          <p:spTgt spid="4">
                                            <p:txEl>
                                              <p:pRg st="2" end="2"/>
                                            </p:txEl>
                                          </p:spTgt>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24">
                                            <p:bg/>
                                          </p:spTgt>
                                        </p:tgtEl>
                                        <p:attrNameLst>
                                          <p:attrName>style.visibility</p:attrName>
                                        </p:attrNameLst>
                                      </p:cBhvr>
                                      <p:to>
                                        <p:strVal val="visible"/>
                                      </p:to>
                                    </p:set>
                                    <p:animEffect transition="in" filter="wipe(left)">
                                      <p:cBhvr>
                                        <p:cTn id="98" dur="500"/>
                                        <p:tgtEl>
                                          <p:spTgt spid="24">
                                            <p:bg/>
                                          </p:spTgt>
                                        </p:tgtEl>
                                      </p:cBhvr>
                                    </p:animEffect>
                                  </p:childTnLst>
                                </p:cTn>
                              </p:par>
                              <p:par>
                                <p:cTn id="99" presetID="22" presetClass="entr" presetSubtype="8" fill="hold" grpId="0" nodeType="withEffect">
                                  <p:stCondLst>
                                    <p:cond delay="0"/>
                                  </p:stCondLst>
                                  <p:childTnLst>
                                    <p:set>
                                      <p:cBhvr>
                                        <p:cTn id="100" dur="1" fill="hold">
                                          <p:stCondLst>
                                            <p:cond delay="0"/>
                                          </p:stCondLst>
                                        </p:cTn>
                                        <p:tgtEl>
                                          <p:spTgt spid="24">
                                            <p:txEl>
                                              <p:pRg st="0" end="0"/>
                                            </p:txEl>
                                          </p:spTgt>
                                        </p:tgtEl>
                                        <p:attrNameLst>
                                          <p:attrName>style.visibility</p:attrName>
                                        </p:attrNameLst>
                                      </p:cBhvr>
                                      <p:to>
                                        <p:strVal val="visible"/>
                                      </p:to>
                                    </p:set>
                                    <p:animEffect transition="in" filter="wipe(left)">
                                      <p:cBhvr>
                                        <p:cTn id="101" dur="500"/>
                                        <p:tgtEl>
                                          <p:spTgt spid="24">
                                            <p:txEl>
                                              <p:pRg st="0" end="0"/>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24">
                                            <p:txEl>
                                              <p:pRg st="1" end="1"/>
                                            </p:txEl>
                                          </p:spTgt>
                                        </p:tgtEl>
                                        <p:attrNameLst>
                                          <p:attrName>style.visibility</p:attrName>
                                        </p:attrNameLst>
                                      </p:cBhvr>
                                      <p:to>
                                        <p:strVal val="visible"/>
                                      </p:to>
                                    </p:set>
                                    <p:animEffect transition="in" filter="wipe(left)">
                                      <p:cBhvr>
                                        <p:cTn id="106" dur="500"/>
                                        <p:tgtEl>
                                          <p:spTgt spid="2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3" grpId="0"/>
      <p:bldP spid="27" grpId="0"/>
      <p:bldP spid="28" grpId="0"/>
      <p:bldP spid="32" grpId="0" autoUpdateAnimBg="0"/>
      <p:bldP spid="36" grpId="0" autoUpdateAnimBg="0"/>
      <p:bldP spid="45" grpId="0"/>
      <p:bldP spid="24" grpId="0" uiExpand="1" build="allAtOnce"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500034" y="3714752"/>
            <a:ext cx="8572528" cy="2062103"/>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5、</a:t>
            </a:r>
            <a:r>
              <a:rPr kumimoji="1" lang="zh-CN" altLang="en-US"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通解：</a:t>
            </a:r>
            <a:endParaRPr kumimoji="1" lang="en-US" altLang="zh-CN"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若</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Ax = 0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的解集记作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S</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，当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S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的一个基础解系为下式时</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S</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0</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x = </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x = </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2</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 </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x = </a:t>
            </a:r>
            <a:r>
              <a:rPr kumimoji="1" lang="en-US" altLang="zh-CN" sz="2400" b="0"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那么</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Ax = 0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的通解可表示为 </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x = k</a:t>
            </a:r>
            <a:r>
              <a:rPr kumimoji="1" lang="en-US" altLang="zh-CN" sz="28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1</a:t>
            </a:r>
            <a:r>
              <a:rPr kumimoji="1" lang="en-US" altLang="zh-CN" sz="28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8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1 </a:t>
            </a: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k</a:t>
            </a:r>
            <a:r>
              <a:rPr kumimoji="1" lang="en-US" altLang="zh-CN" sz="28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2</a:t>
            </a:r>
            <a:r>
              <a:rPr kumimoji="1" lang="en-US" altLang="zh-CN" sz="28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8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2 </a:t>
            </a:r>
            <a:r>
              <a:rPr kumimoji="1" lang="en-US" altLang="zh-CN" sz="28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 + </a:t>
            </a:r>
            <a:r>
              <a:rPr kumimoji="1" lang="en-US" altLang="zh-CN" sz="2800" b="1"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楷体_GB2312"/>
              </a:rPr>
              <a:t>k</a:t>
            </a:r>
            <a:r>
              <a:rPr kumimoji="1" lang="en-US" altLang="zh-CN" sz="2800" b="1" i="0"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楷体_GB2312"/>
              </a:rPr>
              <a:t>t</a:t>
            </a:r>
            <a:r>
              <a:rPr kumimoji="1" lang="en-US" altLang="zh-CN" sz="2800" b="0"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ξ</a:t>
            </a:r>
            <a:r>
              <a:rPr kumimoji="1" lang="en-US" altLang="zh-CN" sz="2800" b="1" i="0"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楷体_GB2312"/>
              </a:rPr>
              <a:t>t</a:t>
            </a:r>
            <a:r>
              <a:rPr kumimoji="1" lang="en-US" altLang="zh-CN" sz="28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a:rPr>
              <a:t> </a:t>
            </a:r>
            <a:endParaRPr kumimoji="1" lang="zh-CN" altLang="en-US" sz="28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p:txBody>
      </p:sp>
      <p:sp>
        <p:nvSpPr>
          <p:cNvPr id="11" name="Text Box 28"/>
          <p:cNvSpPr txBox="1">
            <a:spLocks noChangeArrowheads="1"/>
          </p:cNvSpPr>
          <p:nvPr/>
        </p:nvSpPr>
        <p:spPr bwMode="auto">
          <a:xfrm>
            <a:off x="571504" y="5715016"/>
            <a:ext cx="8572528" cy="461665"/>
          </a:xfrm>
          <a:prstGeom prst="rect">
            <a:avLst/>
          </a:prstGeom>
          <a:solidFill>
            <a:srgbClr val="006600"/>
          </a:solidFill>
          <a:ln w="9525">
            <a:solidFill>
              <a:srgbClr val="FFFF00"/>
            </a:solidFill>
            <a:miter lim="800000"/>
            <a:headEnd/>
            <a:tailEnd/>
          </a:ln>
          <a:effectLst>
            <a:glow rad="101600">
              <a:schemeClr val="accent5">
                <a:lumMod val="50000"/>
                <a:alpha val="40000"/>
              </a:scheme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AX=O</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的通解的结构为：基础解系的线性组合</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4" name="Rectangle 78"/>
          <p:cNvSpPr>
            <a:spLocks noChangeArrowheads="1"/>
          </p:cNvSpPr>
          <p:nvPr/>
        </p:nvSpPr>
        <p:spPr bwMode="auto">
          <a:xfrm>
            <a:off x="571472" y="857232"/>
            <a:ext cx="2786082" cy="85725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4、</a:t>
            </a:r>
            <a:r>
              <a:rPr kumimoji="0" lang="zh-CN" altLang="en-US"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基础解系</a:t>
            </a:r>
            <a:r>
              <a:rPr kumimoji="0" lang="en-US" altLang="zh-CN" sz="2800" b="1" i="0" u="none" strike="noStrike" kern="1200" cap="none" spc="0" normalizeH="0" baseline="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S</a:t>
            </a:r>
            <a:r>
              <a:rPr kumimoji="1" lang="en-US" altLang="zh-CN" sz="2800" b="1" i="0" u="none" strike="noStrike" kern="1200" cap="none" spc="0" normalizeH="0" baseline="-25000" noProof="0" dirty="0">
                <a:ln>
                  <a:noFill/>
                </a:ln>
                <a:solidFill>
                  <a:srgbClr val="FFFFCC">
                    <a:lumMod val="5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0</a:t>
            </a:r>
            <a:r>
              <a:rPr kumimoji="0"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8" name="Rectangle 78"/>
          <p:cNvSpPr>
            <a:spLocks noChangeArrowheads="1"/>
          </p:cNvSpPr>
          <p:nvPr/>
        </p:nvSpPr>
        <p:spPr bwMode="auto">
          <a:xfrm>
            <a:off x="3214678" y="857232"/>
            <a:ext cx="4316416" cy="857256"/>
          </a:xfrm>
          <a:prstGeom prst="rect">
            <a:avLst/>
          </a:prstGeom>
          <a:noFill/>
          <a:ln w="9525">
            <a:noFill/>
            <a:miter lim="800000"/>
            <a:headEnd/>
            <a:tailEnd/>
          </a:ln>
        </p:spPr>
        <p:txBody>
          <a:bodyPr anchor="t" anchorCtr="0"/>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解集</a:t>
            </a:r>
            <a:r>
              <a:rPr kumimoji="0" lang="en-US" altLang="zh-CN" sz="28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S</a:t>
            </a:r>
            <a:r>
              <a:rPr kumimoji="0" lang="zh-CN" altLang="en-US" sz="28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中的极大无关组</a:t>
            </a:r>
          </a:p>
        </p:txBody>
      </p:sp>
      <p:sp>
        <p:nvSpPr>
          <p:cNvPr id="10" name="矩形 9"/>
          <p:cNvSpPr/>
          <p:nvPr/>
        </p:nvSpPr>
        <p:spPr>
          <a:xfrm>
            <a:off x="642910" y="1591094"/>
            <a:ext cx="8681618" cy="2123658"/>
          </a:xfrm>
          <a:prstGeom prst="rect">
            <a:avLst/>
          </a:prstGeom>
        </p:spPr>
        <p:txBody>
          <a:bodyPr wrap="square">
            <a:spAutoFit/>
          </a:bodyPr>
          <a:lstStyle/>
          <a:p>
            <a:pPr marL="457200" marR="0" lvl="0" indent="-457200" algn="l" defTabSz="914400" rtl="0" eaLnBrk="1" fontAlgn="base" latinLnBrk="0" hangingPunct="1">
              <a:lnSpc>
                <a:spcPct val="100000"/>
              </a:lnSpc>
              <a:spcBef>
                <a:spcPct val="50000"/>
              </a:spcBef>
              <a:spcAft>
                <a:spcPct val="0"/>
              </a:spcAft>
              <a:buClr>
                <a:srgbClr val="FF3300"/>
              </a:buClr>
              <a:buSzPct val="80000"/>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齐次线性方程组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 =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0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的一组解向量：</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400" b="0"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400" b="1" i="1"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r</a:t>
            </a:r>
            <a:r>
              <a:rPr kumimoji="1" lang="en-US" altLang="zh-CN" sz="2400" b="1" i="1"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如果满足</a:t>
            </a:r>
          </a:p>
          <a:p>
            <a:pPr marL="457200" marR="0" lvl="0" indent="-457200" algn="l" defTabSz="914400" rtl="0" eaLnBrk="1" fontAlgn="base" latinLnBrk="0" hangingPunct="1">
              <a:lnSpc>
                <a:spcPct val="100000"/>
              </a:lnSpc>
              <a:spcBef>
                <a:spcPct val="50000"/>
              </a:spcBef>
              <a:spcAft>
                <a:spcPct val="0"/>
              </a:spcAft>
              <a:buClr>
                <a:srgbClr val="0000FF"/>
              </a:buClr>
              <a:buSzTx/>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① </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0"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400" b="1" i="1"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r</a:t>
            </a:r>
            <a:r>
              <a:rPr kumimoji="1" lang="en-US" altLang="zh-CN" sz="2400" b="1" i="1"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线性无关；</a:t>
            </a:r>
          </a:p>
          <a:p>
            <a:pPr marL="457200" marR="0" lvl="0" indent="-457200" algn="l" defTabSz="914400" rtl="0" eaLnBrk="1" fontAlgn="base" latinLnBrk="0" hangingPunct="1">
              <a:lnSpc>
                <a:spcPct val="100000"/>
              </a:lnSpc>
              <a:spcBef>
                <a:spcPct val="50000"/>
              </a:spcBef>
              <a:spcAft>
                <a:spcPct val="0"/>
              </a:spcAft>
              <a:buClr>
                <a:srgbClr val="0000FF"/>
              </a:buClr>
              <a:buSzTx/>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②方程组中任意一个解都可以表示</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0"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400" b="1" i="1"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r</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的线性组合，</a:t>
            </a:r>
          </a:p>
          <a:p>
            <a:pPr marL="457200" marR="0" lvl="0" indent="-457200" algn="l" defTabSz="914400" rtl="0" eaLnBrk="1" fontAlgn="base" latinLnBrk="0" hangingPunct="1">
              <a:lnSpc>
                <a:spcPct val="100000"/>
              </a:lnSpc>
              <a:spcBef>
                <a:spcPct val="50000"/>
              </a:spcBef>
              <a:spcAft>
                <a:spcPct val="0"/>
              </a:spcAft>
              <a:buClr>
                <a:srgbClr val="0000FF"/>
              </a:buClr>
              <a:buSzTx/>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则称这组解是齐次线性方程组的一个</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基础解系</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12" name="Text Box 28"/>
          <p:cNvSpPr txBox="1">
            <a:spLocks noChangeArrowheads="1"/>
          </p:cNvSpPr>
          <p:nvPr/>
        </p:nvSpPr>
        <p:spPr bwMode="auto">
          <a:xfrm>
            <a:off x="571472" y="6215082"/>
            <a:ext cx="8572528" cy="461665"/>
          </a:xfrm>
          <a:prstGeom prst="rect">
            <a:avLst/>
          </a:prstGeom>
          <a:solidFill>
            <a:srgbClr val="006600"/>
          </a:solidFill>
          <a:ln w="9525">
            <a:solidFill>
              <a:srgbClr val="FFFF00"/>
            </a:solidFill>
            <a:miter lim="800000"/>
            <a:headEnd/>
            <a:tailEnd/>
          </a:ln>
          <a:effectLst>
            <a:glow rad="101600">
              <a:schemeClr val="accent5">
                <a:lumMod val="50000"/>
                <a:alpha val="40000"/>
              </a:scheme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6、</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解集的秩</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S</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基础解的个数</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2" name="Rectangle 5">
            <a:extLst>
              <a:ext uri="{FF2B5EF4-FFF2-40B4-BE49-F238E27FC236}">
                <a16:creationId xmlns:a16="http://schemas.microsoft.com/office/drawing/2014/main" id="{ED76AEF2-BFC9-EAFC-C96A-ABF7B12782B2}"/>
              </a:ext>
            </a:extLst>
          </p:cNvPr>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4-4 </a:t>
            </a:r>
            <a:r>
              <a:rPr lang="zh-CN" altLang="en-US" sz="44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齐次方程组</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AX=O</a:t>
            </a: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解的结构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0">
                                            <p:txEl>
                                              <p:pRg st="0" end="0"/>
                                            </p:txEl>
                                          </p:spTgt>
                                        </p:tgtEl>
                                        <p:attrNameLst>
                                          <p:attrName>style.visibility</p:attrName>
                                        </p:attrNameLst>
                                      </p:cBhvr>
                                      <p:to>
                                        <p:strVal val="visible"/>
                                      </p:to>
                                    </p:set>
                                    <p:animEffect transition="in" filter="wipe(left)">
                                      <p:cBhvr>
                                        <p:cTn id="12" dur="500"/>
                                        <p:tgtEl>
                                          <p:spTgt spid="10">
                                            <p:txEl>
                                              <p:pRg st="0" end="0"/>
                                            </p:txEl>
                                          </p:spTgt>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10">
                                            <p:txEl>
                                              <p:pRg st="3" end="3"/>
                                            </p:txEl>
                                          </p:spTgt>
                                        </p:tgtEl>
                                        <p:attrNameLst>
                                          <p:attrName>style.visibility</p:attrName>
                                        </p:attrNameLst>
                                      </p:cBhvr>
                                      <p:to>
                                        <p:strVal val="visible"/>
                                      </p:to>
                                    </p:set>
                                    <p:animEffect transition="in" filter="wipe(left)">
                                      <p:cBhvr>
                                        <p:cTn id="15" dur="500"/>
                                        <p:tgtEl>
                                          <p:spTgt spid="10">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0">
                                            <p:txEl>
                                              <p:pRg st="1" end="1"/>
                                            </p:txEl>
                                          </p:spTgt>
                                        </p:tgtEl>
                                        <p:attrNameLst>
                                          <p:attrName>style.visibility</p:attrName>
                                        </p:attrNameLst>
                                      </p:cBhvr>
                                      <p:to>
                                        <p:strVal val="visible"/>
                                      </p:to>
                                    </p:set>
                                    <p:animEffect transition="in" filter="wipe(left)">
                                      <p:cBhvr>
                                        <p:cTn id="20" dur="500"/>
                                        <p:tgtEl>
                                          <p:spTgt spid="10">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0">
                                            <p:txEl>
                                              <p:pRg st="2" end="2"/>
                                            </p:txEl>
                                          </p:spTgt>
                                        </p:tgtEl>
                                        <p:attrNameLst>
                                          <p:attrName>style.visibility</p:attrName>
                                        </p:attrNameLst>
                                      </p:cBhvr>
                                      <p:to>
                                        <p:strVal val="visible"/>
                                      </p:to>
                                    </p:set>
                                    <p:animEffect transition="in" filter="wipe(left)">
                                      <p:cBhvr>
                                        <p:cTn id="25" dur="500"/>
                                        <p:tgtEl>
                                          <p:spTgt spid="10">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9">
                                            <p:txEl>
                                              <p:pRg st="0" end="0"/>
                                            </p:txEl>
                                          </p:spTgt>
                                        </p:tgtEl>
                                        <p:attrNameLst>
                                          <p:attrName>style.visibility</p:attrName>
                                        </p:attrNameLst>
                                      </p:cBhvr>
                                      <p:to>
                                        <p:strVal val="visible"/>
                                      </p:to>
                                    </p:set>
                                    <p:animEffect transition="in" filter="wipe(left)">
                                      <p:cBhvr>
                                        <p:cTn id="35" dur="500"/>
                                        <p:tgtEl>
                                          <p:spTgt spid="9">
                                            <p:txEl>
                                              <p:pRg st="0" end="0"/>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9">
                                            <p:txEl>
                                              <p:pRg st="1" end="1"/>
                                            </p:txEl>
                                          </p:spTgt>
                                        </p:tgtEl>
                                        <p:attrNameLst>
                                          <p:attrName>style.visibility</p:attrName>
                                        </p:attrNameLst>
                                      </p:cBhvr>
                                      <p:to>
                                        <p:strVal val="visible"/>
                                      </p:to>
                                    </p:set>
                                    <p:animEffect transition="in" filter="wipe(left)">
                                      <p:cBhvr>
                                        <p:cTn id="40" dur="500"/>
                                        <p:tgtEl>
                                          <p:spTgt spid="9">
                                            <p:txEl>
                                              <p:pRg st="1" end="1"/>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9">
                                            <p:txEl>
                                              <p:pRg st="2" end="2"/>
                                            </p:txEl>
                                          </p:spTgt>
                                        </p:tgtEl>
                                        <p:attrNameLst>
                                          <p:attrName>style.visibility</p:attrName>
                                        </p:attrNameLst>
                                      </p:cBhvr>
                                      <p:to>
                                        <p:strVal val="visible"/>
                                      </p:to>
                                    </p:set>
                                    <p:animEffect transition="in" filter="wipe(left)">
                                      <p:cBhvr>
                                        <p:cTn id="45" dur="500"/>
                                        <p:tgtEl>
                                          <p:spTgt spid="9">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9">
                                            <p:txEl>
                                              <p:pRg st="3" end="3"/>
                                            </p:txEl>
                                          </p:spTgt>
                                        </p:tgtEl>
                                        <p:attrNameLst>
                                          <p:attrName>style.visibility</p:attrName>
                                        </p:attrNameLst>
                                      </p:cBhvr>
                                      <p:to>
                                        <p:strVal val="visible"/>
                                      </p:to>
                                    </p:set>
                                    <p:animEffect transition="in" filter="wipe(left)">
                                      <p:cBhvr>
                                        <p:cTn id="50" dur="500"/>
                                        <p:tgtEl>
                                          <p:spTgt spid="9">
                                            <p:txEl>
                                              <p:pRg st="3" end="3"/>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9">
                                            <p:txEl>
                                              <p:pRg st="4" end="4"/>
                                            </p:txEl>
                                          </p:spTgt>
                                        </p:tgtEl>
                                        <p:attrNameLst>
                                          <p:attrName>style.visibility</p:attrName>
                                        </p:attrNameLst>
                                      </p:cBhvr>
                                      <p:to>
                                        <p:strVal val="visible"/>
                                      </p:to>
                                    </p:set>
                                    <p:animEffect transition="in" filter="wipe(left)">
                                      <p:cBhvr>
                                        <p:cTn id="55" dur="500"/>
                                        <p:tgtEl>
                                          <p:spTgt spid="9">
                                            <p:txEl>
                                              <p:pRg st="4" end="4"/>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11">
                                            <p:bg/>
                                          </p:spTgt>
                                        </p:tgtEl>
                                        <p:attrNameLst>
                                          <p:attrName>style.visibility</p:attrName>
                                        </p:attrNameLst>
                                      </p:cBhvr>
                                      <p:to>
                                        <p:strVal val="visible"/>
                                      </p:to>
                                    </p:set>
                                    <p:animEffect transition="in" filter="wipe(left)">
                                      <p:cBhvr>
                                        <p:cTn id="60" dur="500"/>
                                        <p:tgtEl>
                                          <p:spTgt spid="11">
                                            <p:bg/>
                                          </p:spTgt>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11">
                                            <p:txEl>
                                              <p:pRg st="0" end="0"/>
                                            </p:txEl>
                                          </p:spTgt>
                                        </p:tgtEl>
                                        <p:attrNameLst>
                                          <p:attrName>style.visibility</p:attrName>
                                        </p:attrNameLst>
                                      </p:cBhvr>
                                      <p:to>
                                        <p:strVal val="visible"/>
                                      </p:to>
                                    </p:set>
                                    <p:animEffect transition="in" filter="wipe(left)">
                                      <p:cBhvr>
                                        <p:cTn id="63" dur="500"/>
                                        <p:tgtEl>
                                          <p:spTgt spid="11">
                                            <p:txEl>
                                              <p:pRg st="0" end="0"/>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12">
                                            <p:txEl>
                                              <p:pRg st="0" end="0"/>
                                            </p:txEl>
                                          </p:spTgt>
                                        </p:tgtEl>
                                        <p:attrNameLst>
                                          <p:attrName>style.visibility</p:attrName>
                                        </p:attrNameLst>
                                      </p:cBhvr>
                                      <p:to>
                                        <p:strVal val="visible"/>
                                      </p:to>
                                    </p:set>
                                    <p:animEffect transition="in" filter="wipe(left)">
                                      <p:cBhvr>
                                        <p:cTn id="68" dur="500"/>
                                        <p:tgtEl>
                                          <p:spTgt spid="12">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12">
                                            <p:bg/>
                                          </p:spTgt>
                                        </p:tgtEl>
                                        <p:attrNameLst>
                                          <p:attrName>style.visibility</p:attrName>
                                        </p:attrNameLst>
                                      </p:cBhvr>
                                      <p:to>
                                        <p:strVal val="visible"/>
                                      </p:to>
                                    </p:set>
                                    <p:animEffect transition="in" filter="wipe(left)">
                                      <p:cBhvr>
                                        <p:cTn id="73" dur="500"/>
                                        <p:tgtEl>
                                          <p:spTgt spid="12">
                                            <p:bg/>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p:bldP spid="11" grpId="0" uiExpand="1" build="allAtOnce" animBg="1" autoUpdateAnimBg="0"/>
      <p:bldP spid="4" grpId="0"/>
      <p:bldP spid="8" grpId="0"/>
      <p:bldP spid="10" grpId="0" uiExpand="1" build="allAtOnce"/>
      <p:bldP spid="12" grpId="0" uiExpand="1" build="allAtOnce" animBg="1"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bwMode="auto">
          <a:xfrm>
            <a:off x="0" y="0"/>
            <a:ext cx="9144000" cy="1785926"/>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16739" name="Object 3"/>
          <p:cNvGraphicFramePr>
            <a:graphicFrameLocks noChangeAspect="1"/>
          </p:cNvGraphicFramePr>
          <p:nvPr/>
        </p:nvGraphicFramePr>
        <p:xfrm>
          <a:off x="98426" y="203200"/>
          <a:ext cx="9045606" cy="868363"/>
        </p:xfrm>
        <a:graphic>
          <a:graphicData uri="http://schemas.openxmlformats.org/presentationml/2006/ole">
            <mc:AlternateContent xmlns:mc="http://schemas.openxmlformats.org/markup-compatibility/2006">
              <mc:Choice xmlns:v="urn:schemas-microsoft-com:vml" Requires="v">
                <p:oleObj name="Equation" r:id="rId3" imgW="9207360" imgH="1015920" progId="Equation.DSMT4">
                  <p:embed/>
                </p:oleObj>
              </mc:Choice>
              <mc:Fallback>
                <p:oleObj name="Equation" r:id="rId3" imgW="9207360" imgH="1015920" progId="Equation.DSMT4">
                  <p:embed/>
                  <p:pic>
                    <p:nvPicPr>
                      <p:cNvPr id="116739"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426" y="203200"/>
                        <a:ext cx="9045606" cy="868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6740" name="Object 4"/>
          <p:cNvGraphicFramePr>
            <a:graphicFrameLocks noChangeAspect="1"/>
          </p:cNvGraphicFramePr>
          <p:nvPr/>
        </p:nvGraphicFramePr>
        <p:xfrm>
          <a:off x="98429" y="1928813"/>
          <a:ext cx="5045075" cy="1603375"/>
        </p:xfrm>
        <a:graphic>
          <a:graphicData uri="http://schemas.openxmlformats.org/presentationml/2006/ole">
            <mc:AlternateContent xmlns:mc="http://schemas.openxmlformats.org/markup-compatibility/2006">
              <mc:Choice xmlns:v="urn:schemas-microsoft-com:vml" Requires="v">
                <p:oleObj name="Equation" r:id="rId5" imgW="4203360" imgH="1587240" progId="Equation.DSMT4">
                  <p:embed/>
                </p:oleObj>
              </mc:Choice>
              <mc:Fallback>
                <p:oleObj name="Equation" r:id="rId5" imgW="4203360" imgH="1587240" progId="Equation.DSMT4">
                  <p:embed/>
                  <p:pic>
                    <p:nvPicPr>
                      <p:cNvPr id="11674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429" y="1928813"/>
                        <a:ext cx="5045075" cy="160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 name="Rectangle 78"/>
          <p:cNvSpPr>
            <a:spLocks noChangeArrowheads="1"/>
          </p:cNvSpPr>
          <p:nvPr/>
        </p:nvSpPr>
        <p:spPr bwMode="auto">
          <a:xfrm>
            <a:off x="0" y="3571876"/>
            <a:ext cx="9468544" cy="3166381"/>
          </a:xfrm>
          <a:prstGeom prst="rect">
            <a:avLst/>
          </a:prstGeom>
          <a:noFill/>
          <a:ln w="9525">
            <a:noFill/>
            <a:miter lim="800000"/>
            <a:headEnd/>
            <a:tailEnd/>
          </a:ln>
        </p:spPr>
        <p:txBody>
          <a:bodyPr anchor="t" anchorCtr="0"/>
          <a:lstStyle/>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结论：</a:t>
            </a: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1</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）基础解系不唯一</a:t>
            </a: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2</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）若（</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1</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2</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3</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）是基础解系，</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P</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为可逆阵，则</a:t>
            </a: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1</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2</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3</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P =</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1</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P ,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2</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P , α</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3</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P</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β</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1</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β</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2</a:t>
            </a:r>
            <a:r>
              <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β</a:t>
            </a:r>
            <a:r>
              <a:rPr kumimoji="1" lang="en-US" altLang="zh-CN" sz="28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楷体_GB2312"/>
              </a:rPr>
              <a:t>3</a:t>
            </a: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 </a:t>
            </a: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rPr>
              <a:t>也是基础解系</a:t>
            </a: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endParaRPr kumimoji="1"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endParaRPr kumimoji="1" lang="zh-CN" altLang="en-US"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楷体_GB231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CN" sz="28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endParaRPr>
          </a:p>
        </p:txBody>
      </p:sp>
      <p:graphicFrame>
        <p:nvGraphicFramePr>
          <p:cNvPr id="6" name="Object 3"/>
          <p:cNvGraphicFramePr>
            <a:graphicFrameLocks noChangeAspect="1"/>
          </p:cNvGraphicFramePr>
          <p:nvPr/>
        </p:nvGraphicFramePr>
        <p:xfrm>
          <a:off x="71406" y="1384289"/>
          <a:ext cx="6929486" cy="401637"/>
        </p:xfrm>
        <a:graphic>
          <a:graphicData uri="http://schemas.openxmlformats.org/presentationml/2006/ole">
            <mc:AlternateContent xmlns:mc="http://schemas.openxmlformats.org/markup-compatibility/2006">
              <mc:Choice xmlns:v="urn:schemas-microsoft-com:vml" Requires="v">
                <p:oleObj name="Equation" r:id="rId7" imgW="6273720" imgH="469800" progId="Equation.DSMT4">
                  <p:embed/>
                </p:oleObj>
              </mc:Choice>
              <mc:Fallback>
                <p:oleObj name="Equation" r:id="rId7" imgW="6273720" imgH="469800" progId="Equation.DSMT4">
                  <p:embed/>
                  <p:pic>
                    <p:nvPicPr>
                      <p:cNvPr id="6" name="Object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06" y="1384289"/>
                        <a:ext cx="6929486"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矩形 6"/>
          <p:cNvSpPr/>
          <p:nvPr/>
        </p:nvSpPr>
        <p:spPr>
          <a:xfrm>
            <a:off x="5357818" y="2357430"/>
            <a:ext cx="596638" cy="646331"/>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3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sym typeface="Wingdings"/>
              </a:rPr>
              <a:t></a:t>
            </a:r>
            <a:endParaRPr kumimoji="1" lang="zh-CN" altLang="en-US" sz="36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sp>
        <p:nvSpPr>
          <p:cNvPr id="8" name="矩形 7"/>
          <p:cNvSpPr/>
          <p:nvPr/>
        </p:nvSpPr>
        <p:spPr>
          <a:xfrm>
            <a:off x="5357818" y="3000372"/>
            <a:ext cx="596638" cy="646331"/>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36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sym typeface="Wingdings"/>
              </a:rPr>
              <a:t></a:t>
            </a:r>
            <a:endParaRPr kumimoji="1" lang="zh-CN" altLang="en-US" sz="36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6740"/>
                                        </p:tgtEl>
                                        <p:attrNameLst>
                                          <p:attrName>style.visibility</p:attrName>
                                        </p:attrNameLst>
                                      </p:cBhvr>
                                      <p:to>
                                        <p:strVal val="visible"/>
                                      </p:to>
                                    </p:set>
                                    <p:animEffect transition="in" filter="wipe(left)">
                                      <p:cBhvr>
                                        <p:cTn id="7" dur="500"/>
                                        <p:tgtEl>
                                          <p:spTgt spid="116740"/>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wipe(left)">
                                      <p:cBhvr>
                                        <p:cTn id="20" dur="500"/>
                                        <p:tgtEl>
                                          <p:spTgt spid="5">
                                            <p:txEl>
                                              <p:pRg st="0" end="0"/>
                                            </p:txEl>
                                          </p:spTgt>
                                        </p:tgtEl>
                                      </p:cBhvr>
                                    </p:animEffect>
                                  </p:childTnLst>
                                </p:cTn>
                              </p:par>
                              <p:par>
                                <p:cTn id="21" presetID="22" presetClass="entr" presetSubtype="8" fill="hold" nodeType="withEffect">
                                  <p:stCondLst>
                                    <p:cond delay="0"/>
                                  </p:stCondLst>
                                  <p:childTnLst>
                                    <p:set>
                                      <p:cBhvr>
                                        <p:cTn id="22" dur="1" fill="hold">
                                          <p:stCondLst>
                                            <p:cond delay="0"/>
                                          </p:stCondLst>
                                        </p:cTn>
                                        <p:tgtEl>
                                          <p:spTgt spid="5">
                                            <p:txEl>
                                              <p:pRg st="1" end="1"/>
                                            </p:txEl>
                                          </p:spTgt>
                                        </p:tgtEl>
                                        <p:attrNameLst>
                                          <p:attrName>style.visibility</p:attrName>
                                        </p:attrNameLst>
                                      </p:cBhvr>
                                      <p:to>
                                        <p:strVal val="visible"/>
                                      </p:to>
                                    </p:set>
                                    <p:animEffect transition="in" filter="wipe(left)">
                                      <p:cBhvr>
                                        <p:cTn id="23" dur="500"/>
                                        <p:tgtEl>
                                          <p:spTgt spid="5">
                                            <p:txEl>
                                              <p:pRg st="1" end="1"/>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5">
                                            <p:txEl>
                                              <p:pRg st="2" end="2"/>
                                            </p:txEl>
                                          </p:spTgt>
                                        </p:tgtEl>
                                        <p:attrNameLst>
                                          <p:attrName>style.visibility</p:attrName>
                                        </p:attrNameLst>
                                      </p:cBhvr>
                                      <p:to>
                                        <p:strVal val="visible"/>
                                      </p:to>
                                    </p:set>
                                    <p:animEffect transition="in" filter="wipe(left)">
                                      <p:cBhvr>
                                        <p:cTn id="28" dur="500"/>
                                        <p:tgtEl>
                                          <p:spTgt spid="5">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
                                            <p:txEl>
                                              <p:pRg st="3" end="3"/>
                                            </p:txEl>
                                          </p:spTgt>
                                        </p:tgtEl>
                                        <p:attrNameLst>
                                          <p:attrName>style.visibility</p:attrName>
                                        </p:attrNameLst>
                                      </p:cBhvr>
                                      <p:to>
                                        <p:strVal val="visible"/>
                                      </p:to>
                                    </p:set>
                                    <p:animEffect transition="in" filter="wipe(left)">
                                      <p:cBhvr>
                                        <p:cTn id="33" dur="500"/>
                                        <p:tgtEl>
                                          <p:spTgt spid="5">
                                            <p:txEl>
                                              <p:pRg st="3" end="3"/>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5">
                                            <p:txEl>
                                              <p:pRg st="4" end="4"/>
                                            </p:txEl>
                                          </p:spTgt>
                                        </p:tgtEl>
                                        <p:attrNameLst>
                                          <p:attrName>style.visibility</p:attrName>
                                        </p:attrNameLst>
                                      </p:cBhvr>
                                      <p:to>
                                        <p:strVal val="visible"/>
                                      </p:to>
                                    </p:set>
                                    <p:animEffect transition="in" filter="wipe(left)">
                                      <p:cBhvr>
                                        <p:cTn id="38"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 name="Object 19"/>
          <p:cNvGraphicFramePr>
            <a:graphicFrameLocks noChangeAspect="1"/>
          </p:cNvGraphicFramePr>
          <p:nvPr/>
        </p:nvGraphicFramePr>
        <p:xfrm>
          <a:off x="3357554" y="3867163"/>
          <a:ext cx="1093787" cy="1562100"/>
        </p:xfrm>
        <a:graphic>
          <a:graphicData uri="http://schemas.openxmlformats.org/presentationml/2006/ole">
            <mc:AlternateContent xmlns:mc="http://schemas.openxmlformats.org/markup-compatibility/2006">
              <mc:Choice xmlns:v="urn:schemas-microsoft-com:vml" Requires="v">
                <p:oleObj name="Equation" r:id="rId3" imgW="647640" imgH="927000" progId="Equation.DSMT4">
                  <p:embed/>
                </p:oleObj>
              </mc:Choice>
              <mc:Fallback>
                <p:oleObj name="Equation" r:id="rId3" imgW="647640" imgH="927000" progId="Equation.DSMT4">
                  <p:embed/>
                  <p:pic>
                    <p:nvPicPr>
                      <p:cNvPr id="41" name="Object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57554" y="3867163"/>
                        <a:ext cx="1093787" cy="1562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 name="Object 17"/>
          <p:cNvGraphicFramePr>
            <a:graphicFrameLocks noChangeAspect="1"/>
          </p:cNvGraphicFramePr>
          <p:nvPr/>
        </p:nvGraphicFramePr>
        <p:xfrm>
          <a:off x="4143372" y="2786058"/>
          <a:ext cx="2082800" cy="965200"/>
        </p:xfrm>
        <a:graphic>
          <a:graphicData uri="http://schemas.openxmlformats.org/presentationml/2006/ole">
            <mc:AlternateContent xmlns:mc="http://schemas.openxmlformats.org/markup-compatibility/2006">
              <mc:Choice xmlns:v="urn:schemas-microsoft-com:vml" Requires="v">
                <p:oleObj name="Equation" r:id="rId5" imgW="1041120" imgH="482400" progId="Equation.DSMT4">
                  <p:embed/>
                </p:oleObj>
              </mc:Choice>
              <mc:Fallback>
                <p:oleObj name="Equation" r:id="rId5" imgW="1041120" imgH="482400" progId="Equation.DSMT4">
                  <p:embed/>
                  <p:pic>
                    <p:nvPicPr>
                      <p:cNvPr id="39" name="Object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43372" y="2786058"/>
                        <a:ext cx="20828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12075" name="Object 11"/>
          <p:cNvGraphicFramePr>
            <a:graphicFrameLocks noChangeAspect="1"/>
          </p:cNvGraphicFramePr>
          <p:nvPr/>
        </p:nvGraphicFramePr>
        <p:xfrm>
          <a:off x="5228738" y="2857727"/>
          <a:ext cx="236085" cy="821863"/>
        </p:xfrm>
        <a:graphic>
          <a:graphicData uri="http://schemas.openxmlformats.org/presentationml/2006/ole">
            <mc:AlternateContent xmlns:mc="http://schemas.openxmlformats.org/markup-compatibility/2006">
              <mc:Choice xmlns:v="urn:schemas-microsoft-com:vml" Requires="v">
                <p:oleObj name="Equation" r:id="rId7" imgW="126720" imgH="444240" progId="Equation.DSMT4">
                  <p:embed/>
                </p:oleObj>
              </mc:Choice>
              <mc:Fallback>
                <p:oleObj name="Equation" r:id="rId7" imgW="126720" imgH="444240" progId="Equation.DSMT4">
                  <p:embed/>
                  <p:pic>
                    <p:nvPicPr>
                      <p:cNvPr id="1112075"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28738" y="2857727"/>
                        <a:ext cx="236085" cy="821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 name="Object 11"/>
          <p:cNvGraphicFramePr>
            <a:graphicFrameLocks noChangeAspect="1"/>
          </p:cNvGraphicFramePr>
          <p:nvPr/>
        </p:nvGraphicFramePr>
        <p:xfrm>
          <a:off x="5857883" y="2857726"/>
          <a:ext cx="234311" cy="821864"/>
        </p:xfrm>
        <a:graphic>
          <a:graphicData uri="http://schemas.openxmlformats.org/presentationml/2006/ole">
            <mc:AlternateContent xmlns:mc="http://schemas.openxmlformats.org/markup-compatibility/2006">
              <mc:Choice xmlns:v="urn:schemas-microsoft-com:vml" Requires="v">
                <p:oleObj name="Equation" r:id="rId9" imgW="126720" imgH="444240" progId="Equation.DSMT4">
                  <p:embed/>
                </p:oleObj>
              </mc:Choice>
              <mc:Fallback>
                <p:oleObj name="Equation" r:id="rId9" imgW="126720" imgH="444240" progId="Equation.DSMT4">
                  <p:embed/>
                  <p:pic>
                    <p:nvPicPr>
                      <p:cNvPr id="25"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57883" y="2857726"/>
                        <a:ext cx="234311" cy="821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12084" name="Object 20"/>
          <p:cNvGraphicFramePr>
            <a:graphicFrameLocks noChangeAspect="1"/>
          </p:cNvGraphicFramePr>
          <p:nvPr/>
        </p:nvGraphicFramePr>
        <p:xfrm>
          <a:off x="5214942" y="2857496"/>
          <a:ext cx="234950" cy="822325"/>
        </p:xfrm>
        <a:graphic>
          <a:graphicData uri="http://schemas.openxmlformats.org/presentationml/2006/ole">
            <mc:AlternateContent xmlns:mc="http://schemas.openxmlformats.org/markup-compatibility/2006">
              <mc:Choice xmlns:v="urn:schemas-microsoft-com:vml" Requires="v">
                <p:oleObj name="Equation" r:id="rId7" imgW="126720" imgH="444240" progId="Equation.DSMT4">
                  <p:embed/>
                </p:oleObj>
              </mc:Choice>
              <mc:Fallback>
                <p:oleObj name="Equation" r:id="rId7" imgW="126720" imgH="444240" progId="Equation.DSMT4">
                  <p:embed/>
                  <p:pic>
                    <p:nvPicPr>
                      <p:cNvPr id="1112084" name="Object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14942" y="2857496"/>
                        <a:ext cx="2349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12085" name="Object 11"/>
          <p:cNvGraphicFramePr>
            <a:graphicFrameLocks noChangeAspect="1"/>
          </p:cNvGraphicFramePr>
          <p:nvPr/>
        </p:nvGraphicFramePr>
        <p:xfrm>
          <a:off x="5843592" y="2857496"/>
          <a:ext cx="234950" cy="822325"/>
        </p:xfrm>
        <a:graphic>
          <a:graphicData uri="http://schemas.openxmlformats.org/presentationml/2006/ole">
            <mc:AlternateContent xmlns:mc="http://schemas.openxmlformats.org/markup-compatibility/2006">
              <mc:Choice xmlns:v="urn:schemas-microsoft-com:vml" Requires="v">
                <p:oleObj name="Equation" r:id="rId9" imgW="126720" imgH="444240" progId="Equation.DSMT4">
                  <p:embed/>
                </p:oleObj>
              </mc:Choice>
              <mc:Fallback>
                <p:oleObj name="Equation" r:id="rId9" imgW="126720" imgH="444240" progId="Equation.DSMT4">
                  <p:embed/>
                  <p:pic>
                    <p:nvPicPr>
                      <p:cNvPr id="1112085"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3592" y="2857496"/>
                        <a:ext cx="2349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 name="Object 14"/>
          <p:cNvGraphicFramePr>
            <a:graphicFrameLocks noChangeAspect="1"/>
          </p:cNvGraphicFramePr>
          <p:nvPr/>
        </p:nvGraphicFramePr>
        <p:xfrm>
          <a:off x="3032125" y="1335088"/>
          <a:ext cx="2038350" cy="1308100"/>
        </p:xfrm>
        <a:graphic>
          <a:graphicData uri="http://schemas.openxmlformats.org/presentationml/2006/ole">
            <mc:AlternateContent xmlns:mc="http://schemas.openxmlformats.org/markup-compatibility/2006">
              <mc:Choice xmlns:v="urn:schemas-microsoft-com:vml" Requires="v">
                <p:oleObj name="Equation" r:id="rId11" imgW="1257120" imgH="698400" progId="Equation.DSMT4">
                  <p:embed/>
                </p:oleObj>
              </mc:Choice>
              <mc:Fallback>
                <p:oleObj name="Equation" r:id="rId11" imgW="1257120" imgH="698400" progId="Equation.DSMT4">
                  <p:embed/>
                  <p:pic>
                    <p:nvPicPr>
                      <p:cNvPr id="52"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32125" y="1335088"/>
                        <a:ext cx="2038350" cy="1308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Rectangle 3"/>
          <p:cNvSpPr txBox="1">
            <a:spLocks noChangeArrowheads="1"/>
          </p:cNvSpPr>
          <p:nvPr/>
        </p:nvSpPr>
        <p:spPr>
          <a:xfrm>
            <a:off x="0" y="1"/>
            <a:ext cx="3443571" cy="461665"/>
          </a:xfrm>
          <a:prstGeom prst="rect">
            <a:avLst/>
          </a:prstGeom>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Tx/>
              <a:buSzTx/>
              <a:buFont typeface="Wingdings" pitchFamily="2" charset="2"/>
              <a:buNone/>
              <a:tabLst/>
              <a:defRPr/>
            </a:pPr>
            <a:r>
              <a:rPr kumimoji="1" lang="zh-CN" altLang="en-US" sz="24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例</a:t>
            </a:r>
            <a:r>
              <a:rPr kumimoji="1" lang="en-US" altLang="zh-CN" sz="24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1</a:t>
            </a:r>
            <a:r>
              <a:rPr kumimoji="1" lang="zh-CN" altLang="en-US" sz="24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t>
            </a:r>
            <a:r>
              <a:rPr kumimoji="1" lang="zh-CN" altLang="en-US" sz="24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求齐次线性方程组</a:t>
            </a:r>
            <a:endParaRPr kumimoji="1" lang="zh-CN" altLang="en-US" sz="24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graphicFrame>
        <p:nvGraphicFramePr>
          <p:cNvPr id="31" name="Object 10"/>
          <p:cNvGraphicFramePr>
            <a:graphicFrameLocks noChangeAspect="1"/>
          </p:cNvGraphicFramePr>
          <p:nvPr/>
        </p:nvGraphicFramePr>
        <p:xfrm>
          <a:off x="3297256" y="-24"/>
          <a:ext cx="3275008" cy="1377498"/>
        </p:xfrm>
        <a:graphic>
          <a:graphicData uri="http://schemas.openxmlformats.org/presentationml/2006/ole">
            <mc:AlternateContent xmlns:mc="http://schemas.openxmlformats.org/markup-compatibility/2006">
              <mc:Choice xmlns:v="urn:schemas-microsoft-com:vml" Requires="v">
                <p:oleObj name="Equation" r:id="rId13" imgW="1688367" imgH="710891" progId="Equation.DSMT4">
                  <p:embed/>
                </p:oleObj>
              </mc:Choice>
              <mc:Fallback>
                <p:oleObj name="Equation" r:id="rId13" imgW="1688367" imgH="710891" progId="Equation.DSMT4">
                  <p:embed/>
                  <p:pic>
                    <p:nvPicPr>
                      <p:cNvPr id="31" name="Object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97256" y="-24"/>
                        <a:ext cx="3275008" cy="137749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Line 25"/>
          <p:cNvSpPr>
            <a:spLocks noChangeShapeType="1"/>
          </p:cNvSpPr>
          <p:nvPr/>
        </p:nvSpPr>
        <p:spPr bwMode="auto">
          <a:xfrm>
            <a:off x="0" y="1357298"/>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3" name="矩形 32"/>
          <p:cNvSpPr/>
          <p:nvPr/>
        </p:nvSpPr>
        <p:spPr>
          <a:xfrm>
            <a:off x="6929454" y="714356"/>
            <a:ext cx="1731564"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再写出通解</a:t>
            </a:r>
          </a:p>
        </p:txBody>
      </p:sp>
      <p:graphicFrame>
        <p:nvGraphicFramePr>
          <p:cNvPr id="34" name="Object 14"/>
          <p:cNvGraphicFramePr>
            <a:graphicFrameLocks noChangeAspect="1"/>
          </p:cNvGraphicFramePr>
          <p:nvPr/>
        </p:nvGraphicFramePr>
        <p:xfrm>
          <a:off x="571472" y="1335088"/>
          <a:ext cx="2368550" cy="1308100"/>
        </p:xfrm>
        <a:graphic>
          <a:graphicData uri="http://schemas.openxmlformats.org/presentationml/2006/ole">
            <mc:AlternateContent xmlns:mc="http://schemas.openxmlformats.org/markup-compatibility/2006">
              <mc:Choice xmlns:v="urn:schemas-microsoft-com:vml" Requires="v">
                <p:oleObj name="Equation" r:id="rId15" imgW="1460160" imgH="698400" progId="Equation.DSMT4">
                  <p:embed/>
                </p:oleObj>
              </mc:Choice>
              <mc:Fallback>
                <p:oleObj name="Equation" r:id="rId15" imgW="1460160" imgH="698400" progId="Equation.DSMT4">
                  <p:embed/>
                  <p:pic>
                    <p:nvPicPr>
                      <p:cNvPr id="34" name="Object 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1472" y="1335088"/>
                        <a:ext cx="2368550" cy="1308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5" name="Object 15"/>
          <p:cNvGraphicFramePr>
            <a:graphicFrameLocks noChangeAspect="1"/>
          </p:cNvGraphicFramePr>
          <p:nvPr/>
        </p:nvGraphicFramePr>
        <p:xfrm>
          <a:off x="6024594" y="1550166"/>
          <a:ext cx="3048000" cy="904875"/>
        </p:xfrm>
        <a:graphic>
          <a:graphicData uri="http://schemas.openxmlformats.org/presentationml/2006/ole">
            <mc:AlternateContent xmlns:mc="http://schemas.openxmlformats.org/markup-compatibility/2006">
              <mc:Choice xmlns:v="urn:schemas-microsoft-com:vml" Requires="v">
                <p:oleObj name="Equation" r:id="rId17" imgW="1625400" imgH="482400" progId="Equation.DSMT4">
                  <p:embed/>
                </p:oleObj>
              </mc:Choice>
              <mc:Fallback>
                <p:oleObj name="Equation" r:id="rId17" imgW="1625400" imgH="482400" progId="Equation.DSMT4">
                  <p:embed/>
                  <p:pic>
                    <p:nvPicPr>
                      <p:cNvPr id="35" name="Object 1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24594" y="1550166"/>
                        <a:ext cx="3048000" cy="904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 name="Object 16"/>
          <p:cNvGraphicFramePr>
            <a:graphicFrameLocks noChangeAspect="1"/>
          </p:cNvGraphicFramePr>
          <p:nvPr/>
        </p:nvGraphicFramePr>
        <p:xfrm>
          <a:off x="642910" y="2643182"/>
          <a:ext cx="2454275" cy="1785938"/>
        </p:xfrm>
        <a:graphic>
          <a:graphicData uri="http://schemas.openxmlformats.org/presentationml/2006/ole">
            <mc:AlternateContent xmlns:mc="http://schemas.openxmlformats.org/markup-compatibility/2006">
              <mc:Choice xmlns:v="urn:schemas-microsoft-com:vml" Requires="v">
                <p:oleObj name="Equation" r:id="rId19" imgW="1307880" imgH="952200" progId="Equation.DSMT4">
                  <p:embed/>
                </p:oleObj>
              </mc:Choice>
              <mc:Fallback>
                <p:oleObj name="Equation" r:id="rId19" imgW="1307880" imgH="952200" progId="Equation.DSMT4">
                  <p:embed/>
                  <p:pic>
                    <p:nvPicPr>
                      <p:cNvPr id="36" name="Object 1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2910" y="2643182"/>
                        <a:ext cx="2454275" cy="1785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 name="Text Box 24"/>
          <p:cNvSpPr txBox="1">
            <a:spLocks noChangeArrowheads="1"/>
          </p:cNvSpPr>
          <p:nvPr/>
        </p:nvSpPr>
        <p:spPr bwMode="auto">
          <a:xfrm>
            <a:off x="3500430" y="3000372"/>
            <a:ext cx="473049" cy="420687"/>
          </a:xfrm>
          <a:prstGeom prst="rect">
            <a:avLst/>
          </a:prstGeom>
          <a:noFill/>
          <a:ln w="9525">
            <a:noFill/>
            <a:miter lim="800000"/>
            <a:headEnd/>
            <a:tailEnd/>
          </a:ln>
        </p:spPr>
        <p:txBody>
          <a:bodyPr wrap="square">
            <a:spAutoFit/>
          </a:bodyPr>
          <a:lstStyle/>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令</a:t>
            </a:r>
          </a:p>
        </p:txBody>
      </p:sp>
      <p:graphicFrame>
        <p:nvGraphicFramePr>
          <p:cNvPr id="40" name="Object 18"/>
          <p:cNvGraphicFramePr>
            <a:graphicFrameLocks noChangeAspect="1"/>
          </p:cNvGraphicFramePr>
          <p:nvPr/>
        </p:nvGraphicFramePr>
        <p:xfrm>
          <a:off x="6357950" y="2786058"/>
          <a:ext cx="2794000" cy="965200"/>
        </p:xfrm>
        <a:graphic>
          <a:graphicData uri="http://schemas.openxmlformats.org/presentationml/2006/ole">
            <mc:AlternateContent xmlns:mc="http://schemas.openxmlformats.org/markup-compatibility/2006">
              <mc:Choice xmlns:v="urn:schemas-microsoft-com:vml" Requires="v">
                <p:oleObj name="Equation" r:id="rId21" imgW="1396800" imgH="482400" progId="Equation.DSMT4">
                  <p:embed/>
                </p:oleObj>
              </mc:Choice>
              <mc:Fallback>
                <p:oleObj name="Equation" r:id="rId21" imgW="1396800" imgH="482400" progId="Equation.DSMT4">
                  <p:embed/>
                  <p:pic>
                    <p:nvPicPr>
                      <p:cNvPr id="40" name="Object 1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357950" y="2786058"/>
                        <a:ext cx="27940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Text Box 31"/>
          <p:cNvSpPr txBox="1">
            <a:spLocks noChangeArrowheads="1"/>
          </p:cNvSpPr>
          <p:nvPr/>
        </p:nvSpPr>
        <p:spPr bwMode="auto">
          <a:xfrm>
            <a:off x="-32" y="4437073"/>
            <a:ext cx="4071934" cy="420687"/>
          </a:xfrm>
          <a:prstGeom prst="rect">
            <a:avLst/>
          </a:prstGeom>
          <a:noFill/>
          <a:ln w="9525">
            <a:noFill/>
            <a:miter lim="800000"/>
            <a:headEnd/>
            <a:tailEnd/>
          </a:ln>
        </p:spPr>
        <p:txBody>
          <a:bodyPr wrap="square">
            <a:spAutoFit/>
          </a:bodyPr>
          <a:lstStyle/>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合起来便得到基础解系</a:t>
            </a:r>
          </a:p>
        </p:txBody>
      </p:sp>
      <p:sp>
        <p:nvSpPr>
          <p:cNvPr id="44" name="Rectangle 34"/>
          <p:cNvSpPr>
            <a:spLocks noChangeArrowheads="1"/>
          </p:cNvSpPr>
          <p:nvPr/>
        </p:nvSpPr>
        <p:spPr bwMode="auto">
          <a:xfrm>
            <a:off x="5572132" y="2678110"/>
            <a:ext cx="647700" cy="1008063"/>
          </a:xfrm>
          <a:prstGeom prst="rect">
            <a:avLst/>
          </a:prstGeom>
          <a:solidFill>
            <a:schemeClr val="bg1"/>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sp>
        <p:nvSpPr>
          <p:cNvPr id="45" name="Rectangle 35"/>
          <p:cNvSpPr>
            <a:spLocks noChangeArrowheads="1"/>
          </p:cNvSpPr>
          <p:nvPr/>
        </p:nvSpPr>
        <p:spPr bwMode="auto">
          <a:xfrm>
            <a:off x="8358214" y="2714620"/>
            <a:ext cx="792162" cy="1008063"/>
          </a:xfrm>
          <a:prstGeom prst="rect">
            <a:avLst/>
          </a:prstGeom>
          <a:solidFill>
            <a:schemeClr val="bg1"/>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sp>
        <p:nvSpPr>
          <p:cNvPr id="46" name="矩形 45"/>
          <p:cNvSpPr/>
          <p:nvPr/>
        </p:nvSpPr>
        <p:spPr>
          <a:xfrm>
            <a:off x="0" y="1478716"/>
            <a:ext cx="800219"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graphicFrame>
        <p:nvGraphicFramePr>
          <p:cNvPr id="88080" name="Object 22"/>
          <p:cNvGraphicFramePr>
            <a:graphicFrameLocks noChangeAspect="1"/>
          </p:cNvGraphicFramePr>
          <p:nvPr/>
        </p:nvGraphicFramePr>
        <p:xfrm>
          <a:off x="984252" y="5327648"/>
          <a:ext cx="3802062" cy="1571625"/>
        </p:xfrm>
        <a:graphic>
          <a:graphicData uri="http://schemas.openxmlformats.org/presentationml/2006/ole">
            <mc:AlternateContent xmlns:mc="http://schemas.openxmlformats.org/markup-compatibility/2006">
              <mc:Choice xmlns:v="urn:schemas-microsoft-com:vml" Requires="v">
                <p:oleObj name="Equation" r:id="rId23" imgW="2514600" imgH="939600" progId="Equation.DSMT4">
                  <p:embed/>
                </p:oleObj>
              </mc:Choice>
              <mc:Fallback>
                <p:oleObj name="Equation" r:id="rId23" imgW="2514600" imgH="939600" progId="Equation.DSMT4">
                  <p:embed/>
                  <p:pic>
                    <p:nvPicPr>
                      <p:cNvPr id="88080" name="Object 2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84252" y="5327648"/>
                        <a:ext cx="3802062" cy="1571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9" name="Text Box 31"/>
          <p:cNvSpPr txBox="1">
            <a:spLocks noChangeArrowheads="1"/>
          </p:cNvSpPr>
          <p:nvPr/>
        </p:nvSpPr>
        <p:spPr bwMode="auto">
          <a:xfrm>
            <a:off x="0" y="5857892"/>
            <a:ext cx="1428728" cy="420687"/>
          </a:xfrm>
          <a:prstGeom prst="rect">
            <a:avLst/>
          </a:prstGeom>
          <a:noFill/>
          <a:ln w="9525">
            <a:noFill/>
            <a:miter lim="800000"/>
            <a:headEnd/>
            <a:tailEnd/>
          </a:ln>
        </p:spPr>
        <p:txBody>
          <a:bodyPr wrap="square">
            <a:spAutoFit/>
          </a:bodyPr>
          <a:lstStyle/>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通解为</a:t>
            </a:r>
          </a:p>
        </p:txBody>
      </p:sp>
      <p:graphicFrame>
        <p:nvGraphicFramePr>
          <p:cNvPr id="23" name="Object 19"/>
          <p:cNvGraphicFramePr>
            <a:graphicFrameLocks noChangeAspect="1"/>
          </p:cNvGraphicFramePr>
          <p:nvPr/>
        </p:nvGraphicFramePr>
        <p:xfrm>
          <a:off x="4714876" y="3867164"/>
          <a:ext cx="1177925" cy="1562100"/>
        </p:xfrm>
        <a:graphic>
          <a:graphicData uri="http://schemas.openxmlformats.org/presentationml/2006/ole">
            <mc:AlternateContent xmlns:mc="http://schemas.openxmlformats.org/markup-compatibility/2006">
              <mc:Choice xmlns:v="urn:schemas-microsoft-com:vml" Requires="v">
                <p:oleObj name="Equation" r:id="rId25" imgW="698400" imgH="927000" progId="Equation.DSMT4">
                  <p:embed/>
                </p:oleObj>
              </mc:Choice>
              <mc:Fallback>
                <p:oleObj name="Equation" r:id="rId25" imgW="698400" imgH="927000" progId="Equation.DSMT4">
                  <p:embed/>
                  <p:pic>
                    <p:nvPicPr>
                      <p:cNvPr id="23" name="Object 1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714876" y="3867164"/>
                        <a:ext cx="1177925" cy="1562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12077" name="Object 13"/>
          <p:cNvGraphicFramePr>
            <a:graphicFrameLocks noChangeAspect="1"/>
          </p:cNvGraphicFramePr>
          <p:nvPr/>
        </p:nvGraphicFramePr>
        <p:xfrm>
          <a:off x="7786678" y="2875752"/>
          <a:ext cx="358775" cy="785813"/>
        </p:xfrm>
        <a:graphic>
          <a:graphicData uri="http://schemas.openxmlformats.org/presentationml/2006/ole">
            <mc:AlternateContent xmlns:mc="http://schemas.openxmlformats.org/markup-compatibility/2006">
              <mc:Choice xmlns:v="urn:schemas-microsoft-com:vml" Requires="v">
                <p:oleObj name="Equation" r:id="rId27" imgW="203040" imgH="444240" progId="Equation.DSMT4">
                  <p:embed/>
                </p:oleObj>
              </mc:Choice>
              <mc:Fallback>
                <p:oleObj name="Equation" r:id="rId27" imgW="203040" imgH="444240" progId="Equation.DSMT4">
                  <p:embed/>
                  <p:pic>
                    <p:nvPicPr>
                      <p:cNvPr id="1112077" name="Object 1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786678" y="2875752"/>
                        <a:ext cx="358775" cy="785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 name="Object 13"/>
          <p:cNvGraphicFramePr>
            <a:graphicFrameLocks noChangeAspect="1"/>
          </p:cNvGraphicFramePr>
          <p:nvPr/>
        </p:nvGraphicFramePr>
        <p:xfrm>
          <a:off x="8572496" y="2875752"/>
          <a:ext cx="358775" cy="785813"/>
        </p:xfrm>
        <a:graphic>
          <a:graphicData uri="http://schemas.openxmlformats.org/presentationml/2006/ole">
            <mc:AlternateContent xmlns:mc="http://schemas.openxmlformats.org/markup-compatibility/2006">
              <mc:Choice xmlns:v="urn:schemas-microsoft-com:vml" Requires="v">
                <p:oleObj name="Equation" r:id="rId29" imgW="203040" imgH="444240" progId="Equation.DSMT4">
                  <p:embed/>
                </p:oleObj>
              </mc:Choice>
              <mc:Fallback>
                <p:oleObj name="Equation" r:id="rId29" imgW="203040" imgH="444240" progId="Equation.DSMT4">
                  <p:embed/>
                  <p:pic>
                    <p:nvPicPr>
                      <p:cNvPr id="27" name="Object 1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8572496" y="2875752"/>
                        <a:ext cx="358775" cy="785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 name="Object 22"/>
          <p:cNvGraphicFramePr>
            <a:graphicFrameLocks noChangeAspect="1"/>
          </p:cNvGraphicFramePr>
          <p:nvPr/>
        </p:nvGraphicFramePr>
        <p:xfrm>
          <a:off x="1523987" y="5903932"/>
          <a:ext cx="1190625" cy="382588"/>
        </p:xfrm>
        <a:graphic>
          <a:graphicData uri="http://schemas.openxmlformats.org/presentationml/2006/ole">
            <mc:AlternateContent xmlns:mc="http://schemas.openxmlformats.org/markup-compatibility/2006">
              <mc:Choice xmlns:v="urn:schemas-microsoft-com:vml" Requires="v">
                <p:oleObj name="Equation" r:id="rId31" imgW="787320" imgH="228600" progId="Equation.DSMT4">
                  <p:embed/>
                </p:oleObj>
              </mc:Choice>
              <mc:Fallback>
                <p:oleObj name="Equation" r:id="rId31" imgW="787320" imgH="228600" progId="Equation.DSMT4">
                  <p:embed/>
                  <p:pic>
                    <p:nvPicPr>
                      <p:cNvPr id="28" name="Object 2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523987" y="5903932"/>
                        <a:ext cx="1190625" cy="3825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 name="矩形 36"/>
          <p:cNvSpPr/>
          <p:nvPr/>
        </p:nvSpPr>
        <p:spPr>
          <a:xfrm>
            <a:off x="6929454" y="0"/>
            <a:ext cx="1723549"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的基础解系</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graphicFrame>
        <p:nvGraphicFramePr>
          <p:cNvPr id="1112086" name="Object 22"/>
          <p:cNvGraphicFramePr>
            <a:graphicFrameLocks noChangeAspect="1"/>
          </p:cNvGraphicFramePr>
          <p:nvPr/>
        </p:nvGraphicFramePr>
        <p:xfrm>
          <a:off x="7772405" y="2874959"/>
          <a:ext cx="358775" cy="785812"/>
        </p:xfrm>
        <a:graphic>
          <a:graphicData uri="http://schemas.openxmlformats.org/presentationml/2006/ole">
            <mc:AlternateContent xmlns:mc="http://schemas.openxmlformats.org/markup-compatibility/2006">
              <mc:Choice xmlns:v="urn:schemas-microsoft-com:vml" Requires="v">
                <p:oleObj name="Equation" r:id="rId27" imgW="203040" imgH="444240" progId="Equation.DSMT4">
                  <p:embed/>
                </p:oleObj>
              </mc:Choice>
              <mc:Fallback>
                <p:oleObj name="Equation" r:id="rId27" imgW="203040" imgH="444240" progId="Equation.DSMT4">
                  <p:embed/>
                  <p:pic>
                    <p:nvPicPr>
                      <p:cNvPr id="1112086" name="Object 2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772405" y="2874959"/>
                        <a:ext cx="358775" cy="785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12087" name="Object 13"/>
          <p:cNvGraphicFramePr>
            <a:graphicFrameLocks noChangeAspect="1"/>
          </p:cNvGraphicFramePr>
          <p:nvPr/>
        </p:nvGraphicFramePr>
        <p:xfrm>
          <a:off x="8558217" y="2874959"/>
          <a:ext cx="358775" cy="785812"/>
        </p:xfrm>
        <a:graphic>
          <a:graphicData uri="http://schemas.openxmlformats.org/presentationml/2006/ole">
            <mc:AlternateContent xmlns:mc="http://schemas.openxmlformats.org/markup-compatibility/2006">
              <mc:Choice xmlns:v="urn:schemas-microsoft-com:vml" Requires="v">
                <p:oleObj name="Equation" r:id="rId29" imgW="203040" imgH="444240" progId="Equation.DSMT4">
                  <p:embed/>
                </p:oleObj>
              </mc:Choice>
              <mc:Fallback>
                <p:oleObj name="Equation" r:id="rId29" imgW="203040" imgH="444240" progId="Equation.DSMT4">
                  <p:embed/>
                  <p:pic>
                    <p:nvPicPr>
                      <p:cNvPr id="1112087" name="Object 1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8558217" y="2874959"/>
                        <a:ext cx="358775" cy="785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7" name="Object 14"/>
          <p:cNvGraphicFramePr>
            <a:graphicFrameLocks noChangeAspect="1"/>
          </p:cNvGraphicFramePr>
          <p:nvPr/>
        </p:nvGraphicFramePr>
        <p:xfrm>
          <a:off x="4040184" y="1357298"/>
          <a:ext cx="330200" cy="1260475"/>
        </p:xfrm>
        <a:graphic>
          <a:graphicData uri="http://schemas.openxmlformats.org/presentationml/2006/ole">
            <mc:AlternateContent xmlns:mc="http://schemas.openxmlformats.org/markup-compatibility/2006">
              <mc:Choice xmlns:v="urn:schemas-microsoft-com:vml" Requires="v">
                <p:oleObj name="Equation" r:id="rId33" imgW="203040" imgH="672840" progId="Equation.DSMT4">
                  <p:embed/>
                </p:oleObj>
              </mc:Choice>
              <mc:Fallback>
                <p:oleObj name="Equation" r:id="rId33" imgW="203040" imgH="672840" progId="Equation.DSMT4">
                  <p:embed/>
                  <p:pic>
                    <p:nvPicPr>
                      <p:cNvPr id="47" name="Object 14"/>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040184" y="1357298"/>
                        <a:ext cx="330200" cy="1260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 name="Object 14"/>
          <p:cNvGraphicFramePr>
            <a:graphicFrameLocks noChangeAspect="1"/>
          </p:cNvGraphicFramePr>
          <p:nvPr/>
        </p:nvGraphicFramePr>
        <p:xfrm>
          <a:off x="4529140" y="1357298"/>
          <a:ext cx="328612" cy="1260475"/>
        </p:xfrm>
        <a:graphic>
          <a:graphicData uri="http://schemas.openxmlformats.org/presentationml/2006/ole">
            <mc:AlternateContent xmlns:mc="http://schemas.openxmlformats.org/markup-compatibility/2006">
              <mc:Choice xmlns:v="urn:schemas-microsoft-com:vml" Requires="v">
                <p:oleObj name="Equation" r:id="rId35" imgW="203040" imgH="672840" progId="Equation.DSMT4">
                  <p:embed/>
                </p:oleObj>
              </mc:Choice>
              <mc:Fallback>
                <p:oleObj name="Equation" r:id="rId35" imgW="203040" imgH="672840" progId="Equation.DSMT4">
                  <p:embed/>
                  <p:pic>
                    <p:nvPicPr>
                      <p:cNvPr id="48" name="Object 14"/>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529140" y="1357298"/>
                        <a:ext cx="328612" cy="1260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3" name="Object 14"/>
          <p:cNvGraphicFramePr>
            <a:graphicFrameLocks noChangeAspect="1"/>
          </p:cNvGraphicFramePr>
          <p:nvPr/>
        </p:nvGraphicFramePr>
        <p:xfrm>
          <a:off x="5111754" y="1357298"/>
          <a:ext cx="330200" cy="1260475"/>
        </p:xfrm>
        <a:graphic>
          <a:graphicData uri="http://schemas.openxmlformats.org/presentationml/2006/ole">
            <mc:AlternateContent xmlns:mc="http://schemas.openxmlformats.org/markup-compatibility/2006">
              <mc:Choice xmlns:v="urn:schemas-microsoft-com:vml" Requires="v">
                <p:oleObj name="Equation" r:id="rId37" imgW="203040" imgH="672840" progId="Equation.DSMT4">
                  <p:embed/>
                </p:oleObj>
              </mc:Choice>
              <mc:Fallback>
                <p:oleObj name="Equation" r:id="rId37" imgW="203040" imgH="672840" progId="Equation.DSMT4">
                  <p:embed/>
                  <p:pic>
                    <p:nvPicPr>
                      <p:cNvPr id="53" name="Object 14"/>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111754" y="1357298"/>
                        <a:ext cx="330200" cy="1260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 name="Object 14"/>
          <p:cNvGraphicFramePr>
            <a:graphicFrameLocks noChangeAspect="1"/>
          </p:cNvGraphicFramePr>
          <p:nvPr/>
        </p:nvGraphicFramePr>
        <p:xfrm>
          <a:off x="5600710" y="1357298"/>
          <a:ext cx="328612" cy="1260475"/>
        </p:xfrm>
        <a:graphic>
          <a:graphicData uri="http://schemas.openxmlformats.org/presentationml/2006/ole">
            <mc:AlternateContent xmlns:mc="http://schemas.openxmlformats.org/markup-compatibility/2006">
              <mc:Choice xmlns:v="urn:schemas-microsoft-com:vml" Requires="v">
                <p:oleObj name="Equation" r:id="rId39" imgW="203040" imgH="672840" progId="Equation.DSMT4">
                  <p:embed/>
                </p:oleObj>
              </mc:Choice>
              <mc:Fallback>
                <p:oleObj name="Equation" r:id="rId39" imgW="203040" imgH="672840" progId="Equation.DSMT4">
                  <p:embed/>
                  <p:pic>
                    <p:nvPicPr>
                      <p:cNvPr id="54" name="Object 14"/>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5600710" y="1357298"/>
                        <a:ext cx="328612" cy="1260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9" name="Text Box 28"/>
          <p:cNvSpPr txBox="1">
            <a:spLocks noChangeArrowheads="1"/>
          </p:cNvSpPr>
          <p:nvPr/>
        </p:nvSpPr>
        <p:spPr bwMode="auto">
          <a:xfrm>
            <a:off x="2857487" y="5288364"/>
            <a:ext cx="6253855" cy="156966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S            </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R（A）=2</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S </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 4</a:t>
            </a:r>
          </a:p>
        </p:txBody>
      </p:sp>
      <p:sp>
        <p:nvSpPr>
          <p:cNvPr id="60" name="Text Box 28"/>
          <p:cNvSpPr txBox="1">
            <a:spLocks noChangeArrowheads="1"/>
          </p:cNvSpPr>
          <p:nvPr/>
        </p:nvSpPr>
        <p:spPr bwMode="auto">
          <a:xfrm>
            <a:off x="4357686" y="5288364"/>
            <a:ext cx="4786314" cy="1569660"/>
          </a:xfrm>
          <a:prstGeom prst="rect">
            <a:avLst/>
          </a:prstGeom>
          <a:noFill/>
          <a:ln w="9525">
            <a:no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基础解    个数</a:t>
            </a:r>
            <a:endPar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有效方程个数</a:t>
            </a:r>
            <a:endPar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总    变量个数</a:t>
            </a:r>
            <a:endPar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p:txBody>
      </p:sp>
      <p:sp>
        <p:nvSpPr>
          <p:cNvPr id="61" name="矩形 60"/>
          <p:cNvSpPr/>
          <p:nvPr/>
        </p:nvSpPr>
        <p:spPr>
          <a:xfrm>
            <a:off x="6638239" y="5308057"/>
            <a:ext cx="2260555"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自由变量个数</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
        <p:nvSpPr>
          <p:cNvPr id="62" name="矩形 61"/>
          <p:cNvSpPr/>
          <p:nvPr/>
        </p:nvSpPr>
        <p:spPr>
          <a:xfrm>
            <a:off x="6638239" y="5870061"/>
            <a:ext cx="2260555"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可解变量个数</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left)">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left)">
                                      <p:cBhvr>
                                        <p:cTn id="12" dur="500"/>
                                        <p:tgtEl>
                                          <p:spTgt spid="52"/>
                                        </p:tgtEl>
                                      </p:cBhvr>
                                    </p:animEffect>
                                  </p:childTnLst>
                                </p:cTn>
                              </p:par>
                              <p:par>
                                <p:cTn id="13" presetID="22" presetClass="entr" presetSubtype="8" fill="hold"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par>
                                <p:cTn id="16" presetID="22" presetClass="entr" presetSubtype="8" fill="hold" nodeType="withEffect">
                                  <p:stCondLst>
                                    <p:cond delay="0"/>
                                  </p:stCondLst>
                                  <p:childTnLst>
                                    <p:set>
                                      <p:cBhvr>
                                        <p:cTn id="17" dur="1" fill="hold">
                                          <p:stCondLst>
                                            <p:cond delay="0"/>
                                          </p:stCondLst>
                                        </p:cTn>
                                        <p:tgtEl>
                                          <p:spTgt spid="48"/>
                                        </p:tgtEl>
                                        <p:attrNameLst>
                                          <p:attrName>style.visibility</p:attrName>
                                        </p:attrNameLst>
                                      </p:cBhvr>
                                      <p:to>
                                        <p:strVal val="visible"/>
                                      </p:to>
                                    </p:set>
                                    <p:animEffect transition="in" filter="wipe(left)">
                                      <p:cBhvr>
                                        <p:cTn id="18" dur="500"/>
                                        <p:tgtEl>
                                          <p:spTgt spid="4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35"/>
                                        </p:tgtEl>
                                        <p:attrNameLst>
                                          <p:attrName>style.visibility</p:attrName>
                                        </p:attrNameLst>
                                      </p:cBhvr>
                                      <p:to>
                                        <p:strVal val="visible"/>
                                      </p:to>
                                    </p:set>
                                    <p:animEffect transition="in" filter="wipe(left)">
                                      <p:cBhvr>
                                        <p:cTn id="23" dur="500"/>
                                        <p:tgtEl>
                                          <p:spTgt spid="3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wipe(left)">
                                      <p:cBhvr>
                                        <p:cTn id="28" dur="500"/>
                                        <p:tgtEl>
                                          <p:spTgt spid="3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wipe(left)">
                                      <p:cBhvr>
                                        <p:cTn id="33" dur="500"/>
                                        <p:tgtEl>
                                          <p:spTgt spid="49"/>
                                        </p:tgtEl>
                                      </p:cBhvr>
                                    </p:animEffect>
                                  </p:childTnLst>
                                </p:cTn>
                              </p:par>
                              <p:par>
                                <p:cTn id="34" presetID="22" presetClass="entr" presetSubtype="8" fill="hold" nodeType="withEffect">
                                  <p:stCondLst>
                                    <p:cond delay="0"/>
                                  </p:stCondLst>
                                  <p:childTnLst>
                                    <p:set>
                                      <p:cBhvr>
                                        <p:cTn id="35" dur="1" fill="hold">
                                          <p:stCondLst>
                                            <p:cond delay="0"/>
                                          </p:stCondLst>
                                        </p:cTn>
                                        <p:tgtEl>
                                          <p:spTgt spid="88080"/>
                                        </p:tgtEl>
                                        <p:attrNameLst>
                                          <p:attrName>style.visibility</p:attrName>
                                        </p:attrNameLst>
                                      </p:cBhvr>
                                      <p:to>
                                        <p:strVal val="visible"/>
                                      </p:to>
                                    </p:set>
                                    <p:animEffect transition="in" filter="wipe(left)">
                                      <p:cBhvr>
                                        <p:cTn id="36" dur="500"/>
                                        <p:tgtEl>
                                          <p:spTgt spid="88080"/>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left)">
                                      <p:cBhvr>
                                        <p:cTn id="41" dur="500"/>
                                        <p:tgtEl>
                                          <p:spTgt spid="37"/>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Effect transition="in" filter="wipe(left)">
                                      <p:cBhvr>
                                        <p:cTn id="46" dur="500"/>
                                        <p:tgtEl>
                                          <p:spTgt spid="38"/>
                                        </p:tgtEl>
                                      </p:cBhvr>
                                    </p:animEffect>
                                  </p:childTnLst>
                                </p:cTn>
                              </p:par>
                              <p:par>
                                <p:cTn id="47" presetID="22" presetClass="entr" presetSubtype="8" fill="hold" nodeType="with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wipe(left)">
                                      <p:cBhvr>
                                        <p:cTn id="49" dur="500"/>
                                        <p:tgtEl>
                                          <p:spTgt spid="39"/>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1112075"/>
                                        </p:tgtEl>
                                        <p:attrNameLst>
                                          <p:attrName>style.visibility</p:attrName>
                                        </p:attrNameLst>
                                      </p:cBhvr>
                                      <p:to>
                                        <p:strVal val="visible"/>
                                      </p:to>
                                    </p:set>
                                    <p:animEffect transition="in" filter="wipe(up)">
                                      <p:cBhvr>
                                        <p:cTn id="54" dur="500"/>
                                        <p:tgtEl>
                                          <p:spTgt spid="1112075"/>
                                        </p:tgtEl>
                                      </p:cBhvr>
                                    </p:animEffect>
                                  </p:childTnLst>
                                </p:cTn>
                              </p:par>
                              <p:par>
                                <p:cTn id="55" presetID="22" presetClass="entr" presetSubtype="1" fill="hold" nodeType="withEffect">
                                  <p:stCondLst>
                                    <p:cond delay="0"/>
                                  </p:stCondLst>
                                  <p:childTnLst>
                                    <p:set>
                                      <p:cBhvr>
                                        <p:cTn id="56" dur="1" fill="hold">
                                          <p:stCondLst>
                                            <p:cond delay="0"/>
                                          </p:stCondLst>
                                        </p:cTn>
                                        <p:tgtEl>
                                          <p:spTgt spid="1112084"/>
                                        </p:tgtEl>
                                        <p:attrNameLst>
                                          <p:attrName>style.visibility</p:attrName>
                                        </p:attrNameLst>
                                      </p:cBhvr>
                                      <p:to>
                                        <p:strVal val="visible"/>
                                      </p:to>
                                    </p:set>
                                    <p:animEffect transition="in" filter="wipe(up)">
                                      <p:cBhvr>
                                        <p:cTn id="57" dur="500"/>
                                        <p:tgtEl>
                                          <p:spTgt spid="1112084"/>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wipe(left)">
                                      <p:cBhvr>
                                        <p:cTn id="62" dur="500"/>
                                        <p:tgtEl>
                                          <p:spTgt spid="40"/>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1" fill="hold" nodeType="clickEffect">
                                  <p:stCondLst>
                                    <p:cond delay="0"/>
                                  </p:stCondLst>
                                  <p:childTnLst>
                                    <p:set>
                                      <p:cBhvr>
                                        <p:cTn id="66" dur="1" fill="hold">
                                          <p:stCondLst>
                                            <p:cond delay="0"/>
                                          </p:stCondLst>
                                        </p:cTn>
                                        <p:tgtEl>
                                          <p:spTgt spid="1112077"/>
                                        </p:tgtEl>
                                        <p:attrNameLst>
                                          <p:attrName>style.visibility</p:attrName>
                                        </p:attrNameLst>
                                      </p:cBhvr>
                                      <p:to>
                                        <p:strVal val="visible"/>
                                      </p:to>
                                    </p:set>
                                    <p:animEffect transition="in" filter="wipe(up)">
                                      <p:cBhvr>
                                        <p:cTn id="67" dur="500"/>
                                        <p:tgtEl>
                                          <p:spTgt spid="1112077"/>
                                        </p:tgtEl>
                                      </p:cBhvr>
                                    </p:animEffect>
                                  </p:childTnLst>
                                </p:cTn>
                              </p:par>
                              <p:par>
                                <p:cTn id="68" presetID="22" presetClass="entr" presetSubtype="1" fill="hold" nodeType="withEffect">
                                  <p:stCondLst>
                                    <p:cond delay="0"/>
                                  </p:stCondLst>
                                  <p:childTnLst>
                                    <p:set>
                                      <p:cBhvr>
                                        <p:cTn id="69" dur="1" fill="hold">
                                          <p:stCondLst>
                                            <p:cond delay="0"/>
                                          </p:stCondLst>
                                        </p:cTn>
                                        <p:tgtEl>
                                          <p:spTgt spid="1112086"/>
                                        </p:tgtEl>
                                        <p:attrNameLst>
                                          <p:attrName>style.visibility</p:attrName>
                                        </p:attrNameLst>
                                      </p:cBhvr>
                                      <p:to>
                                        <p:strVal val="visible"/>
                                      </p:to>
                                    </p:set>
                                    <p:animEffect transition="in" filter="wipe(up)">
                                      <p:cBhvr>
                                        <p:cTn id="70" dur="500"/>
                                        <p:tgtEl>
                                          <p:spTgt spid="1112086"/>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wipe(left)">
                                      <p:cBhvr>
                                        <p:cTn id="75" dur="500"/>
                                        <p:tgtEl>
                                          <p:spTgt spid="42"/>
                                        </p:tgtEl>
                                      </p:cBhvr>
                                    </p:animEffect>
                                  </p:childTnLst>
                                </p:cTn>
                              </p:par>
                            </p:childTnLst>
                          </p:cTn>
                        </p:par>
                        <p:par>
                          <p:cTn id="76" fill="hold">
                            <p:stCondLst>
                              <p:cond delay="500"/>
                            </p:stCondLst>
                            <p:childTnLst>
                              <p:par>
                                <p:cTn id="77" presetID="22" presetClass="entr" presetSubtype="1" fill="hold" nodeType="after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wipe(up)">
                                      <p:cBhvr>
                                        <p:cTn id="79" dur="500"/>
                                        <p:tgtEl>
                                          <p:spTgt spid="41"/>
                                        </p:tgtEl>
                                      </p:cBhvr>
                                    </p:animEffect>
                                  </p:childTnLst>
                                </p:cTn>
                              </p:par>
                            </p:childTnLst>
                          </p:cTn>
                        </p:par>
                      </p:childTnLst>
                    </p:cTn>
                  </p:par>
                  <p:par>
                    <p:cTn id="80" fill="hold">
                      <p:stCondLst>
                        <p:cond delay="indefinite"/>
                      </p:stCondLst>
                      <p:childTnLst>
                        <p:par>
                          <p:cTn id="81" fill="hold">
                            <p:stCondLst>
                              <p:cond delay="0"/>
                            </p:stCondLst>
                            <p:childTnLst>
                              <p:par>
                                <p:cTn id="82" presetID="49" presetClass="path" presetSubtype="0" accel="50000" decel="50000" fill="hold" nodeType="clickEffect">
                                  <p:stCondLst>
                                    <p:cond delay="0"/>
                                  </p:stCondLst>
                                  <p:childTnLst>
                                    <p:animMotion origin="layout" path="M 2.77778E-7 -3.7037E-7 L -0.13385 0.25208 " pathEditMode="relative" rAng="0" ptsTypes="AA">
                                      <p:cBhvr>
                                        <p:cTn id="83" dur="1000" fill="hold"/>
                                        <p:tgtEl>
                                          <p:spTgt spid="1112084"/>
                                        </p:tgtEl>
                                        <p:attrNameLst>
                                          <p:attrName>ppt_x</p:attrName>
                                          <p:attrName>ppt_y</p:attrName>
                                        </p:attrNameLst>
                                      </p:cBhvr>
                                      <p:rCtr x="-6700" y="12600"/>
                                    </p:animMotion>
                                  </p:childTnLst>
                                </p:cTn>
                              </p:par>
                            </p:childTnLst>
                          </p:cTn>
                        </p:par>
                      </p:childTnLst>
                    </p:cTn>
                  </p:par>
                  <p:par>
                    <p:cTn id="84" fill="hold">
                      <p:stCondLst>
                        <p:cond delay="indefinite"/>
                      </p:stCondLst>
                      <p:childTnLst>
                        <p:par>
                          <p:cTn id="85" fill="hold">
                            <p:stCondLst>
                              <p:cond delay="0"/>
                            </p:stCondLst>
                            <p:childTnLst>
                              <p:par>
                                <p:cTn id="86" presetID="49" presetClass="path" presetSubtype="0" accel="50000" decel="50000" fill="hold" nodeType="clickEffect">
                                  <p:stCondLst>
                                    <p:cond delay="0"/>
                                  </p:stCondLst>
                                  <p:childTnLst>
                                    <p:animMotion origin="layout" path="M 1.11022E-16 4.81481E-6 L -0.42222 0.13657 " pathEditMode="relative" rAng="0" ptsTypes="AA">
                                      <p:cBhvr>
                                        <p:cTn id="87" dur="1000" fill="hold"/>
                                        <p:tgtEl>
                                          <p:spTgt spid="1112086"/>
                                        </p:tgtEl>
                                        <p:attrNameLst>
                                          <p:attrName>ppt_x</p:attrName>
                                          <p:attrName>ppt_y</p:attrName>
                                        </p:attrNameLst>
                                      </p:cBhvr>
                                      <p:rCtr x="-21100" y="6800"/>
                                    </p:animMotion>
                                  </p:childTnLst>
                                </p:cTn>
                              </p:par>
                            </p:childTnLst>
                          </p:cTn>
                        </p:par>
                      </p:childTnLst>
                    </p:cTn>
                  </p:par>
                  <p:par>
                    <p:cTn id="88" fill="hold">
                      <p:stCondLst>
                        <p:cond delay="indefinite"/>
                      </p:stCondLst>
                      <p:childTnLst>
                        <p:par>
                          <p:cTn id="89" fill="hold">
                            <p:stCondLst>
                              <p:cond delay="0"/>
                            </p:stCondLst>
                            <p:childTnLst>
                              <p:par>
                                <p:cTn id="90" presetID="22" presetClass="exit" presetSubtype="1" fill="hold" grpId="0" nodeType="clickEffect">
                                  <p:stCondLst>
                                    <p:cond delay="0"/>
                                  </p:stCondLst>
                                  <p:childTnLst>
                                    <p:animEffect transition="out" filter="wipe(up)">
                                      <p:cBhvr>
                                        <p:cTn id="91" dur="500"/>
                                        <p:tgtEl>
                                          <p:spTgt spid="44"/>
                                        </p:tgtEl>
                                      </p:cBhvr>
                                    </p:animEffect>
                                    <p:set>
                                      <p:cBhvr>
                                        <p:cTn id="92" dur="1" fill="hold">
                                          <p:stCondLst>
                                            <p:cond delay="499"/>
                                          </p:stCondLst>
                                        </p:cTn>
                                        <p:tgtEl>
                                          <p:spTgt spid="44"/>
                                        </p:tgtEl>
                                        <p:attrNameLst>
                                          <p:attrName>style.visibility</p:attrName>
                                        </p:attrNameLst>
                                      </p:cBhvr>
                                      <p:to>
                                        <p:strVal val="hidden"/>
                                      </p:to>
                                    </p:set>
                                  </p:childTnLst>
                                </p:cTn>
                              </p:par>
                              <p:par>
                                <p:cTn id="93" presetID="22" presetClass="entr" presetSubtype="1" fill="hold" nodeType="withEffect">
                                  <p:stCondLst>
                                    <p:cond delay="0"/>
                                  </p:stCondLst>
                                  <p:childTnLst>
                                    <p:set>
                                      <p:cBhvr>
                                        <p:cTn id="94" dur="1" fill="hold">
                                          <p:stCondLst>
                                            <p:cond delay="0"/>
                                          </p:stCondLst>
                                        </p:cTn>
                                        <p:tgtEl>
                                          <p:spTgt spid="25"/>
                                        </p:tgtEl>
                                        <p:attrNameLst>
                                          <p:attrName>style.visibility</p:attrName>
                                        </p:attrNameLst>
                                      </p:cBhvr>
                                      <p:to>
                                        <p:strVal val="visible"/>
                                      </p:to>
                                    </p:set>
                                    <p:animEffect transition="in" filter="wipe(up)">
                                      <p:cBhvr>
                                        <p:cTn id="95" dur="500"/>
                                        <p:tgtEl>
                                          <p:spTgt spid="25"/>
                                        </p:tgtEl>
                                      </p:cBhvr>
                                    </p:animEffect>
                                  </p:childTnLst>
                                </p:cTn>
                              </p:par>
                              <p:par>
                                <p:cTn id="96" presetID="22" presetClass="entr" presetSubtype="1" fill="hold" nodeType="withEffect">
                                  <p:stCondLst>
                                    <p:cond delay="0"/>
                                  </p:stCondLst>
                                  <p:childTnLst>
                                    <p:set>
                                      <p:cBhvr>
                                        <p:cTn id="97" dur="1" fill="hold">
                                          <p:stCondLst>
                                            <p:cond delay="0"/>
                                          </p:stCondLst>
                                        </p:cTn>
                                        <p:tgtEl>
                                          <p:spTgt spid="1112085"/>
                                        </p:tgtEl>
                                        <p:attrNameLst>
                                          <p:attrName>style.visibility</p:attrName>
                                        </p:attrNameLst>
                                      </p:cBhvr>
                                      <p:to>
                                        <p:strVal val="visible"/>
                                      </p:to>
                                    </p:set>
                                    <p:animEffect transition="in" filter="wipe(up)">
                                      <p:cBhvr>
                                        <p:cTn id="98" dur="500"/>
                                        <p:tgtEl>
                                          <p:spTgt spid="1112085"/>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xit" presetSubtype="1" fill="hold" grpId="0" nodeType="clickEffect">
                                  <p:stCondLst>
                                    <p:cond delay="0"/>
                                  </p:stCondLst>
                                  <p:childTnLst>
                                    <p:animEffect transition="out" filter="wipe(up)">
                                      <p:cBhvr>
                                        <p:cTn id="102" dur="500"/>
                                        <p:tgtEl>
                                          <p:spTgt spid="45"/>
                                        </p:tgtEl>
                                      </p:cBhvr>
                                    </p:animEffect>
                                    <p:set>
                                      <p:cBhvr>
                                        <p:cTn id="103" dur="1" fill="hold">
                                          <p:stCondLst>
                                            <p:cond delay="499"/>
                                          </p:stCondLst>
                                        </p:cTn>
                                        <p:tgtEl>
                                          <p:spTgt spid="45"/>
                                        </p:tgtEl>
                                        <p:attrNameLst>
                                          <p:attrName>style.visibility</p:attrName>
                                        </p:attrNameLst>
                                      </p:cBhvr>
                                      <p:to>
                                        <p:strVal val="hidden"/>
                                      </p:to>
                                    </p:set>
                                  </p:childTnLst>
                                </p:cTn>
                              </p:par>
                              <p:par>
                                <p:cTn id="104" presetID="22" presetClass="entr" presetSubtype="1" fill="hold" nodeType="withEffect">
                                  <p:stCondLst>
                                    <p:cond delay="0"/>
                                  </p:stCondLst>
                                  <p:childTnLst>
                                    <p:set>
                                      <p:cBhvr>
                                        <p:cTn id="105" dur="1" fill="hold">
                                          <p:stCondLst>
                                            <p:cond delay="0"/>
                                          </p:stCondLst>
                                        </p:cTn>
                                        <p:tgtEl>
                                          <p:spTgt spid="27"/>
                                        </p:tgtEl>
                                        <p:attrNameLst>
                                          <p:attrName>style.visibility</p:attrName>
                                        </p:attrNameLst>
                                      </p:cBhvr>
                                      <p:to>
                                        <p:strVal val="visible"/>
                                      </p:to>
                                    </p:set>
                                    <p:animEffect transition="in" filter="wipe(up)">
                                      <p:cBhvr>
                                        <p:cTn id="106" dur="500"/>
                                        <p:tgtEl>
                                          <p:spTgt spid="27"/>
                                        </p:tgtEl>
                                      </p:cBhvr>
                                    </p:animEffect>
                                  </p:childTnLst>
                                </p:cTn>
                              </p:par>
                              <p:par>
                                <p:cTn id="107" presetID="22" presetClass="entr" presetSubtype="1" fill="hold" nodeType="withEffect">
                                  <p:stCondLst>
                                    <p:cond delay="0"/>
                                  </p:stCondLst>
                                  <p:childTnLst>
                                    <p:set>
                                      <p:cBhvr>
                                        <p:cTn id="108" dur="1" fill="hold">
                                          <p:stCondLst>
                                            <p:cond delay="0"/>
                                          </p:stCondLst>
                                        </p:cTn>
                                        <p:tgtEl>
                                          <p:spTgt spid="1112087"/>
                                        </p:tgtEl>
                                        <p:attrNameLst>
                                          <p:attrName>style.visibility</p:attrName>
                                        </p:attrNameLst>
                                      </p:cBhvr>
                                      <p:to>
                                        <p:strVal val="visible"/>
                                      </p:to>
                                    </p:set>
                                    <p:animEffect transition="in" filter="wipe(up)">
                                      <p:cBhvr>
                                        <p:cTn id="109" dur="500"/>
                                        <p:tgtEl>
                                          <p:spTgt spid="1112087"/>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nodeType="clickEffect">
                                  <p:stCondLst>
                                    <p:cond delay="0"/>
                                  </p:stCondLst>
                                  <p:childTnLst>
                                    <p:set>
                                      <p:cBhvr>
                                        <p:cTn id="113" dur="1" fill="hold">
                                          <p:stCondLst>
                                            <p:cond delay="0"/>
                                          </p:stCondLst>
                                        </p:cTn>
                                        <p:tgtEl>
                                          <p:spTgt spid="23"/>
                                        </p:tgtEl>
                                        <p:attrNameLst>
                                          <p:attrName>style.visibility</p:attrName>
                                        </p:attrNameLst>
                                      </p:cBhvr>
                                      <p:to>
                                        <p:strVal val="visible"/>
                                      </p:to>
                                    </p:set>
                                    <p:animEffect transition="in" filter="wipe(up)">
                                      <p:cBhvr>
                                        <p:cTn id="114" dur="500"/>
                                        <p:tgtEl>
                                          <p:spTgt spid="23"/>
                                        </p:tgtEl>
                                      </p:cBhvr>
                                    </p:animEffect>
                                  </p:childTnLst>
                                </p:cTn>
                              </p:par>
                            </p:childTnLst>
                          </p:cTn>
                        </p:par>
                      </p:childTnLst>
                    </p:cTn>
                  </p:par>
                  <p:par>
                    <p:cTn id="115" fill="hold">
                      <p:stCondLst>
                        <p:cond delay="indefinite"/>
                      </p:stCondLst>
                      <p:childTnLst>
                        <p:par>
                          <p:cTn id="116" fill="hold">
                            <p:stCondLst>
                              <p:cond delay="0"/>
                            </p:stCondLst>
                            <p:childTnLst>
                              <p:par>
                                <p:cTn id="117" presetID="49" presetClass="path" presetSubtype="0" accel="50000" decel="50000" fill="hold" nodeType="clickEffect">
                                  <p:stCondLst>
                                    <p:cond delay="0"/>
                                  </p:stCondLst>
                                  <p:childTnLst>
                                    <p:animMotion origin="layout" path="M 2.77778E-7 -3.7037E-7 L -0.04167 0.2544 " pathEditMode="relative" rAng="0" ptsTypes="AA">
                                      <p:cBhvr>
                                        <p:cTn id="118" dur="1000" fill="hold"/>
                                        <p:tgtEl>
                                          <p:spTgt spid="1112085"/>
                                        </p:tgtEl>
                                        <p:attrNameLst>
                                          <p:attrName>ppt_x</p:attrName>
                                          <p:attrName>ppt_y</p:attrName>
                                        </p:attrNameLst>
                                      </p:cBhvr>
                                      <p:rCtr x="-2100" y="12700"/>
                                    </p:animMotion>
                                  </p:childTnLst>
                                </p:cTn>
                              </p:par>
                            </p:childTnLst>
                          </p:cTn>
                        </p:par>
                      </p:childTnLst>
                    </p:cTn>
                  </p:par>
                  <p:par>
                    <p:cTn id="119" fill="hold">
                      <p:stCondLst>
                        <p:cond delay="indefinite"/>
                      </p:stCondLst>
                      <p:childTnLst>
                        <p:par>
                          <p:cTn id="120" fill="hold">
                            <p:stCondLst>
                              <p:cond delay="0"/>
                            </p:stCondLst>
                            <p:childTnLst>
                              <p:par>
                                <p:cTn id="121" presetID="42" presetClass="path" presetSubtype="0" accel="50000" decel="50000" fill="hold" nodeType="clickEffect">
                                  <p:stCondLst>
                                    <p:cond delay="0"/>
                                  </p:stCondLst>
                                  <p:childTnLst>
                                    <p:animMotion origin="layout" path="M 4.44444E-6 1.11111E-6 L -0.34532 0.13912 " pathEditMode="relative" rAng="0" ptsTypes="AA">
                                      <p:cBhvr>
                                        <p:cTn id="122" dur="1000" fill="hold"/>
                                        <p:tgtEl>
                                          <p:spTgt spid="1112087"/>
                                        </p:tgtEl>
                                        <p:attrNameLst>
                                          <p:attrName>ppt_x</p:attrName>
                                          <p:attrName>ppt_y</p:attrName>
                                        </p:attrNameLst>
                                      </p:cBhvr>
                                      <p:rCtr x="-17300" y="6900"/>
                                    </p:animMotion>
                                  </p:childTnLst>
                                </p:cTn>
                              </p:par>
                            </p:childTnLst>
                          </p:cTn>
                        </p:par>
                      </p:childTnLst>
                    </p:cTn>
                  </p:par>
                  <p:par>
                    <p:cTn id="123" fill="hold">
                      <p:stCondLst>
                        <p:cond delay="indefinite"/>
                      </p:stCondLst>
                      <p:childTnLst>
                        <p:par>
                          <p:cTn id="124" fill="hold">
                            <p:stCondLst>
                              <p:cond delay="0"/>
                            </p:stCondLst>
                            <p:childTnLst>
                              <p:par>
                                <p:cTn id="125" presetID="8" presetClass="emph" presetSubtype="0" fill="hold" nodeType="clickEffect">
                                  <p:stCondLst>
                                    <p:cond delay="0"/>
                                  </p:stCondLst>
                                  <p:childTnLst>
                                    <p:animRot by="21600000">
                                      <p:cBhvr>
                                        <p:cTn id="126" dur="500" fill="hold"/>
                                        <p:tgtEl>
                                          <p:spTgt spid="1112084"/>
                                        </p:tgtEl>
                                        <p:attrNameLst>
                                          <p:attrName>r</p:attrName>
                                        </p:attrNameLst>
                                      </p:cBhvr>
                                    </p:animRot>
                                  </p:childTnLst>
                                </p:cTn>
                              </p:par>
                              <p:par>
                                <p:cTn id="127" presetID="1" presetClass="exit" presetSubtype="0" fill="hold" nodeType="withEffect">
                                  <p:stCondLst>
                                    <p:cond delay="0"/>
                                  </p:stCondLst>
                                  <p:childTnLst>
                                    <p:set>
                                      <p:cBhvr>
                                        <p:cTn id="128" dur="1" fill="hold">
                                          <p:stCondLst>
                                            <p:cond delay="0"/>
                                          </p:stCondLst>
                                        </p:cTn>
                                        <p:tgtEl>
                                          <p:spTgt spid="1112086"/>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1" presetClass="exit" presetSubtype="0" fill="hold" nodeType="clickEffect">
                                  <p:stCondLst>
                                    <p:cond delay="0"/>
                                  </p:stCondLst>
                                  <p:childTnLst>
                                    <p:set>
                                      <p:cBhvr>
                                        <p:cTn id="132" dur="1" fill="hold">
                                          <p:stCondLst>
                                            <p:cond delay="0"/>
                                          </p:stCondLst>
                                        </p:cTn>
                                        <p:tgtEl>
                                          <p:spTgt spid="48"/>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2" presetClass="exit" presetSubtype="8" fill="hold" nodeType="clickEffect">
                                  <p:stCondLst>
                                    <p:cond delay="0"/>
                                  </p:stCondLst>
                                  <p:childTnLst>
                                    <p:animEffect transition="out" filter="wipe(left)">
                                      <p:cBhvr>
                                        <p:cTn id="136" dur="500"/>
                                        <p:tgtEl>
                                          <p:spTgt spid="47"/>
                                        </p:tgtEl>
                                      </p:cBhvr>
                                    </p:animEffect>
                                    <p:set>
                                      <p:cBhvr>
                                        <p:cTn id="137" dur="1" fill="hold">
                                          <p:stCondLst>
                                            <p:cond delay="499"/>
                                          </p:stCondLst>
                                        </p:cTn>
                                        <p:tgtEl>
                                          <p:spTgt spid="47"/>
                                        </p:tgtEl>
                                        <p:attrNameLst>
                                          <p:attrName>style.visibility</p:attrName>
                                        </p:attrNameLst>
                                      </p:cBhvr>
                                      <p:to>
                                        <p:strVal val="hidden"/>
                                      </p:to>
                                    </p:set>
                                  </p:childTnLst>
                                </p:cTn>
                              </p:par>
                              <p:par>
                                <p:cTn id="138" presetID="22" presetClass="entr" presetSubtype="8" fill="hold" nodeType="withEffect">
                                  <p:stCondLst>
                                    <p:cond delay="0"/>
                                  </p:stCondLst>
                                  <p:childTnLst>
                                    <p:set>
                                      <p:cBhvr>
                                        <p:cTn id="139" dur="1" fill="hold">
                                          <p:stCondLst>
                                            <p:cond delay="0"/>
                                          </p:stCondLst>
                                        </p:cTn>
                                        <p:tgtEl>
                                          <p:spTgt spid="53"/>
                                        </p:tgtEl>
                                        <p:attrNameLst>
                                          <p:attrName>style.visibility</p:attrName>
                                        </p:attrNameLst>
                                      </p:cBhvr>
                                      <p:to>
                                        <p:strVal val="visible"/>
                                      </p:to>
                                    </p:set>
                                    <p:animEffect transition="in" filter="wipe(left)">
                                      <p:cBhvr>
                                        <p:cTn id="140" dur="500"/>
                                        <p:tgtEl>
                                          <p:spTgt spid="53"/>
                                        </p:tgtEl>
                                      </p:cBhvr>
                                    </p:animEffect>
                                  </p:childTnLst>
                                </p:cTn>
                              </p:par>
                            </p:childTnLst>
                          </p:cTn>
                        </p:par>
                      </p:childTnLst>
                    </p:cTn>
                  </p:par>
                  <p:par>
                    <p:cTn id="141" fill="hold">
                      <p:stCondLst>
                        <p:cond delay="indefinite"/>
                      </p:stCondLst>
                      <p:childTnLst>
                        <p:par>
                          <p:cTn id="142" fill="hold">
                            <p:stCondLst>
                              <p:cond delay="0"/>
                            </p:stCondLst>
                            <p:childTnLst>
                              <p:par>
                                <p:cTn id="143" presetID="22" presetClass="entr" presetSubtype="8" fill="hold" nodeType="clickEffect">
                                  <p:stCondLst>
                                    <p:cond delay="0"/>
                                  </p:stCondLst>
                                  <p:childTnLst>
                                    <p:set>
                                      <p:cBhvr>
                                        <p:cTn id="144" dur="1" fill="hold">
                                          <p:stCondLst>
                                            <p:cond delay="0"/>
                                          </p:stCondLst>
                                        </p:cTn>
                                        <p:tgtEl>
                                          <p:spTgt spid="1112086"/>
                                        </p:tgtEl>
                                        <p:attrNameLst>
                                          <p:attrName>style.visibility</p:attrName>
                                        </p:attrNameLst>
                                      </p:cBhvr>
                                      <p:to>
                                        <p:strVal val="visible"/>
                                      </p:to>
                                    </p:set>
                                    <p:animEffect transition="in" filter="wipe(left)">
                                      <p:cBhvr>
                                        <p:cTn id="145" dur="500"/>
                                        <p:tgtEl>
                                          <p:spTgt spid="1112086"/>
                                        </p:tgtEl>
                                      </p:cBhvr>
                                    </p:animEffect>
                                  </p:childTnLst>
                                </p:cTn>
                              </p:par>
                            </p:childTnLst>
                          </p:cTn>
                        </p:par>
                      </p:childTnLst>
                    </p:cTn>
                  </p:par>
                  <p:par>
                    <p:cTn id="146" fill="hold">
                      <p:stCondLst>
                        <p:cond delay="indefinite"/>
                      </p:stCondLst>
                      <p:childTnLst>
                        <p:par>
                          <p:cTn id="147" fill="hold">
                            <p:stCondLst>
                              <p:cond delay="0"/>
                            </p:stCondLst>
                            <p:childTnLst>
                              <p:par>
                                <p:cTn id="148" presetID="1" presetClass="entr" presetSubtype="0" fill="hold" nodeType="clickEffect">
                                  <p:stCondLst>
                                    <p:cond delay="0"/>
                                  </p:stCondLst>
                                  <p:childTnLst>
                                    <p:set>
                                      <p:cBhvr>
                                        <p:cTn id="149" dur="1" fill="hold">
                                          <p:stCondLst>
                                            <p:cond delay="0"/>
                                          </p:stCondLst>
                                        </p:cTn>
                                        <p:tgtEl>
                                          <p:spTgt spid="47"/>
                                        </p:tgtEl>
                                        <p:attrNameLst>
                                          <p:attrName>style.visibility</p:attrName>
                                        </p:attrNameLst>
                                      </p:cBhvr>
                                      <p:to>
                                        <p:strVal val="visible"/>
                                      </p:to>
                                    </p:set>
                                  </p:childTnLst>
                                </p:cTn>
                              </p:par>
                              <p:par>
                                <p:cTn id="150" presetID="1" presetClass="entr" presetSubtype="0" fill="hold" nodeType="withEffect">
                                  <p:stCondLst>
                                    <p:cond delay="0"/>
                                  </p:stCondLst>
                                  <p:childTnLst>
                                    <p:set>
                                      <p:cBhvr>
                                        <p:cTn id="151" dur="1" fill="hold">
                                          <p:stCondLst>
                                            <p:cond delay="0"/>
                                          </p:stCondLst>
                                        </p:cTn>
                                        <p:tgtEl>
                                          <p:spTgt spid="48"/>
                                        </p:tgtEl>
                                        <p:attrNameLst>
                                          <p:attrName>style.visibility</p:attrName>
                                        </p:attrNameLst>
                                      </p:cBhvr>
                                      <p:to>
                                        <p:strVal val="visible"/>
                                      </p:to>
                                    </p:set>
                                  </p:childTnLst>
                                </p:cTn>
                              </p:par>
                              <p:par>
                                <p:cTn id="152" presetID="1" presetClass="exit" presetSubtype="0" fill="hold" nodeType="withEffect">
                                  <p:stCondLst>
                                    <p:cond delay="0"/>
                                  </p:stCondLst>
                                  <p:childTnLst>
                                    <p:set>
                                      <p:cBhvr>
                                        <p:cTn id="153" dur="1" fill="hold">
                                          <p:stCondLst>
                                            <p:cond delay="0"/>
                                          </p:stCondLst>
                                        </p:cTn>
                                        <p:tgtEl>
                                          <p:spTgt spid="53"/>
                                        </p:tgtEl>
                                        <p:attrNameLst>
                                          <p:attrName>style.visibility</p:attrName>
                                        </p:attrNameLst>
                                      </p:cBhvr>
                                      <p:to>
                                        <p:strVal val="hidden"/>
                                      </p:to>
                                    </p:set>
                                  </p:childTnLst>
                                </p:cTn>
                              </p:par>
                            </p:childTnLst>
                          </p:cTn>
                        </p:par>
                      </p:childTnLst>
                    </p:cTn>
                  </p:par>
                  <p:par>
                    <p:cTn id="154" fill="hold">
                      <p:stCondLst>
                        <p:cond delay="indefinite"/>
                      </p:stCondLst>
                      <p:childTnLst>
                        <p:par>
                          <p:cTn id="155" fill="hold">
                            <p:stCondLst>
                              <p:cond delay="0"/>
                            </p:stCondLst>
                            <p:childTnLst>
                              <p:par>
                                <p:cTn id="156" presetID="8" presetClass="emph" presetSubtype="0" fill="hold" nodeType="clickEffect">
                                  <p:stCondLst>
                                    <p:cond delay="0"/>
                                  </p:stCondLst>
                                  <p:childTnLst>
                                    <p:animRot by="21600000">
                                      <p:cBhvr>
                                        <p:cTn id="157" dur="500" fill="hold"/>
                                        <p:tgtEl>
                                          <p:spTgt spid="1112085"/>
                                        </p:tgtEl>
                                        <p:attrNameLst>
                                          <p:attrName>r</p:attrName>
                                        </p:attrNameLst>
                                      </p:cBhvr>
                                    </p:animRot>
                                  </p:childTnLst>
                                </p:cTn>
                              </p:par>
                              <p:par>
                                <p:cTn id="158" presetID="1" presetClass="exit" presetSubtype="0" fill="hold" nodeType="withEffect">
                                  <p:stCondLst>
                                    <p:cond delay="0"/>
                                  </p:stCondLst>
                                  <p:childTnLst>
                                    <p:set>
                                      <p:cBhvr>
                                        <p:cTn id="159" dur="1" fill="hold">
                                          <p:stCondLst>
                                            <p:cond delay="0"/>
                                          </p:stCondLst>
                                        </p:cTn>
                                        <p:tgtEl>
                                          <p:spTgt spid="1112087"/>
                                        </p:tgtEl>
                                        <p:attrNameLst>
                                          <p:attrName>style.visibility</p:attrName>
                                        </p:attrNameLst>
                                      </p:cBhvr>
                                      <p:to>
                                        <p:strVal val="hidden"/>
                                      </p:to>
                                    </p:set>
                                  </p:childTnLst>
                                </p:cTn>
                              </p:par>
                            </p:childTnLst>
                          </p:cTn>
                        </p:par>
                      </p:childTnLst>
                    </p:cTn>
                  </p:par>
                  <p:par>
                    <p:cTn id="160" fill="hold">
                      <p:stCondLst>
                        <p:cond delay="indefinite"/>
                      </p:stCondLst>
                      <p:childTnLst>
                        <p:par>
                          <p:cTn id="161" fill="hold">
                            <p:stCondLst>
                              <p:cond delay="0"/>
                            </p:stCondLst>
                            <p:childTnLst>
                              <p:par>
                                <p:cTn id="162" presetID="1" presetClass="exit" presetSubtype="0" fill="hold" nodeType="clickEffect">
                                  <p:stCondLst>
                                    <p:cond delay="0"/>
                                  </p:stCondLst>
                                  <p:childTnLst>
                                    <p:set>
                                      <p:cBhvr>
                                        <p:cTn id="163" dur="1" fill="hold">
                                          <p:stCondLst>
                                            <p:cond delay="0"/>
                                          </p:stCondLst>
                                        </p:cTn>
                                        <p:tgtEl>
                                          <p:spTgt spid="47"/>
                                        </p:tgtEl>
                                        <p:attrNameLst>
                                          <p:attrName>style.visibility</p:attrName>
                                        </p:attrNameLst>
                                      </p:cBhvr>
                                      <p:to>
                                        <p:strVal val="hidden"/>
                                      </p:to>
                                    </p:set>
                                  </p:childTnLst>
                                </p:cTn>
                              </p:par>
                            </p:childTnLst>
                          </p:cTn>
                        </p:par>
                      </p:childTnLst>
                    </p:cTn>
                  </p:par>
                  <p:par>
                    <p:cTn id="164" fill="hold">
                      <p:stCondLst>
                        <p:cond delay="indefinite"/>
                      </p:stCondLst>
                      <p:childTnLst>
                        <p:par>
                          <p:cTn id="165" fill="hold">
                            <p:stCondLst>
                              <p:cond delay="0"/>
                            </p:stCondLst>
                            <p:childTnLst>
                              <p:par>
                                <p:cTn id="166" presetID="22" presetClass="exit" presetSubtype="8" fill="hold" nodeType="clickEffect">
                                  <p:stCondLst>
                                    <p:cond delay="0"/>
                                  </p:stCondLst>
                                  <p:childTnLst>
                                    <p:animEffect transition="out" filter="wipe(left)">
                                      <p:cBhvr>
                                        <p:cTn id="167" dur="500"/>
                                        <p:tgtEl>
                                          <p:spTgt spid="48"/>
                                        </p:tgtEl>
                                      </p:cBhvr>
                                    </p:animEffect>
                                    <p:set>
                                      <p:cBhvr>
                                        <p:cTn id="168" dur="1" fill="hold">
                                          <p:stCondLst>
                                            <p:cond delay="499"/>
                                          </p:stCondLst>
                                        </p:cTn>
                                        <p:tgtEl>
                                          <p:spTgt spid="48"/>
                                        </p:tgtEl>
                                        <p:attrNameLst>
                                          <p:attrName>style.visibility</p:attrName>
                                        </p:attrNameLst>
                                      </p:cBhvr>
                                      <p:to>
                                        <p:strVal val="hidden"/>
                                      </p:to>
                                    </p:set>
                                  </p:childTnLst>
                                </p:cTn>
                              </p:par>
                              <p:par>
                                <p:cTn id="169" presetID="22" presetClass="entr" presetSubtype="8" fill="hold" nodeType="withEffect">
                                  <p:stCondLst>
                                    <p:cond delay="0"/>
                                  </p:stCondLst>
                                  <p:childTnLst>
                                    <p:set>
                                      <p:cBhvr>
                                        <p:cTn id="170" dur="1" fill="hold">
                                          <p:stCondLst>
                                            <p:cond delay="0"/>
                                          </p:stCondLst>
                                        </p:cTn>
                                        <p:tgtEl>
                                          <p:spTgt spid="54"/>
                                        </p:tgtEl>
                                        <p:attrNameLst>
                                          <p:attrName>style.visibility</p:attrName>
                                        </p:attrNameLst>
                                      </p:cBhvr>
                                      <p:to>
                                        <p:strVal val="visible"/>
                                      </p:to>
                                    </p:set>
                                    <p:animEffect transition="in" filter="wipe(left)">
                                      <p:cBhvr>
                                        <p:cTn id="171" dur="500"/>
                                        <p:tgtEl>
                                          <p:spTgt spid="54"/>
                                        </p:tgtEl>
                                      </p:cBhvr>
                                    </p:animEffect>
                                  </p:childTnLst>
                                </p:cTn>
                              </p:par>
                            </p:childTnLst>
                          </p:cTn>
                        </p:par>
                      </p:childTnLst>
                    </p:cTn>
                  </p:par>
                  <p:par>
                    <p:cTn id="172" fill="hold">
                      <p:stCondLst>
                        <p:cond delay="indefinite"/>
                      </p:stCondLst>
                      <p:childTnLst>
                        <p:par>
                          <p:cTn id="173" fill="hold">
                            <p:stCondLst>
                              <p:cond delay="0"/>
                            </p:stCondLst>
                            <p:childTnLst>
                              <p:par>
                                <p:cTn id="174" presetID="22" presetClass="entr" presetSubtype="8" fill="hold" nodeType="clickEffect">
                                  <p:stCondLst>
                                    <p:cond delay="0"/>
                                  </p:stCondLst>
                                  <p:childTnLst>
                                    <p:set>
                                      <p:cBhvr>
                                        <p:cTn id="175" dur="1" fill="hold">
                                          <p:stCondLst>
                                            <p:cond delay="0"/>
                                          </p:stCondLst>
                                        </p:cTn>
                                        <p:tgtEl>
                                          <p:spTgt spid="1112087"/>
                                        </p:tgtEl>
                                        <p:attrNameLst>
                                          <p:attrName>style.visibility</p:attrName>
                                        </p:attrNameLst>
                                      </p:cBhvr>
                                      <p:to>
                                        <p:strVal val="visible"/>
                                      </p:to>
                                    </p:set>
                                    <p:animEffect transition="in" filter="wipe(left)">
                                      <p:cBhvr>
                                        <p:cTn id="176" dur="500"/>
                                        <p:tgtEl>
                                          <p:spTgt spid="1112087"/>
                                        </p:tgtEl>
                                      </p:cBhvr>
                                    </p:animEffect>
                                  </p:childTnLst>
                                </p:cTn>
                              </p:par>
                            </p:childTnLst>
                          </p:cTn>
                        </p:par>
                      </p:childTnLst>
                    </p:cTn>
                  </p:par>
                  <p:par>
                    <p:cTn id="177" fill="hold">
                      <p:stCondLst>
                        <p:cond delay="indefinite"/>
                      </p:stCondLst>
                      <p:childTnLst>
                        <p:par>
                          <p:cTn id="178" fill="hold">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500"/>
                                        <p:tgtEl>
                                          <p:spTgt spid="33"/>
                                        </p:tgtEl>
                                      </p:cBhvr>
                                    </p:animEffect>
                                  </p:childTnLst>
                                </p:cTn>
                              </p:par>
                            </p:childTnLst>
                          </p:cTn>
                        </p:par>
                        <p:par>
                          <p:cTn id="182" fill="hold">
                            <p:stCondLst>
                              <p:cond delay="500"/>
                            </p:stCondLst>
                            <p:childTnLst>
                              <p:par>
                                <p:cTn id="183" presetID="22" presetClass="entr" presetSubtype="2" fill="hold" nodeType="afterEffect">
                                  <p:stCondLst>
                                    <p:cond delay="0"/>
                                  </p:stCondLst>
                                  <p:childTnLst>
                                    <p:set>
                                      <p:cBhvr>
                                        <p:cTn id="184" dur="1" fill="hold">
                                          <p:stCondLst>
                                            <p:cond delay="0"/>
                                          </p:stCondLst>
                                        </p:cTn>
                                        <p:tgtEl>
                                          <p:spTgt spid="47"/>
                                        </p:tgtEl>
                                        <p:attrNameLst>
                                          <p:attrName>style.visibility</p:attrName>
                                        </p:attrNameLst>
                                      </p:cBhvr>
                                      <p:to>
                                        <p:strVal val="visible"/>
                                      </p:to>
                                    </p:set>
                                    <p:animEffect transition="in" filter="wipe(right)">
                                      <p:cBhvr>
                                        <p:cTn id="185" dur="500"/>
                                        <p:tgtEl>
                                          <p:spTgt spid="47"/>
                                        </p:tgtEl>
                                      </p:cBhvr>
                                    </p:animEffect>
                                  </p:childTnLst>
                                </p:cTn>
                              </p:par>
                              <p:par>
                                <p:cTn id="186" presetID="22" presetClass="entr" presetSubtype="2" fill="hold" nodeType="withEffect">
                                  <p:stCondLst>
                                    <p:cond delay="0"/>
                                  </p:stCondLst>
                                  <p:childTnLst>
                                    <p:set>
                                      <p:cBhvr>
                                        <p:cTn id="187" dur="1" fill="hold">
                                          <p:stCondLst>
                                            <p:cond delay="0"/>
                                          </p:stCondLst>
                                        </p:cTn>
                                        <p:tgtEl>
                                          <p:spTgt spid="48"/>
                                        </p:tgtEl>
                                        <p:attrNameLst>
                                          <p:attrName>style.visibility</p:attrName>
                                        </p:attrNameLst>
                                      </p:cBhvr>
                                      <p:to>
                                        <p:strVal val="visible"/>
                                      </p:to>
                                    </p:set>
                                    <p:animEffect transition="in" filter="wipe(right)">
                                      <p:cBhvr>
                                        <p:cTn id="188" dur="500"/>
                                        <p:tgtEl>
                                          <p:spTgt spid="48"/>
                                        </p:tgtEl>
                                      </p:cBhvr>
                                    </p:animEffect>
                                  </p:childTnLst>
                                </p:cTn>
                              </p:par>
                              <p:par>
                                <p:cTn id="189" presetID="22" presetClass="exit" presetSubtype="2" fill="hold" nodeType="withEffect">
                                  <p:stCondLst>
                                    <p:cond delay="0"/>
                                  </p:stCondLst>
                                  <p:childTnLst>
                                    <p:animEffect transition="out" filter="wipe(right)">
                                      <p:cBhvr>
                                        <p:cTn id="190" dur="500"/>
                                        <p:tgtEl>
                                          <p:spTgt spid="54"/>
                                        </p:tgtEl>
                                      </p:cBhvr>
                                    </p:animEffect>
                                    <p:set>
                                      <p:cBhvr>
                                        <p:cTn id="191" dur="1" fill="hold">
                                          <p:stCondLst>
                                            <p:cond delay="499"/>
                                          </p:stCondLst>
                                        </p:cTn>
                                        <p:tgtEl>
                                          <p:spTgt spid="54"/>
                                        </p:tgtEl>
                                        <p:attrNameLst>
                                          <p:attrName>style.visibility</p:attrName>
                                        </p:attrNameLst>
                                      </p:cBhvr>
                                      <p:to>
                                        <p:strVal val="hidden"/>
                                      </p:to>
                                    </p:set>
                                  </p:childTnLst>
                                </p:cTn>
                              </p:par>
                            </p:childTnLst>
                          </p:cTn>
                        </p:par>
                      </p:childTnLst>
                    </p:cTn>
                  </p:par>
                  <p:par>
                    <p:cTn id="192" fill="hold">
                      <p:stCondLst>
                        <p:cond delay="indefinite"/>
                      </p:stCondLst>
                      <p:childTnLst>
                        <p:par>
                          <p:cTn id="193" fill="hold">
                            <p:stCondLst>
                              <p:cond delay="0"/>
                            </p:stCondLst>
                            <p:childTnLst>
                              <p:par>
                                <p:cTn id="194" presetID="22" presetClass="entr" presetSubtype="8" fill="hold" nodeType="clickEffect">
                                  <p:stCondLst>
                                    <p:cond delay="0"/>
                                  </p:stCondLst>
                                  <p:childTnLst>
                                    <p:set>
                                      <p:cBhvr>
                                        <p:cTn id="195" dur="1" fill="hold">
                                          <p:stCondLst>
                                            <p:cond delay="0"/>
                                          </p:stCondLst>
                                        </p:cTn>
                                        <p:tgtEl>
                                          <p:spTgt spid="28"/>
                                        </p:tgtEl>
                                        <p:attrNameLst>
                                          <p:attrName>style.visibility</p:attrName>
                                        </p:attrNameLst>
                                      </p:cBhvr>
                                      <p:to>
                                        <p:strVal val="visible"/>
                                      </p:to>
                                    </p:set>
                                    <p:animEffect transition="in" filter="wipe(left)">
                                      <p:cBhvr>
                                        <p:cTn id="196" dur="500"/>
                                        <p:tgtEl>
                                          <p:spTgt spid="28"/>
                                        </p:tgtEl>
                                      </p:cBhvr>
                                    </p:animEffect>
                                  </p:childTnLst>
                                </p:cTn>
                              </p:par>
                            </p:childTnLst>
                          </p:cTn>
                        </p:par>
                        <p:par>
                          <p:cTn id="197" fill="hold">
                            <p:stCondLst>
                              <p:cond delay="500"/>
                            </p:stCondLst>
                            <p:childTnLst>
                              <p:par>
                                <p:cTn id="198" presetID="22" presetClass="entr" presetSubtype="1" fill="hold" nodeType="afterEffect">
                                  <p:stCondLst>
                                    <p:cond delay="0"/>
                                  </p:stCondLst>
                                  <p:childTnLst>
                                    <p:set>
                                      <p:cBhvr>
                                        <p:cTn id="199" dur="1" fill="hold">
                                          <p:stCondLst>
                                            <p:cond delay="0"/>
                                          </p:stCondLst>
                                        </p:cTn>
                                        <p:tgtEl>
                                          <p:spTgt spid="88080"/>
                                        </p:tgtEl>
                                        <p:attrNameLst>
                                          <p:attrName>style.visibility</p:attrName>
                                        </p:attrNameLst>
                                      </p:cBhvr>
                                      <p:to>
                                        <p:strVal val="visible"/>
                                      </p:to>
                                    </p:set>
                                    <p:animEffect transition="in" filter="wipe(up)">
                                      <p:cBhvr>
                                        <p:cTn id="200" dur="500"/>
                                        <p:tgtEl>
                                          <p:spTgt spid="88080"/>
                                        </p:tgtEl>
                                      </p:cBhvr>
                                    </p:animEffect>
                                  </p:childTnLst>
                                </p:cTn>
                              </p:par>
                            </p:childTnLst>
                          </p:cTn>
                        </p:par>
                      </p:childTnLst>
                    </p:cTn>
                  </p:par>
                  <p:par>
                    <p:cTn id="201" fill="hold">
                      <p:stCondLst>
                        <p:cond delay="indefinite"/>
                      </p:stCondLst>
                      <p:childTnLst>
                        <p:par>
                          <p:cTn id="202" fill="hold">
                            <p:stCondLst>
                              <p:cond delay="0"/>
                            </p:stCondLst>
                            <p:childTnLst>
                              <p:par>
                                <p:cTn id="203" presetID="22" presetClass="entr" presetSubtype="8" fill="hold" grpId="0" nodeType="clickEffect">
                                  <p:stCondLst>
                                    <p:cond delay="0"/>
                                  </p:stCondLst>
                                  <p:childTnLst>
                                    <p:set>
                                      <p:cBhvr>
                                        <p:cTn id="204" dur="1" fill="hold">
                                          <p:stCondLst>
                                            <p:cond delay="0"/>
                                          </p:stCondLst>
                                        </p:cTn>
                                        <p:tgtEl>
                                          <p:spTgt spid="59">
                                            <p:bg/>
                                          </p:spTgt>
                                        </p:tgtEl>
                                        <p:attrNameLst>
                                          <p:attrName>style.visibility</p:attrName>
                                        </p:attrNameLst>
                                      </p:cBhvr>
                                      <p:to>
                                        <p:strVal val="visible"/>
                                      </p:to>
                                    </p:set>
                                    <p:animEffect transition="in" filter="wipe(left)">
                                      <p:cBhvr>
                                        <p:cTn id="205" dur="500"/>
                                        <p:tgtEl>
                                          <p:spTgt spid="59">
                                            <p:bg/>
                                          </p:spTgt>
                                        </p:tgtEl>
                                      </p:cBhvr>
                                    </p:animEffect>
                                  </p:childTnLst>
                                </p:cTn>
                              </p:par>
                              <p:par>
                                <p:cTn id="206" presetID="22" presetClass="entr" presetSubtype="8" fill="hold" grpId="0" nodeType="withEffect">
                                  <p:stCondLst>
                                    <p:cond delay="0"/>
                                  </p:stCondLst>
                                  <p:childTnLst>
                                    <p:set>
                                      <p:cBhvr>
                                        <p:cTn id="207" dur="1" fill="hold">
                                          <p:stCondLst>
                                            <p:cond delay="0"/>
                                          </p:stCondLst>
                                        </p:cTn>
                                        <p:tgtEl>
                                          <p:spTgt spid="59">
                                            <p:txEl>
                                              <p:pRg st="0" end="0"/>
                                            </p:txEl>
                                          </p:spTgt>
                                        </p:tgtEl>
                                        <p:attrNameLst>
                                          <p:attrName>style.visibility</p:attrName>
                                        </p:attrNameLst>
                                      </p:cBhvr>
                                      <p:to>
                                        <p:strVal val="visible"/>
                                      </p:to>
                                    </p:set>
                                    <p:animEffect transition="in" filter="wipe(left)">
                                      <p:cBhvr>
                                        <p:cTn id="208" dur="500"/>
                                        <p:tgtEl>
                                          <p:spTgt spid="59">
                                            <p:txEl>
                                              <p:pRg st="0" end="0"/>
                                            </p:txEl>
                                          </p:spTgt>
                                        </p:tgtEl>
                                      </p:cBhvr>
                                    </p:animEffect>
                                  </p:childTnLst>
                                </p:cTn>
                              </p:par>
                              <p:par>
                                <p:cTn id="209" presetID="22" presetClass="entr" presetSubtype="8" fill="hold" grpId="0" nodeType="withEffect">
                                  <p:stCondLst>
                                    <p:cond delay="0"/>
                                  </p:stCondLst>
                                  <p:childTnLst>
                                    <p:set>
                                      <p:cBhvr>
                                        <p:cTn id="210" dur="1" fill="hold">
                                          <p:stCondLst>
                                            <p:cond delay="0"/>
                                          </p:stCondLst>
                                        </p:cTn>
                                        <p:tgtEl>
                                          <p:spTgt spid="59">
                                            <p:txEl>
                                              <p:pRg st="1" end="1"/>
                                            </p:txEl>
                                          </p:spTgt>
                                        </p:tgtEl>
                                        <p:attrNameLst>
                                          <p:attrName>style.visibility</p:attrName>
                                        </p:attrNameLst>
                                      </p:cBhvr>
                                      <p:to>
                                        <p:strVal val="visible"/>
                                      </p:to>
                                    </p:set>
                                    <p:animEffect transition="in" filter="wipe(left)">
                                      <p:cBhvr>
                                        <p:cTn id="211" dur="500"/>
                                        <p:tgtEl>
                                          <p:spTgt spid="59">
                                            <p:txEl>
                                              <p:pRg st="1" end="1"/>
                                            </p:txEl>
                                          </p:spTgt>
                                        </p:tgtEl>
                                      </p:cBhvr>
                                    </p:animEffect>
                                  </p:childTnLst>
                                </p:cTn>
                              </p:par>
                            </p:childTnLst>
                          </p:cTn>
                        </p:par>
                      </p:childTnLst>
                    </p:cTn>
                  </p:par>
                  <p:par>
                    <p:cTn id="212" fill="hold">
                      <p:stCondLst>
                        <p:cond delay="indefinite"/>
                      </p:stCondLst>
                      <p:childTnLst>
                        <p:par>
                          <p:cTn id="213" fill="hold">
                            <p:stCondLst>
                              <p:cond delay="0"/>
                            </p:stCondLst>
                            <p:childTnLst>
                              <p:par>
                                <p:cTn id="214" presetID="22" presetClass="entr" presetSubtype="8" fill="hold" grpId="0" nodeType="clickEffect">
                                  <p:stCondLst>
                                    <p:cond delay="0"/>
                                  </p:stCondLst>
                                  <p:childTnLst>
                                    <p:set>
                                      <p:cBhvr>
                                        <p:cTn id="215" dur="1" fill="hold">
                                          <p:stCondLst>
                                            <p:cond delay="0"/>
                                          </p:stCondLst>
                                        </p:cTn>
                                        <p:tgtEl>
                                          <p:spTgt spid="59">
                                            <p:txEl>
                                              <p:pRg st="2" end="2"/>
                                            </p:txEl>
                                          </p:spTgt>
                                        </p:tgtEl>
                                        <p:attrNameLst>
                                          <p:attrName>style.visibility</p:attrName>
                                        </p:attrNameLst>
                                      </p:cBhvr>
                                      <p:to>
                                        <p:strVal val="visible"/>
                                      </p:to>
                                    </p:set>
                                    <p:animEffect transition="in" filter="wipe(left)">
                                      <p:cBhvr>
                                        <p:cTn id="216" dur="500"/>
                                        <p:tgtEl>
                                          <p:spTgt spid="59">
                                            <p:txEl>
                                              <p:pRg st="2" end="2"/>
                                            </p:txEl>
                                          </p:spTgt>
                                        </p:tgtEl>
                                      </p:cBhvr>
                                    </p:animEffect>
                                  </p:childTnLst>
                                </p:cTn>
                              </p:par>
                            </p:childTnLst>
                          </p:cTn>
                        </p:par>
                      </p:childTnLst>
                    </p:cTn>
                  </p:par>
                  <p:par>
                    <p:cTn id="217" fill="hold">
                      <p:stCondLst>
                        <p:cond delay="indefinite"/>
                      </p:stCondLst>
                      <p:childTnLst>
                        <p:par>
                          <p:cTn id="218" fill="hold">
                            <p:stCondLst>
                              <p:cond delay="0"/>
                            </p:stCondLst>
                            <p:childTnLst>
                              <p:par>
                                <p:cTn id="219" presetID="22" presetClass="entr" presetSubtype="8" fill="hold" grpId="0" nodeType="clickEffect">
                                  <p:stCondLst>
                                    <p:cond delay="0"/>
                                  </p:stCondLst>
                                  <p:childTnLst>
                                    <p:set>
                                      <p:cBhvr>
                                        <p:cTn id="220" dur="1" fill="hold">
                                          <p:stCondLst>
                                            <p:cond delay="0"/>
                                          </p:stCondLst>
                                        </p:cTn>
                                        <p:tgtEl>
                                          <p:spTgt spid="60">
                                            <p:txEl>
                                              <p:pRg st="2" end="2"/>
                                            </p:txEl>
                                          </p:spTgt>
                                        </p:tgtEl>
                                        <p:attrNameLst>
                                          <p:attrName>style.visibility</p:attrName>
                                        </p:attrNameLst>
                                      </p:cBhvr>
                                      <p:to>
                                        <p:strVal val="visible"/>
                                      </p:to>
                                    </p:set>
                                    <p:animEffect transition="in" filter="wipe(left)">
                                      <p:cBhvr>
                                        <p:cTn id="221" dur="500"/>
                                        <p:tgtEl>
                                          <p:spTgt spid="60">
                                            <p:txEl>
                                              <p:pRg st="2" end="2"/>
                                            </p:txEl>
                                          </p:spTgt>
                                        </p:tgtEl>
                                      </p:cBhvr>
                                    </p:animEffect>
                                  </p:childTnLst>
                                </p:cTn>
                              </p:par>
                            </p:childTnLst>
                          </p:cTn>
                        </p:par>
                      </p:childTnLst>
                    </p:cTn>
                  </p:par>
                  <p:par>
                    <p:cTn id="222" fill="hold">
                      <p:stCondLst>
                        <p:cond delay="indefinite"/>
                      </p:stCondLst>
                      <p:childTnLst>
                        <p:par>
                          <p:cTn id="223" fill="hold">
                            <p:stCondLst>
                              <p:cond delay="0"/>
                            </p:stCondLst>
                            <p:childTnLst>
                              <p:par>
                                <p:cTn id="224" presetID="22" presetClass="entr" presetSubtype="8" fill="hold" grpId="0" nodeType="clickEffect">
                                  <p:stCondLst>
                                    <p:cond delay="0"/>
                                  </p:stCondLst>
                                  <p:childTnLst>
                                    <p:set>
                                      <p:cBhvr>
                                        <p:cTn id="225" dur="1" fill="hold">
                                          <p:stCondLst>
                                            <p:cond delay="0"/>
                                          </p:stCondLst>
                                        </p:cTn>
                                        <p:tgtEl>
                                          <p:spTgt spid="60">
                                            <p:txEl>
                                              <p:pRg st="0" end="0"/>
                                            </p:txEl>
                                          </p:spTgt>
                                        </p:tgtEl>
                                        <p:attrNameLst>
                                          <p:attrName>style.visibility</p:attrName>
                                        </p:attrNameLst>
                                      </p:cBhvr>
                                      <p:to>
                                        <p:strVal val="visible"/>
                                      </p:to>
                                    </p:set>
                                    <p:animEffect transition="in" filter="wipe(left)">
                                      <p:cBhvr>
                                        <p:cTn id="226" dur="500"/>
                                        <p:tgtEl>
                                          <p:spTgt spid="60">
                                            <p:txEl>
                                              <p:pRg st="0" end="0"/>
                                            </p:txEl>
                                          </p:spTgt>
                                        </p:tgtEl>
                                      </p:cBhvr>
                                    </p:animEffect>
                                  </p:childTnLst>
                                </p:cTn>
                              </p:par>
                            </p:childTnLst>
                          </p:cTn>
                        </p:par>
                      </p:childTnLst>
                    </p:cTn>
                  </p:par>
                  <p:par>
                    <p:cTn id="227" fill="hold">
                      <p:stCondLst>
                        <p:cond delay="indefinite"/>
                      </p:stCondLst>
                      <p:childTnLst>
                        <p:par>
                          <p:cTn id="228" fill="hold">
                            <p:stCondLst>
                              <p:cond delay="0"/>
                            </p:stCondLst>
                            <p:childTnLst>
                              <p:par>
                                <p:cTn id="229" presetID="22" presetClass="entr" presetSubtype="8" fill="hold" grpId="0" nodeType="clickEffect">
                                  <p:stCondLst>
                                    <p:cond delay="0"/>
                                  </p:stCondLst>
                                  <p:childTnLst>
                                    <p:set>
                                      <p:cBhvr>
                                        <p:cTn id="230" dur="1" fill="hold">
                                          <p:stCondLst>
                                            <p:cond delay="0"/>
                                          </p:stCondLst>
                                        </p:cTn>
                                        <p:tgtEl>
                                          <p:spTgt spid="61"/>
                                        </p:tgtEl>
                                        <p:attrNameLst>
                                          <p:attrName>style.visibility</p:attrName>
                                        </p:attrNameLst>
                                      </p:cBhvr>
                                      <p:to>
                                        <p:strVal val="visible"/>
                                      </p:to>
                                    </p:set>
                                    <p:animEffect transition="in" filter="wipe(left)">
                                      <p:cBhvr>
                                        <p:cTn id="231" dur="500"/>
                                        <p:tgtEl>
                                          <p:spTgt spid="61"/>
                                        </p:tgtEl>
                                      </p:cBhvr>
                                    </p:animEffect>
                                  </p:childTnLst>
                                </p:cTn>
                              </p:par>
                            </p:childTnLst>
                          </p:cTn>
                        </p:par>
                      </p:childTnLst>
                    </p:cTn>
                  </p:par>
                  <p:par>
                    <p:cTn id="232" fill="hold">
                      <p:stCondLst>
                        <p:cond delay="indefinite"/>
                      </p:stCondLst>
                      <p:childTnLst>
                        <p:par>
                          <p:cTn id="233" fill="hold">
                            <p:stCondLst>
                              <p:cond delay="0"/>
                            </p:stCondLst>
                            <p:childTnLst>
                              <p:par>
                                <p:cTn id="234" presetID="22" presetClass="entr" presetSubtype="8" fill="hold" grpId="0" nodeType="clickEffect">
                                  <p:stCondLst>
                                    <p:cond delay="0"/>
                                  </p:stCondLst>
                                  <p:childTnLst>
                                    <p:set>
                                      <p:cBhvr>
                                        <p:cTn id="235" dur="1" fill="hold">
                                          <p:stCondLst>
                                            <p:cond delay="0"/>
                                          </p:stCondLst>
                                        </p:cTn>
                                        <p:tgtEl>
                                          <p:spTgt spid="60">
                                            <p:txEl>
                                              <p:pRg st="1" end="1"/>
                                            </p:txEl>
                                          </p:spTgt>
                                        </p:tgtEl>
                                        <p:attrNameLst>
                                          <p:attrName>style.visibility</p:attrName>
                                        </p:attrNameLst>
                                      </p:cBhvr>
                                      <p:to>
                                        <p:strVal val="visible"/>
                                      </p:to>
                                    </p:set>
                                    <p:animEffect transition="in" filter="wipe(left)">
                                      <p:cBhvr>
                                        <p:cTn id="236" dur="500"/>
                                        <p:tgtEl>
                                          <p:spTgt spid="60">
                                            <p:txEl>
                                              <p:pRg st="1" end="1"/>
                                            </p:txEl>
                                          </p:spTgt>
                                        </p:tgtEl>
                                      </p:cBhvr>
                                    </p:animEffect>
                                  </p:childTnLst>
                                </p:cTn>
                              </p:par>
                            </p:childTnLst>
                          </p:cTn>
                        </p:par>
                      </p:childTnLst>
                    </p:cTn>
                  </p:par>
                  <p:par>
                    <p:cTn id="237" fill="hold">
                      <p:stCondLst>
                        <p:cond delay="indefinite"/>
                      </p:stCondLst>
                      <p:childTnLst>
                        <p:par>
                          <p:cTn id="238" fill="hold">
                            <p:stCondLst>
                              <p:cond delay="0"/>
                            </p:stCondLst>
                            <p:childTnLst>
                              <p:par>
                                <p:cTn id="239" presetID="22" presetClass="entr" presetSubtype="8" fill="hold" grpId="0" nodeType="clickEffect">
                                  <p:stCondLst>
                                    <p:cond delay="0"/>
                                  </p:stCondLst>
                                  <p:childTnLst>
                                    <p:set>
                                      <p:cBhvr>
                                        <p:cTn id="240" dur="1" fill="hold">
                                          <p:stCondLst>
                                            <p:cond delay="0"/>
                                          </p:stCondLst>
                                        </p:cTn>
                                        <p:tgtEl>
                                          <p:spTgt spid="62"/>
                                        </p:tgtEl>
                                        <p:attrNameLst>
                                          <p:attrName>style.visibility</p:attrName>
                                        </p:attrNameLst>
                                      </p:cBhvr>
                                      <p:to>
                                        <p:strVal val="visible"/>
                                      </p:to>
                                    </p:set>
                                    <p:animEffect transition="in" filter="wipe(left)">
                                      <p:cBhvr>
                                        <p:cTn id="241"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8" grpId="0"/>
      <p:bldP spid="44" grpId="0" animBg="1"/>
      <p:bldP spid="45" grpId="0" animBg="1"/>
      <p:bldP spid="49" grpId="0"/>
      <p:bldP spid="37" grpId="0"/>
      <p:bldP spid="59" grpId="0" uiExpand="1" build="allAtOnce" animBg="1" autoUpdateAnimBg="0"/>
      <p:bldP spid="60" grpId="0" uiExpand="1" build="allAtOnce"/>
      <p:bldP spid="61" grpId="0" uiExpand="1"/>
      <p:bldP spid="62"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Group 253"/>
          <p:cNvGraphicFramePr>
            <a:graphicFrameLocks noGrp="1"/>
          </p:cNvGraphicFramePr>
          <p:nvPr/>
        </p:nvGraphicFramePr>
        <p:xfrm>
          <a:off x="642910" y="1937149"/>
          <a:ext cx="8412162" cy="3627120"/>
        </p:xfrm>
        <a:graphic>
          <a:graphicData uri="http://schemas.openxmlformats.org/drawingml/2006/table">
            <a:tbl>
              <a:tblPr/>
              <a:tblGrid>
                <a:gridCol w="1357322">
                  <a:extLst>
                    <a:ext uri="{9D8B030D-6E8A-4147-A177-3AD203B41FA5}">
                      <a16:colId xmlns:a16="http://schemas.microsoft.com/office/drawing/2014/main" val="20000"/>
                    </a:ext>
                  </a:extLst>
                </a:gridCol>
                <a:gridCol w="2786082">
                  <a:extLst>
                    <a:ext uri="{9D8B030D-6E8A-4147-A177-3AD203B41FA5}">
                      <a16:colId xmlns:a16="http://schemas.microsoft.com/office/drawing/2014/main" val="20001"/>
                    </a:ext>
                  </a:extLst>
                </a:gridCol>
                <a:gridCol w="2252633">
                  <a:extLst>
                    <a:ext uri="{9D8B030D-6E8A-4147-A177-3AD203B41FA5}">
                      <a16:colId xmlns:a16="http://schemas.microsoft.com/office/drawing/2014/main" val="20002"/>
                    </a:ext>
                  </a:extLst>
                </a:gridCol>
                <a:gridCol w="2016125">
                  <a:extLst>
                    <a:ext uri="{9D8B030D-6E8A-4147-A177-3AD203B41FA5}">
                      <a16:colId xmlns:a16="http://schemas.microsoft.com/office/drawing/2014/main" val="20003"/>
                    </a:ext>
                  </a:extLst>
                </a:gridCol>
              </a:tblGrid>
              <a:tr h="43209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accent1"/>
                          </a:solidFill>
                          <a:effectLst/>
                          <a:latin typeface="微软雅黑" pitchFamily="34" charset="-122"/>
                          <a:ea typeface="微软雅黑" pitchFamily="34" charset="-122"/>
                        </a:rPr>
                        <a:t>秩</a:t>
                      </a: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3200" b="1" i="0" u="none" strike="noStrike" cap="none" normalizeH="0" baseline="0" dirty="0">
                          <a:ln>
                            <a:noFill/>
                          </a:ln>
                          <a:solidFill>
                            <a:schemeClr val="tx1"/>
                          </a:solidFill>
                          <a:effectLst/>
                          <a:latin typeface="微软雅黑" pitchFamily="34" charset="-122"/>
                          <a:ea typeface="微软雅黑" pitchFamily="34" charset="-122"/>
                        </a:rPr>
                        <a:t>R(A)</a:t>
                      </a:r>
                    </a:p>
                  </a:txBody>
                  <a:tcPr anchor="ctr" horzOverflow="overflow">
                    <a:lnL w="381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3200" b="1" i="0" u="none" strike="noStrike" cap="none" normalizeH="0" baseline="0" dirty="0">
                          <a:ln>
                            <a:noFill/>
                          </a:ln>
                          <a:solidFill>
                            <a:schemeClr val="tx1"/>
                          </a:solidFill>
                          <a:effectLst/>
                          <a:latin typeface="微软雅黑" pitchFamily="34" charset="-122"/>
                          <a:ea typeface="微软雅黑" pitchFamily="34" charset="-122"/>
                        </a:rPr>
                        <a:t>+R</a:t>
                      </a:r>
                      <a:r>
                        <a:rPr kumimoji="0" lang="en-US" altLang="zh-CN" sz="3200" b="1" i="0" u="none" strike="noStrike" cap="none" normalizeH="0" baseline="-25000" dirty="0">
                          <a:ln>
                            <a:noFill/>
                          </a:ln>
                          <a:solidFill>
                            <a:schemeClr val="tx1"/>
                          </a:solidFill>
                          <a:effectLst/>
                          <a:latin typeface="微软雅黑" pitchFamily="34" charset="-122"/>
                          <a:ea typeface="微软雅黑" pitchFamily="34" charset="-122"/>
                        </a:rPr>
                        <a:t>S</a:t>
                      </a:r>
                    </a:p>
                  </a:txBody>
                  <a:tcPr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3200" b="1" i="0" u="none" strike="noStrike" cap="none" normalizeH="0" baseline="0" dirty="0">
                          <a:ln>
                            <a:noFill/>
                          </a:ln>
                          <a:solidFill>
                            <a:schemeClr val="tx1"/>
                          </a:solidFill>
                          <a:effectLst/>
                          <a:latin typeface="微软雅黑" pitchFamily="34" charset="-122"/>
                          <a:ea typeface="微软雅黑" pitchFamily="34" charset="-122"/>
                        </a:rPr>
                        <a:t>=n</a:t>
                      </a:r>
                      <a:endParaRPr kumimoji="0" lang="en-US" altLang="zh-CN" sz="40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34113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accent1"/>
                          </a:solidFill>
                          <a:effectLst/>
                          <a:latin typeface="微软雅黑" pitchFamily="34" charset="-122"/>
                          <a:ea typeface="微软雅黑" pitchFamily="34" charset="-122"/>
                        </a:rPr>
                        <a:t>求解</a:t>
                      </a: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阶梯阵行数  </a:t>
                      </a:r>
                      <a:r>
                        <a:rPr kumimoji="0" lang="en-US" altLang="zh-CN" sz="2000" b="1" i="0" u="none" strike="noStrike" cap="none" normalizeH="0" baseline="0" dirty="0">
                          <a:ln>
                            <a:noFill/>
                          </a:ln>
                          <a:solidFill>
                            <a:schemeClr val="accent1"/>
                          </a:solidFill>
                          <a:effectLst/>
                          <a:latin typeface="微软雅黑" pitchFamily="34" charset="-122"/>
                          <a:ea typeface="微软雅黑" pitchFamily="34" charset="-122"/>
                        </a:rPr>
                        <a:t>r</a:t>
                      </a:r>
                      <a:endPar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endParaRP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基础解个数  </a:t>
                      </a:r>
                      <a:r>
                        <a:rPr kumimoji="0" lang="en-US" altLang="zh-CN" sz="2000" b="1" i="0" u="none" strike="noStrike" cap="none" normalizeH="0" baseline="0" dirty="0">
                          <a:ln>
                            <a:noFill/>
                          </a:ln>
                          <a:solidFill>
                            <a:schemeClr val="accent1"/>
                          </a:solidFill>
                          <a:effectLst/>
                          <a:latin typeface="微软雅黑" pitchFamily="34" charset="-122"/>
                          <a:ea typeface="微软雅黑" pitchFamily="34" charset="-122"/>
                        </a:rPr>
                        <a:t>n-r</a:t>
                      </a:r>
                      <a:endPar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accent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列数</a:t>
                      </a:r>
                      <a:r>
                        <a:rPr kumimoji="0" lang="en-US" altLang="zh-CN" sz="2000" b="1" i="0" u="none" strike="noStrike" cap="none" normalizeH="0" baseline="0" dirty="0">
                          <a:ln>
                            <a:noFill/>
                          </a:ln>
                          <a:solidFill>
                            <a:schemeClr val="accent1"/>
                          </a:solidFill>
                          <a:effectLst/>
                          <a:latin typeface="微软雅黑" pitchFamily="34" charset="-122"/>
                          <a:ea typeface="微软雅黑" pitchFamily="34" charset="-122"/>
                        </a:rPr>
                        <a:t>/</a:t>
                      </a:r>
                      <a:r>
                        <a:rPr kumimoji="0" lang="zh-CN" altLang="en-US" sz="2000" b="1" i="0" u="none" strike="noStrike" cap="none" normalizeH="0" baseline="0" dirty="0">
                          <a:ln>
                            <a:noFill/>
                          </a:ln>
                          <a:solidFill>
                            <a:schemeClr val="accent1"/>
                          </a:solidFill>
                          <a:effectLst/>
                          <a:latin typeface="微软雅黑" pitchFamily="34" charset="-122"/>
                          <a:ea typeface="微软雅黑" pitchFamily="34" charset="-122"/>
                        </a:rPr>
                        <a:t>变量数</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34113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tx1"/>
                          </a:solidFill>
                          <a:effectLst/>
                          <a:latin typeface="微软雅黑" pitchFamily="34" charset="-122"/>
                          <a:ea typeface="微软雅黑" pitchFamily="34" charset="-122"/>
                        </a:rPr>
                        <a:t>方程组</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有效方程个数</a:t>
                      </a: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基础解系</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变量个数</a:t>
                      </a: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rgbClr val="FFFF00"/>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2"/>
                  </a:ext>
                </a:extLst>
              </a:tr>
              <a:tr h="34113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tx1"/>
                          </a:solidFill>
                          <a:effectLst/>
                          <a:latin typeface="微软雅黑" pitchFamily="34" charset="-122"/>
                          <a:ea typeface="微软雅黑" pitchFamily="34" charset="-122"/>
                        </a:rPr>
                        <a:t>变量</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可解变量个数</a:t>
                      </a: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自由变量个数</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总变量个数</a:t>
                      </a:r>
                    </a:p>
                  </a:txBody>
                  <a:tcPr anchor="ctr" horzOverflow="overflow">
                    <a:lnL w="28575" cap="flat" cmpd="sng" algn="ctr">
                      <a:solidFill>
                        <a:schemeClr val="bg2"/>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3"/>
                  </a:ext>
                </a:extLst>
              </a:tr>
              <a:tr h="34113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tx1"/>
                          </a:solidFill>
                          <a:effectLst/>
                          <a:latin typeface="微软雅黑" pitchFamily="34" charset="-122"/>
                          <a:ea typeface="微软雅黑" pitchFamily="34" charset="-122"/>
                        </a:rPr>
                        <a:t>向量组</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首元所在列的列数</a:t>
                      </a: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解集的极大无关组</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总向量个数</a:t>
                      </a:r>
                      <a:endParaRPr kumimoji="0" lang="zh-CN" altLang="en-US" sz="20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4"/>
                  </a:ext>
                </a:extLst>
              </a:tr>
              <a:tr h="34113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tx1"/>
                          </a:solidFill>
                          <a:effectLst/>
                          <a:latin typeface="微软雅黑" pitchFamily="34" charset="-122"/>
                          <a:ea typeface="微软雅黑" pitchFamily="34" charset="-122"/>
                        </a:rPr>
                        <a:t>矩阵</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最高阶非零子式的阶数</a:t>
                      </a: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00B0F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chemeClr val="bg1"/>
                          </a:solidFill>
                          <a:effectLst/>
                          <a:latin typeface="微软雅黑" pitchFamily="34" charset="-122"/>
                          <a:ea typeface="微软雅黑" pitchFamily="34" charset="-122"/>
                        </a:rPr>
                        <a:t>A</a:t>
                      </a: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的总列数</a:t>
                      </a: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5"/>
                  </a:ext>
                </a:extLst>
              </a:tr>
              <a:tr h="56855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400" b="1" i="0" u="none" strike="noStrike" cap="none" normalizeH="0" baseline="0" dirty="0">
                          <a:ln>
                            <a:noFill/>
                          </a:ln>
                          <a:solidFill>
                            <a:schemeClr val="tx1"/>
                          </a:solidFill>
                          <a:effectLst/>
                          <a:latin typeface="微软雅黑" pitchFamily="34" charset="-122"/>
                          <a:ea typeface="微软雅黑" pitchFamily="34" charset="-122"/>
                        </a:rPr>
                        <a:t>空间</a:t>
                      </a:r>
                    </a:p>
                  </a:txBody>
                  <a:tcPr anchor="ctr" horzOverflow="overflow">
                    <a:lnL w="28575" cap="flat" cmpd="sng" algn="ctr">
                      <a:solidFill>
                        <a:srgbClr val="FFFF00"/>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rgbClr val="FFFF00"/>
                      </a:solidFill>
                      <a:prstDash val="solid"/>
                      <a:round/>
                      <a:headEnd type="none" w="med" len="med"/>
                      <a:tailEnd type="none" w="med" len="med"/>
                    </a:lnT>
                    <a:lnB w="28575" cap="flat" cmpd="sng" algn="ctr">
                      <a:solidFill>
                        <a:srgbClr val="FFFF0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zh-CN"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rgbClr val="FFFF00"/>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rgbClr val="00B0F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解空间       维数</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defRPr/>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基    中变量个数</a:t>
                      </a:r>
                    </a:p>
                  </a:txBody>
                  <a:tcPr anchor="ctr" horzOverflow="overflow">
                    <a:lnL w="28575" cap="flat" cmpd="sng" algn="ctr">
                      <a:solidFill>
                        <a:schemeClr val="bg2"/>
                      </a:solidFill>
                      <a:prstDash val="solid"/>
                      <a:round/>
                      <a:headEnd type="none" w="med" len="med"/>
                      <a:tailEnd type="none" w="med" len="med"/>
                    </a:lnL>
                    <a:lnR w="28575" cap="flat" cmpd="sng" algn="ctr">
                      <a:solidFill>
                        <a:schemeClr val="bg2"/>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解空间维数的</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chemeClr val="bg1"/>
                          </a:solidFill>
                          <a:effectLst/>
                          <a:latin typeface="微软雅黑" pitchFamily="34" charset="-122"/>
                          <a:ea typeface="微软雅黑" pitchFamily="34" charset="-122"/>
                        </a:rPr>
                        <a:t>上限</a:t>
                      </a:r>
                      <a:endParaRPr kumimoji="0" lang="en-US" altLang="zh-CN" sz="20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28575" cap="flat" cmpd="sng" algn="ctr">
                      <a:solidFill>
                        <a:schemeClr val="bg2"/>
                      </a:solidFill>
                      <a:prstDash val="solid"/>
                      <a:round/>
                      <a:headEnd type="none" w="med" len="med"/>
                      <a:tailEnd type="none" w="med" len="med"/>
                    </a:lnL>
                    <a:lnR w="28575" cap="flat" cmpd="sng" algn="ctr">
                      <a:solidFill>
                        <a:srgbClr val="FFFF00"/>
                      </a:solidFill>
                      <a:prstDash val="solid"/>
                      <a:round/>
                      <a:headEnd type="none" w="med" len="med"/>
                      <a:tailEnd type="none" w="med" len="med"/>
                    </a:ln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sp>
        <p:nvSpPr>
          <p:cNvPr id="1039371" name="Rectangle 11"/>
          <p:cNvSpPr>
            <a:spLocks noChangeArrowheads="1"/>
          </p:cNvSpPr>
          <p:nvPr/>
        </p:nvSpPr>
        <p:spPr bwMode="auto">
          <a:xfrm>
            <a:off x="1989137" y="2500306"/>
            <a:ext cx="2797177" cy="452438"/>
          </a:xfrm>
          <a:prstGeom prst="rect">
            <a:avLst/>
          </a:prstGeom>
          <a:solidFill>
            <a:srgbClr val="010199"/>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2" name="Rectangle 12"/>
          <p:cNvSpPr>
            <a:spLocks noChangeArrowheads="1"/>
          </p:cNvSpPr>
          <p:nvPr/>
        </p:nvSpPr>
        <p:spPr bwMode="auto">
          <a:xfrm>
            <a:off x="4786314" y="2500306"/>
            <a:ext cx="2286016" cy="452438"/>
          </a:xfrm>
          <a:prstGeom prst="rect">
            <a:avLst/>
          </a:prstGeom>
          <a:solidFill>
            <a:srgbClr val="010199"/>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3" name="Rectangle 13"/>
          <p:cNvSpPr>
            <a:spLocks noChangeArrowheads="1"/>
          </p:cNvSpPr>
          <p:nvPr/>
        </p:nvSpPr>
        <p:spPr bwMode="auto">
          <a:xfrm>
            <a:off x="7072330" y="2500306"/>
            <a:ext cx="2000264" cy="452438"/>
          </a:xfrm>
          <a:prstGeom prst="rect">
            <a:avLst/>
          </a:prstGeom>
          <a:solidFill>
            <a:srgbClr val="010199"/>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5" name="Rectangle 15"/>
          <p:cNvSpPr>
            <a:spLocks noChangeArrowheads="1"/>
          </p:cNvSpPr>
          <p:nvPr/>
        </p:nvSpPr>
        <p:spPr bwMode="auto">
          <a:xfrm>
            <a:off x="1989138" y="2979738"/>
            <a:ext cx="2789691" cy="450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6" name="Rectangle 16"/>
          <p:cNvSpPr>
            <a:spLocks noChangeArrowheads="1"/>
          </p:cNvSpPr>
          <p:nvPr/>
        </p:nvSpPr>
        <p:spPr bwMode="auto">
          <a:xfrm>
            <a:off x="4778830" y="2979738"/>
            <a:ext cx="2293500" cy="450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7" name="Rectangle 17"/>
          <p:cNvSpPr>
            <a:spLocks noChangeArrowheads="1"/>
          </p:cNvSpPr>
          <p:nvPr/>
        </p:nvSpPr>
        <p:spPr bwMode="auto">
          <a:xfrm>
            <a:off x="7043057" y="2979738"/>
            <a:ext cx="2046514" cy="450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79" name="Rectangle 19"/>
          <p:cNvSpPr>
            <a:spLocks noChangeArrowheads="1"/>
          </p:cNvSpPr>
          <p:nvPr/>
        </p:nvSpPr>
        <p:spPr bwMode="auto">
          <a:xfrm>
            <a:off x="1989138" y="3430588"/>
            <a:ext cx="2789691"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0" name="Rectangle 20"/>
          <p:cNvSpPr>
            <a:spLocks noChangeArrowheads="1"/>
          </p:cNvSpPr>
          <p:nvPr/>
        </p:nvSpPr>
        <p:spPr bwMode="auto">
          <a:xfrm>
            <a:off x="4778830" y="3430588"/>
            <a:ext cx="2293500"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1" name="Rectangle 21"/>
          <p:cNvSpPr>
            <a:spLocks noChangeArrowheads="1"/>
          </p:cNvSpPr>
          <p:nvPr/>
        </p:nvSpPr>
        <p:spPr bwMode="auto">
          <a:xfrm>
            <a:off x="7043057" y="3430588"/>
            <a:ext cx="2046514"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3" name="Rectangle 23"/>
          <p:cNvSpPr>
            <a:spLocks noChangeArrowheads="1"/>
          </p:cNvSpPr>
          <p:nvPr/>
        </p:nvSpPr>
        <p:spPr bwMode="auto">
          <a:xfrm>
            <a:off x="1996623" y="3857628"/>
            <a:ext cx="2789691"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4" name="Rectangle 24"/>
          <p:cNvSpPr>
            <a:spLocks noChangeArrowheads="1"/>
          </p:cNvSpPr>
          <p:nvPr/>
        </p:nvSpPr>
        <p:spPr bwMode="auto">
          <a:xfrm>
            <a:off x="4778830" y="3883026"/>
            <a:ext cx="2293500"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5" name="Rectangle 25"/>
          <p:cNvSpPr>
            <a:spLocks noChangeArrowheads="1"/>
          </p:cNvSpPr>
          <p:nvPr/>
        </p:nvSpPr>
        <p:spPr bwMode="auto">
          <a:xfrm>
            <a:off x="7043057" y="3883026"/>
            <a:ext cx="2046514"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7" name="Rectangle 27"/>
          <p:cNvSpPr>
            <a:spLocks noChangeArrowheads="1"/>
          </p:cNvSpPr>
          <p:nvPr/>
        </p:nvSpPr>
        <p:spPr bwMode="auto">
          <a:xfrm>
            <a:off x="1989138" y="4335463"/>
            <a:ext cx="2797176" cy="450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89" name="Rectangle 29"/>
          <p:cNvSpPr>
            <a:spLocks noChangeArrowheads="1"/>
          </p:cNvSpPr>
          <p:nvPr/>
        </p:nvSpPr>
        <p:spPr bwMode="auto">
          <a:xfrm>
            <a:off x="7043057" y="4335463"/>
            <a:ext cx="2046514" cy="450850"/>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90" name="Rectangle 30"/>
          <p:cNvSpPr>
            <a:spLocks noChangeArrowheads="1"/>
          </p:cNvSpPr>
          <p:nvPr/>
        </p:nvSpPr>
        <p:spPr bwMode="auto">
          <a:xfrm>
            <a:off x="681038" y="4786313"/>
            <a:ext cx="1308100" cy="754063"/>
          </a:xfrm>
          <a:prstGeom prst="rect">
            <a:avLst/>
          </a:prstGeom>
          <a:solidFill>
            <a:srgbClr val="FF00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92" name="Rectangle 32"/>
          <p:cNvSpPr>
            <a:spLocks noChangeArrowheads="1"/>
          </p:cNvSpPr>
          <p:nvPr/>
        </p:nvSpPr>
        <p:spPr bwMode="auto">
          <a:xfrm>
            <a:off x="4786314" y="4746639"/>
            <a:ext cx="2286016" cy="754063"/>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93" name="Rectangle 33"/>
          <p:cNvSpPr>
            <a:spLocks noChangeArrowheads="1"/>
          </p:cNvSpPr>
          <p:nvPr/>
        </p:nvSpPr>
        <p:spPr bwMode="auto">
          <a:xfrm>
            <a:off x="7000892" y="4786322"/>
            <a:ext cx="2046514" cy="754063"/>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94" name="Rectangle 34"/>
          <p:cNvSpPr>
            <a:spLocks noChangeArrowheads="1"/>
          </p:cNvSpPr>
          <p:nvPr/>
        </p:nvSpPr>
        <p:spPr bwMode="auto">
          <a:xfrm>
            <a:off x="2000232" y="1933576"/>
            <a:ext cx="36513" cy="1063625"/>
          </a:xfrm>
          <a:prstGeom prst="rect">
            <a:avLst/>
          </a:prstGeom>
          <a:solidFill>
            <a:srgbClr val="FFFFCC"/>
          </a:solidFill>
          <a:ln w="0">
            <a:solidFill>
              <a:srgbClr val="FFFFCC"/>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395" name="Rectangle 35"/>
          <p:cNvSpPr>
            <a:spLocks noChangeArrowheads="1"/>
          </p:cNvSpPr>
          <p:nvPr/>
        </p:nvSpPr>
        <p:spPr bwMode="auto">
          <a:xfrm>
            <a:off x="1979613" y="3006726"/>
            <a:ext cx="28575" cy="2552700"/>
          </a:xfrm>
          <a:prstGeom prst="rect">
            <a:avLst/>
          </a:prstGeom>
          <a:solidFill>
            <a:srgbClr val="FFFF00"/>
          </a:solidFill>
          <a:ln w="0">
            <a:solidFill>
              <a:srgbClr val="FFFF00"/>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03" name="Rectangle 43"/>
          <p:cNvSpPr>
            <a:spLocks noChangeArrowheads="1"/>
          </p:cNvSpPr>
          <p:nvPr/>
        </p:nvSpPr>
        <p:spPr bwMode="auto">
          <a:xfrm>
            <a:off x="2008188" y="2979738"/>
            <a:ext cx="6767513" cy="9525"/>
          </a:xfrm>
          <a:prstGeom prst="rect">
            <a:avLst/>
          </a:prstGeom>
          <a:solidFill>
            <a:srgbClr val="FFFFCC"/>
          </a:solidFill>
          <a:ln w="0">
            <a:solidFill>
              <a:srgbClr val="FFFFCC"/>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04" name="Rectangle 44"/>
          <p:cNvSpPr>
            <a:spLocks noChangeArrowheads="1"/>
          </p:cNvSpPr>
          <p:nvPr/>
        </p:nvSpPr>
        <p:spPr bwMode="auto">
          <a:xfrm>
            <a:off x="671513" y="3421063"/>
            <a:ext cx="1317625" cy="28575"/>
          </a:xfrm>
          <a:prstGeom prst="rect">
            <a:avLst/>
          </a:prstGeom>
          <a:solidFill>
            <a:srgbClr val="FFFF00"/>
          </a:solidFill>
          <a:ln w="0">
            <a:solidFill>
              <a:srgbClr val="FFFF00"/>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06" name="Rectangle 46"/>
          <p:cNvSpPr>
            <a:spLocks noChangeArrowheads="1"/>
          </p:cNvSpPr>
          <p:nvPr/>
        </p:nvSpPr>
        <p:spPr bwMode="auto">
          <a:xfrm>
            <a:off x="671513" y="3873501"/>
            <a:ext cx="1317625" cy="28575"/>
          </a:xfrm>
          <a:prstGeom prst="rect">
            <a:avLst/>
          </a:prstGeom>
          <a:solidFill>
            <a:srgbClr val="FFFF00"/>
          </a:solidFill>
          <a:ln w="0">
            <a:solidFill>
              <a:srgbClr val="FFFF00"/>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08" name="Rectangle 48"/>
          <p:cNvSpPr>
            <a:spLocks noChangeArrowheads="1"/>
          </p:cNvSpPr>
          <p:nvPr/>
        </p:nvSpPr>
        <p:spPr bwMode="auto">
          <a:xfrm>
            <a:off x="671513" y="4325938"/>
            <a:ext cx="1317625" cy="26988"/>
          </a:xfrm>
          <a:prstGeom prst="rect">
            <a:avLst/>
          </a:prstGeom>
          <a:solidFill>
            <a:srgbClr val="FFFF00"/>
          </a:solidFill>
          <a:ln w="0">
            <a:solidFill>
              <a:srgbClr val="FFFF00"/>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10" name="Rectangle 50"/>
          <p:cNvSpPr>
            <a:spLocks noChangeArrowheads="1"/>
          </p:cNvSpPr>
          <p:nvPr/>
        </p:nvSpPr>
        <p:spPr bwMode="auto">
          <a:xfrm>
            <a:off x="671513" y="4776788"/>
            <a:ext cx="1317625" cy="28575"/>
          </a:xfrm>
          <a:prstGeom prst="rect">
            <a:avLst/>
          </a:prstGeom>
          <a:solidFill>
            <a:srgbClr val="FFFF00"/>
          </a:solidFill>
          <a:ln w="0">
            <a:solidFill>
              <a:srgbClr val="FFFF00"/>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39419" name="Rectangle 59"/>
          <p:cNvSpPr>
            <a:spLocks noChangeArrowheads="1"/>
          </p:cNvSpPr>
          <p:nvPr/>
        </p:nvSpPr>
        <p:spPr bwMode="auto">
          <a:xfrm>
            <a:off x="1989138" y="5530851"/>
            <a:ext cx="6786563" cy="28575"/>
          </a:xfrm>
          <a:prstGeom prst="rect">
            <a:avLst/>
          </a:prstGeom>
          <a:solidFill>
            <a:srgbClr val="010199"/>
          </a:solidFill>
          <a:ln w="0">
            <a:solidFill>
              <a:srgbClr val="010199"/>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66" name="圆角矩形 65"/>
          <p:cNvSpPr/>
          <p:nvPr/>
        </p:nvSpPr>
        <p:spPr bwMode="auto">
          <a:xfrm>
            <a:off x="571472" y="1000108"/>
            <a:ext cx="8572528" cy="5857892"/>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34" name="Rectangle 27"/>
          <p:cNvSpPr>
            <a:spLocks noChangeArrowheads="1"/>
          </p:cNvSpPr>
          <p:nvPr/>
        </p:nvSpPr>
        <p:spPr bwMode="auto">
          <a:xfrm>
            <a:off x="2000232" y="4786322"/>
            <a:ext cx="2797176" cy="732735"/>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5" name="Rectangle 24"/>
          <p:cNvSpPr>
            <a:spLocks noChangeArrowheads="1"/>
          </p:cNvSpPr>
          <p:nvPr/>
        </p:nvSpPr>
        <p:spPr bwMode="auto">
          <a:xfrm>
            <a:off x="4786314" y="4333884"/>
            <a:ext cx="2293500" cy="452438"/>
          </a:xfrm>
          <a:prstGeom prst="rect">
            <a:avLst/>
          </a:prstGeom>
          <a:solidFill>
            <a:srgbClr val="FFFFCC"/>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5" name="Text Box 5"/>
          <p:cNvSpPr txBox="1">
            <a:spLocks noChangeArrowheads="1"/>
          </p:cNvSpPr>
          <p:nvPr/>
        </p:nvSpPr>
        <p:spPr bwMode="auto">
          <a:xfrm>
            <a:off x="495329" y="5698356"/>
            <a:ext cx="8148637" cy="1231106"/>
          </a:xfrm>
          <a:prstGeom prst="rect">
            <a:avLst/>
          </a:prstGeom>
          <a:noFill/>
          <a:ln w="9525">
            <a:noFill/>
            <a:miter lim="800000"/>
            <a:headEnd/>
            <a:tailEnd/>
          </a:ln>
        </p:spPr>
        <p:txBody>
          <a:bodyPr>
            <a:spAutoFit/>
          </a:bodyPr>
          <a:lstStyle/>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其它结论：教材</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101~102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页，例</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13~15</a:t>
            </a:r>
          </a:p>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）设</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Ax = 0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与</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a:rPr>
              <a:t>Bx</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 0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同解，则</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R(A) = R(B) </a:t>
            </a:r>
          </a:p>
          <a:p>
            <a:pPr marL="457200" marR="0" lvl="0" indent="-457200" algn="l" defTabSz="914400" rtl="0" eaLnBrk="0" fontAlgn="base" latinLnBrk="0" hangingPunct="0">
              <a:lnSpc>
                <a:spcPct val="90000"/>
              </a:lnSpc>
              <a:spcBef>
                <a:spcPct val="50000"/>
              </a:spcBef>
              <a:spcAft>
                <a:spcPct val="0"/>
              </a:spcAft>
              <a:buClr>
                <a:srgbClr val="9999CC"/>
              </a:buClr>
              <a:buSzPct val="80000"/>
              <a:buFont typeface="Wingdings" pitchFamily="2" charset="2"/>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R(A</a:t>
            </a:r>
            <a:r>
              <a:rPr kumimoji="1" lang="en-US" altLang="zh-CN" sz="20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 R(A)</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sp>
        <p:nvSpPr>
          <p:cNvPr id="36" name="圆角矩形 35"/>
          <p:cNvSpPr/>
          <p:nvPr/>
        </p:nvSpPr>
        <p:spPr bwMode="auto">
          <a:xfrm>
            <a:off x="571472" y="1000108"/>
            <a:ext cx="8572528" cy="857256"/>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4" name="Rectangle 78"/>
          <p:cNvSpPr>
            <a:spLocks noChangeArrowheads="1"/>
          </p:cNvSpPr>
          <p:nvPr/>
        </p:nvSpPr>
        <p:spPr bwMode="auto">
          <a:xfrm>
            <a:off x="571472" y="1071546"/>
            <a:ext cx="8572528" cy="1000132"/>
          </a:xfrm>
          <a:prstGeom prst="rect">
            <a:avLst/>
          </a:prstGeom>
          <a:noFill/>
          <a:ln w="9525">
            <a:noFill/>
            <a:miter lim="800000"/>
            <a:headEnd/>
            <a:tailEnd/>
          </a:ln>
        </p:spPr>
        <p:txBody>
          <a:bodyPr anchor="t" anchorCtr="0"/>
          <a:lstStyle/>
          <a:p>
            <a:pPr marL="457200" marR="0" lvl="0" indent="-457200" algn="l" defTabSz="914400" rtl="0" eaLnBrk="0" fontAlgn="base" latinLnBrk="0" hangingPunct="0">
              <a:lnSpc>
                <a:spcPct val="100000"/>
              </a:lnSpc>
              <a:spcBef>
                <a:spcPct val="50000"/>
              </a:spcBef>
              <a:spcAft>
                <a:spcPct val="0"/>
              </a:spcAft>
              <a:buClr>
                <a:srgbClr val="9999CC"/>
              </a:buClr>
              <a:buSzPct val="80000"/>
              <a:buFontTx/>
              <a:buNone/>
              <a:tabLst/>
              <a:defRPr/>
            </a:pP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设 </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AX =O</a:t>
            </a: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系数阵的秩 </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R(A) = r，</a:t>
            </a: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若解集为</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S</a:t>
            </a: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，则 </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2500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S</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 = n</a:t>
            </a: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 − </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r</a:t>
            </a:r>
            <a:endPar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mn-cs"/>
            </a:endParaRPr>
          </a:p>
        </p:txBody>
      </p:sp>
      <p:sp>
        <p:nvSpPr>
          <p:cNvPr id="14" name="矩形 13"/>
          <p:cNvSpPr/>
          <p:nvPr/>
        </p:nvSpPr>
        <p:spPr>
          <a:xfrm>
            <a:off x="3500430" y="1428736"/>
            <a:ext cx="2465740"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mn-cs"/>
                <a:sym typeface="Wingdings"/>
              </a:rPr>
              <a:t></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2500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S</a:t>
            </a:r>
            <a:r>
              <a:rPr kumimoji="1" lang="en-US" altLang="zh-CN"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 +R(A) = n</a:t>
            </a:r>
            <a:r>
              <a:rPr kumimoji="1" lang="zh-CN" altLang="en-US" sz="2400" b="1" i="0" u="none" strike="noStrike" kern="120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 </a:t>
            </a:r>
            <a:endParaRPr kumimoji="1" lang="zh-CN" altLang="en-US" sz="2400" b="0" i="0" u="none" strike="noStrike" kern="1200" cap="none" spc="0" normalizeH="0" baseline="0" noProof="0" dirty="0">
              <a:ln>
                <a:noFill/>
              </a:ln>
              <a:solidFill>
                <a:srgbClr val="000099">
                  <a:lumMod val="60000"/>
                  <a:lumOff val="40000"/>
                </a:srgbClr>
              </a:solidFill>
              <a:effectLst/>
              <a:uLnTx/>
              <a:uFillTx/>
              <a:latin typeface="Times New Roman" pitchFamily="18" charset="0"/>
              <a:ea typeface="宋体" pitchFamily="2" charset="-122"/>
              <a:cs typeface="+mn-cs"/>
            </a:endParaRPr>
          </a:p>
        </p:txBody>
      </p:sp>
      <p:sp>
        <p:nvSpPr>
          <p:cNvPr id="2" name="Rectangle 5">
            <a:extLst>
              <a:ext uri="{FF2B5EF4-FFF2-40B4-BE49-F238E27FC236}">
                <a16:creationId xmlns:a16="http://schemas.microsoft.com/office/drawing/2014/main" id="{38E20E43-AFA3-C77F-655A-0D4A4C09B721}"/>
              </a:ext>
            </a:extLst>
          </p:cNvPr>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4-4 </a:t>
            </a:r>
            <a:r>
              <a:rPr lang="zh-CN" altLang="en-US" sz="44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齐次方程组</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AX=O</a:t>
            </a: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解的结构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0" nodeType="clickEffect">
                                  <p:stCondLst>
                                    <p:cond delay="0"/>
                                  </p:stCondLst>
                                  <p:childTnLst>
                                    <p:set>
                                      <p:cBhvr>
                                        <p:cTn id="19" dur="1" fill="hold">
                                          <p:stCondLst>
                                            <p:cond delay="0"/>
                                          </p:stCondLst>
                                        </p:cTn>
                                        <p:tgtEl>
                                          <p:spTgt spid="66"/>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22" presetClass="exit" presetSubtype="8" fill="hold" grpId="0" nodeType="clickEffect">
                                  <p:stCondLst>
                                    <p:cond delay="0"/>
                                  </p:stCondLst>
                                  <p:childTnLst>
                                    <p:animEffect transition="out" filter="wipe(left)">
                                      <p:cBhvr>
                                        <p:cTn id="23" dur="500"/>
                                        <p:tgtEl>
                                          <p:spTgt spid="1039371"/>
                                        </p:tgtEl>
                                      </p:cBhvr>
                                    </p:animEffect>
                                    <p:set>
                                      <p:cBhvr>
                                        <p:cTn id="24" dur="1" fill="hold">
                                          <p:stCondLst>
                                            <p:cond delay="499"/>
                                          </p:stCondLst>
                                        </p:cTn>
                                        <p:tgtEl>
                                          <p:spTgt spid="1039371"/>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2" presetClass="exit" presetSubtype="8" fill="hold" grpId="0" nodeType="clickEffect">
                                  <p:stCondLst>
                                    <p:cond delay="0"/>
                                  </p:stCondLst>
                                  <p:childTnLst>
                                    <p:animEffect transition="out" filter="wipe(left)">
                                      <p:cBhvr>
                                        <p:cTn id="28" dur="500"/>
                                        <p:tgtEl>
                                          <p:spTgt spid="1039372"/>
                                        </p:tgtEl>
                                      </p:cBhvr>
                                    </p:animEffect>
                                    <p:set>
                                      <p:cBhvr>
                                        <p:cTn id="29" dur="1" fill="hold">
                                          <p:stCondLst>
                                            <p:cond delay="499"/>
                                          </p:stCondLst>
                                        </p:cTn>
                                        <p:tgtEl>
                                          <p:spTgt spid="1039372"/>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22" presetClass="exit" presetSubtype="8" fill="hold" grpId="0" nodeType="clickEffect">
                                  <p:stCondLst>
                                    <p:cond delay="0"/>
                                  </p:stCondLst>
                                  <p:childTnLst>
                                    <p:animEffect transition="out" filter="wipe(left)">
                                      <p:cBhvr>
                                        <p:cTn id="33" dur="500"/>
                                        <p:tgtEl>
                                          <p:spTgt spid="1039373"/>
                                        </p:tgtEl>
                                      </p:cBhvr>
                                    </p:animEffect>
                                    <p:set>
                                      <p:cBhvr>
                                        <p:cTn id="34" dur="1" fill="hold">
                                          <p:stCondLst>
                                            <p:cond delay="499"/>
                                          </p:stCondLst>
                                        </p:cTn>
                                        <p:tgtEl>
                                          <p:spTgt spid="1039373"/>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2" presetClass="exit" presetSubtype="8" fill="hold" grpId="0" nodeType="clickEffect">
                                  <p:stCondLst>
                                    <p:cond delay="0"/>
                                  </p:stCondLst>
                                  <p:childTnLst>
                                    <p:animEffect transition="out" filter="wipe(left)">
                                      <p:cBhvr>
                                        <p:cTn id="38" dur="500"/>
                                        <p:tgtEl>
                                          <p:spTgt spid="1039375"/>
                                        </p:tgtEl>
                                      </p:cBhvr>
                                    </p:animEffect>
                                    <p:set>
                                      <p:cBhvr>
                                        <p:cTn id="39" dur="1" fill="hold">
                                          <p:stCondLst>
                                            <p:cond delay="499"/>
                                          </p:stCondLst>
                                        </p:cTn>
                                        <p:tgtEl>
                                          <p:spTgt spid="1039375"/>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22" presetClass="exit" presetSubtype="8" fill="hold" grpId="0" nodeType="clickEffect">
                                  <p:stCondLst>
                                    <p:cond delay="0"/>
                                  </p:stCondLst>
                                  <p:childTnLst>
                                    <p:animEffect transition="out" filter="wipe(left)">
                                      <p:cBhvr>
                                        <p:cTn id="43" dur="500"/>
                                        <p:tgtEl>
                                          <p:spTgt spid="1039379"/>
                                        </p:tgtEl>
                                      </p:cBhvr>
                                    </p:animEffect>
                                    <p:set>
                                      <p:cBhvr>
                                        <p:cTn id="44" dur="1" fill="hold">
                                          <p:stCondLst>
                                            <p:cond delay="499"/>
                                          </p:stCondLst>
                                        </p:cTn>
                                        <p:tgtEl>
                                          <p:spTgt spid="1039379"/>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2" presetClass="exit" presetSubtype="8" fill="hold" grpId="0" nodeType="clickEffect">
                                  <p:stCondLst>
                                    <p:cond delay="0"/>
                                  </p:stCondLst>
                                  <p:childTnLst>
                                    <p:animEffect transition="out" filter="wipe(left)">
                                      <p:cBhvr>
                                        <p:cTn id="48" dur="500"/>
                                        <p:tgtEl>
                                          <p:spTgt spid="1039383"/>
                                        </p:tgtEl>
                                      </p:cBhvr>
                                    </p:animEffect>
                                    <p:set>
                                      <p:cBhvr>
                                        <p:cTn id="49" dur="1" fill="hold">
                                          <p:stCondLst>
                                            <p:cond delay="499"/>
                                          </p:stCondLst>
                                        </p:cTn>
                                        <p:tgtEl>
                                          <p:spTgt spid="1039383"/>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xit" presetSubtype="8" fill="hold" grpId="0" nodeType="clickEffect">
                                  <p:stCondLst>
                                    <p:cond delay="0"/>
                                  </p:stCondLst>
                                  <p:childTnLst>
                                    <p:animEffect transition="out" filter="wipe(left)">
                                      <p:cBhvr>
                                        <p:cTn id="53" dur="500"/>
                                        <p:tgtEl>
                                          <p:spTgt spid="1039387"/>
                                        </p:tgtEl>
                                      </p:cBhvr>
                                    </p:animEffect>
                                    <p:set>
                                      <p:cBhvr>
                                        <p:cTn id="54" dur="1" fill="hold">
                                          <p:stCondLst>
                                            <p:cond delay="499"/>
                                          </p:stCondLst>
                                        </p:cTn>
                                        <p:tgtEl>
                                          <p:spTgt spid="1039387"/>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2" presetClass="exit" presetSubtype="8" fill="hold" grpId="0" nodeType="clickEffect">
                                  <p:stCondLst>
                                    <p:cond delay="0"/>
                                  </p:stCondLst>
                                  <p:childTnLst>
                                    <p:animEffect transition="out" filter="wipe(left)">
                                      <p:cBhvr>
                                        <p:cTn id="58" dur="500"/>
                                        <p:tgtEl>
                                          <p:spTgt spid="1039376"/>
                                        </p:tgtEl>
                                      </p:cBhvr>
                                    </p:animEffect>
                                    <p:set>
                                      <p:cBhvr>
                                        <p:cTn id="59" dur="1" fill="hold">
                                          <p:stCondLst>
                                            <p:cond delay="499"/>
                                          </p:stCondLst>
                                        </p:cTn>
                                        <p:tgtEl>
                                          <p:spTgt spid="1039376"/>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22" presetClass="exit" presetSubtype="8" fill="hold" grpId="0" nodeType="clickEffect">
                                  <p:stCondLst>
                                    <p:cond delay="0"/>
                                  </p:stCondLst>
                                  <p:childTnLst>
                                    <p:animEffect transition="out" filter="wipe(left)">
                                      <p:cBhvr>
                                        <p:cTn id="63" dur="500"/>
                                        <p:tgtEl>
                                          <p:spTgt spid="1039377"/>
                                        </p:tgtEl>
                                      </p:cBhvr>
                                    </p:animEffect>
                                    <p:set>
                                      <p:cBhvr>
                                        <p:cTn id="64" dur="1" fill="hold">
                                          <p:stCondLst>
                                            <p:cond delay="499"/>
                                          </p:stCondLst>
                                        </p:cTn>
                                        <p:tgtEl>
                                          <p:spTgt spid="1039377"/>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2" presetClass="exit" presetSubtype="8" fill="hold" grpId="0" nodeType="clickEffect">
                                  <p:stCondLst>
                                    <p:cond delay="0"/>
                                  </p:stCondLst>
                                  <p:childTnLst>
                                    <p:animEffect transition="out" filter="wipe(left)">
                                      <p:cBhvr>
                                        <p:cTn id="68" dur="500"/>
                                        <p:tgtEl>
                                          <p:spTgt spid="1039380"/>
                                        </p:tgtEl>
                                      </p:cBhvr>
                                    </p:animEffect>
                                    <p:set>
                                      <p:cBhvr>
                                        <p:cTn id="69" dur="1" fill="hold">
                                          <p:stCondLst>
                                            <p:cond delay="499"/>
                                          </p:stCondLst>
                                        </p:cTn>
                                        <p:tgtEl>
                                          <p:spTgt spid="1039380"/>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22" presetClass="exit" presetSubtype="8" fill="hold" grpId="0" nodeType="clickEffect">
                                  <p:stCondLst>
                                    <p:cond delay="0"/>
                                  </p:stCondLst>
                                  <p:childTnLst>
                                    <p:animEffect transition="out" filter="wipe(left)">
                                      <p:cBhvr>
                                        <p:cTn id="73" dur="500"/>
                                        <p:tgtEl>
                                          <p:spTgt spid="1039381"/>
                                        </p:tgtEl>
                                      </p:cBhvr>
                                    </p:animEffect>
                                    <p:set>
                                      <p:cBhvr>
                                        <p:cTn id="74" dur="1" fill="hold">
                                          <p:stCondLst>
                                            <p:cond delay="499"/>
                                          </p:stCondLst>
                                        </p:cTn>
                                        <p:tgtEl>
                                          <p:spTgt spid="1039381"/>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2" presetClass="exit" presetSubtype="8" fill="hold" grpId="0" nodeType="clickEffect">
                                  <p:stCondLst>
                                    <p:cond delay="0"/>
                                  </p:stCondLst>
                                  <p:childTnLst>
                                    <p:animEffect transition="out" filter="wipe(left)">
                                      <p:cBhvr>
                                        <p:cTn id="78" dur="500"/>
                                        <p:tgtEl>
                                          <p:spTgt spid="1039384"/>
                                        </p:tgtEl>
                                      </p:cBhvr>
                                    </p:animEffect>
                                    <p:set>
                                      <p:cBhvr>
                                        <p:cTn id="79" dur="1" fill="hold">
                                          <p:stCondLst>
                                            <p:cond delay="499"/>
                                          </p:stCondLst>
                                        </p:cTn>
                                        <p:tgtEl>
                                          <p:spTgt spid="1039384"/>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22" presetClass="exit" presetSubtype="8" fill="hold" grpId="0" nodeType="clickEffect">
                                  <p:stCondLst>
                                    <p:cond delay="0"/>
                                  </p:stCondLst>
                                  <p:childTnLst>
                                    <p:animEffect transition="out" filter="wipe(left)">
                                      <p:cBhvr>
                                        <p:cTn id="83" dur="500"/>
                                        <p:tgtEl>
                                          <p:spTgt spid="1039385"/>
                                        </p:tgtEl>
                                      </p:cBhvr>
                                    </p:animEffect>
                                    <p:set>
                                      <p:cBhvr>
                                        <p:cTn id="84" dur="1" fill="hold">
                                          <p:stCondLst>
                                            <p:cond delay="499"/>
                                          </p:stCondLst>
                                        </p:cTn>
                                        <p:tgtEl>
                                          <p:spTgt spid="1039385"/>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2" presetClass="exit" presetSubtype="8" fill="hold" grpId="0" nodeType="clickEffect">
                                  <p:stCondLst>
                                    <p:cond delay="0"/>
                                  </p:stCondLst>
                                  <p:childTnLst>
                                    <p:animEffect transition="out" filter="wipe(left)">
                                      <p:cBhvr>
                                        <p:cTn id="88" dur="500"/>
                                        <p:tgtEl>
                                          <p:spTgt spid="35"/>
                                        </p:tgtEl>
                                      </p:cBhvr>
                                    </p:animEffect>
                                    <p:set>
                                      <p:cBhvr>
                                        <p:cTn id="89" dur="1" fill="hold">
                                          <p:stCondLst>
                                            <p:cond delay="499"/>
                                          </p:stCondLst>
                                        </p:cTn>
                                        <p:tgtEl>
                                          <p:spTgt spid="35"/>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22" presetClass="exit" presetSubtype="8" fill="hold" grpId="0" nodeType="clickEffect">
                                  <p:stCondLst>
                                    <p:cond delay="0"/>
                                  </p:stCondLst>
                                  <p:childTnLst>
                                    <p:animEffect transition="out" filter="wipe(left)">
                                      <p:cBhvr>
                                        <p:cTn id="93" dur="500"/>
                                        <p:tgtEl>
                                          <p:spTgt spid="1039389"/>
                                        </p:tgtEl>
                                      </p:cBhvr>
                                    </p:animEffect>
                                    <p:set>
                                      <p:cBhvr>
                                        <p:cTn id="94" dur="1" fill="hold">
                                          <p:stCondLst>
                                            <p:cond delay="499"/>
                                          </p:stCondLst>
                                        </p:cTn>
                                        <p:tgtEl>
                                          <p:spTgt spid="1039389"/>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22" presetClass="exit" presetSubtype="8" fill="hold" grpId="0" nodeType="clickEffect">
                                  <p:stCondLst>
                                    <p:cond delay="0"/>
                                  </p:stCondLst>
                                  <p:childTnLst>
                                    <p:animEffect transition="out" filter="wipe(left)">
                                      <p:cBhvr>
                                        <p:cTn id="98" dur="500"/>
                                        <p:tgtEl>
                                          <p:spTgt spid="1039390"/>
                                        </p:tgtEl>
                                      </p:cBhvr>
                                    </p:animEffect>
                                    <p:set>
                                      <p:cBhvr>
                                        <p:cTn id="99" dur="1" fill="hold">
                                          <p:stCondLst>
                                            <p:cond delay="499"/>
                                          </p:stCondLst>
                                        </p:cTn>
                                        <p:tgtEl>
                                          <p:spTgt spid="1039390"/>
                                        </p:tgtEl>
                                        <p:attrNameLst>
                                          <p:attrName>style.visibility</p:attrName>
                                        </p:attrNameLst>
                                      </p:cBhvr>
                                      <p:to>
                                        <p:strVal val="hidden"/>
                                      </p:to>
                                    </p:set>
                                  </p:childTnLst>
                                </p:cTn>
                              </p:par>
                            </p:childTnLst>
                          </p:cTn>
                        </p:par>
                      </p:childTnLst>
                    </p:cTn>
                  </p:par>
                  <p:par>
                    <p:cTn id="100" fill="hold">
                      <p:stCondLst>
                        <p:cond delay="indefinite"/>
                      </p:stCondLst>
                      <p:childTnLst>
                        <p:par>
                          <p:cTn id="101" fill="hold">
                            <p:stCondLst>
                              <p:cond delay="0"/>
                            </p:stCondLst>
                            <p:childTnLst>
                              <p:par>
                                <p:cTn id="102" presetID="22" presetClass="exit" presetSubtype="8" fill="hold" grpId="0" nodeType="clickEffect">
                                  <p:stCondLst>
                                    <p:cond delay="0"/>
                                  </p:stCondLst>
                                  <p:childTnLst>
                                    <p:animEffect transition="out" filter="wipe(left)">
                                      <p:cBhvr>
                                        <p:cTn id="103" dur="500"/>
                                        <p:tgtEl>
                                          <p:spTgt spid="34"/>
                                        </p:tgtEl>
                                      </p:cBhvr>
                                    </p:animEffect>
                                    <p:set>
                                      <p:cBhvr>
                                        <p:cTn id="104" dur="1" fill="hold">
                                          <p:stCondLst>
                                            <p:cond delay="499"/>
                                          </p:stCondLst>
                                        </p:cTn>
                                        <p:tgtEl>
                                          <p:spTgt spid="34"/>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22" presetClass="exit" presetSubtype="8" fill="hold" grpId="0" nodeType="clickEffect">
                                  <p:stCondLst>
                                    <p:cond delay="0"/>
                                  </p:stCondLst>
                                  <p:childTnLst>
                                    <p:animEffect transition="out" filter="wipe(left)">
                                      <p:cBhvr>
                                        <p:cTn id="108" dur="500"/>
                                        <p:tgtEl>
                                          <p:spTgt spid="1039392"/>
                                        </p:tgtEl>
                                      </p:cBhvr>
                                    </p:animEffect>
                                    <p:set>
                                      <p:cBhvr>
                                        <p:cTn id="109" dur="1" fill="hold">
                                          <p:stCondLst>
                                            <p:cond delay="499"/>
                                          </p:stCondLst>
                                        </p:cTn>
                                        <p:tgtEl>
                                          <p:spTgt spid="1039392"/>
                                        </p:tgtEl>
                                        <p:attrNameLst>
                                          <p:attrName>style.visibility</p:attrName>
                                        </p:attrNameLst>
                                      </p:cBhvr>
                                      <p:to>
                                        <p:strVal val="hidden"/>
                                      </p:to>
                                    </p:set>
                                  </p:childTnLst>
                                </p:cTn>
                              </p:par>
                            </p:childTnLst>
                          </p:cTn>
                        </p:par>
                      </p:childTnLst>
                    </p:cTn>
                  </p:par>
                  <p:par>
                    <p:cTn id="110" fill="hold">
                      <p:stCondLst>
                        <p:cond delay="indefinite"/>
                      </p:stCondLst>
                      <p:childTnLst>
                        <p:par>
                          <p:cTn id="111" fill="hold">
                            <p:stCondLst>
                              <p:cond delay="0"/>
                            </p:stCondLst>
                            <p:childTnLst>
                              <p:par>
                                <p:cTn id="112" presetID="22" presetClass="exit" presetSubtype="8" fill="hold" grpId="0" nodeType="clickEffect">
                                  <p:stCondLst>
                                    <p:cond delay="0"/>
                                  </p:stCondLst>
                                  <p:childTnLst>
                                    <p:animEffect transition="out" filter="wipe(left)">
                                      <p:cBhvr>
                                        <p:cTn id="113" dur="500"/>
                                        <p:tgtEl>
                                          <p:spTgt spid="1039393"/>
                                        </p:tgtEl>
                                      </p:cBhvr>
                                    </p:animEffect>
                                    <p:set>
                                      <p:cBhvr>
                                        <p:cTn id="114" dur="1" fill="hold">
                                          <p:stCondLst>
                                            <p:cond delay="499"/>
                                          </p:stCondLst>
                                        </p:cTn>
                                        <p:tgtEl>
                                          <p:spTgt spid="1039393"/>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grpId="0" nodeType="clickEffect">
                                  <p:stCondLst>
                                    <p:cond delay="0"/>
                                  </p:stCondLst>
                                  <p:childTnLst>
                                    <p:set>
                                      <p:cBhvr>
                                        <p:cTn id="118" dur="1" fill="hold">
                                          <p:stCondLst>
                                            <p:cond delay="0"/>
                                          </p:stCondLst>
                                        </p:cTn>
                                        <p:tgtEl>
                                          <p:spTgt spid="15">
                                            <p:txEl>
                                              <p:pRg st="0" end="0"/>
                                            </p:txEl>
                                          </p:spTgt>
                                        </p:tgtEl>
                                        <p:attrNameLst>
                                          <p:attrName>style.visibility</p:attrName>
                                        </p:attrNameLst>
                                      </p:cBhvr>
                                      <p:to>
                                        <p:strVal val="visible"/>
                                      </p:to>
                                    </p:set>
                                    <p:animEffect transition="in" filter="wipe(left)">
                                      <p:cBhvr>
                                        <p:cTn id="119" dur="500"/>
                                        <p:tgtEl>
                                          <p:spTgt spid="15">
                                            <p:txEl>
                                              <p:pRg st="0" end="0"/>
                                            </p:txEl>
                                          </p:spTgt>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grpId="0" nodeType="clickEffect">
                                  <p:stCondLst>
                                    <p:cond delay="0"/>
                                  </p:stCondLst>
                                  <p:childTnLst>
                                    <p:set>
                                      <p:cBhvr>
                                        <p:cTn id="123" dur="1" fill="hold">
                                          <p:stCondLst>
                                            <p:cond delay="0"/>
                                          </p:stCondLst>
                                        </p:cTn>
                                        <p:tgtEl>
                                          <p:spTgt spid="15">
                                            <p:txEl>
                                              <p:pRg st="1" end="1"/>
                                            </p:txEl>
                                          </p:spTgt>
                                        </p:tgtEl>
                                        <p:attrNameLst>
                                          <p:attrName>style.visibility</p:attrName>
                                        </p:attrNameLst>
                                      </p:cBhvr>
                                      <p:to>
                                        <p:strVal val="visible"/>
                                      </p:to>
                                    </p:set>
                                    <p:animEffect transition="in" filter="wipe(left)">
                                      <p:cBhvr>
                                        <p:cTn id="124" dur="500"/>
                                        <p:tgtEl>
                                          <p:spTgt spid="15">
                                            <p:txEl>
                                              <p:pRg st="1" end="1"/>
                                            </p:txEl>
                                          </p:spTgt>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8" fill="hold" grpId="0" nodeType="clickEffect">
                                  <p:stCondLst>
                                    <p:cond delay="0"/>
                                  </p:stCondLst>
                                  <p:childTnLst>
                                    <p:set>
                                      <p:cBhvr>
                                        <p:cTn id="128" dur="1" fill="hold">
                                          <p:stCondLst>
                                            <p:cond delay="0"/>
                                          </p:stCondLst>
                                        </p:cTn>
                                        <p:tgtEl>
                                          <p:spTgt spid="15">
                                            <p:txEl>
                                              <p:pRg st="2" end="2"/>
                                            </p:txEl>
                                          </p:spTgt>
                                        </p:tgtEl>
                                        <p:attrNameLst>
                                          <p:attrName>style.visibility</p:attrName>
                                        </p:attrNameLst>
                                      </p:cBhvr>
                                      <p:to>
                                        <p:strVal val="visible"/>
                                      </p:to>
                                    </p:set>
                                    <p:animEffect transition="in" filter="wipe(left)">
                                      <p:cBhvr>
                                        <p:cTn id="129" dur="500"/>
                                        <p:tgtEl>
                                          <p:spTgt spid="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9371" grpId="0" animBg="1"/>
      <p:bldP spid="1039372" grpId="0" animBg="1"/>
      <p:bldP spid="1039373" grpId="0" animBg="1"/>
      <p:bldP spid="1039375" grpId="0" animBg="1"/>
      <p:bldP spid="1039376" grpId="0" animBg="1"/>
      <p:bldP spid="1039377" grpId="0" animBg="1"/>
      <p:bldP spid="1039379" grpId="0" animBg="1"/>
      <p:bldP spid="1039380" grpId="0" animBg="1"/>
      <p:bldP spid="1039381" grpId="0" animBg="1"/>
      <p:bldP spid="1039383" grpId="0" animBg="1"/>
      <p:bldP spid="1039384" grpId="0" animBg="1"/>
      <p:bldP spid="1039385" grpId="0" animBg="1"/>
      <p:bldP spid="1039387" grpId="0" animBg="1"/>
      <p:bldP spid="1039389" grpId="0" animBg="1"/>
      <p:bldP spid="1039390" grpId="0" animBg="1"/>
      <p:bldP spid="1039392" grpId="0" animBg="1"/>
      <p:bldP spid="1039393" grpId="0" animBg="1"/>
      <p:bldP spid="66" grpId="0" animBg="1"/>
      <p:bldP spid="34" grpId="0" animBg="1"/>
      <p:bldP spid="35" grpId="0" animBg="1"/>
      <p:bldP spid="15" grpId="0" uiExpand="1" build="p"/>
      <p:bldP spid="36" grpId="0" animBg="1"/>
      <p:bldP spid="4" grpId="0"/>
      <p:bldP spid="1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bwMode="auto">
          <a:xfrm>
            <a:off x="0" y="0"/>
            <a:ext cx="9144000" cy="1714488"/>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39940" name="Object 4"/>
          <p:cNvGraphicFramePr>
            <a:graphicFrameLocks noChangeAspect="1"/>
          </p:cNvGraphicFramePr>
          <p:nvPr/>
        </p:nvGraphicFramePr>
        <p:xfrm>
          <a:off x="3643306" y="0"/>
          <a:ext cx="3630683" cy="1714488"/>
        </p:xfrm>
        <a:graphic>
          <a:graphicData uri="http://schemas.openxmlformats.org/presentationml/2006/ole">
            <mc:AlternateContent xmlns:mc="http://schemas.openxmlformats.org/markup-compatibility/2006">
              <mc:Choice xmlns:v="urn:schemas-microsoft-com:vml" Requires="v">
                <p:oleObj name="Equation" r:id="rId3" imgW="1917360" imgH="939600" progId="Equation.DSMT4">
                  <p:embed/>
                </p:oleObj>
              </mc:Choice>
              <mc:Fallback>
                <p:oleObj name="Equation" r:id="rId3" imgW="1917360" imgH="939600" progId="Equation.DSMT4">
                  <p:embed/>
                  <p:pic>
                    <p:nvPicPr>
                      <p:cNvPr id="3994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43306" y="0"/>
                        <a:ext cx="3630683" cy="17144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1" name="Text Box 5"/>
          <p:cNvSpPr txBox="1">
            <a:spLocks noChangeArrowheads="1"/>
          </p:cNvSpPr>
          <p:nvPr/>
        </p:nvSpPr>
        <p:spPr bwMode="auto">
          <a:xfrm>
            <a:off x="-18521" y="1735967"/>
            <a:ext cx="492443"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graphicFrame>
        <p:nvGraphicFramePr>
          <p:cNvPr id="39942" name="Object 6"/>
          <p:cNvGraphicFramePr>
            <a:graphicFrameLocks noChangeAspect="1"/>
          </p:cNvGraphicFramePr>
          <p:nvPr/>
        </p:nvGraphicFramePr>
        <p:xfrm>
          <a:off x="769938" y="2099050"/>
          <a:ext cx="3149600" cy="1693863"/>
        </p:xfrm>
        <a:graphic>
          <a:graphicData uri="http://schemas.openxmlformats.org/presentationml/2006/ole">
            <mc:AlternateContent xmlns:mc="http://schemas.openxmlformats.org/markup-compatibility/2006">
              <mc:Choice xmlns:v="urn:schemas-microsoft-com:vml" Requires="v">
                <p:oleObj name="Equation" r:id="rId5" imgW="1726920" imgH="927000" progId="Equation.DSMT4">
                  <p:embed/>
                </p:oleObj>
              </mc:Choice>
              <mc:Fallback>
                <p:oleObj name="Equation" r:id="rId5" imgW="1726920" imgH="927000" progId="Equation.DSMT4">
                  <p:embed/>
                  <p:pic>
                    <p:nvPicPr>
                      <p:cNvPr id="39942"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9938" y="2099050"/>
                        <a:ext cx="3149600" cy="1693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8" name="Rectangle 12"/>
          <p:cNvSpPr>
            <a:spLocks noChangeArrowheads="1"/>
          </p:cNvSpPr>
          <p:nvPr/>
        </p:nvSpPr>
        <p:spPr bwMode="auto">
          <a:xfrm>
            <a:off x="0" y="571480"/>
            <a:ext cx="3570208"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练习：求齐次方程组的解</a:t>
            </a:r>
          </a:p>
        </p:txBody>
      </p:sp>
      <p:graphicFrame>
        <p:nvGraphicFramePr>
          <p:cNvPr id="39949" name="Object 13"/>
          <p:cNvGraphicFramePr>
            <a:graphicFrameLocks noChangeAspect="1"/>
          </p:cNvGraphicFramePr>
          <p:nvPr/>
        </p:nvGraphicFramePr>
        <p:xfrm>
          <a:off x="4355976" y="1826001"/>
          <a:ext cx="3436938" cy="1966912"/>
        </p:xfrm>
        <a:graphic>
          <a:graphicData uri="http://schemas.openxmlformats.org/presentationml/2006/ole">
            <mc:AlternateContent xmlns:mc="http://schemas.openxmlformats.org/markup-compatibility/2006">
              <mc:Choice xmlns:v="urn:schemas-microsoft-com:vml" Requires="v">
                <p:oleObj name="Equation" r:id="rId7" imgW="1549080" imgH="1523880" progId="Equation.DSMT4">
                  <p:embed/>
                </p:oleObj>
              </mc:Choice>
              <mc:Fallback>
                <p:oleObj name="Equation" r:id="rId7" imgW="1549080" imgH="1523880" progId="Equation.DSMT4">
                  <p:embed/>
                  <p:pic>
                    <p:nvPicPr>
                      <p:cNvPr id="39949" name="Object 13"/>
                      <p:cNvPicPr>
                        <a:picLocks noChangeAspect="1" noChangeArrowheads="1"/>
                      </p:cNvPicPr>
                      <p:nvPr/>
                    </p:nvPicPr>
                    <p:blipFill>
                      <a:blip r:embed="rId8"/>
                      <a:srcRect/>
                      <a:stretch>
                        <a:fillRect/>
                      </a:stretch>
                    </p:blipFill>
                    <p:spPr bwMode="auto">
                      <a:xfrm>
                        <a:off x="4355976" y="1826001"/>
                        <a:ext cx="3436938" cy="19669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1024"/>
          <p:cNvGraphicFramePr>
            <a:graphicFrameLocks noChangeAspect="1"/>
          </p:cNvGraphicFramePr>
          <p:nvPr/>
        </p:nvGraphicFramePr>
        <p:xfrm>
          <a:off x="428596" y="5170872"/>
          <a:ext cx="2824523" cy="1714512"/>
        </p:xfrm>
        <a:graphic>
          <a:graphicData uri="http://schemas.openxmlformats.org/presentationml/2006/ole">
            <mc:AlternateContent xmlns:mc="http://schemas.openxmlformats.org/markup-compatibility/2006">
              <mc:Choice xmlns:v="urn:schemas-microsoft-com:vml" Requires="v">
                <p:oleObj name="Equation" r:id="rId9" imgW="2463480" imgH="1155600" progId="Equation.DSMT4">
                  <p:embed/>
                </p:oleObj>
              </mc:Choice>
              <mc:Fallback>
                <p:oleObj name="Equation" r:id="rId9" imgW="2463480" imgH="1155600" progId="Equation.DSMT4">
                  <p:embed/>
                  <p:pic>
                    <p:nvPicPr>
                      <p:cNvPr id="9" name="Object 10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8596" y="5170872"/>
                        <a:ext cx="2824523" cy="17145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Rectangle 9"/>
          <p:cNvSpPr>
            <a:spLocks noChangeArrowheads="1"/>
          </p:cNvSpPr>
          <p:nvPr/>
        </p:nvSpPr>
        <p:spPr bwMode="auto">
          <a:xfrm>
            <a:off x="142844" y="4423455"/>
            <a:ext cx="3262432"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故得方程组的基础解系</a:t>
            </a:r>
          </a:p>
        </p:txBody>
      </p:sp>
      <p:graphicFrame>
        <p:nvGraphicFramePr>
          <p:cNvPr id="39953" name="Object 17"/>
          <p:cNvGraphicFramePr>
            <a:graphicFrameLocks noChangeAspect="1"/>
          </p:cNvGraphicFramePr>
          <p:nvPr/>
        </p:nvGraphicFramePr>
        <p:xfrm>
          <a:off x="5775325" y="5099425"/>
          <a:ext cx="2787650" cy="1785938"/>
        </p:xfrm>
        <a:graphic>
          <a:graphicData uri="http://schemas.openxmlformats.org/presentationml/2006/ole">
            <mc:AlternateContent xmlns:mc="http://schemas.openxmlformats.org/markup-compatibility/2006">
              <mc:Choice xmlns:v="urn:schemas-microsoft-com:vml" Requires="v">
                <p:oleObj name="Equation" r:id="rId11" imgW="2145960" imgH="1155600" progId="Equation.DSMT4">
                  <p:embed/>
                </p:oleObj>
              </mc:Choice>
              <mc:Fallback>
                <p:oleObj name="Equation" r:id="rId11" imgW="2145960" imgH="1155600" progId="Equation.DSMT4">
                  <p:embed/>
                  <p:pic>
                    <p:nvPicPr>
                      <p:cNvPr id="39953" name="Object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75325" y="5099425"/>
                        <a:ext cx="2787650" cy="1785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Rectangle 9"/>
          <p:cNvSpPr>
            <a:spLocks noChangeArrowheads="1"/>
          </p:cNvSpPr>
          <p:nvPr/>
        </p:nvSpPr>
        <p:spPr bwMode="auto">
          <a:xfrm>
            <a:off x="5072066" y="4423455"/>
            <a:ext cx="1324402"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∴通解为</a:t>
            </a:r>
          </a:p>
        </p:txBody>
      </p:sp>
      <p:graphicFrame>
        <p:nvGraphicFramePr>
          <p:cNvPr id="16" name="Object 14"/>
          <p:cNvGraphicFramePr>
            <a:graphicFrameLocks noChangeAspect="1"/>
          </p:cNvGraphicFramePr>
          <p:nvPr/>
        </p:nvGraphicFramePr>
        <p:xfrm>
          <a:off x="214282" y="3742113"/>
          <a:ext cx="1433512" cy="479425"/>
        </p:xfrm>
        <a:graphic>
          <a:graphicData uri="http://schemas.openxmlformats.org/presentationml/2006/ole">
            <mc:AlternateContent xmlns:mc="http://schemas.openxmlformats.org/markup-compatibility/2006">
              <mc:Choice xmlns:v="urn:schemas-microsoft-com:vml" Requires="v">
                <p:oleObj name="Equation" r:id="rId13" imgW="749160" imgH="253800" progId="Equation.DSMT4">
                  <p:embed/>
                </p:oleObj>
              </mc:Choice>
              <mc:Fallback>
                <p:oleObj name="Equation" r:id="rId13" imgW="749160" imgH="253800" progId="Equation.DSMT4">
                  <p:embed/>
                  <p:pic>
                    <p:nvPicPr>
                      <p:cNvPr id="16"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4282" y="3742113"/>
                        <a:ext cx="1433512" cy="479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14"/>
          <p:cNvGraphicFramePr>
            <a:graphicFrameLocks noChangeAspect="1"/>
          </p:cNvGraphicFramePr>
          <p:nvPr/>
        </p:nvGraphicFramePr>
        <p:xfrm>
          <a:off x="2214546" y="3778625"/>
          <a:ext cx="6562725" cy="406400"/>
        </p:xfrm>
        <a:graphic>
          <a:graphicData uri="http://schemas.openxmlformats.org/presentationml/2006/ole">
            <mc:AlternateContent xmlns:mc="http://schemas.openxmlformats.org/markup-compatibility/2006">
              <mc:Choice xmlns:v="urn:schemas-microsoft-com:vml" Requires="v">
                <p:oleObj name="Equation" r:id="rId15" imgW="3429000" imgH="215640" progId="Equation.DSMT4">
                  <p:embed/>
                </p:oleObj>
              </mc:Choice>
              <mc:Fallback>
                <p:oleObj name="Equation" r:id="rId15" imgW="3429000" imgH="215640" progId="Equation.DSMT4">
                  <p:embed/>
                  <p:pic>
                    <p:nvPicPr>
                      <p:cNvPr id="17" name="Object 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14546" y="3778625"/>
                        <a:ext cx="6562725"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9941"/>
                                        </p:tgtEl>
                                        <p:attrNameLst>
                                          <p:attrName>style.visibility</p:attrName>
                                        </p:attrNameLst>
                                      </p:cBhvr>
                                      <p:to>
                                        <p:strVal val="visible"/>
                                      </p:to>
                                    </p:set>
                                    <p:animEffect transition="in" filter="wipe(left)">
                                      <p:cBhvr>
                                        <p:cTn id="7" dur="500"/>
                                        <p:tgtEl>
                                          <p:spTgt spid="39941"/>
                                        </p:tgtEl>
                                      </p:cBhvr>
                                    </p:animEffect>
                                  </p:childTnLst>
                                </p:cTn>
                              </p:par>
                              <p:par>
                                <p:cTn id="8" presetID="22" presetClass="entr" presetSubtype="8" fill="hold" nodeType="withEffect">
                                  <p:stCondLst>
                                    <p:cond delay="0"/>
                                  </p:stCondLst>
                                  <p:childTnLst>
                                    <p:set>
                                      <p:cBhvr>
                                        <p:cTn id="9" dur="1" fill="hold">
                                          <p:stCondLst>
                                            <p:cond delay="0"/>
                                          </p:stCondLst>
                                        </p:cTn>
                                        <p:tgtEl>
                                          <p:spTgt spid="39942"/>
                                        </p:tgtEl>
                                        <p:attrNameLst>
                                          <p:attrName>style.visibility</p:attrName>
                                        </p:attrNameLst>
                                      </p:cBhvr>
                                      <p:to>
                                        <p:strVal val="visible"/>
                                      </p:to>
                                    </p:set>
                                    <p:animEffect transition="in" filter="wipe(left)">
                                      <p:cBhvr>
                                        <p:cTn id="10" dur="500"/>
                                        <p:tgtEl>
                                          <p:spTgt spid="3994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9949"/>
                                        </p:tgtEl>
                                        <p:attrNameLst>
                                          <p:attrName>style.visibility</p:attrName>
                                        </p:attrNameLst>
                                      </p:cBhvr>
                                      <p:to>
                                        <p:strVal val="visible"/>
                                      </p:to>
                                    </p:set>
                                    <p:animEffect transition="in" filter="wipe(left)">
                                      <p:cBhvr>
                                        <p:cTn id="15" dur="500"/>
                                        <p:tgtEl>
                                          <p:spTgt spid="3994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wipe(left)">
                                      <p:cBhvr>
                                        <p:cTn id="20" dur="500"/>
                                        <p:tgtEl>
                                          <p:spTgt spid="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5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wipe(left)">
                                      <p:cBhvr>
                                        <p:cTn id="30" dur="500"/>
                                        <p:tgtEl>
                                          <p:spTgt spid="10"/>
                                        </p:tgtEl>
                                      </p:cBhvr>
                                    </p:animEffect>
                                  </p:childTnLst>
                                </p:cTn>
                              </p:par>
                            </p:childTnLst>
                          </p:cTn>
                        </p:par>
                        <p:par>
                          <p:cTn id="31" fill="hold">
                            <p:stCondLst>
                              <p:cond delay="500"/>
                            </p:stCondLst>
                            <p:childTnLst>
                              <p:par>
                                <p:cTn id="32" presetID="22" presetClass="entr" presetSubtype="1" fill="hold" nodeType="after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up)">
                                      <p:cBhvr>
                                        <p:cTn id="34" dur="500"/>
                                        <p:tgtEl>
                                          <p:spTgt spid="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wipe(left)">
                                      <p:cBhvr>
                                        <p:cTn id="39" dur="500"/>
                                        <p:tgtEl>
                                          <p:spTgt spid="14"/>
                                        </p:tgtEl>
                                      </p:cBhvr>
                                    </p:animEffect>
                                  </p:childTnLst>
                                </p:cTn>
                              </p:par>
                            </p:childTnLst>
                          </p:cTn>
                        </p:par>
                        <p:par>
                          <p:cTn id="40" fill="hold">
                            <p:stCondLst>
                              <p:cond delay="500"/>
                            </p:stCondLst>
                            <p:childTnLst>
                              <p:par>
                                <p:cTn id="41" presetID="22" presetClass="entr" presetSubtype="1" fill="hold" nodeType="afterEffect">
                                  <p:stCondLst>
                                    <p:cond delay="0"/>
                                  </p:stCondLst>
                                  <p:childTnLst>
                                    <p:set>
                                      <p:cBhvr>
                                        <p:cTn id="42" dur="1" fill="hold">
                                          <p:stCondLst>
                                            <p:cond delay="0"/>
                                          </p:stCondLst>
                                        </p:cTn>
                                        <p:tgtEl>
                                          <p:spTgt spid="39953"/>
                                        </p:tgtEl>
                                        <p:attrNameLst>
                                          <p:attrName>style.visibility</p:attrName>
                                        </p:attrNameLst>
                                      </p:cBhvr>
                                      <p:to>
                                        <p:strVal val="visible"/>
                                      </p:to>
                                    </p:set>
                                    <p:animEffect transition="in" filter="wipe(up)">
                                      <p:cBhvr>
                                        <p:cTn id="43" dur="500"/>
                                        <p:tgtEl>
                                          <p:spTgt spid="39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41" grpId="0" autoUpdateAnimBg="0"/>
      <p:bldP spid="10" grpId="0"/>
      <p:bldP spid="14"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txBox="1">
            <a:spLocks noChangeArrowheads="1"/>
          </p:cNvSpPr>
          <p:nvPr/>
        </p:nvSpPr>
        <p:spPr>
          <a:xfrm>
            <a:off x="642910" y="1051934"/>
            <a:ext cx="8358246" cy="519678"/>
          </a:xfrm>
          <a:prstGeom prst="rect">
            <a:avLst/>
          </a:prstGeom>
          <a:solidFill>
            <a:schemeClr val="accent1">
              <a:lumMod val="75000"/>
            </a:schemeClr>
          </a:solidFill>
          <a:ln w="38100" cap="flat" cmpd="sng" algn="ctr">
            <a:solidFill>
              <a:srgbClr val="FF3300"/>
            </a:solidFill>
            <a:prstDash val="solid"/>
            <a:headEnd type="none" w="med" len="med"/>
            <a:tailEnd type="none" w="med" len="med"/>
          </a:ln>
          <a:effectLst/>
        </p:spPr>
        <p:txBody>
          <a:bodyPr/>
          <a:lstStyle/>
          <a:p>
            <a:pPr marL="457200" marR="0" lvl="0" indent="-457200" algn="ctr" defTabSz="914400" rtl="0" eaLnBrk="1" fontAlgn="auto" latinLnBrk="0" hangingPunct="1">
              <a:lnSpc>
                <a:spcPct val="130000"/>
              </a:lnSpc>
              <a:spcBef>
                <a:spcPct val="20000"/>
              </a:spcBef>
              <a:spcAft>
                <a:spcPts val="0"/>
              </a:spcAft>
              <a:buClr>
                <a:srgbClr val="FF0000"/>
              </a:buClr>
              <a:buSzPct val="75000"/>
              <a:buFontTx/>
              <a:buNone/>
              <a:tabLst/>
              <a:defRPr/>
            </a:pPr>
            <a:r>
              <a:rPr kumimoji="0" lang="en-US" altLang="zh-CN" sz="24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Ax = O </a:t>
            </a:r>
            <a:r>
              <a:rPr kumimoji="0" lang="zh-CN" altLang="en-US" sz="24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称为</a:t>
            </a:r>
            <a:r>
              <a:rPr kumimoji="0" lang="en-US" altLang="zh-CN" sz="24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Ax = b</a:t>
            </a:r>
            <a:r>
              <a:rPr kumimoji="0" lang="zh-CN" altLang="en-US" sz="24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的导出组</a:t>
            </a:r>
            <a:endParaRPr kumimoji="0" lang="en-US" altLang="zh-CN" sz="24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endParaRPr>
          </a:p>
        </p:txBody>
      </p:sp>
      <p:sp>
        <p:nvSpPr>
          <p:cNvPr id="4" name="Rectangle 3"/>
          <p:cNvSpPr txBox="1">
            <a:spLocks noChangeArrowheads="1"/>
          </p:cNvSpPr>
          <p:nvPr/>
        </p:nvSpPr>
        <p:spPr>
          <a:xfrm>
            <a:off x="500034" y="1562461"/>
            <a:ext cx="8643966" cy="4081117"/>
          </a:xfrm>
          <a:prstGeom prst="rect">
            <a:avLst/>
          </a:prstGeom>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性质</a:t>
            </a: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1</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：若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x = 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1</a:t>
            </a:r>
            <a:r>
              <a:rPr kumimoji="0"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t>
            </a:r>
            <a:r>
              <a:rPr kumimoji="0" lang="zh-CN" altLang="en-US"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x = 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2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 </a:t>
            </a:r>
            <a:r>
              <a:rPr kumimoji="0" lang="en-US" altLang="zh-CN" sz="2400" b="1" i="0" u="none" strike="noStrike" kern="0" cap="none" spc="-150" normalizeH="0" baseline="0" noProof="0" dirty="0">
                <a:ln>
                  <a:noFill/>
                </a:ln>
                <a:solidFill>
                  <a:srgbClr val="99FF33"/>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b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a:t>
            </a:r>
            <a:endPar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                                                   则 </a:t>
            </a: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x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1</a:t>
            </a:r>
            <a:r>
              <a:rPr kumimoji="0" lang="en-US"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2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是对应的 </a:t>
            </a:r>
            <a:r>
              <a:rPr kumimoji="0" lang="en-US" altLang="zh-CN" sz="2400" b="1" i="0" u="none" strike="noStrike" kern="0" cap="none" spc="-150" normalizeH="0" baseline="0" noProof="0" dirty="0">
                <a:ln>
                  <a:noFill/>
                </a:ln>
                <a:solidFill>
                  <a:srgbClr val="99FF33"/>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2b</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a:t>
            </a:r>
            <a:endPar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                                                        x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1</a:t>
            </a:r>
            <a:r>
              <a:rPr kumimoji="0" lang="en-US"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2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是对应的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Ax = 0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a:t>
            </a:r>
            <a:endPar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证明：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1</a:t>
            </a:r>
            <a:r>
              <a:rPr kumimoji="1"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1"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t>
            </a:r>
            <a:r>
              <a:rPr kumimoji="1"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 Aη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1</a:t>
            </a:r>
            <a:r>
              <a:rPr kumimoji="1"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1"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t>
            </a:r>
            <a:r>
              <a:rPr kumimoji="1"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b </a:t>
            </a:r>
            <a:r>
              <a:rPr kumimoji="1"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a:t>
            </a:r>
            <a:r>
              <a:rPr kumimoji="1" lang="zh-CN" altLang="en-US"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b = </a:t>
            </a:r>
            <a:r>
              <a:rPr kumimoji="0" lang="en-US" altLang="zh-CN" sz="2400" b="1" i="0" u="none" strike="noStrike" kern="0" cap="none" spc="-150" normalizeH="0" baseline="0" noProof="0" dirty="0">
                <a:ln>
                  <a:noFill/>
                </a:ln>
                <a:solidFill>
                  <a:srgbClr val="99FF33"/>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2b</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A(η</a:t>
            </a:r>
            <a:r>
              <a:rPr kumimoji="0" lang="en-US" altLang="zh-CN" sz="2400" b="1" i="0" u="none" strike="noStrike" kern="0" cap="none" spc="-150" normalizeH="0" baseline="-25000" noProof="0" dirty="0">
                <a:ln>
                  <a:noFill/>
                </a:ln>
                <a:solidFill>
                  <a:srgbClr val="FFC000"/>
                </a:solidFill>
                <a:effectLst/>
                <a:uLnTx/>
                <a:uFillTx/>
                <a:latin typeface="微软雅黑" pitchFamily="34" charset="-122"/>
                <a:ea typeface="微软雅黑" pitchFamily="34" charset="-122"/>
                <a:cs typeface="+mn-cs"/>
              </a:rPr>
              <a:t>1</a:t>
            </a:r>
            <a:r>
              <a:rPr kumimoji="1" lang="zh-CN" altLang="en-US"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FFC000"/>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err="1">
                <a:ln>
                  <a:noFill/>
                </a:ln>
                <a:solidFill>
                  <a:srgbClr val="FFC000"/>
                </a:solidFill>
                <a:effectLst/>
                <a:uLnTx/>
                <a:uFillTx/>
                <a:latin typeface="微软雅黑" pitchFamily="34" charset="-122"/>
                <a:ea typeface="微软雅黑" pitchFamily="34" charset="-122"/>
                <a:cs typeface="+mn-cs"/>
              </a:rPr>
              <a:t>Aη</a:t>
            </a:r>
            <a:r>
              <a:rPr kumimoji="0" lang="en-US" altLang="zh-CN" sz="2400" b="1" i="0" u="none" strike="noStrike" kern="0" cap="none" spc="-150" normalizeH="0" baseline="-25000" noProof="0" dirty="0">
                <a:ln>
                  <a:noFill/>
                </a:ln>
                <a:solidFill>
                  <a:srgbClr val="FFC000"/>
                </a:solidFill>
                <a:effectLst/>
                <a:uLnTx/>
                <a:uFillTx/>
                <a:latin typeface="微软雅黑" pitchFamily="34" charset="-122"/>
                <a:ea typeface="微软雅黑" pitchFamily="34" charset="-122"/>
                <a:cs typeface="+mn-cs"/>
              </a:rPr>
              <a:t>1</a:t>
            </a:r>
            <a:r>
              <a:rPr kumimoji="1" lang="zh-CN" altLang="en-US"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err="1">
                <a:ln>
                  <a:noFill/>
                </a:ln>
                <a:solidFill>
                  <a:srgbClr val="FFC000"/>
                </a:solidFill>
                <a:effectLst/>
                <a:uLnTx/>
                <a:uFillTx/>
                <a:latin typeface="微软雅黑" pitchFamily="34" charset="-122"/>
                <a:ea typeface="微软雅黑" pitchFamily="34" charset="-122"/>
                <a:cs typeface="+mn-cs"/>
              </a:rPr>
              <a:t>Aη</a:t>
            </a:r>
            <a:r>
              <a:rPr kumimoji="0" lang="en-US" altLang="zh-CN" sz="2400" b="1" i="0" u="none" strike="noStrike" kern="0" cap="none" spc="-150" normalizeH="0" baseline="-25000" noProof="0" dirty="0">
                <a:ln>
                  <a:noFill/>
                </a:ln>
                <a:solidFill>
                  <a:srgbClr val="FFC000"/>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b </a:t>
            </a:r>
            <a:r>
              <a:rPr kumimoji="1" lang="zh-CN" altLang="en-US"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b = 0</a:t>
            </a:r>
            <a:endPar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
                <a:srgbClr val="FFCC00"/>
              </a:buClr>
              <a:buSzPct val="120000"/>
              <a:buFontTx/>
              <a:buNone/>
              <a:tabLst/>
              <a:defRPr/>
            </a:pP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性质</a:t>
            </a: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2</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1"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若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x = η </a:t>
            </a:r>
            <a:r>
              <a:rPr kumimoji="1"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 </a:t>
            </a:r>
            <a:r>
              <a:rPr kumimoji="0" lang="en-US" altLang="zh-CN" sz="2400" b="1" i="0" u="none" strike="noStrike" kern="0" cap="none" spc="-150" normalizeH="0" baseline="0" noProof="0" dirty="0">
                <a:ln>
                  <a:noFill/>
                </a:ln>
                <a:solidFill>
                  <a:srgbClr val="99FF33"/>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b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x = ξ </a:t>
            </a:r>
            <a:r>
              <a:rPr kumimoji="1"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Ax = 0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a:t>
            </a:r>
            <a:endPar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
                <a:srgbClr val="FFCC00"/>
              </a:buClr>
              <a:buSzPct val="120000"/>
              <a:buFontTx/>
              <a:buNone/>
              <a:tabLst/>
              <a:defRPr/>
            </a:pP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                                                    则 </a:t>
            </a: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x = </a:t>
            </a:r>
            <a:r>
              <a:rPr kumimoji="0" lang="el-GR"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ξ</a:t>
            </a:r>
            <a:r>
              <a:rPr kumimoji="0" lang="en-US" altLang="zh-CN"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η</a:t>
            </a:r>
            <a:r>
              <a:rPr kumimoji="0" lang="en-US" altLang="zh-CN" sz="2400" b="1" i="0" u="none" strike="noStrike" kern="0" cap="none" spc="-150" normalizeH="0" baseline="-25000" noProof="0" dirty="0">
                <a:ln>
                  <a:noFill/>
                </a:ln>
                <a:solidFill>
                  <a:srgbClr val="FFFFCC">
                    <a:lumMod val="75000"/>
                  </a:srgbClr>
                </a:solidFill>
                <a:effectLst/>
                <a:uLnTx/>
                <a:uFillTx/>
                <a:latin typeface="微软雅黑" pitchFamily="34" charset="-122"/>
                <a:ea typeface="微软雅黑" pitchFamily="34" charset="-122"/>
                <a:cs typeface="+mn-cs"/>
              </a:rPr>
              <a:t>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还</a:t>
            </a:r>
            <a:r>
              <a:rPr kumimoji="1"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是 </a:t>
            </a:r>
            <a:r>
              <a:rPr kumimoji="0" lang="en-US" altLang="zh-CN" sz="2400" b="1" i="0" u="none" strike="noStrike" kern="0" cap="none" spc="-150" normalizeH="0" baseline="0" noProof="0" dirty="0">
                <a:ln>
                  <a:noFill/>
                </a:ln>
                <a:solidFill>
                  <a:srgbClr val="99FF33"/>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b </a:t>
            </a:r>
            <a:r>
              <a:rPr kumimoji="0"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的解</a:t>
            </a:r>
            <a:r>
              <a:rPr kumimoji="1" lang="zh-CN" altLang="en-US" sz="2400" b="1" i="0" u="none" strike="noStrike" kern="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p>
          <a:p>
            <a:pPr marL="342900" marR="0" lvl="0" indent="-342900" algn="l" defTabSz="914400" rtl="0" eaLnBrk="1" fontAlgn="base" latinLnBrk="0" hangingPunct="1">
              <a:lnSpc>
                <a:spcPct val="150000"/>
              </a:lnSpc>
              <a:spcBef>
                <a:spcPct val="50000"/>
              </a:spcBef>
              <a:spcAft>
                <a:spcPct val="0"/>
              </a:spcAft>
              <a:buClr>
                <a:srgbClr val="FF3300"/>
              </a:buClr>
              <a:buSzPct val="80000"/>
              <a:buFontTx/>
              <a:buNone/>
              <a:tabLst/>
              <a:defRPr/>
            </a:pPr>
            <a:r>
              <a:rPr kumimoji="0" lang="zh-CN" altLang="en-US"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证明：  </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A(</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ξ</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 A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ξ</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err="1">
                <a:ln>
                  <a:noFill/>
                </a:ln>
                <a:solidFill>
                  <a:srgbClr val="FFFFCC"/>
                </a:solidFill>
                <a:effectLst/>
                <a:uLnTx/>
                <a:uFillTx/>
                <a:latin typeface="微软雅黑" pitchFamily="34" charset="-122"/>
                <a:ea typeface="微软雅黑" pitchFamily="34" charset="-122"/>
                <a:cs typeface="+mn-cs"/>
              </a:rPr>
              <a:t>A</a:t>
            </a:r>
            <a:r>
              <a:rPr kumimoji="0" lang="en-US" altLang="zh-CN" sz="2400" b="1" i="0" u="none" strike="noStrike" kern="0" cap="none" spc="-150" normalizeH="0" baseline="0" noProof="0" dirty="0" err="1">
                <a:ln>
                  <a:noFill/>
                </a:ln>
                <a:solidFill>
                  <a:srgbClr val="99FF33"/>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25000" noProof="0" dirty="0">
                <a:ln>
                  <a:noFill/>
                </a:ln>
                <a:solidFill>
                  <a:srgbClr val="FFFFCC"/>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FFC000"/>
                </a:solidFill>
                <a:effectLst/>
                <a:uLnTx/>
                <a:uFillTx/>
                <a:latin typeface="微软雅黑" pitchFamily="34" charset="-122"/>
                <a:ea typeface="微软雅黑" pitchFamily="34" charset="-122"/>
                <a:cs typeface="+mn-cs"/>
              </a:rPr>
              <a:t>0</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b</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 </a:t>
            </a:r>
            <a:r>
              <a:rPr kumimoji="0" lang="en-US" altLang="zh-CN" sz="2400" b="1" i="0" u="none" strike="noStrike" kern="0" cap="none" spc="-150" normalizeH="0" baseline="0" noProof="0" dirty="0">
                <a:ln>
                  <a:noFill/>
                </a:ln>
                <a:solidFill>
                  <a:srgbClr val="99FF33"/>
                </a:solidFill>
                <a:effectLst/>
                <a:uLnTx/>
                <a:uFillTx/>
                <a:latin typeface="微软雅黑" pitchFamily="34" charset="-122"/>
                <a:ea typeface="微软雅黑" pitchFamily="34" charset="-122"/>
                <a:cs typeface="+mn-cs"/>
              </a:rPr>
              <a:t>b</a:t>
            </a:r>
            <a:r>
              <a:rPr kumimoji="0" lang="en-US" altLang="zh-CN"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0" cap="none" spc="-15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6" name="圆角矩形 5"/>
          <p:cNvSpPr/>
          <p:nvPr/>
        </p:nvSpPr>
        <p:spPr bwMode="auto">
          <a:xfrm>
            <a:off x="571472" y="5929330"/>
            <a:ext cx="8572528" cy="928670"/>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若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x = η</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zh-CN" altLang="en-US"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x = η</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zh-CN" altLang="en-US"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x = </a:t>
            </a:r>
            <a:r>
              <a:rPr kumimoji="0" lang="en-US" altLang="zh-CN" sz="2400" b="1" i="0" u="none" strike="noStrike" kern="0" cap="none" spc="-15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是 </a:t>
            </a:r>
            <a:r>
              <a:rPr kumimoji="0" lang="en-US" altLang="zh-CN" sz="2400" b="1" i="0" u="none" strike="noStrike" kern="0" cap="none" spc="-15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b </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的解，</a:t>
            </a:r>
            <a:endPar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                  则</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x=k</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+k</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400" b="1" i="0" u="none" strike="noStrike" kern="0" cap="none" spc="-15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k</a:t>
            </a:r>
            <a:r>
              <a:rPr kumimoji="0" lang="en-US" altLang="zh-CN" sz="2400" b="1" i="0" u="none" strike="noStrike" kern="0" cap="none" spc="-15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a:t>
            </a:r>
            <a:r>
              <a:rPr kumimoji="0" lang="en-US" altLang="zh-CN" sz="2400" b="1" i="0" u="none" strike="noStrike" kern="0" cap="none" spc="-15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η</a:t>
            </a:r>
            <a:r>
              <a:rPr kumimoji="0" lang="en-US" altLang="zh-CN" sz="2400" b="1" i="0" u="none" strike="noStrike" kern="0" cap="none" spc="-15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是</a:t>
            </a:r>
            <a:r>
              <a:rPr kumimoji="0" lang="en-US" altLang="zh-CN" sz="2400" b="1" i="0" u="none" strike="noStrike" kern="0" cap="none" spc="-15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（k</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+k</a:t>
            </a:r>
            <a:r>
              <a:rPr kumimoji="0" lang="en-US" altLang="zh-CN" sz="2400" b="1" i="0" u="none" strike="noStrike" kern="0" cap="none" spc="-15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400" b="1" i="0" u="none" strike="noStrike" kern="0" cap="none" spc="-15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k</a:t>
            </a:r>
            <a:r>
              <a:rPr kumimoji="0" lang="en-US" altLang="zh-CN" sz="2400" b="1" i="0" u="none" strike="noStrike" kern="0" cap="none" spc="-15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a:t>
            </a:r>
            <a:r>
              <a:rPr kumimoji="0" lang="en-US" altLang="zh-CN" sz="2400" b="1" i="0" u="none" strike="noStrike" kern="0" cap="none" spc="-15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400" b="1" i="0" u="none" strike="noStrike" kern="0" cap="none" spc="-150" normalizeH="0" baseline="0" noProof="0" dirty="0" err="1">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b</a:t>
            </a:r>
            <a:r>
              <a:rPr kumimoji="0" lang="en-US" altLang="zh-CN" sz="2400" b="1" i="0" u="none" strike="noStrike" kern="0" cap="none" spc="-15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 </a:t>
            </a:r>
            <a:r>
              <a:rPr kumimoji="0" lang="zh-CN" altLang="en-US" sz="2400" b="1" i="0" u="none" strike="noStrike" kern="0" cap="none" spc="-15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的解</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2" name="Rectangle 5">
            <a:extLst>
              <a:ext uri="{FF2B5EF4-FFF2-40B4-BE49-F238E27FC236}">
                <a16:creationId xmlns:a16="http://schemas.microsoft.com/office/drawing/2014/main" id="{2FFFE27D-A6B6-7E77-4153-B3F19C2BE0A3}"/>
              </a:ext>
            </a:extLst>
          </p:cNvPr>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4-4 </a:t>
            </a:r>
            <a:r>
              <a:rPr lang="zh-CN" altLang="en-US" sz="44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非次方程组</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AX=b</a:t>
            </a: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解的结构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wipe(left)">
                                      <p:cBhvr>
                                        <p:cTn id="7" dur="500"/>
                                        <p:tgtEl>
                                          <p:spTgt spid="5">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wipe(left)">
                                      <p:cBhvr>
                                        <p:cTn id="10" dur="5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
                                            <p:txEl>
                                              <p:pRg st="0" end="0"/>
                                            </p:txEl>
                                          </p:spTgt>
                                        </p:tgtEl>
                                        <p:attrNameLst>
                                          <p:attrName>style.visibility</p:attrName>
                                        </p:attrNameLst>
                                      </p:cBhvr>
                                      <p:to>
                                        <p:strVal val="visible"/>
                                      </p:to>
                                    </p:set>
                                    <p:animEffect transition="in" filter="wipe(left)">
                                      <p:cBhvr>
                                        <p:cTn id="15" dur="500"/>
                                        <p:tgtEl>
                                          <p:spTgt spid="4">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xEl>
                                              <p:pRg st="1" end="1"/>
                                            </p:txEl>
                                          </p:spTgt>
                                        </p:tgtEl>
                                        <p:attrNameLst>
                                          <p:attrName>style.visibility</p:attrName>
                                        </p:attrNameLst>
                                      </p:cBhvr>
                                      <p:to>
                                        <p:strVal val="visible"/>
                                      </p:to>
                                    </p:set>
                                    <p:animEffect transition="in" filter="wipe(left)">
                                      <p:cBhvr>
                                        <p:cTn id="20" dur="500"/>
                                        <p:tgtEl>
                                          <p:spTgt spid="4">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4">
                                            <p:txEl>
                                              <p:pRg st="2" end="2"/>
                                            </p:txEl>
                                          </p:spTgt>
                                        </p:tgtEl>
                                        <p:attrNameLst>
                                          <p:attrName>style.visibility</p:attrName>
                                        </p:attrNameLst>
                                      </p:cBhvr>
                                      <p:to>
                                        <p:strVal val="visible"/>
                                      </p:to>
                                    </p:set>
                                    <p:animEffect transition="in" filter="wipe(left)">
                                      <p:cBhvr>
                                        <p:cTn id="25" dur="500"/>
                                        <p:tgtEl>
                                          <p:spTgt spid="4">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
                                            <p:txEl>
                                              <p:pRg st="3" end="3"/>
                                            </p:txEl>
                                          </p:spTgt>
                                        </p:tgtEl>
                                        <p:attrNameLst>
                                          <p:attrName>style.visibility</p:attrName>
                                        </p:attrNameLst>
                                      </p:cBhvr>
                                      <p:to>
                                        <p:strVal val="visible"/>
                                      </p:to>
                                    </p:set>
                                    <p:animEffect transition="in" filter="wipe(left)">
                                      <p:cBhvr>
                                        <p:cTn id="30" dur="500"/>
                                        <p:tgtEl>
                                          <p:spTgt spid="4">
                                            <p:txEl>
                                              <p:pRg st="3" end="3"/>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wipe(left)">
                                      <p:cBhvr>
                                        <p:cTn id="35" dur="500"/>
                                        <p:tgtEl>
                                          <p:spTgt spid="4">
                                            <p:txEl>
                                              <p:pRg st="4" end="4"/>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4">
                                            <p:txEl>
                                              <p:pRg st="5" end="5"/>
                                            </p:txEl>
                                          </p:spTgt>
                                        </p:tgtEl>
                                        <p:attrNameLst>
                                          <p:attrName>style.visibility</p:attrName>
                                        </p:attrNameLst>
                                      </p:cBhvr>
                                      <p:to>
                                        <p:strVal val="visible"/>
                                      </p:to>
                                    </p:set>
                                    <p:animEffect transition="in" filter="wipe(left)">
                                      <p:cBhvr>
                                        <p:cTn id="40" dur="500"/>
                                        <p:tgtEl>
                                          <p:spTgt spid="4">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4">
                                            <p:txEl>
                                              <p:pRg st="6" end="6"/>
                                            </p:txEl>
                                          </p:spTgt>
                                        </p:tgtEl>
                                        <p:attrNameLst>
                                          <p:attrName>style.visibility</p:attrName>
                                        </p:attrNameLst>
                                      </p:cBhvr>
                                      <p:to>
                                        <p:strVal val="visible"/>
                                      </p:to>
                                    </p:set>
                                    <p:animEffect transition="in" filter="wipe(left)">
                                      <p:cBhvr>
                                        <p:cTn id="45" dur="500"/>
                                        <p:tgtEl>
                                          <p:spTgt spid="4">
                                            <p:txEl>
                                              <p:pRg st="6" end="6"/>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4">
                                            <p:txEl>
                                              <p:pRg st="7" end="7"/>
                                            </p:txEl>
                                          </p:spTgt>
                                        </p:tgtEl>
                                        <p:attrNameLst>
                                          <p:attrName>style.visibility</p:attrName>
                                        </p:attrNameLst>
                                      </p:cBhvr>
                                      <p:to>
                                        <p:strVal val="visible"/>
                                      </p:to>
                                    </p:set>
                                    <p:animEffect transition="in" filter="wipe(left)">
                                      <p:cBhvr>
                                        <p:cTn id="50" dur="500"/>
                                        <p:tgtEl>
                                          <p:spTgt spid="4">
                                            <p:txEl>
                                              <p:pRg st="7" end="7"/>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wipe(left)">
                                      <p:cBhvr>
                                        <p:cTn id="5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animBg="1"/>
      <p:bldP spid="6"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bwMode="auto">
          <a:xfrm>
            <a:off x="571472" y="3214686"/>
            <a:ext cx="8572528" cy="3643314"/>
          </a:xfrm>
          <a:prstGeom prst="roundRect">
            <a:avLst>
              <a:gd name="adj" fmla="val 5045"/>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AX=B</a:t>
            </a:r>
            <a:r>
              <a:rPr kumimoji="0"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有解</a:t>
            </a:r>
            <a:r>
              <a:rPr kumimoji="1" lang="en-US" altLang="zh-CN" sz="2400" b="1" i="0" u="none" strike="noStrike" kern="1200" cap="none" spc="0" normalizeH="0" baseline="0" noProof="0" dirty="0">
                <a:ln>
                  <a:noFill/>
                </a:ln>
                <a:solidFill>
                  <a:srgbClr val="FFFFE2"/>
                </a:solidFill>
                <a:effectLst/>
                <a:uLnTx/>
                <a:uFillTx/>
                <a:latin typeface="微软雅黑" pitchFamily="34" charset="-122"/>
                <a:ea typeface="微软雅黑" pitchFamily="34" charset="-122"/>
                <a:cs typeface="+mn-cs"/>
                <a:sym typeface="Wingdings" pitchFamily="2" charset="2"/>
              </a:rPr>
              <a:t>R(A)=R(A|B)</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p:txBody>
      </p:sp>
      <p:sp>
        <p:nvSpPr>
          <p:cNvPr id="5" name="Rectangle 3"/>
          <p:cNvSpPr txBox="1">
            <a:spLocks noChangeArrowheads="1"/>
          </p:cNvSpPr>
          <p:nvPr/>
        </p:nvSpPr>
        <p:spPr>
          <a:xfrm>
            <a:off x="642910" y="3286124"/>
            <a:ext cx="7643866" cy="3625608"/>
          </a:xfrm>
          <a:prstGeom prst="rect">
            <a:avLst/>
          </a:prstGeom>
          <a:ln>
            <a:noFill/>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endPar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(1)</a:t>
            </a:r>
            <a:r>
              <a:rPr kumimoji="1" lang="zh-CN" altLang="en-US" sz="2800" b="1"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rPr>
              <a:t>本身一定是解   </a:t>
            </a:r>
            <a:r>
              <a:rPr kumimoji="1" lang="en-US" altLang="zh-CN" sz="2800" b="1"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rPr>
              <a:t>(</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由性质</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2</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可知</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(2)</a:t>
            </a:r>
            <a:r>
              <a:rPr kumimoji="1" lang="zh-CN" altLang="en-US" sz="2800" b="1"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rPr>
              <a:t>包含所有的解   </a:t>
            </a:r>
            <a:r>
              <a:rPr kumimoji="1" lang="en-US" altLang="zh-CN" sz="2800" b="1"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rPr>
              <a:t>(</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由性质</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可知</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endParaRPr kumimoji="1" lang="en-US" altLang="zh-CN" sz="2800" b="1" i="0" u="none" strike="noStrike" kern="1200" cap="none" spc="0" normalizeH="0" baseline="0" noProof="0" dirty="0">
              <a:ln>
                <a:noFill/>
              </a:ln>
              <a:solidFill>
                <a:srgbClr val="010199">
                  <a:lumMod val="75000"/>
                </a:srgbClr>
              </a:solidFill>
              <a:effectLst/>
              <a:uLnTx/>
              <a:uFillTx/>
              <a:latin typeface="Times New Roman" pitchFamily="18" charset="0"/>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设</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x = η</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是 </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Ax = b </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的任意解，</a:t>
            </a:r>
            <a:r>
              <a:rPr kumimoji="0" lang="zh-CN" altLang="en-US" sz="2800" b="1" i="0" u="none" strike="noStrike" kern="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 </a:t>
            </a:r>
            <a:endParaRPr kumimoji="0" lang="en-US" altLang="zh-CN" sz="2800" b="1" i="0" u="none" strike="noStrike" kern="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800" b="1" i="0" u="none" strike="noStrike" kern="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则</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η - η</a:t>
            </a:r>
            <a:r>
              <a:rPr kumimoji="1"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ξ </a:t>
            </a:r>
            <a:r>
              <a:rPr kumimoji="1"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必为</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Ax = 0 </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的解，</a:t>
            </a:r>
            <a:endPar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故</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η = ξ </a:t>
            </a:r>
            <a:r>
              <a:rPr kumimoji="1"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η</a:t>
            </a:r>
            <a:r>
              <a:rPr kumimoji="1"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必包含于</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l-GR"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ξ + η*</a:t>
            </a: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集合</a:t>
            </a:r>
            <a:r>
              <a:rPr kumimoji="0" lang="en-US"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p>
          <a:p>
            <a:pPr marL="342900" marR="0" lvl="0" indent="-342900" algn="l" defTabSz="914400" rtl="0" eaLnBrk="1" fontAlgn="base" latinLnBrk="0" hangingPunct="1">
              <a:lnSpc>
                <a:spcPct val="100000"/>
              </a:lnSpc>
              <a:spcBef>
                <a:spcPct val="20000"/>
              </a:spcBef>
              <a:spcAft>
                <a:spcPct val="0"/>
              </a:spcAft>
              <a:buClr>
                <a:srgbClr val="FFCC00"/>
              </a:buClr>
              <a:buSzPct val="120000"/>
              <a:buFontTx/>
              <a:buNone/>
              <a:tabLst/>
              <a:defRPr/>
            </a:pPr>
            <a:r>
              <a:rPr kumimoji="0" lang="zh-CN" altLang="en-US"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即，</a:t>
            </a:r>
            <a:r>
              <a:rPr kumimoji="0" lang="el-GR" altLang="zh-CN" sz="2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l-GR" altLang="zh-CN" sz="28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ξ + η* </a:t>
            </a:r>
            <a:r>
              <a:rPr kumimoji="0" lang="zh-CN" altLang="en-US" sz="28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包含</a:t>
            </a:r>
            <a:r>
              <a:rPr kumimoji="0" lang="en-US" altLang="zh-CN" sz="28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 = b </a:t>
            </a:r>
            <a:r>
              <a:rPr kumimoji="0" lang="zh-CN" altLang="en-US" sz="28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的任意解。</a:t>
            </a:r>
            <a:endParaRPr kumimoji="0" lang="en-US" altLang="zh-CN" sz="28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p:txBody>
      </p:sp>
      <p:sp>
        <p:nvSpPr>
          <p:cNvPr id="4" name="Text Box 2"/>
          <p:cNvSpPr txBox="1">
            <a:spLocks noChangeArrowheads="1"/>
          </p:cNvSpPr>
          <p:nvPr/>
        </p:nvSpPr>
        <p:spPr bwMode="auto">
          <a:xfrm>
            <a:off x="642910" y="1000108"/>
            <a:ext cx="8753626" cy="2246769"/>
          </a:xfrm>
          <a:prstGeom prst="rect">
            <a:avLst/>
          </a:prstGeom>
          <a:noFill/>
          <a:ln w="9525">
            <a:noFill/>
            <a:miter lim="800000"/>
            <a:headEnd/>
            <a:tailEnd/>
          </a:ln>
        </p:spPr>
        <p:txBody>
          <a:bodyPr wrap="square">
            <a:spAutoFit/>
          </a:bodyPr>
          <a:lstStyle/>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设 </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x = </a:t>
            </a:r>
            <a:r>
              <a:rPr kumimoji="0"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0"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2</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2</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0" noProof="0" dirty="0" err="1">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n</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r</a:t>
            </a:r>
            <a:r>
              <a:rPr kumimoji="1" lang="en-US" altLang="zh-CN" sz="2800" b="1" i="0" u="none" strike="noStrike" kern="0" cap="none" spc="0" normalizeH="0" baseline="0" noProof="0" dirty="0" err="1">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n</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-r</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是 </a:t>
            </a:r>
            <a:r>
              <a:rPr kumimoji="1" lang="en-US" altLang="zh-CN" sz="28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Ax = O </a:t>
            </a:r>
            <a:r>
              <a:rPr kumimoji="1" lang="zh-CN" altLang="en-US" sz="28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的通解</a:t>
            </a:r>
            <a:endParaRPr kumimoji="1" lang="en-US" altLang="zh-CN" sz="28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x = </a:t>
            </a:r>
            <a:r>
              <a:rPr kumimoji="0"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η</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是 </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Ax = b </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的一个</a:t>
            </a:r>
            <a:r>
              <a:rPr kumimoji="1" lang="zh-CN" altLang="en-US"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特解</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 </a:t>
            </a:r>
            <a:endPar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则	 </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x = </a:t>
            </a:r>
            <a:r>
              <a:rPr kumimoji="0"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r>
              <a:rPr kumimoji="0"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 η</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是 </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Ax = b </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的通解，</a:t>
            </a:r>
            <a:endPar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10000"/>
              </a:lnSpc>
              <a:spcBef>
                <a:spcPct val="20000"/>
              </a:spcBef>
              <a:spcAft>
                <a:spcPct val="0"/>
              </a:spcAft>
              <a:buClr>
                <a:srgbClr val="FF0000"/>
              </a:buClr>
              <a:buSzPct val="75000"/>
              <a:buFontTx/>
              <a:buNone/>
              <a:tabLst/>
              <a:defRPr/>
            </a:pP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即</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Ax = b </a:t>
            </a:r>
            <a:r>
              <a:rPr kumimoji="1" lang="zh-CN" altLang="en-US"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的通解为</a:t>
            </a:r>
            <a:r>
              <a:rPr kumimoji="1" lang="en-US" altLang="zh-CN" sz="2800" b="1" i="0" u="none" strike="noStrike" kern="0" cap="none" spc="0" normalizeH="0" baseline="0" noProof="0" dirty="0">
                <a:ln>
                  <a:noFill/>
                </a:ln>
                <a:solidFill>
                  <a:srgbClr val="FFFFFF"/>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x </a:t>
            </a:r>
            <a:r>
              <a:rPr kumimoji="0"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2</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2</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0" noProof="0" dirty="0" err="1">
                <a:ln>
                  <a:noFill/>
                </a:ln>
                <a:solidFill>
                  <a:srgbClr val="FFFF00"/>
                </a:solidFill>
                <a:effectLst/>
                <a:uLnTx/>
                <a:uFillTx/>
                <a:latin typeface="微软雅黑" pitchFamily="34" charset="-122"/>
                <a:ea typeface="微软雅黑" pitchFamily="34" charset="-122"/>
                <a:cs typeface="+mn-cs"/>
              </a:rPr>
              <a:t>c</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n</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r</a:t>
            </a:r>
            <a:r>
              <a:rPr kumimoji="1" lang="en-US" altLang="zh-CN" sz="2800" b="1" i="0" u="none" strike="noStrike" kern="0" cap="none" spc="0" normalizeH="0" baseline="0" noProof="0" dirty="0" err="1">
                <a:ln>
                  <a:noFill/>
                </a:ln>
                <a:solidFill>
                  <a:srgbClr val="FFFF00"/>
                </a:solidFill>
                <a:effectLst/>
                <a:uLnTx/>
                <a:uFillTx/>
                <a:latin typeface="微软雅黑" pitchFamily="34" charset="-122"/>
                <a:ea typeface="微软雅黑" pitchFamily="34" charset="-122"/>
                <a:cs typeface="+mn-cs"/>
              </a:rPr>
              <a:t>x</a:t>
            </a:r>
            <a:r>
              <a:rPr kumimoji="1" lang="en-US" altLang="zh-CN" sz="2800" b="1" i="0" u="none" strike="noStrike" kern="0" cap="none" spc="0" normalizeH="0" baseline="-25000" noProof="0" dirty="0" err="1">
                <a:ln>
                  <a:noFill/>
                </a:ln>
                <a:solidFill>
                  <a:srgbClr val="FFFF00"/>
                </a:solidFill>
                <a:effectLst/>
                <a:uLnTx/>
                <a:uFillTx/>
                <a:latin typeface="微软雅黑" pitchFamily="34" charset="-122"/>
                <a:ea typeface="微软雅黑" pitchFamily="34" charset="-122"/>
                <a:cs typeface="+mn-cs"/>
              </a:rPr>
              <a:t>n</a:t>
            </a:r>
            <a:r>
              <a:rPr kumimoji="1" lang="en-US" altLang="zh-CN" sz="2800" b="1" i="0" u="none" strike="noStrike" kern="0" cap="none" spc="0" normalizeH="0" baseline="-25000" noProof="0" dirty="0">
                <a:ln>
                  <a:noFill/>
                </a:ln>
                <a:solidFill>
                  <a:srgbClr val="FFFF00"/>
                </a:solidFill>
                <a:effectLst/>
                <a:uLnTx/>
                <a:uFillTx/>
                <a:latin typeface="微软雅黑" pitchFamily="34" charset="-122"/>
                <a:ea typeface="微软雅黑" pitchFamily="34" charset="-122"/>
                <a:cs typeface="+mn-cs"/>
              </a:rPr>
              <a:t>-r</a:t>
            </a:r>
            <a:r>
              <a:rPr kumimoji="1" lang="en-US" altLang="zh-CN" sz="28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r>
              <a:rPr kumimoji="0"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 η</a:t>
            </a:r>
            <a:r>
              <a:rPr kumimoji="1" lang="en-US" altLang="zh-CN" sz="2800" b="1" i="0" u="none" strike="noStrike" kern="0" cap="none" spc="0" normalizeH="0" baseline="0" noProof="0" dirty="0">
                <a:ln>
                  <a:noFill/>
                </a:ln>
                <a:solidFill>
                  <a:srgbClr val="FFC000"/>
                </a:solidFill>
                <a:effectLst/>
                <a:uLnTx/>
                <a:uFillTx/>
                <a:latin typeface="微软雅黑" pitchFamily="34" charset="-122"/>
                <a:ea typeface="微软雅黑" pitchFamily="34" charset="-122"/>
                <a:cs typeface="+mn-cs"/>
              </a:rPr>
              <a:t>*</a:t>
            </a:r>
          </a:p>
        </p:txBody>
      </p:sp>
      <p:sp>
        <p:nvSpPr>
          <p:cNvPr id="2" name="Rectangle 5">
            <a:extLst>
              <a:ext uri="{FF2B5EF4-FFF2-40B4-BE49-F238E27FC236}">
                <a16:creationId xmlns:a16="http://schemas.microsoft.com/office/drawing/2014/main" id="{DFAA5104-4779-FF58-DEF9-260513478FB0}"/>
              </a:ext>
            </a:extLst>
          </p:cNvPr>
          <p:cNvSpPr>
            <a:spLocks noChangeArrowheads="1"/>
          </p:cNvSpPr>
          <p:nvPr/>
        </p:nvSpPr>
        <p:spPr bwMode="auto">
          <a:xfrm>
            <a:off x="571472" y="0"/>
            <a:ext cx="9215502" cy="830997"/>
          </a:xfrm>
          <a:prstGeom prst="rect">
            <a:avLst/>
          </a:prstGeom>
          <a:noFill/>
          <a:ln w="9525">
            <a:noFill/>
            <a:miter lim="800000"/>
            <a:headEnd/>
            <a:tailEnd/>
          </a:ln>
          <a:effectLst>
            <a:outerShdw blurRad="76200" dist="12700" dir="8100000" sy="-23000" kx="800400" algn="br" rotWithShape="0">
              <a:prstClr val="black">
                <a:alpha val="20000"/>
              </a:prstClr>
            </a:outerShdw>
          </a:effectLst>
          <a:scene3d>
            <a:camera prst="orthographicFront"/>
            <a:lightRig rig="balanced" dir="t">
              <a:rot lat="0" lon="0" rev="2100000"/>
            </a:lightRig>
          </a:scene3d>
          <a:sp3d>
            <a:bevelT w="139700" h="139700" prst="divot"/>
          </a:sp3d>
        </p:spPr>
        <p:txBody>
          <a:bodyPr wrap="none">
            <a:normAutofit/>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4-4 </a:t>
            </a:r>
            <a:r>
              <a:rPr lang="zh-CN" altLang="en-US" sz="44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非次方程组</a:t>
            </a:r>
            <a:r>
              <a:rPr kumimoji="1" lang="en-US" altLang="zh-CN"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AX=b</a:t>
            </a:r>
            <a:r>
              <a:rPr kumimoji="1" lang="zh-CN" altLang="en-US" sz="44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解的结构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wipe(left)">
                                      <p:cBhvr>
                                        <p:cTn id="12" dur="500"/>
                                        <p:tgtEl>
                                          <p:spTgt spid="4">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wipe(left)">
                                      <p:cBhvr>
                                        <p:cTn id="17" dur="500"/>
                                        <p:tgtEl>
                                          <p:spTgt spid="4">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wipe(left)">
                                      <p:cBhvr>
                                        <p:cTn id="22" dur="500"/>
                                        <p:tgtEl>
                                          <p:spTgt spid="4">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par>
                                <p:cTn id="28" presetID="22" presetClass="entr" presetSubtype="8" fill="hold" nodeType="withEffect">
                                  <p:stCondLst>
                                    <p:cond delay="0"/>
                                  </p:stCondLst>
                                  <p:childTnLst>
                                    <p:set>
                                      <p:cBhvr>
                                        <p:cTn id="29" dur="1" fill="hold">
                                          <p:stCondLst>
                                            <p:cond delay="0"/>
                                          </p:stCondLst>
                                        </p:cTn>
                                        <p:tgtEl>
                                          <p:spTgt spid="5">
                                            <p:txEl>
                                              <p:pRg st="0" end="0"/>
                                            </p:txEl>
                                          </p:spTgt>
                                        </p:tgtEl>
                                        <p:attrNameLst>
                                          <p:attrName>style.visibility</p:attrName>
                                        </p:attrNameLst>
                                      </p:cBhvr>
                                      <p:to>
                                        <p:strVal val="visible"/>
                                      </p:to>
                                    </p:set>
                                    <p:animEffect transition="in" filter="wipe(left)">
                                      <p:cBhvr>
                                        <p:cTn id="30" dur="500"/>
                                        <p:tgtEl>
                                          <p:spTgt spid="5">
                                            <p:txEl>
                                              <p:pRg st="0" end="0"/>
                                            </p:txEl>
                                          </p:spTgt>
                                        </p:tgtEl>
                                      </p:cBhvr>
                                    </p:animEffect>
                                  </p:childTnLst>
                                </p:cTn>
                              </p:par>
                              <p:par>
                                <p:cTn id="31" presetID="22" presetClass="entr" presetSubtype="8" fill="hold" nodeType="withEffect">
                                  <p:stCondLst>
                                    <p:cond delay="0"/>
                                  </p:stCondLst>
                                  <p:childTnLst>
                                    <p:set>
                                      <p:cBhvr>
                                        <p:cTn id="32" dur="1" fill="hold">
                                          <p:stCondLst>
                                            <p:cond delay="0"/>
                                          </p:stCondLst>
                                        </p:cTn>
                                        <p:tgtEl>
                                          <p:spTgt spid="5">
                                            <p:txEl>
                                              <p:pRg st="1" end="1"/>
                                            </p:txEl>
                                          </p:spTgt>
                                        </p:tgtEl>
                                        <p:attrNameLst>
                                          <p:attrName>style.visibility</p:attrName>
                                        </p:attrNameLst>
                                      </p:cBhvr>
                                      <p:to>
                                        <p:strVal val="visible"/>
                                      </p:to>
                                    </p:set>
                                    <p:animEffect transition="in" filter="wipe(left)">
                                      <p:cBhvr>
                                        <p:cTn id="33" dur="500"/>
                                        <p:tgtEl>
                                          <p:spTgt spid="5">
                                            <p:txEl>
                                              <p:pRg st="1" end="1"/>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5">
                                            <p:txEl>
                                              <p:pRg st="2" end="2"/>
                                            </p:txEl>
                                          </p:spTgt>
                                        </p:tgtEl>
                                        <p:attrNameLst>
                                          <p:attrName>style.visibility</p:attrName>
                                        </p:attrNameLst>
                                      </p:cBhvr>
                                      <p:to>
                                        <p:strVal val="visible"/>
                                      </p:to>
                                    </p:set>
                                    <p:animEffect transition="in" filter="wipe(left)">
                                      <p:cBhvr>
                                        <p:cTn id="38" dur="500"/>
                                        <p:tgtEl>
                                          <p:spTgt spid="5">
                                            <p:txEl>
                                              <p:pRg st="2" end="2"/>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5">
                                            <p:txEl>
                                              <p:pRg st="3" end="3"/>
                                            </p:txEl>
                                          </p:spTgt>
                                        </p:tgtEl>
                                        <p:attrNameLst>
                                          <p:attrName>style.visibility</p:attrName>
                                        </p:attrNameLst>
                                      </p:cBhvr>
                                      <p:to>
                                        <p:strVal val="visible"/>
                                      </p:to>
                                    </p:set>
                                    <p:animEffect transition="in" filter="wipe(left)">
                                      <p:cBhvr>
                                        <p:cTn id="43" dur="500"/>
                                        <p:tgtEl>
                                          <p:spTgt spid="5">
                                            <p:txEl>
                                              <p:pRg st="3" end="3"/>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5">
                                            <p:txEl>
                                              <p:pRg st="4" end="4"/>
                                            </p:txEl>
                                          </p:spTgt>
                                        </p:tgtEl>
                                        <p:attrNameLst>
                                          <p:attrName>style.visibility</p:attrName>
                                        </p:attrNameLst>
                                      </p:cBhvr>
                                      <p:to>
                                        <p:strVal val="visible"/>
                                      </p:to>
                                    </p:set>
                                    <p:animEffect transition="in" filter="wipe(left)">
                                      <p:cBhvr>
                                        <p:cTn id="48" dur="500"/>
                                        <p:tgtEl>
                                          <p:spTgt spid="5">
                                            <p:txEl>
                                              <p:pRg st="4" end="4"/>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5">
                                            <p:txEl>
                                              <p:pRg st="5" end="5"/>
                                            </p:txEl>
                                          </p:spTgt>
                                        </p:tgtEl>
                                        <p:attrNameLst>
                                          <p:attrName>style.visibility</p:attrName>
                                        </p:attrNameLst>
                                      </p:cBhvr>
                                      <p:to>
                                        <p:strVal val="visible"/>
                                      </p:to>
                                    </p:set>
                                    <p:animEffect transition="in" filter="wipe(left)">
                                      <p:cBhvr>
                                        <p:cTn id="53" dur="500"/>
                                        <p:tgtEl>
                                          <p:spTgt spid="5">
                                            <p:txEl>
                                              <p:pRg st="5" end="5"/>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5">
                                            <p:txEl>
                                              <p:pRg st="6" end="6"/>
                                            </p:txEl>
                                          </p:spTgt>
                                        </p:tgtEl>
                                        <p:attrNameLst>
                                          <p:attrName>style.visibility</p:attrName>
                                        </p:attrNameLst>
                                      </p:cBhvr>
                                      <p:to>
                                        <p:strVal val="visible"/>
                                      </p:to>
                                    </p:set>
                                    <p:animEffect transition="in" filter="wipe(left)">
                                      <p:cBhvr>
                                        <p:cTn id="58" dur="500"/>
                                        <p:tgtEl>
                                          <p:spTgt spid="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uiExpand="1" build="p"/>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圆角矩形 30"/>
          <p:cNvSpPr/>
          <p:nvPr/>
        </p:nvSpPr>
        <p:spPr bwMode="auto">
          <a:xfrm>
            <a:off x="5000628" y="3000372"/>
            <a:ext cx="4143372" cy="2571768"/>
          </a:xfrm>
          <a:prstGeom prst="roundRect">
            <a:avLst>
              <a:gd name="adj" fmla="val 7778"/>
            </a:avLst>
          </a:prstGeom>
          <a:solidFill>
            <a:srgbClr val="FFFFCC"/>
          </a:solidFill>
          <a:ln w="9525" cap="flat" cmpd="sng" algn="ctr">
            <a:solidFill>
              <a:srgbClr val="FF66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800" b="1" i="0" u="none" strike="noStrike" kern="1200" cap="none" spc="0" normalizeH="0" baseline="0" noProof="0">
              <a:ln>
                <a:noFill/>
              </a:ln>
              <a:solidFill>
                <a:srgbClr val="000000"/>
              </a:solidFill>
              <a:effectLst/>
              <a:uLnTx/>
              <a:uFillTx/>
              <a:latin typeface="Times New Roman" pitchFamily="18" charset="0"/>
              <a:ea typeface="宋体" charset="-122"/>
              <a:cs typeface="+mn-cs"/>
            </a:endParaRPr>
          </a:p>
        </p:txBody>
      </p:sp>
      <p:grpSp>
        <p:nvGrpSpPr>
          <p:cNvPr id="2" name="Group 9"/>
          <p:cNvGrpSpPr>
            <a:grpSpLocks/>
          </p:cNvGrpSpPr>
          <p:nvPr/>
        </p:nvGrpSpPr>
        <p:grpSpPr bwMode="auto">
          <a:xfrm>
            <a:off x="0" y="0"/>
            <a:ext cx="5459413" cy="1228725"/>
            <a:chOff x="528" y="528"/>
            <a:chExt cx="3439" cy="774"/>
          </a:xfrm>
        </p:grpSpPr>
        <p:sp>
          <p:nvSpPr>
            <p:cNvPr id="104450" name="Rectangle 2"/>
            <p:cNvSpPr>
              <a:spLocks noChangeArrowheads="1"/>
            </p:cNvSpPr>
            <p:nvPr/>
          </p:nvSpPr>
          <p:spPr bwMode="auto">
            <a:xfrm>
              <a:off x="528" y="825"/>
              <a:ext cx="1183" cy="252"/>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求解方程组</a:t>
              </a:r>
            </a:p>
          </p:txBody>
        </p:sp>
        <p:graphicFrame>
          <p:nvGraphicFramePr>
            <p:cNvPr id="104451" name="Object 3"/>
            <p:cNvGraphicFramePr>
              <a:graphicFrameLocks noChangeAspect="1"/>
            </p:cNvGraphicFramePr>
            <p:nvPr/>
          </p:nvGraphicFramePr>
          <p:xfrm>
            <a:off x="1788" y="528"/>
            <a:ext cx="2179" cy="774"/>
          </p:xfrm>
          <a:graphic>
            <a:graphicData uri="http://schemas.openxmlformats.org/presentationml/2006/ole">
              <mc:AlternateContent xmlns:mc="http://schemas.openxmlformats.org/markup-compatibility/2006">
                <mc:Choice xmlns:v="urn:schemas-microsoft-com:vml" Requires="v">
                  <p:oleObj name="Equation" r:id="rId3" imgW="4254480" imgH="1511280" progId="Equation.3">
                    <p:embed/>
                  </p:oleObj>
                </mc:Choice>
                <mc:Fallback>
                  <p:oleObj name="Equation" r:id="rId3" imgW="4254480" imgH="1511280" progId="Equation.3">
                    <p:embed/>
                    <p:pic>
                      <p:nvPicPr>
                        <p:cNvPr id="10445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88" y="528"/>
                          <a:ext cx="2179" cy="7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04453" name="Text Box 5"/>
          <p:cNvSpPr txBox="1">
            <a:spLocks noChangeArrowheads="1"/>
          </p:cNvSpPr>
          <p:nvPr/>
        </p:nvSpPr>
        <p:spPr bwMode="auto">
          <a:xfrm>
            <a:off x="0" y="1285860"/>
            <a:ext cx="542951" cy="461665"/>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104454" name="Object 6"/>
          <p:cNvGraphicFramePr>
            <a:graphicFrameLocks noChangeAspect="1"/>
          </p:cNvGraphicFramePr>
          <p:nvPr/>
        </p:nvGraphicFramePr>
        <p:xfrm>
          <a:off x="890731" y="1357298"/>
          <a:ext cx="3332019" cy="354027"/>
        </p:xfrm>
        <a:graphic>
          <a:graphicData uri="http://schemas.openxmlformats.org/presentationml/2006/ole">
            <mc:AlternateContent xmlns:mc="http://schemas.openxmlformats.org/markup-compatibility/2006">
              <mc:Choice xmlns:v="urn:schemas-microsoft-com:vml" Requires="v">
                <p:oleObj name="Equation" r:id="rId5" imgW="2031840" imgH="215640" progId="Equation.DSMT4">
                  <p:embed/>
                </p:oleObj>
              </mc:Choice>
              <mc:Fallback>
                <p:oleObj name="Equation" r:id="rId5" imgW="2031840" imgH="215640" progId="Equation.DSMT4">
                  <p:embed/>
                  <p:pic>
                    <p:nvPicPr>
                      <p:cNvPr id="104454"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731" y="1357298"/>
                        <a:ext cx="3332019" cy="35402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55" name="Object 7"/>
          <p:cNvGraphicFramePr>
            <a:graphicFrameLocks noChangeAspect="1"/>
          </p:cNvGraphicFramePr>
          <p:nvPr/>
        </p:nvGraphicFramePr>
        <p:xfrm>
          <a:off x="642910" y="1785926"/>
          <a:ext cx="2502059" cy="1049351"/>
        </p:xfrm>
        <a:graphic>
          <a:graphicData uri="http://schemas.openxmlformats.org/presentationml/2006/ole">
            <mc:AlternateContent xmlns:mc="http://schemas.openxmlformats.org/markup-compatibility/2006">
              <mc:Choice xmlns:v="urn:schemas-microsoft-com:vml" Requires="v">
                <p:oleObj name="Equation" r:id="rId7" imgW="1892160" imgH="698400" progId="Equation.DSMT4">
                  <p:embed/>
                </p:oleObj>
              </mc:Choice>
              <mc:Fallback>
                <p:oleObj name="Equation" r:id="rId7" imgW="1892160" imgH="698400" progId="Equation.DSMT4">
                  <p:embed/>
                  <p:pic>
                    <p:nvPicPr>
                      <p:cNvPr id="104455"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2910" y="1785926"/>
                        <a:ext cx="2502059" cy="10493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56" name="Object 8"/>
          <p:cNvGraphicFramePr>
            <a:graphicFrameLocks noChangeAspect="1"/>
          </p:cNvGraphicFramePr>
          <p:nvPr/>
        </p:nvGraphicFramePr>
        <p:xfrm>
          <a:off x="3216275" y="1785938"/>
          <a:ext cx="2141538" cy="979487"/>
        </p:xfrm>
        <a:graphic>
          <a:graphicData uri="http://schemas.openxmlformats.org/presentationml/2006/ole">
            <mc:AlternateContent xmlns:mc="http://schemas.openxmlformats.org/markup-compatibility/2006">
              <mc:Choice xmlns:v="urn:schemas-microsoft-com:vml" Requires="v">
                <p:oleObj name="Equation" r:id="rId9" imgW="1790640" imgH="698400" progId="Equation.DSMT4">
                  <p:embed/>
                </p:oleObj>
              </mc:Choice>
              <mc:Fallback>
                <p:oleObj name="Equation" r:id="rId9" imgW="1790640" imgH="698400" progId="Equation.DSMT4">
                  <p:embed/>
                  <p:pic>
                    <p:nvPicPr>
                      <p:cNvPr id="104456"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16275" y="1785938"/>
                        <a:ext cx="2141538" cy="9794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58" name="Object 10"/>
          <p:cNvGraphicFramePr>
            <a:graphicFrameLocks noChangeAspect="1"/>
          </p:cNvGraphicFramePr>
          <p:nvPr/>
        </p:nvGraphicFramePr>
        <p:xfrm>
          <a:off x="6048402" y="1928802"/>
          <a:ext cx="2381250" cy="369887"/>
        </p:xfrm>
        <a:graphic>
          <a:graphicData uri="http://schemas.openxmlformats.org/presentationml/2006/ole">
            <mc:AlternateContent xmlns:mc="http://schemas.openxmlformats.org/markup-compatibility/2006">
              <mc:Choice xmlns:v="urn:schemas-microsoft-com:vml" Requires="v">
                <p:oleObj name="Equation" r:id="rId11" imgW="1384200" imgH="215640" progId="Equation.DSMT4">
                  <p:embed/>
                </p:oleObj>
              </mc:Choice>
              <mc:Fallback>
                <p:oleObj name="Equation" r:id="rId11" imgW="1384200" imgH="215640" progId="Equation.DSMT4">
                  <p:embed/>
                  <p:pic>
                    <p:nvPicPr>
                      <p:cNvPr id="104458"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48402" y="1928802"/>
                        <a:ext cx="2381250" cy="3698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59" name="Object 11"/>
          <p:cNvGraphicFramePr>
            <a:graphicFrameLocks noChangeAspect="1"/>
          </p:cNvGraphicFramePr>
          <p:nvPr/>
        </p:nvGraphicFramePr>
        <p:xfrm>
          <a:off x="-32" y="3071813"/>
          <a:ext cx="3527423" cy="785812"/>
        </p:xfrm>
        <a:graphic>
          <a:graphicData uri="http://schemas.openxmlformats.org/presentationml/2006/ole">
            <mc:AlternateContent xmlns:mc="http://schemas.openxmlformats.org/markup-compatibility/2006">
              <mc:Choice xmlns:v="urn:schemas-microsoft-com:vml" Requires="v">
                <p:oleObj name="Equation" r:id="rId13" imgW="2273040" imgH="507960" progId="Equation.DSMT4">
                  <p:embed/>
                </p:oleObj>
              </mc:Choice>
              <mc:Fallback>
                <p:oleObj name="Equation" r:id="rId13" imgW="2273040" imgH="507960" progId="Equation.DSMT4">
                  <p:embed/>
                  <p:pic>
                    <p:nvPicPr>
                      <p:cNvPr id="104459" name="Object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 y="3071813"/>
                        <a:ext cx="3527423" cy="7858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0" name="Object 12"/>
          <p:cNvGraphicFramePr>
            <a:graphicFrameLocks noChangeAspect="1"/>
          </p:cNvGraphicFramePr>
          <p:nvPr/>
        </p:nvGraphicFramePr>
        <p:xfrm>
          <a:off x="142844" y="4000504"/>
          <a:ext cx="1374775" cy="357187"/>
        </p:xfrm>
        <a:graphic>
          <a:graphicData uri="http://schemas.openxmlformats.org/presentationml/2006/ole">
            <mc:AlternateContent xmlns:mc="http://schemas.openxmlformats.org/markup-compatibility/2006">
              <mc:Choice xmlns:v="urn:schemas-microsoft-com:vml" Requires="v">
                <p:oleObj name="Equation" r:id="rId15" imgW="990360" imgH="253800" progId="Equation.DSMT4">
                  <p:embed/>
                </p:oleObj>
              </mc:Choice>
              <mc:Fallback>
                <p:oleObj name="Equation" r:id="rId15" imgW="990360" imgH="253800" progId="Equation.DSMT4">
                  <p:embed/>
                  <p:pic>
                    <p:nvPicPr>
                      <p:cNvPr id="104460" name="Object 1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2844" y="4000504"/>
                        <a:ext cx="1374775"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1" name="Object 13"/>
          <p:cNvGraphicFramePr>
            <a:graphicFrameLocks noChangeAspect="1"/>
          </p:cNvGraphicFramePr>
          <p:nvPr/>
        </p:nvGraphicFramePr>
        <p:xfrm>
          <a:off x="1522368" y="3857628"/>
          <a:ext cx="1236663" cy="573087"/>
        </p:xfrm>
        <a:graphic>
          <a:graphicData uri="http://schemas.openxmlformats.org/presentationml/2006/ole">
            <mc:AlternateContent xmlns:mc="http://schemas.openxmlformats.org/markup-compatibility/2006">
              <mc:Choice xmlns:v="urn:schemas-microsoft-com:vml" Requires="v">
                <p:oleObj name="Equation" r:id="rId17" imgW="1002960" imgH="406080" progId="Equation.DSMT4">
                  <p:embed/>
                </p:oleObj>
              </mc:Choice>
              <mc:Fallback>
                <p:oleObj name="Equation" r:id="rId17" imgW="1002960" imgH="406080" progId="Equation.DSMT4">
                  <p:embed/>
                  <p:pic>
                    <p:nvPicPr>
                      <p:cNvPr id="104461" name="Object 1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22368" y="3857628"/>
                        <a:ext cx="1236663" cy="5730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2" name="Object 14"/>
          <p:cNvGraphicFramePr>
            <a:graphicFrameLocks noChangeAspect="1"/>
          </p:cNvGraphicFramePr>
          <p:nvPr/>
        </p:nvGraphicFramePr>
        <p:xfrm>
          <a:off x="1343025" y="4429125"/>
          <a:ext cx="2424113" cy="296863"/>
        </p:xfrm>
        <a:graphic>
          <a:graphicData uri="http://schemas.openxmlformats.org/presentationml/2006/ole">
            <mc:AlternateContent xmlns:mc="http://schemas.openxmlformats.org/markup-compatibility/2006">
              <mc:Choice xmlns:v="urn:schemas-microsoft-com:vml" Requires="v">
                <p:oleObj name="Equation" r:id="rId19" imgW="1752480" imgH="215640" progId="Equation.DSMT4">
                  <p:embed/>
                </p:oleObj>
              </mc:Choice>
              <mc:Fallback>
                <p:oleObj name="Equation" r:id="rId19" imgW="1752480" imgH="215640" progId="Equation.DSMT4">
                  <p:embed/>
                  <p:pic>
                    <p:nvPicPr>
                      <p:cNvPr id="104462" name="Object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43025" y="4429125"/>
                        <a:ext cx="2424113" cy="296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3" name="Object 15"/>
          <p:cNvGraphicFramePr>
            <a:graphicFrameLocks noChangeAspect="1"/>
          </p:cNvGraphicFramePr>
          <p:nvPr/>
        </p:nvGraphicFramePr>
        <p:xfrm>
          <a:off x="3929058" y="3954452"/>
          <a:ext cx="760176" cy="1189060"/>
        </p:xfrm>
        <a:graphic>
          <a:graphicData uri="http://schemas.openxmlformats.org/presentationml/2006/ole">
            <mc:AlternateContent xmlns:mc="http://schemas.openxmlformats.org/markup-compatibility/2006">
              <mc:Choice xmlns:v="urn:schemas-microsoft-com:vml" Requires="v">
                <p:oleObj name="Equation" r:id="rId21" imgW="711000" imgH="914400" progId="Equation.DSMT4">
                  <p:embed/>
                </p:oleObj>
              </mc:Choice>
              <mc:Fallback>
                <p:oleObj name="Equation" r:id="rId21" imgW="711000" imgH="914400" progId="Equation.DSMT4">
                  <p:embed/>
                  <p:pic>
                    <p:nvPicPr>
                      <p:cNvPr id="104463" name="Object 1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929058" y="3954452"/>
                        <a:ext cx="760176" cy="118906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4" name="Object 16"/>
          <p:cNvGraphicFramePr>
            <a:graphicFrameLocks noChangeAspect="1"/>
          </p:cNvGraphicFramePr>
          <p:nvPr/>
        </p:nvGraphicFramePr>
        <p:xfrm>
          <a:off x="-32" y="4757738"/>
          <a:ext cx="3349625" cy="814387"/>
        </p:xfrm>
        <a:graphic>
          <a:graphicData uri="http://schemas.openxmlformats.org/presentationml/2006/ole">
            <mc:AlternateContent xmlns:mc="http://schemas.openxmlformats.org/markup-compatibility/2006">
              <mc:Choice xmlns:v="urn:schemas-microsoft-com:vml" Requires="v">
                <p:oleObj name="Equation" r:id="rId23" imgW="1981080" imgH="507960" progId="Equation.DSMT4">
                  <p:embed/>
                </p:oleObj>
              </mc:Choice>
              <mc:Fallback>
                <p:oleObj name="Equation" r:id="rId23" imgW="1981080" imgH="507960" progId="Equation.DSMT4">
                  <p:embed/>
                  <p:pic>
                    <p:nvPicPr>
                      <p:cNvPr id="104464" name="Object 1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2" y="4757738"/>
                        <a:ext cx="3349625" cy="8143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5" name="Object 17"/>
          <p:cNvGraphicFramePr>
            <a:graphicFrameLocks noChangeAspect="1"/>
          </p:cNvGraphicFramePr>
          <p:nvPr/>
        </p:nvGraphicFramePr>
        <p:xfrm>
          <a:off x="71406" y="5572125"/>
          <a:ext cx="1862137" cy="752475"/>
        </p:xfrm>
        <a:graphic>
          <a:graphicData uri="http://schemas.openxmlformats.org/presentationml/2006/ole">
            <mc:AlternateContent xmlns:mc="http://schemas.openxmlformats.org/markup-compatibility/2006">
              <mc:Choice xmlns:v="urn:schemas-microsoft-com:vml" Requires="v">
                <p:oleObj name="Equation" r:id="rId25" imgW="1218960" imgH="507960" progId="Equation.DSMT4">
                  <p:embed/>
                </p:oleObj>
              </mc:Choice>
              <mc:Fallback>
                <p:oleObj name="Equation" r:id="rId25" imgW="1218960" imgH="507960" progId="Equation.DSMT4">
                  <p:embed/>
                  <p:pic>
                    <p:nvPicPr>
                      <p:cNvPr id="104465" name="Object 17"/>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1406" y="5572125"/>
                        <a:ext cx="1862137" cy="752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6" name="Object 18"/>
          <p:cNvGraphicFramePr>
            <a:graphicFrameLocks noChangeAspect="1"/>
          </p:cNvGraphicFramePr>
          <p:nvPr/>
        </p:nvGraphicFramePr>
        <p:xfrm>
          <a:off x="1928794" y="5572140"/>
          <a:ext cx="1843028" cy="751882"/>
        </p:xfrm>
        <a:graphic>
          <a:graphicData uri="http://schemas.openxmlformats.org/presentationml/2006/ole">
            <mc:AlternateContent xmlns:mc="http://schemas.openxmlformats.org/markup-compatibility/2006">
              <mc:Choice xmlns:v="urn:schemas-microsoft-com:vml" Requires="v">
                <p:oleObj name="Equation" r:id="rId27" imgW="1206360" imgH="507960" progId="Equation.DSMT4">
                  <p:embed/>
                </p:oleObj>
              </mc:Choice>
              <mc:Fallback>
                <p:oleObj name="Equation" r:id="rId27" imgW="1206360" imgH="507960" progId="Equation.DSMT4">
                  <p:embed/>
                  <p:pic>
                    <p:nvPicPr>
                      <p:cNvPr id="104466" name="Object 18"/>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928794" y="5572140"/>
                        <a:ext cx="1843028" cy="75188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7" name="Object 19"/>
          <p:cNvGraphicFramePr>
            <a:graphicFrameLocks noChangeAspect="1"/>
          </p:cNvGraphicFramePr>
          <p:nvPr/>
        </p:nvGraphicFramePr>
        <p:xfrm>
          <a:off x="2112963" y="6357938"/>
          <a:ext cx="1727200" cy="319087"/>
        </p:xfrm>
        <a:graphic>
          <a:graphicData uri="http://schemas.openxmlformats.org/presentationml/2006/ole">
            <mc:AlternateContent xmlns:mc="http://schemas.openxmlformats.org/markup-compatibility/2006">
              <mc:Choice xmlns:v="urn:schemas-microsoft-com:vml" Requires="v">
                <p:oleObj name="Equation" r:id="rId29" imgW="1130040" imgH="215640" progId="Equation.DSMT4">
                  <p:embed/>
                </p:oleObj>
              </mc:Choice>
              <mc:Fallback>
                <p:oleObj name="Equation" r:id="rId29" imgW="1130040" imgH="215640" progId="Equation.DSMT4">
                  <p:embed/>
                  <p:pic>
                    <p:nvPicPr>
                      <p:cNvPr id="104467" name="Object 19"/>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112963" y="6357938"/>
                        <a:ext cx="1727200" cy="3190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8" name="Object 20"/>
          <p:cNvGraphicFramePr>
            <a:graphicFrameLocks noChangeAspect="1"/>
          </p:cNvGraphicFramePr>
          <p:nvPr/>
        </p:nvGraphicFramePr>
        <p:xfrm>
          <a:off x="3857620" y="5572125"/>
          <a:ext cx="915988" cy="1285875"/>
        </p:xfrm>
        <a:graphic>
          <a:graphicData uri="http://schemas.openxmlformats.org/presentationml/2006/ole">
            <mc:AlternateContent xmlns:mc="http://schemas.openxmlformats.org/markup-compatibility/2006">
              <mc:Choice xmlns:v="urn:schemas-microsoft-com:vml" Requires="v">
                <p:oleObj name="Equation" r:id="rId31" imgW="660240" imgH="927000" progId="Equation.DSMT4">
                  <p:embed/>
                </p:oleObj>
              </mc:Choice>
              <mc:Fallback>
                <p:oleObj name="Equation" r:id="rId31" imgW="660240" imgH="927000" progId="Equation.DSMT4">
                  <p:embed/>
                  <p:pic>
                    <p:nvPicPr>
                      <p:cNvPr id="104468" name="Object 20"/>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857620" y="5572125"/>
                        <a:ext cx="915988" cy="1285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69" name="Object 21"/>
          <p:cNvGraphicFramePr>
            <a:graphicFrameLocks noChangeAspect="1"/>
          </p:cNvGraphicFramePr>
          <p:nvPr/>
        </p:nvGraphicFramePr>
        <p:xfrm>
          <a:off x="5000628" y="3071810"/>
          <a:ext cx="1892098" cy="288926"/>
        </p:xfrm>
        <a:graphic>
          <a:graphicData uri="http://schemas.openxmlformats.org/presentationml/2006/ole">
            <mc:AlternateContent xmlns:mc="http://schemas.openxmlformats.org/markup-compatibility/2006">
              <mc:Choice xmlns:v="urn:schemas-microsoft-com:vml" Requires="v">
                <p:oleObj name="Equation" r:id="rId33" imgW="1168200" imgH="203040" progId="Equation.DSMT4">
                  <p:embed/>
                </p:oleObj>
              </mc:Choice>
              <mc:Fallback>
                <p:oleObj name="Equation" r:id="rId33" imgW="1168200" imgH="203040" progId="Equation.DSMT4">
                  <p:embed/>
                  <p:pic>
                    <p:nvPicPr>
                      <p:cNvPr id="104469" name="Object 2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000628" y="3071810"/>
                        <a:ext cx="1892098" cy="28892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4470" name="Object 22"/>
          <p:cNvGraphicFramePr>
            <a:graphicFrameLocks noChangeAspect="1"/>
          </p:cNvGraphicFramePr>
          <p:nvPr/>
        </p:nvGraphicFramePr>
        <p:xfrm>
          <a:off x="5699148" y="4286250"/>
          <a:ext cx="1627188" cy="1212850"/>
        </p:xfrm>
        <a:graphic>
          <a:graphicData uri="http://schemas.openxmlformats.org/presentationml/2006/ole">
            <mc:AlternateContent xmlns:mc="http://schemas.openxmlformats.org/markup-compatibility/2006">
              <mc:Choice xmlns:v="urn:schemas-microsoft-com:vml" Requires="v">
                <p:oleObj name="Equation" r:id="rId35" imgW="1244520" imgH="927000" progId="Equation.DSMT4">
                  <p:embed/>
                </p:oleObj>
              </mc:Choice>
              <mc:Fallback>
                <p:oleObj name="Equation" r:id="rId35" imgW="1244520" imgH="927000" progId="Equation.DSMT4">
                  <p:embed/>
                  <p:pic>
                    <p:nvPicPr>
                      <p:cNvPr id="104470" name="Object 22"/>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5699148" y="4286250"/>
                        <a:ext cx="1627188" cy="1212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Line 25"/>
          <p:cNvSpPr>
            <a:spLocks noChangeShapeType="1"/>
          </p:cNvSpPr>
          <p:nvPr/>
        </p:nvSpPr>
        <p:spPr bwMode="auto">
          <a:xfrm>
            <a:off x="0" y="1285860"/>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23" name="Object 20"/>
          <p:cNvGraphicFramePr>
            <a:graphicFrameLocks noChangeAspect="1"/>
          </p:cNvGraphicFramePr>
          <p:nvPr/>
        </p:nvGraphicFramePr>
        <p:xfrm>
          <a:off x="4857752" y="5572125"/>
          <a:ext cx="1004888" cy="1285875"/>
        </p:xfrm>
        <a:graphic>
          <a:graphicData uri="http://schemas.openxmlformats.org/presentationml/2006/ole">
            <mc:AlternateContent xmlns:mc="http://schemas.openxmlformats.org/markup-compatibility/2006">
              <mc:Choice xmlns:v="urn:schemas-microsoft-com:vml" Requires="v">
                <p:oleObj name="Equation" r:id="rId37" imgW="723600" imgH="927000" progId="Equation.DSMT4">
                  <p:embed/>
                </p:oleObj>
              </mc:Choice>
              <mc:Fallback>
                <p:oleObj name="Equation" r:id="rId37" imgW="723600" imgH="927000" progId="Equation.DSMT4">
                  <p:embed/>
                  <p:pic>
                    <p:nvPicPr>
                      <p:cNvPr id="23" name="Object 20"/>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4857752" y="5572125"/>
                        <a:ext cx="1004888" cy="1285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10"/>
          <p:cNvGraphicFramePr>
            <a:graphicFrameLocks noChangeAspect="1"/>
          </p:cNvGraphicFramePr>
          <p:nvPr/>
        </p:nvGraphicFramePr>
        <p:xfrm>
          <a:off x="6072188" y="2349500"/>
          <a:ext cx="1660525" cy="371475"/>
        </p:xfrm>
        <a:graphic>
          <a:graphicData uri="http://schemas.openxmlformats.org/presentationml/2006/ole">
            <mc:AlternateContent xmlns:mc="http://schemas.openxmlformats.org/markup-compatibility/2006">
              <mc:Choice xmlns:v="urn:schemas-microsoft-com:vml" Requires="v">
                <p:oleObj name="Equation" r:id="rId39" imgW="965160" imgH="215640" progId="Equation.DSMT4">
                  <p:embed/>
                </p:oleObj>
              </mc:Choice>
              <mc:Fallback>
                <p:oleObj name="Equation" r:id="rId39" imgW="965160" imgH="215640" progId="Equation.DSMT4">
                  <p:embed/>
                  <p:pic>
                    <p:nvPicPr>
                      <p:cNvPr id="24" name="Object 10"/>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072188" y="2349500"/>
                        <a:ext cx="1660525" cy="371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22"/>
          <p:cNvGraphicFramePr>
            <a:graphicFrameLocks noChangeAspect="1"/>
          </p:cNvGraphicFramePr>
          <p:nvPr/>
        </p:nvGraphicFramePr>
        <p:xfrm>
          <a:off x="5192745" y="3357562"/>
          <a:ext cx="3951287" cy="1295400"/>
        </p:xfrm>
        <a:graphic>
          <a:graphicData uri="http://schemas.openxmlformats.org/presentationml/2006/ole">
            <mc:AlternateContent xmlns:mc="http://schemas.openxmlformats.org/markup-compatibility/2006">
              <mc:Choice xmlns:v="urn:schemas-microsoft-com:vml" Requires="v">
                <p:oleObj name="Equation" r:id="rId41" imgW="3022560" imgH="990360" progId="Equation.DSMT4">
                  <p:embed/>
                </p:oleObj>
              </mc:Choice>
              <mc:Fallback>
                <p:oleObj name="Equation" r:id="rId41" imgW="3022560" imgH="990360" progId="Equation.DSMT4">
                  <p:embed/>
                  <p:pic>
                    <p:nvPicPr>
                      <p:cNvPr id="25" name="Object 22"/>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5192745" y="3357562"/>
                        <a:ext cx="3951287" cy="1295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33238" name="Object 22"/>
          <p:cNvGraphicFramePr>
            <a:graphicFrameLocks noChangeAspect="1"/>
          </p:cNvGraphicFramePr>
          <p:nvPr/>
        </p:nvGraphicFramePr>
        <p:xfrm>
          <a:off x="4357686" y="4000504"/>
          <a:ext cx="285752" cy="1111258"/>
        </p:xfrm>
        <a:graphic>
          <a:graphicData uri="http://schemas.openxmlformats.org/presentationml/2006/ole">
            <mc:AlternateContent xmlns:mc="http://schemas.openxmlformats.org/markup-compatibility/2006">
              <mc:Choice xmlns:v="urn:schemas-microsoft-com:vml" Requires="v">
                <p:oleObj name="Equation" r:id="rId43" imgW="228600" imgH="888840" progId="Equation.DSMT4">
                  <p:embed/>
                </p:oleObj>
              </mc:Choice>
              <mc:Fallback>
                <p:oleObj name="Equation" r:id="rId43" imgW="228600" imgH="888840" progId="Equation.DSMT4">
                  <p:embed/>
                  <p:pic>
                    <p:nvPicPr>
                      <p:cNvPr id="1033238" name="Object 22"/>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4357686" y="4000504"/>
                        <a:ext cx="285752" cy="1111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 name="Rectangle 35"/>
          <p:cNvSpPr>
            <a:spLocks noChangeArrowheads="1"/>
          </p:cNvSpPr>
          <p:nvPr/>
        </p:nvSpPr>
        <p:spPr bwMode="auto">
          <a:xfrm>
            <a:off x="4857752" y="1785926"/>
            <a:ext cx="357190" cy="1000132"/>
          </a:xfrm>
          <a:prstGeom prst="rect">
            <a:avLst/>
          </a:prstGeom>
          <a:solidFill>
            <a:schemeClr val="bg1"/>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sp>
        <p:nvSpPr>
          <p:cNvPr id="28" name="Rectangle 35"/>
          <p:cNvSpPr>
            <a:spLocks noChangeArrowheads="1"/>
          </p:cNvSpPr>
          <p:nvPr/>
        </p:nvSpPr>
        <p:spPr bwMode="auto">
          <a:xfrm>
            <a:off x="3929058" y="1785926"/>
            <a:ext cx="285752" cy="1000132"/>
          </a:xfrm>
          <a:prstGeom prst="rect">
            <a:avLst/>
          </a:prstGeom>
          <a:solidFill>
            <a:schemeClr val="bg1"/>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sp>
        <p:nvSpPr>
          <p:cNvPr id="29" name="Rectangle 35"/>
          <p:cNvSpPr>
            <a:spLocks noChangeArrowheads="1"/>
          </p:cNvSpPr>
          <p:nvPr/>
        </p:nvSpPr>
        <p:spPr bwMode="auto">
          <a:xfrm>
            <a:off x="4572000" y="1785926"/>
            <a:ext cx="285752" cy="1000132"/>
          </a:xfrm>
          <a:prstGeom prst="rect">
            <a:avLst/>
          </a:prstGeom>
          <a:solidFill>
            <a:schemeClr val="bg1"/>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30" name="Object 22"/>
          <p:cNvGraphicFramePr>
            <a:graphicFrameLocks noChangeAspect="1"/>
          </p:cNvGraphicFramePr>
          <p:nvPr/>
        </p:nvGraphicFramePr>
        <p:xfrm>
          <a:off x="7326336" y="4286250"/>
          <a:ext cx="531812" cy="1212850"/>
        </p:xfrm>
        <a:graphic>
          <a:graphicData uri="http://schemas.openxmlformats.org/presentationml/2006/ole">
            <mc:AlternateContent xmlns:mc="http://schemas.openxmlformats.org/markup-compatibility/2006">
              <mc:Choice xmlns:v="urn:schemas-microsoft-com:vml" Requires="v">
                <p:oleObj name="Equation" r:id="rId45" imgW="406080" imgH="927000" progId="Equation.DSMT4">
                  <p:embed/>
                </p:oleObj>
              </mc:Choice>
              <mc:Fallback>
                <p:oleObj name="Equation" r:id="rId45" imgW="406080" imgH="927000" progId="Equation.DSMT4">
                  <p:embed/>
                  <p:pic>
                    <p:nvPicPr>
                      <p:cNvPr id="30" name="Object 22"/>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326336" y="4286250"/>
                        <a:ext cx="531812" cy="1212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28"/>
          <p:cNvSpPr txBox="1">
            <a:spLocks noChangeArrowheads="1"/>
          </p:cNvSpPr>
          <p:nvPr/>
        </p:nvSpPr>
        <p:spPr bwMode="auto">
          <a:xfrm>
            <a:off x="4143372" y="2677769"/>
            <a:ext cx="5000628" cy="4108817"/>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AX=b</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的求解过程：</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1、</a:t>
            </a:r>
            <a:r>
              <a:rPr kumimoji="1" lang="zh-CN" alt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增广阵化为行最简阵</a:t>
            </a:r>
            <a:endPar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确定可解变量个数</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和自由变量个数</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n-r</a:t>
            </a:r>
            <a:endPar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构造通解的基本形式，等待填充</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2、</a:t>
            </a:r>
            <a:r>
              <a:rPr kumimoji="1" lang="zh-CN" alt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填充  </a:t>
            </a:r>
            <a:r>
              <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AX=O  </a:t>
            </a:r>
            <a:r>
              <a:rPr kumimoji="1" lang="zh-CN" alt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  通解</a:t>
            </a:r>
            <a:endPar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自由变量对应分量，填入单位列向量</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可解变量对应分量，填入本列坐标的相反数</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3、</a:t>
            </a:r>
            <a:r>
              <a:rPr kumimoji="1" lang="zh-CN" alt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填充  </a:t>
            </a:r>
            <a:r>
              <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AX=b  </a:t>
            </a:r>
            <a:r>
              <a:rPr kumimoji="1" lang="zh-CN" alt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  一个  特解</a:t>
            </a:r>
            <a:endParaRPr kumimoji="1" lang="en-US" altLang="zh-CN"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自由变量对应分量，全部填入</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p>
          <a:p>
            <a:pPr marL="342900" marR="0" lvl="0" indent="-342900" algn="l" defTabSz="914400" rtl="0" eaLnBrk="1" fontAlgn="base" latinLnBrk="0" hangingPunct="1">
              <a:lnSpc>
                <a:spcPct val="100000"/>
              </a:lnSpc>
              <a:spcBef>
                <a:spcPct val="50000"/>
              </a:spcBef>
              <a:spcAft>
                <a:spcPct val="0"/>
              </a:spcAft>
              <a:buClrTx/>
              <a:buSzTx/>
              <a:buFont typeface="+mj-ea"/>
              <a:buAutoNum type="circleNumDbPlain"/>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可解变量对应分量，填入</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b</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列坐标</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pSp>
        <p:nvGrpSpPr>
          <p:cNvPr id="35" name="组合 34"/>
          <p:cNvGrpSpPr/>
          <p:nvPr/>
        </p:nvGrpSpPr>
        <p:grpSpPr>
          <a:xfrm>
            <a:off x="2786050" y="3071810"/>
            <a:ext cx="6357950" cy="2446824"/>
            <a:chOff x="2786050" y="3071810"/>
            <a:chExt cx="6357950" cy="2446824"/>
          </a:xfrm>
        </p:grpSpPr>
        <p:sp>
          <p:nvSpPr>
            <p:cNvPr id="33" name="Text Box 28"/>
            <p:cNvSpPr txBox="1">
              <a:spLocks noChangeArrowheads="1"/>
            </p:cNvSpPr>
            <p:nvPr/>
          </p:nvSpPr>
          <p:spPr bwMode="auto">
            <a:xfrm>
              <a:off x="2786050" y="3071810"/>
              <a:ext cx="1357322" cy="2446824"/>
            </a:xfrm>
            <a:prstGeom prst="rect">
              <a:avLst/>
            </a:prstGeom>
            <a:solidFill>
              <a:srgbClr val="FF00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齐次方程组</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AX=O</a:t>
              </a: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的求解过程</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34" name="矩形 33"/>
            <p:cNvSpPr/>
            <p:nvPr/>
          </p:nvSpPr>
          <p:spPr bwMode="auto">
            <a:xfrm>
              <a:off x="2786050" y="3071810"/>
              <a:ext cx="6357950" cy="2428892"/>
            </a:xfrm>
            <a:prstGeom prst="rect">
              <a:avLst/>
            </a:prstGeom>
            <a:noFill/>
            <a:ln w="38100"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800" b="1" i="0" u="none" strike="noStrike" kern="1200" cap="none" spc="0" normalizeH="0" baseline="0" noProof="0">
                <a:ln>
                  <a:noFill/>
                </a:ln>
                <a:solidFill>
                  <a:srgbClr val="000000"/>
                </a:solidFill>
                <a:effectLst/>
                <a:uLnTx/>
                <a:uFillTx/>
                <a:latin typeface="Times New Roman" pitchFamily="18" charset="0"/>
                <a:ea typeface="宋体" charset="-122"/>
                <a:cs typeface="+mn-cs"/>
              </a:endParaRPr>
            </a:p>
          </p:txBody>
        </p:sp>
      </p:gr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4453"/>
                                        </p:tgtEl>
                                        <p:attrNameLst>
                                          <p:attrName>style.visibility</p:attrName>
                                        </p:attrNameLst>
                                      </p:cBhvr>
                                      <p:to>
                                        <p:strVal val="visible"/>
                                      </p:to>
                                    </p:set>
                                    <p:animEffect transition="in" filter="wipe(left)">
                                      <p:cBhvr>
                                        <p:cTn id="7" dur="500"/>
                                        <p:tgtEl>
                                          <p:spTgt spid="104453"/>
                                        </p:tgtEl>
                                      </p:cBhvr>
                                    </p:animEffect>
                                  </p:childTnLst>
                                </p:cTn>
                              </p:par>
                              <p:par>
                                <p:cTn id="8" presetID="22" presetClass="entr" presetSubtype="8" fill="hold" nodeType="withEffect">
                                  <p:stCondLst>
                                    <p:cond delay="0"/>
                                  </p:stCondLst>
                                  <p:childTnLst>
                                    <p:set>
                                      <p:cBhvr>
                                        <p:cTn id="9" dur="1" fill="hold">
                                          <p:stCondLst>
                                            <p:cond delay="0"/>
                                          </p:stCondLst>
                                        </p:cTn>
                                        <p:tgtEl>
                                          <p:spTgt spid="104454"/>
                                        </p:tgtEl>
                                        <p:attrNameLst>
                                          <p:attrName>style.visibility</p:attrName>
                                        </p:attrNameLst>
                                      </p:cBhvr>
                                      <p:to>
                                        <p:strVal val="visible"/>
                                      </p:to>
                                    </p:set>
                                    <p:animEffect transition="in" filter="wipe(left)">
                                      <p:cBhvr>
                                        <p:cTn id="10" dur="500"/>
                                        <p:tgtEl>
                                          <p:spTgt spid="1044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04455"/>
                                        </p:tgtEl>
                                        <p:attrNameLst>
                                          <p:attrName>style.visibility</p:attrName>
                                        </p:attrNameLst>
                                      </p:cBhvr>
                                      <p:to>
                                        <p:strVal val="visible"/>
                                      </p:to>
                                    </p:set>
                                    <p:animEffect transition="in" filter="wipe(left)">
                                      <p:cBhvr>
                                        <p:cTn id="15" dur="500"/>
                                        <p:tgtEl>
                                          <p:spTgt spid="10445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04456"/>
                                        </p:tgtEl>
                                        <p:attrNameLst>
                                          <p:attrName>style.visibility</p:attrName>
                                        </p:attrNameLst>
                                      </p:cBhvr>
                                      <p:to>
                                        <p:strVal val="visible"/>
                                      </p:to>
                                    </p:set>
                                    <p:animEffect transition="in" filter="wipe(left)">
                                      <p:cBhvr>
                                        <p:cTn id="20" dur="500"/>
                                        <p:tgtEl>
                                          <p:spTgt spid="10445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04458"/>
                                        </p:tgtEl>
                                        <p:attrNameLst>
                                          <p:attrName>style.visibility</p:attrName>
                                        </p:attrNameLst>
                                      </p:cBhvr>
                                      <p:to>
                                        <p:strVal val="visible"/>
                                      </p:to>
                                    </p:set>
                                    <p:animEffect transition="in" filter="wipe(left)">
                                      <p:cBhvr>
                                        <p:cTn id="25" dur="500"/>
                                        <p:tgtEl>
                                          <p:spTgt spid="104458"/>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wipe(left)">
                                      <p:cBhvr>
                                        <p:cTn id="35" dur="500"/>
                                        <p:tgtEl>
                                          <p:spTgt spid="31"/>
                                        </p:tgtEl>
                                      </p:cBhvr>
                                    </p:animEffect>
                                  </p:childTnLst>
                                </p:cTn>
                              </p:par>
                              <p:par>
                                <p:cTn id="36" presetID="22" presetClass="entr" presetSubtype="8" fill="hold" nodeType="withEffect">
                                  <p:stCondLst>
                                    <p:cond delay="0"/>
                                  </p:stCondLst>
                                  <p:childTnLst>
                                    <p:set>
                                      <p:cBhvr>
                                        <p:cTn id="37" dur="1" fill="hold">
                                          <p:stCondLst>
                                            <p:cond delay="0"/>
                                          </p:stCondLst>
                                        </p:cTn>
                                        <p:tgtEl>
                                          <p:spTgt spid="104469"/>
                                        </p:tgtEl>
                                        <p:attrNameLst>
                                          <p:attrName>style.visibility</p:attrName>
                                        </p:attrNameLst>
                                      </p:cBhvr>
                                      <p:to>
                                        <p:strVal val="visible"/>
                                      </p:to>
                                    </p:set>
                                    <p:animEffect transition="in" filter="wipe(left)">
                                      <p:cBhvr>
                                        <p:cTn id="38" dur="500"/>
                                        <p:tgtEl>
                                          <p:spTgt spid="104469"/>
                                        </p:tgtEl>
                                      </p:cBhvr>
                                    </p:animEffect>
                                  </p:childTnLst>
                                </p:cTn>
                              </p:par>
                            </p:childTnLst>
                          </p:cTn>
                        </p:par>
                        <p:par>
                          <p:cTn id="39" fill="hold">
                            <p:stCondLst>
                              <p:cond delay="500"/>
                            </p:stCondLst>
                            <p:childTnLst>
                              <p:par>
                                <p:cTn id="40" presetID="22" presetClass="entr" presetSubtype="8" fill="hold" nodeType="after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wipe(left)">
                                      <p:cBhvr>
                                        <p:cTn id="42" dur="500"/>
                                        <p:tgtEl>
                                          <p:spTgt spid="2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04459"/>
                                        </p:tgtEl>
                                        <p:attrNameLst>
                                          <p:attrName>style.visibility</p:attrName>
                                        </p:attrNameLst>
                                      </p:cBhvr>
                                      <p:to>
                                        <p:strVal val="visible"/>
                                      </p:to>
                                    </p:set>
                                    <p:animEffect transition="in" filter="wipe(left)">
                                      <p:cBhvr>
                                        <p:cTn id="47" dur="500"/>
                                        <p:tgtEl>
                                          <p:spTgt spid="104459"/>
                                        </p:tgtEl>
                                      </p:cBhvr>
                                    </p:animEffect>
                                  </p:childTnLst>
                                </p:cTn>
                              </p:par>
                              <p:par>
                                <p:cTn id="48" presetID="22" presetClass="entr" presetSubtype="8" fill="hold" nodeType="withEffect">
                                  <p:stCondLst>
                                    <p:cond delay="0"/>
                                  </p:stCondLst>
                                  <p:childTnLst>
                                    <p:set>
                                      <p:cBhvr>
                                        <p:cTn id="49" dur="1" fill="hold">
                                          <p:stCondLst>
                                            <p:cond delay="0"/>
                                          </p:stCondLst>
                                        </p:cTn>
                                        <p:tgtEl>
                                          <p:spTgt spid="104464"/>
                                        </p:tgtEl>
                                        <p:attrNameLst>
                                          <p:attrName>style.visibility</p:attrName>
                                        </p:attrNameLst>
                                      </p:cBhvr>
                                      <p:to>
                                        <p:strVal val="visible"/>
                                      </p:to>
                                    </p:set>
                                    <p:animEffect transition="in" filter="wipe(left)">
                                      <p:cBhvr>
                                        <p:cTn id="50" dur="500"/>
                                        <p:tgtEl>
                                          <p:spTgt spid="104464"/>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up)">
                                      <p:cBhvr>
                                        <p:cTn id="55" dur="500"/>
                                        <p:tgtEl>
                                          <p:spTgt spid="27"/>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04465"/>
                                        </p:tgtEl>
                                        <p:attrNameLst>
                                          <p:attrName>style.visibility</p:attrName>
                                        </p:attrNameLst>
                                      </p:cBhvr>
                                      <p:to>
                                        <p:strVal val="visible"/>
                                      </p:to>
                                    </p:set>
                                    <p:animEffect transition="in" filter="wipe(left)">
                                      <p:cBhvr>
                                        <p:cTn id="60" dur="500"/>
                                        <p:tgtEl>
                                          <p:spTgt spid="104465"/>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104466"/>
                                        </p:tgtEl>
                                        <p:attrNameLst>
                                          <p:attrName>style.visibility</p:attrName>
                                        </p:attrNameLst>
                                      </p:cBhvr>
                                      <p:to>
                                        <p:strVal val="visible"/>
                                      </p:to>
                                    </p:set>
                                    <p:animEffect transition="in" filter="wipe(left)">
                                      <p:cBhvr>
                                        <p:cTn id="65" dur="500"/>
                                        <p:tgtEl>
                                          <p:spTgt spid="104466"/>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104467"/>
                                        </p:tgtEl>
                                        <p:attrNameLst>
                                          <p:attrName>style.visibility</p:attrName>
                                        </p:attrNameLst>
                                      </p:cBhvr>
                                      <p:to>
                                        <p:strVal val="visible"/>
                                      </p:to>
                                    </p:set>
                                    <p:animEffect transition="in" filter="wipe(left)">
                                      <p:cBhvr>
                                        <p:cTn id="70" dur="500"/>
                                        <p:tgtEl>
                                          <p:spTgt spid="104467"/>
                                        </p:tgtEl>
                                      </p:cBhvr>
                                    </p:animEffect>
                                  </p:childTnLst>
                                </p:cTn>
                              </p:par>
                              <p:par>
                                <p:cTn id="71" presetID="22" presetClass="entr" presetSubtype="8" fill="hold" nodeType="withEffect">
                                  <p:stCondLst>
                                    <p:cond delay="0"/>
                                  </p:stCondLst>
                                  <p:childTnLst>
                                    <p:set>
                                      <p:cBhvr>
                                        <p:cTn id="72" dur="1" fill="hold">
                                          <p:stCondLst>
                                            <p:cond delay="0"/>
                                          </p:stCondLst>
                                        </p:cTn>
                                        <p:tgtEl>
                                          <p:spTgt spid="104468"/>
                                        </p:tgtEl>
                                        <p:attrNameLst>
                                          <p:attrName>style.visibility</p:attrName>
                                        </p:attrNameLst>
                                      </p:cBhvr>
                                      <p:to>
                                        <p:strVal val="visible"/>
                                      </p:to>
                                    </p:set>
                                    <p:animEffect transition="in" filter="wipe(left)">
                                      <p:cBhvr>
                                        <p:cTn id="73" dur="500"/>
                                        <p:tgtEl>
                                          <p:spTgt spid="104468"/>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nodeType="clickEffect">
                                  <p:stCondLst>
                                    <p:cond delay="0"/>
                                  </p:stCondLst>
                                  <p:childTnLst>
                                    <p:set>
                                      <p:cBhvr>
                                        <p:cTn id="77" dur="1" fill="hold">
                                          <p:stCondLst>
                                            <p:cond delay="0"/>
                                          </p:stCondLst>
                                        </p:cTn>
                                        <p:tgtEl>
                                          <p:spTgt spid="23"/>
                                        </p:tgtEl>
                                        <p:attrNameLst>
                                          <p:attrName>style.visibility</p:attrName>
                                        </p:attrNameLst>
                                      </p:cBhvr>
                                      <p:to>
                                        <p:strVal val="visible"/>
                                      </p:to>
                                    </p:set>
                                    <p:animEffect transition="in" filter="wipe(left)">
                                      <p:cBhvr>
                                        <p:cTn id="78" dur="500"/>
                                        <p:tgtEl>
                                          <p:spTgt spid="23"/>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1" fill="hold" nodeType="clickEffect">
                                  <p:stCondLst>
                                    <p:cond delay="0"/>
                                  </p:stCondLst>
                                  <p:childTnLst>
                                    <p:set>
                                      <p:cBhvr>
                                        <p:cTn id="82" dur="1" fill="hold">
                                          <p:stCondLst>
                                            <p:cond delay="0"/>
                                          </p:stCondLst>
                                        </p:cTn>
                                        <p:tgtEl>
                                          <p:spTgt spid="104470"/>
                                        </p:tgtEl>
                                        <p:attrNameLst>
                                          <p:attrName>style.visibility</p:attrName>
                                        </p:attrNameLst>
                                      </p:cBhvr>
                                      <p:to>
                                        <p:strVal val="visible"/>
                                      </p:to>
                                    </p:set>
                                    <p:animEffect transition="in" filter="wipe(up)">
                                      <p:cBhvr>
                                        <p:cTn id="83" dur="500"/>
                                        <p:tgtEl>
                                          <p:spTgt spid="104470"/>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xit" presetSubtype="1" fill="hold" nodeType="clickEffect">
                                  <p:stCondLst>
                                    <p:cond delay="0"/>
                                  </p:stCondLst>
                                  <p:childTnLst>
                                    <p:animEffect transition="out" filter="wipe(up)">
                                      <p:cBhvr>
                                        <p:cTn id="87" dur="500"/>
                                        <p:tgtEl>
                                          <p:spTgt spid="27"/>
                                        </p:tgtEl>
                                      </p:cBhvr>
                                    </p:animEffect>
                                    <p:set>
                                      <p:cBhvr>
                                        <p:cTn id="88" dur="1" fill="hold">
                                          <p:stCondLst>
                                            <p:cond delay="499"/>
                                          </p:stCondLst>
                                        </p:cTn>
                                        <p:tgtEl>
                                          <p:spTgt spid="27"/>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104460"/>
                                        </p:tgtEl>
                                        <p:attrNameLst>
                                          <p:attrName>style.visibility</p:attrName>
                                        </p:attrNameLst>
                                      </p:cBhvr>
                                      <p:to>
                                        <p:strVal val="visible"/>
                                      </p:to>
                                    </p:set>
                                    <p:animEffect transition="in" filter="wipe(left)">
                                      <p:cBhvr>
                                        <p:cTn id="93" dur="500"/>
                                        <p:tgtEl>
                                          <p:spTgt spid="104460"/>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1" fill="hold" grpId="1" nodeType="clickEffect">
                                  <p:stCondLst>
                                    <p:cond delay="0"/>
                                  </p:stCondLst>
                                  <p:childTnLst>
                                    <p:set>
                                      <p:cBhvr>
                                        <p:cTn id="97" dur="1" fill="hold">
                                          <p:stCondLst>
                                            <p:cond delay="0"/>
                                          </p:stCondLst>
                                        </p:cTn>
                                        <p:tgtEl>
                                          <p:spTgt spid="29"/>
                                        </p:tgtEl>
                                        <p:attrNameLst>
                                          <p:attrName>style.visibility</p:attrName>
                                        </p:attrNameLst>
                                      </p:cBhvr>
                                      <p:to>
                                        <p:strVal val="visible"/>
                                      </p:to>
                                    </p:set>
                                    <p:animEffect transition="in" filter="wipe(up)">
                                      <p:cBhvr>
                                        <p:cTn id="98" dur="500"/>
                                        <p:tgtEl>
                                          <p:spTgt spid="29"/>
                                        </p:tgtEl>
                                      </p:cBhvr>
                                    </p:animEffect>
                                  </p:childTnLst>
                                </p:cTn>
                              </p:par>
                              <p:par>
                                <p:cTn id="99" presetID="22" presetClass="entr" presetSubtype="1" fill="hold" grpId="1" nodeType="with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wipe(up)">
                                      <p:cBhvr>
                                        <p:cTn id="101" dur="500"/>
                                        <p:tgtEl>
                                          <p:spTgt spid="28"/>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104461"/>
                                        </p:tgtEl>
                                        <p:attrNameLst>
                                          <p:attrName>style.visibility</p:attrName>
                                        </p:attrNameLst>
                                      </p:cBhvr>
                                      <p:to>
                                        <p:strVal val="visible"/>
                                      </p:to>
                                    </p:set>
                                    <p:animEffect transition="in" filter="wipe(left)">
                                      <p:cBhvr>
                                        <p:cTn id="106" dur="500"/>
                                        <p:tgtEl>
                                          <p:spTgt spid="104461"/>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104462"/>
                                        </p:tgtEl>
                                        <p:attrNameLst>
                                          <p:attrName>style.visibility</p:attrName>
                                        </p:attrNameLst>
                                      </p:cBhvr>
                                      <p:to>
                                        <p:strVal val="visible"/>
                                      </p:to>
                                    </p:set>
                                    <p:animEffect transition="in" filter="wipe(left)">
                                      <p:cBhvr>
                                        <p:cTn id="111" dur="500"/>
                                        <p:tgtEl>
                                          <p:spTgt spid="104462"/>
                                        </p:tgtEl>
                                      </p:cBhvr>
                                    </p:animEffect>
                                  </p:childTnLst>
                                </p:cTn>
                              </p:par>
                              <p:par>
                                <p:cTn id="112" presetID="22" presetClass="entr" presetSubtype="8" fill="hold" nodeType="withEffect">
                                  <p:stCondLst>
                                    <p:cond delay="0"/>
                                  </p:stCondLst>
                                  <p:childTnLst>
                                    <p:set>
                                      <p:cBhvr>
                                        <p:cTn id="113" dur="1" fill="hold">
                                          <p:stCondLst>
                                            <p:cond delay="0"/>
                                          </p:stCondLst>
                                        </p:cTn>
                                        <p:tgtEl>
                                          <p:spTgt spid="104463"/>
                                        </p:tgtEl>
                                        <p:attrNameLst>
                                          <p:attrName>style.visibility</p:attrName>
                                        </p:attrNameLst>
                                      </p:cBhvr>
                                      <p:to>
                                        <p:strVal val="visible"/>
                                      </p:to>
                                    </p:set>
                                    <p:animEffect transition="in" filter="wipe(left)">
                                      <p:cBhvr>
                                        <p:cTn id="114" dur="500"/>
                                        <p:tgtEl>
                                          <p:spTgt spid="104463"/>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nodeType="clickEffect">
                                  <p:stCondLst>
                                    <p:cond delay="0"/>
                                  </p:stCondLst>
                                  <p:childTnLst>
                                    <p:set>
                                      <p:cBhvr>
                                        <p:cTn id="118" dur="1" fill="hold">
                                          <p:stCondLst>
                                            <p:cond delay="0"/>
                                          </p:stCondLst>
                                        </p:cTn>
                                        <p:tgtEl>
                                          <p:spTgt spid="1033238"/>
                                        </p:tgtEl>
                                        <p:attrNameLst>
                                          <p:attrName>style.visibility</p:attrName>
                                        </p:attrNameLst>
                                      </p:cBhvr>
                                      <p:to>
                                        <p:strVal val="visible"/>
                                      </p:to>
                                    </p:set>
                                    <p:animEffect transition="in" filter="wipe(left)">
                                      <p:cBhvr>
                                        <p:cTn id="119" dur="500"/>
                                        <p:tgtEl>
                                          <p:spTgt spid="1033238"/>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30"/>
                                        </p:tgtEl>
                                        <p:attrNameLst>
                                          <p:attrName>style.visibility</p:attrName>
                                        </p:attrNameLst>
                                      </p:cBhvr>
                                      <p:to>
                                        <p:strVal val="visible"/>
                                      </p:to>
                                    </p:set>
                                    <p:animEffect transition="in" filter="wipe(up)">
                                      <p:cBhvr>
                                        <p:cTn id="124" dur="500"/>
                                        <p:tgtEl>
                                          <p:spTgt spid="30"/>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8" fill="hold" grpId="0" nodeType="clickEffect">
                                  <p:stCondLst>
                                    <p:cond delay="0"/>
                                  </p:stCondLst>
                                  <p:childTnLst>
                                    <p:set>
                                      <p:cBhvr>
                                        <p:cTn id="128" dur="1" fill="hold">
                                          <p:stCondLst>
                                            <p:cond delay="0"/>
                                          </p:stCondLst>
                                        </p:cTn>
                                        <p:tgtEl>
                                          <p:spTgt spid="32">
                                            <p:bg/>
                                          </p:spTgt>
                                        </p:tgtEl>
                                        <p:attrNameLst>
                                          <p:attrName>style.visibility</p:attrName>
                                        </p:attrNameLst>
                                      </p:cBhvr>
                                      <p:to>
                                        <p:strVal val="visible"/>
                                      </p:to>
                                    </p:set>
                                    <p:animEffect transition="in" filter="wipe(left)">
                                      <p:cBhvr>
                                        <p:cTn id="129" dur="500"/>
                                        <p:tgtEl>
                                          <p:spTgt spid="32">
                                            <p:bg/>
                                          </p:spTgt>
                                        </p:tgtEl>
                                      </p:cBhvr>
                                    </p:animEffect>
                                  </p:childTnLst>
                                </p:cTn>
                              </p:par>
                              <p:par>
                                <p:cTn id="130" presetID="22" presetClass="entr" presetSubtype="8" fill="hold" grpId="0" nodeType="withEffect">
                                  <p:stCondLst>
                                    <p:cond delay="0"/>
                                  </p:stCondLst>
                                  <p:childTnLst>
                                    <p:set>
                                      <p:cBhvr>
                                        <p:cTn id="131" dur="1" fill="hold">
                                          <p:stCondLst>
                                            <p:cond delay="0"/>
                                          </p:stCondLst>
                                        </p:cTn>
                                        <p:tgtEl>
                                          <p:spTgt spid="32">
                                            <p:txEl>
                                              <p:pRg st="0" end="0"/>
                                            </p:txEl>
                                          </p:spTgt>
                                        </p:tgtEl>
                                        <p:attrNameLst>
                                          <p:attrName>style.visibility</p:attrName>
                                        </p:attrNameLst>
                                      </p:cBhvr>
                                      <p:to>
                                        <p:strVal val="visible"/>
                                      </p:to>
                                    </p:set>
                                    <p:animEffect transition="in" filter="wipe(left)">
                                      <p:cBhvr>
                                        <p:cTn id="132" dur="500"/>
                                        <p:tgtEl>
                                          <p:spTgt spid="32">
                                            <p:txEl>
                                              <p:pRg st="0" end="0"/>
                                            </p:txEl>
                                          </p:spTgt>
                                        </p:tgtEl>
                                      </p:cBhvr>
                                    </p:animEffect>
                                  </p:childTnLst>
                                </p:cTn>
                              </p:par>
                              <p:par>
                                <p:cTn id="133" presetID="22" presetClass="exit" presetSubtype="1" fill="hold" grpId="0" nodeType="withEffect">
                                  <p:stCondLst>
                                    <p:cond delay="0"/>
                                  </p:stCondLst>
                                  <p:childTnLst>
                                    <p:animEffect transition="out" filter="wipe(up)">
                                      <p:cBhvr>
                                        <p:cTn id="134" dur="500"/>
                                        <p:tgtEl>
                                          <p:spTgt spid="28"/>
                                        </p:tgtEl>
                                      </p:cBhvr>
                                    </p:animEffect>
                                    <p:set>
                                      <p:cBhvr>
                                        <p:cTn id="135" dur="1" fill="hold">
                                          <p:stCondLst>
                                            <p:cond delay="499"/>
                                          </p:stCondLst>
                                        </p:cTn>
                                        <p:tgtEl>
                                          <p:spTgt spid="28"/>
                                        </p:tgtEl>
                                        <p:attrNameLst>
                                          <p:attrName>style.visibility</p:attrName>
                                        </p:attrNameLst>
                                      </p:cBhvr>
                                      <p:to>
                                        <p:strVal val="hidden"/>
                                      </p:to>
                                    </p:set>
                                  </p:childTnLst>
                                </p:cTn>
                              </p:par>
                              <p:par>
                                <p:cTn id="136" presetID="22" presetClass="exit" presetSubtype="1" fill="hold" grpId="0" nodeType="withEffect">
                                  <p:stCondLst>
                                    <p:cond delay="0"/>
                                  </p:stCondLst>
                                  <p:childTnLst>
                                    <p:animEffect transition="out" filter="wipe(up)">
                                      <p:cBhvr>
                                        <p:cTn id="137" dur="500"/>
                                        <p:tgtEl>
                                          <p:spTgt spid="29"/>
                                        </p:tgtEl>
                                      </p:cBhvr>
                                    </p:animEffect>
                                    <p:set>
                                      <p:cBhvr>
                                        <p:cTn id="138" dur="1" fill="hold">
                                          <p:stCondLst>
                                            <p:cond delay="499"/>
                                          </p:stCondLst>
                                        </p:cTn>
                                        <p:tgtEl>
                                          <p:spTgt spid="29"/>
                                        </p:tgtEl>
                                        <p:attrNameLst>
                                          <p:attrName>style.visibility</p:attrName>
                                        </p:attrNameLst>
                                      </p:cBhvr>
                                      <p:to>
                                        <p:strVal val="hidden"/>
                                      </p:to>
                                    </p:set>
                                  </p:childTnLst>
                                </p:cTn>
                              </p:par>
                            </p:childTnLst>
                          </p:cTn>
                        </p:par>
                      </p:childTnLst>
                    </p:cTn>
                  </p:par>
                  <p:par>
                    <p:cTn id="139" fill="hold">
                      <p:stCondLst>
                        <p:cond delay="indefinite"/>
                      </p:stCondLst>
                      <p:childTnLst>
                        <p:par>
                          <p:cTn id="140" fill="hold">
                            <p:stCondLst>
                              <p:cond delay="0"/>
                            </p:stCondLst>
                            <p:childTnLst>
                              <p:par>
                                <p:cTn id="141" presetID="22" presetClass="entr" presetSubtype="8" fill="hold" grpId="0" nodeType="clickEffect">
                                  <p:stCondLst>
                                    <p:cond delay="0"/>
                                  </p:stCondLst>
                                  <p:childTnLst>
                                    <p:set>
                                      <p:cBhvr>
                                        <p:cTn id="142" dur="1" fill="hold">
                                          <p:stCondLst>
                                            <p:cond delay="0"/>
                                          </p:stCondLst>
                                        </p:cTn>
                                        <p:tgtEl>
                                          <p:spTgt spid="32">
                                            <p:txEl>
                                              <p:pRg st="1" end="1"/>
                                            </p:txEl>
                                          </p:spTgt>
                                        </p:tgtEl>
                                        <p:attrNameLst>
                                          <p:attrName>style.visibility</p:attrName>
                                        </p:attrNameLst>
                                      </p:cBhvr>
                                      <p:to>
                                        <p:strVal val="visible"/>
                                      </p:to>
                                    </p:set>
                                    <p:animEffect transition="in" filter="wipe(left)">
                                      <p:cBhvr>
                                        <p:cTn id="143" dur="500"/>
                                        <p:tgtEl>
                                          <p:spTgt spid="32">
                                            <p:txEl>
                                              <p:pRg st="1" end="1"/>
                                            </p:txEl>
                                          </p:spTgt>
                                        </p:tgtEl>
                                      </p:cBhvr>
                                    </p:animEffect>
                                  </p:childTnLst>
                                </p:cTn>
                              </p:par>
                            </p:childTnLst>
                          </p:cTn>
                        </p:par>
                      </p:childTnLst>
                    </p:cTn>
                  </p:par>
                  <p:par>
                    <p:cTn id="144" fill="hold">
                      <p:stCondLst>
                        <p:cond delay="indefinite"/>
                      </p:stCondLst>
                      <p:childTnLst>
                        <p:par>
                          <p:cTn id="145" fill="hold">
                            <p:stCondLst>
                              <p:cond delay="0"/>
                            </p:stCondLst>
                            <p:childTnLst>
                              <p:par>
                                <p:cTn id="146" presetID="22" presetClass="entr" presetSubtype="8" fill="hold" grpId="0" nodeType="clickEffect">
                                  <p:stCondLst>
                                    <p:cond delay="0"/>
                                  </p:stCondLst>
                                  <p:childTnLst>
                                    <p:set>
                                      <p:cBhvr>
                                        <p:cTn id="147" dur="1" fill="hold">
                                          <p:stCondLst>
                                            <p:cond delay="0"/>
                                          </p:stCondLst>
                                        </p:cTn>
                                        <p:tgtEl>
                                          <p:spTgt spid="32">
                                            <p:txEl>
                                              <p:pRg st="2" end="2"/>
                                            </p:txEl>
                                          </p:spTgt>
                                        </p:tgtEl>
                                        <p:attrNameLst>
                                          <p:attrName>style.visibility</p:attrName>
                                        </p:attrNameLst>
                                      </p:cBhvr>
                                      <p:to>
                                        <p:strVal val="visible"/>
                                      </p:to>
                                    </p:set>
                                    <p:animEffect transition="in" filter="wipe(left)">
                                      <p:cBhvr>
                                        <p:cTn id="148" dur="500"/>
                                        <p:tgtEl>
                                          <p:spTgt spid="32">
                                            <p:txEl>
                                              <p:pRg st="2" end="2"/>
                                            </p:txEl>
                                          </p:spTgt>
                                        </p:tgtEl>
                                      </p:cBhvr>
                                    </p:animEffect>
                                  </p:childTnLst>
                                </p:cTn>
                              </p:par>
                            </p:childTnLst>
                          </p:cTn>
                        </p:par>
                      </p:childTnLst>
                    </p:cTn>
                  </p:par>
                  <p:par>
                    <p:cTn id="149" fill="hold">
                      <p:stCondLst>
                        <p:cond delay="indefinite"/>
                      </p:stCondLst>
                      <p:childTnLst>
                        <p:par>
                          <p:cTn id="150" fill="hold">
                            <p:stCondLst>
                              <p:cond delay="0"/>
                            </p:stCondLst>
                            <p:childTnLst>
                              <p:par>
                                <p:cTn id="151" presetID="22" presetClass="entr" presetSubtype="8" fill="hold" grpId="0" nodeType="clickEffect">
                                  <p:stCondLst>
                                    <p:cond delay="0"/>
                                  </p:stCondLst>
                                  <p:childTnLst>
                                    <p:set>
                                      <p:cBhvr>
                                        <p:cTn id="152" dur="1" fill="hold">
                                          <p:stCondLst>
                                            <p:cond delay="0"/>
                                          </p:stCondLst>
                                        </p:cTn>
                                        <p:tgtEl>
                                          <p:spTgt spid="32">
                                            <p:txEl>
                                              <p:pRg st="3" end="3"/>
                                            </p:txEl>
                                          </p:spTgt>
                                        </p:tgtEl>
                                        <p:attrNameLst>
                                          <p:attrName>style.visibility</p:attrName>
                                        </p:attrNameLst>
                                      </p:cBhvr>
                                      <p:to>
                                        <p:strVal val="visible"/>
                                      </p:to>
                                    </p:set>
                                    <p:animEffect transition="in" filter="wipe(left)">
                                      <p:cBhvr>
                                        <p:cTn id="153" dur="500"/>
                                        <p:tgtEl>
                                          <p:spTgt spid="32">
                                            <p:txEl>
                                              <p:pRg st="3" end="3"/>
                                            </p:txEl>
                                          </p:spTgt>
                                        </p:tgtEl>
                                      </p:cBhvr>
                                    </p:animEffect>
                                  </p:childTnLst>
                                </p:cTn>
                              </p:par>
                            </p:childTnLst>
                          </p:cTn>
                        </p:par>
                      </p:childTnLst>
                    </p:cTn>
                  </p:par>
                  <p:par>
                    <p:cTn id="154" fill="hold">
                      <p:stCondLst>
                        <p:cond delay="indefinite"/>
                      </p:stCondLst>
                      <p:childTnLst>
                        <p:par>
                          <p:cTn id="155" fill="hold">
                            <p:stCondLst>
                              <p:cond delay="0"/>
                            </p:stCondLst>
                            <p:childTnLst>
                              <p:par>
                                <p:cTn id="156" presetID="22" presetClass="entr" presetSubtype="8" fill="hold" grpId="0" nodeType="clickEffect">
                                  <p:stCondLst>
                                    <p:cond delay="0"/>
                                  </p:stCondLst>
                                  <p:childTnLst>
                                    <p:set>
                                      <p:cBhvr>
                                        <p:cTn id="157" dur="1" fill="hold">
                                          <p:stCondLst>
                                            <p:cond delay="0"/>
                                          </p:stCondLst>
                                        </p:cTn>
                                        <p:tgtEl>
                                          <p:spTgt spid="32">
                                            <p:txEl>
                                              <p:pRg st="4" end="4"/>
                                            </p:txEl>
                                          </p:spTgt>
                                        </p:tgtEl>
                                        <p:attrNameLst>
                                          <p:attrName>style.visibility</p:attrName>
                                        </p:attrNameLst>
                                      </p:cBhvr>
                                      <p:to>
                                        <p:strVal val="visible"/>
                                      </p:to>
                                    </p:set>
                                    <p:animEffect transition="in" filter="wipe(left)">
                                      <p:cBhvr>
                                        <p:cTn id="158" dur="500"/>
                                        <p:tgtEl>
                                          <p:spTgt spid="32">
                                            <p:txEl>
                                              <p:pRg st="4" end="4"/>
                                            </p:txEl>
                                          </p:spTgt>
                                        </p:tgtEl>
                                      </p:cBhvr>
                                    </p:animEffect>
                                  </p:childTnLst>
                                </p:cTn>
                              </p:par>
                            </p:childTnLst>
                          </p:cTn>
                        </p:par>
                      </p:childTnLst>
                    </p:cTn>
                  </p:par>
                  <p:par>
                    <p:cTn id="159" fill="hold">
                      <p:stCondLst>
                        <p:cond delay="indefinite"/>
                      </p:stCondLst>
                      <p:childTnLst>
                        <p:par>
                          <p:cTn id="160" fill="hold">
                            <p:stCondLst>
                              <p:cond delay="0"/>
                            </p:stCondLst>
                            <p:childTnLst>
                              <p:par>
                                <p:cTn id="161" presetID="22" presetClass="entr" presetSubtype="8" fill="hold" grpId="0" nodeType="clickEffect">
                                  <p:stCondLst>
                                    <p:cond delay="0"/>
                                  </p:stCondLst>
                                  <p:childTnLst>
                                    <p:set>
                                      <p:cBhvr>
                                        <p:cTn id="162" dur="1" fill="hold">
                                          <p:stCondLst>
                                            <p:cond delay="0"/>
                                          </p:stCondLst>
                                        </p:cTn>
                                        <p:tgtEl>
                                          <p:spTgt spid="32">
                                            <p:txEl>
                                              <p:pRg st="5" end="5"/>
                                            </p:txEl>
                                          </p:spTgt>
                                        </p:tgtEl>
                                        <p:attrNameLst>
                                          <p:attrName>style.visibility</p:attrName>
                                        </p:attrNameLst>
                                      </p:cBhvr>
                                      <p:to>
                                        <p:strVal val="visible"/>
                                      </p:to>
                                    </p:set>
                                    <p:animEffect transition="in" filter="wipe(left)">
                                      <p:cBhvr>
                                        <p:cTn id="163" dur="500"/>
                                        <p:tgtEl>
                                          <p:spTgt spid="32">
                                            <p:txEl>
                                              <p:pRg st="5" end="5"/>
                                            </p:txEl>
                                          </p:spTgt>
                                        </p:tgtEl>
                                      </p:cBhvr>
                                    </p:animEffect>
                                  </p:childTnLst>
                                </p:cTn>
                              </p:par>
                            </p:childTnLst>
                          </p:cTn>
                        </p:par>
                      </p:childTnLst>
                    </p:cTn>
                  </p:par>
                  <p:par>
                    <p:cTn id="164" fill="hold">
                      <p:stCondLst>
                        <p:cond delay="indefinite"/>
                      </p:stCondLst>
                      <p:childTnLst>
                        <p:par>
                          <p:cTn id="165" fill="hold">
                            <p:stCondLst>
                              <p:cond delay="0"/>
                            </p:stCondLst>
                            <p:childTnLst>
                              <p:par>
                                <p:cTn id="166" presetID="22" presetClass="entr" presetSubtype="8" fill="hold" grpId="0" nodeType="clickEffect">
                                  <p:stCondLst>
                                    <p:cond delay="0"/>
                                  </p:stCondLst>
                                  <p:childTnLst>
                                    <p:set>
                                      <p:cBhvr>
                                        <p:cTn id="167" dur="1" fill="hold">
                                          <p:stCondLst>
                                            <p:cond delay="0"/>
                                          </p:stCondLst>
                                        </p:cTn>
                                        <p:tgtEl>
                                          <p:spTgt spid="32">
                                            <p:txEl>
                                              <p:pRg st="6" end="6"/>
                                            </p:txEl>
                                          </p:spTgt>
                                        </p:tgtEl>
                                        <p:attrNameLst>
                                          <p:attrName>style.visibility</p:attrName>
                                        </p:attrNameLst>
                                      </p:cBhvr>
                                      <p:to>
                                        <p:strVal val="visible"/>
                                      </p:to>
                                    </p:set>
                                    <p:animEffect transition="in" filter="wipe(left)">
                                      <p:cBhvr>
                                        <p:cTn id="168" dur="500"/>
                                        <p:tgtEl>
                                          <p:spTgt spid="32">
                                            <p:txEl>
                                              <p:pRg st="6" end="6"/>
                                            </p:txEl>
                                          </p:spTgt>
                                        </p:tgtEl>
                                      </p:cBhvr>
                                    </p:animEffect>
                                  </p:childTnLst>
                                </p:cTn>
                              </p:par>
                            </p:childTnLst>
                          </p:cTn>
                        </p:par>
                      </p:childTnLst>
                    </p:cTn>
                  </p:par>
                  <p:par>
                    <p:cTn id="169" fill="hold">
                      <p:stCondLst>
                        <p:cond delay="indefinite"/>
                      </p:stCondLst>
                      <p:childTnLst>
                        <p:par>
                          <p:cTn id="170" fill="hold">
                            <p:stCondLst>
                              <p:cond delay="0"/>
                            </p:stCondLst>
                            <p:childTnLst>
                              <p:par>
                                <p:cTn id="171" presetID="22" presetClass="entr" presetSubtype="2" fill="hold" nodeType="clickEffect">
                                  <p:stCondLst>
                                    <p:cond delay="0"/>
                                  </p:stCondLst>
                                  <p:childTnLst>
                                    <p:set>
                                      <p:cBhvr>
                                        <p:cTn id="172" dur="1" fill="hold">
                                          <p:stCondLst>
                                            <p:cond delay="0"/>
                                          </p:stCondLst>
                                        </p:cTn>
                                        <p:tgtEl>
                                          <p:spTgt spid="35"/>
                                        </p:tgtEl>
                                        <p:attrNameLst>
                                          <p:attrName>style.visibility</p:attrName>
                                        </p:attrNameLst>
                                      </p:cBhvr>
                                      <p:to>
                                        <p:strVal val="visible"/>
                                      </p:to>
                                    </p:set>
                                    <p:animEffect transition="in" filter="wipe(right)">
                                      <p:cBhvr>
                                        <p:cTn id="173" dur="500"/>
                                        <p:tgtEl>
                                          <p:spTgt spid="35"/>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32">
                                            <p:txEl>
                                              <p:pRg st="7" end="7"/>
                                            </p:txEl>
                                          </p:spTgt>
                                        </p:tgtEl>
                                        <p:attrNameLst>
                                          <p:attrName>style.visibility</p:attrName>
                                        </p:attrNameLst>
                                      </p:cBhvr>
                                      <p:to>
                                        <p:strVal val="visible"/>
                                      </p:to>
                                    </p:set>
                                    <p:animEffect transition="in" filter="wipe(left)">
                                      <p:cBhvr>
                                        <p:cTn id="178" dur="500"/>
                                        <p:tgtEl>
                                          <p:spTgt spid="32">
                                            <p:txEl>
                                              <p:pRg st="7" end="7"/>
                                            </p:txEl>
                                          </p:spTgt>
                                        </p:tgtEl>
                                      </p:cBhvr>
                                    </p:animEffect>
                                  </p:childTnLst>
                                </p:cTn>
                              </p:par>
                            </p:childTnLst>
                          </p:cTn>
                        </p:par>
                      </p:childTnLst>
                    </p:cTn>
                  </p:par>
                  <p:par>
                    <p:cTn id="179" fill="hold">
                      <p:stCondLst>
                        <p:cond delay="indefinite"/>
                      </p:stCondLst>
                      <p:childTnLst>
                        <p:par>
                          <p:cTn id="180" fill="hold">
                            <p:stCondLst>
                              <p:cond delay="0"/>
                            </p:stCondLst>
                            <p:childTnLst>
                              <p:par>
                                <p:cTn id="181" presetID="22" presetClass="entr" presetSubtype="8" fill="hold" grpId="0" nodeType="clickEffect">
                                  <p:stCondLst>
                                    <p:cond delay="0"/>
                                  </p:stCondLst>
                                  <p:childTnLst>
                                    <p:set>
                                      <p:cBhvr>
                                        <p:cTn id="182" dur="1" fill="hold">
                                          <p:stCondLst>
                                            <p:cond delay="0"/>
                                          </p:stCondLst>
                                        </p:cTn>
                                        <p:tgtEl>
                                          <p:spTgt spid="32">
                                            <p:txEl>
                                              <p:pRg st="8" end="8"/>
                                            </p:txEl>
                                          </p:spTgt>
                                        </p:tgtEl>
                                        <p:attrNameLst>
                                          <p:attrName>style.visibility</p:attrName>
                                        </p:attrNameLst>
                                      </p:cBhvr>
                                      <p:to>
                                        <p:strVal val="visible"/>
                                      </p:to>
                                    </p:set>
                                    <p:animEffect transition="in" filter="wipe(left)">
                                      <p:cBhvr>
                                        <p:cTn id="183" dur="500"/>
                                        <p:tgtEl>
                                          <p:spTgt spid="32">
                                            <p:txEl>
                                              <p:pRg st="8" end="8"/>
                                            </p:txEl>
                                          </p:spTgt>
                                        </p:tgtEl>
                                      </p:cBhvr>
                                    </p:animEffect>
                                  </p:childTnLst>
                                </p:cTn>
                              </p:par>
                            </p:childTnLst>
                          </p:cTn>
                        </p:par>
                      </p:childTnLst>
                    </p:cTn>
                  </p:par>
                  <p:par>
                    <p:cTn id="184" fill="hold">
                      <p:stCondLst>
                        <p:cond delay="indefinite"/>
                      </p:stCondLst>
                      <p:childTnLst>
                        <p:par>
                          <p:cTn id="185" fill="hold">
                            <p:stCondLst>
                              <p:cond delay="0"/>
                            </p:stCondLst>
                            <p:childTnLst>
                              <p:par>
                                <p:cTn id="186" presetID="22" presetClass="entr" presetSubtype="8" fill="hold" grpId="0" nodeType="clickEffect">
                                  <p:stCondLst>
                                    <p:cond delay="0"/>
                                  </p:stCondLst>
                                  <p:childTnLst>
                                    <p:set>
                                      <p:cBhvr>
                                        <p:cTn id="187" dur="1" fill="hold">
                                          <p:stCondLst>
                                            <p:cond delay="0"/>
                                          </p:stCondLst>
                                        </p:cTn>
                                        <p:tgtEl>
                                          <p:spTgt spid="32">
                                            <p:txEl>
                                              <p:pRg st="9" end="9"/>
                                            </p:txEl>
                                          </p:spTgt>
                                        </p:tgtEl>
                                        <p:attrNameLst>
                                          <p:attrName>style.visibility</p:attrName>
                                        </p:attrNameLst>
                                      </p:cBhvr>
                                      <p:to>
                                        <p:strVal val="visible"/>
                                      </p:to>
                                    </p:set>
                                    <p:animEffect transition="in" filter="wipe(left)">
                                      <p:cBhvr>
                                        <p:cTn id="188" dur="500"/>
                                        <p:tgtEl>
                                          <p:spTgt spid="32">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04453" grpId="0" autoUpdateAnimBg="0"/>
      <p:bldP spid="27" grpId="0" animBg="1"/>
      <p:bldP spid="28" grpId="0" animBg="1"/>
      <p:bldP spid="28" grpId="1" animBg="1"/>
      <p:bldP spid="29" grpId="0" animBg="1"/>
      <p:bldP spid="29" grpId="1" animBg="1"/>
      <p:bldP spid="32" grpId="0" uiExpand="1" build="allAtOnce"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bwMode="auto">
          <a:xfrm>
            <a:off x="0" y="0"/>
            <a:ext cx="9144000" cy="1714488"/>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39940" name="Object 4"/>
          <p:cNvGraphicFramePr>
            <a:graphicFrameLocks noChangeAspect="1"/>
          </p:cNvGraphicFramePr>
          <p:nvPr/>
        </p:nvGraphicFramePr>
        <p:xfrm>
          <a:off x="4000496" y="0"/>
          <a:ext cx="4357718" cy="1714464"/>
        </p:xfrm>
        <a:graphic>
          <a:graphicData uri="http://schemas.openxmlformats.org/presentationml/2006/ole">
            <mc:AlternateContent xmlns:mc="http://schemas.openxmlformats.org/markup-compatibility/2006">
              <mc:Choice xmlns:v="urn:schemas-microsoft-com:vml" Requires="v">
                <p:oleObj name="Equation" r:id="rId3" imgW="5041800" imgH="2057400" progId="Equation.3">
                  <p:embed/>
                </p:oleObj>
              </mc:Choice>
              <mc:Fallback>
                <p:oleObj name="Equation" r:id="rId3" imgW="5041800" imgH="2057400" progId="Equation.3">
                  <p:embed/>
                  <p:pic>
                    <p:nvPicPr>
                      <p:cNvPr id="3994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0496" y="0"/>
                        <a:ext cx="4357718" cy="171446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1" name="Text Box 5"/>
          <p:cNvSpPr txBox="1">
            <a:spLocks noChangeArrowheads="1"/>
          </p:cNvSpPr>
          <p:nvPr/>
        </p:nvSpPr>
        <p:spPr bwMode="auto">
          <a:xfrm>
            <a:off x="0" y="1714488"/>
            <a:ext cx="492443"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graphicFrame>
        <p:nvGraphicFramePr>
          <p:cNvPr id="39942" name="Object 6"/>
          <p:cNvGraphicFramePr>
            <a:graphicFrameLocks noChangeAspect="1"/>
          </p:cNvGraphicFramePr>
          <p:nvPr/>
        </p:nvGraphicFramePr>
        <p:xfrm>
          <a:off x="688477" y="1714488"/>
          <a:ext cx="3312019" cy="1693865"/>
        </p:xfrm>
        <a:graphic>
          <a:graphicData uri="http://schemas.openxmlformats.org/presentationml/2006/ole">
            <mc:AlternateContent xmlns:mc="http://schemas.openxmlformats.org/markup-compatibility/2006">
              <mc:Choice xmlns:v="urn:schemas-microsoft-com:vml" Requires="v">
                <p:oleObj name="Equation" r:id="rId5" imgW="1815840" imgH="927000" progId="Equation.DSMT4">
                  <p:embed/>
                </p:oleObj>
              </mc:Choice>
              <mc:Fallback>
                <p:oleObj name="Equation" r:id="rId5" imgW="1815840" imgH="927000" progId="Equation.DSMT4">
                  <p:embed/>
                  <p:pic>
                    <p:nvPicPr>
                      <p:cNvPr id="39942"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8477" y="1714488"/>
                        <a:ext cx="3312019" cy="169386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48" name="Rectangle 12"/>
          <p:cNvSpPr>
            <a:spLocks noChangeArrowheads="1"/>
          </p:cNvSpPr>
          <p:nvPr/>
        </p:nvSpPr>
        <p:spPr bwMode="auto">
          <a:xfrm>
            <a:off x="0" y="571480"/>
            <a:ext cx="3877985"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练习：求非齐次方程组的解</a:t>
            </a:r>
          </a:p>
        </p:txBody>
      </p:sp>
      <p:graphicFrame>
        <p:nvGraphicFramePr>
          <p:cNvPr id="39949" name="Object 13"/>
          <p:cNvGraphicFramePr>
            <a:graphicFrameLocks noChangeAspect="1"/>
          </p:cNvGraphicFramePr>
          <p:nvPr/>
        </p:nvGraphicFramePr>
        <p:xfrm>
          <a:off x="4241800" y="1714500"/>
          <a:ext cx="3802063" cy="1671638"/>
        </p:xfrm>
        <a:graphic>
          <a:graphicData uri="http://schemas.openxmlformats.org/presentationml/2006/ole">
            <mc:AlternateContent xmlns:mc="http://schemas.openxmlformats.org/markup-compatibility/2006">
              <mc:Choice xmlns:v="urn:schemas-microsoft-com:vml" Requires="v">
                <p:oleObj name="Equation" r:id="rId7" imgW="1714320" imgH="1295280" progId="Equation.DSMT4">
                  <p:embed/>
                </p:oleObj>
              </mc:Choice>
              <mc:Fallback>
                <p:oleObj name="Equation" r:id="rId7" imgW="1714320" imgH="1295280" progId="Equation.DSMT4">
                  <p:embed/>
                  <p:pic>
                    <p:nvPicPr>
                      <p:cNvPr id="39949"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41800" y="1714500"/>
                        <a:ext cx="3802063" cy="1671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950" name="Object 14"/>
          <p:cNvGraphicFramePr>
            <a:graphicFrameLocks noChangeAspect="1"/>
          </p:cNvGraphicFramePr>
          <p:nvPr/>
        </p:nvGraphicFramePr>
        <p:xfrm>
          <a:off x="2686050" y="3405187"/>
          <a:ext cx="2041525" cy="384175"/>
        </p:xfrm>
        <a:graphic>
          <a:graphicData uri="http://schemas.openxmlformats.org/presentationml/2006/ole">
            <mc:AlternateContent xmlns:mc="http://schemas.openxmlformats.org/markup-compatibility/2006">
              <mc:Choice xmlns:v="urn:schemas-microsoft-com:vml" Requires="v">
                <p:oleObj name="Equation" r:id="rId9" imgW="1066680" imgH="203040" progId="Equation.DSMT4">
                  <p:embed/>
                </p:oleObj>
              </mc:Choice>
              <mc:Fallback>
                <p:oleObj name="Equation" r:id="rId9" imgW="1066680" imgH="203040" progId="Equation.DSMT4">
                  <p:embed/>
                  <p:pic>
                    <p:nvPicPr>
                      <p:cNvPr id="3995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86050" y="3405187"/>
                        <a:ext cx="2041525" cy="384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1024"/>
          <p:cNvGraphicFramePr>
            <a:graphicFrameLocks noChangeAspect="1"/>
          </p:cNvGraphicFramePr>
          <p:nvPr/>
        </p:nvGraphicFramePr>
        <p:xfrm>
          <a:off x="428596" y="4786322"/>
          <a:ext cx="2824523" cy="1714512"/>
        </p:xfrm>
        <a:graphic>
          <a:graphicData uri="http://schemas.openxmlformats.org/presentationml/2006/ole">
            <mc:AlternateContent xmlns:mc="http://schemas.openxmlformats.org/markup-compatibility/2006">
              <mc:Choice xmlns:v="urn:schemas-microsoft-com:vml" Requires="v">
                <p:oleObj name="Equation" r:id="rId11" imgW="2463480" imgH="1155600" progId="Equation.DSMT4">
                  <p:embed/>
                </p:oleObj>
              </mc:Choice>
              <mc:Fallback>
                <p:oleObj name="Equation" r:id="rId11" imgW="2463480" imgH="1155600" progId="Equation.DSMT4">
                  <p:embed/>
                  <p:pic>
                    <p:nvPicPr>
                      <p:cNvPr id="9" name="Object 10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8596" y="4786322"/>
                        <a:ext cx="2824523" cy="17145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Rectangle 9"/>
          <p:cNvSpPr>
            <a:spLocks noChangeArrowheads="1"/>
          </p:cNvSpPr>
          <p:nvPr/>
        </p:nvSpPr>
        <p:spPr bwMode="auto">
          <a:xfrm>
            <a:off x="142844" y="4038905"/>
            <a:ext cx="3278462"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故得导出组的基础解系</a:t>
            </a:r>
          </a:p>
        </p:txBody>
      </p:sp>
      <p:graphicFrame>
        <p:nvGraphicFramePr>
          <p:cNvPr id="39953" name="Object 17"/>
          <p:cNvGraphicFramePr>
            <a:graphicFrameLocks noChangeAspect="1"/>
          </p:cNvGraphicFramePr>
          <p:nvPr/>
        </p:nvGraphicFramePr>
        <p:xfrm>
          <a:off x="5370513" y="4714875"/>
          <a:ext cx="3597275" cy="1785938"/>
        </p:xfrm>
        <a:graphic>
          <a:graphicData uri="http://schemas.openxmlformats.org/presentationml/2006/ole">
            <mc:AlternateContent xmlns:mc="http://schemas.openxmlformats.org/markup-compatibility/2006">
              <mc:Choice xmlns:v="urn:schemas-microsoft-com:vml" Requires="v">
                <p:oleObj name="Equation" r:id="rId13" imgW="2768400" imgH="1155600" progId="Equation.DSMT4">
                  <p:embed/>
                </p:oleObj>
              </mc:Choice>
              <mc:Fallback>
                <p:oleObj name="Equation" r:id="rId13" imgW="2768400" imgH="1155600" progId="Equation.DSMT4">
                  <p:embed/>
                  <p:pic>
                    <p:nvPicPr>
                      <p:cNvPr id="39953"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70513" y="4714875"/>
                        <a:ext cx="3597275" cy="1785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17"/>
          <p:cNvGraphicFramePr>
            <a:graphicFrameLocks noChangeAspect="1"/>
          </p:cNvGraphicFramePr>
          <p:nvPr/>
        </p:nvGraphicFramePr>
        <p:xfrm>
          <a:off x="3643306" y="4845068"/>
          <a:ext cx="1125574" cy="1655766"/>
        </p:xfrm>
        <a:graphic>
          <a:graphicData uri="http://schemas.openxmlformats.org/presentationml/2006/ole">
            <mc:AlternateContent xmlns:mc="http://schemas.openxmlformats.org/markup-compatibility/2006">
              <mc:Choice xmlns:v="urn:schemas-microsoft-com:vml" Requires="v">
                <p:oleObj name="Equation" r:id="rId15" imgW="914400" imgH="1155600" progId="Equation.DSMT4">
                  <p:embed/>
                </p:oleObj>
              </mc:Choice>
              <mc:Fallback>
                <p:oleObj name="Equation" r:id="rId15" imgW="914400" imgH="1155600" progId="Equation.DSMT4">
                  <p:embed/>
                  <p:pic>
                    <p:nvPicPr>
                      <p:cNvPr id="12" name="Object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43306" y="4845068"/>
                        <a:ext cx="1125574" cy="16557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Rectangle 9"/>
          <p:cNvSpPr>
            <a:spLocks noChangeArrowheads="1"/>
          </p:cNvSpPr>
          <p:nvPr/>
        </p:nvSpPr>
        <p:spPr bwMode="auto">
          <a:xfrm>
            <a:off x="3571868" y="4038905"/>
            <a:ext cx="1107996"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及特解</a:t>
            </a:r>
          </a:p>
        </p:txBody>
      </p:sp>
      <p:sp>
        <p:nvSpPr>
          <p:cNvPr id="14" name="Rectangle 9"/>
          <p:cNvSpPr>
            <a:spLocks noChangeArrowheads="1"/>
          </p:cNvSpPr>
          <p:nvPr/>
        </p:nvSpPr>
        <p:spPr bwMode="auto">
          <a:xfrm>
            <a:off x="5072066" y="4038905"/>
            <a:ext cx="1324402"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∴通解为</a:t>
            </a:r>
          </a:p>
        </p:txBody>
      </p:sp>
      <p:graphicFrame>
        <p:nvGraphicFramePr>
          <p:cNvPr id="16" name="Object 14"/>
          <p:cNvGraphicFramePr>
            <a:graphicFrameLocks noChangeAspect="1"/>
          </p:cNvGraphicFramePr>
          <p:nvPr/>
        </p:nvGraphicFramePr>
        <p:xfrm>
          <a:off x="214282" y="3357562"/>
          <a:ext cx="2381250" cy="479425"/>
        </p:xfrm>
        <a:graphic>
          <a:graphicData uri="http://schemas.openxmlformats.org/presentationml/2006/ole">
            <mc:AlternateContent xmlns:mc="http://schemas.openxmlformats.org/markup-compatibility/2006">
              <mc:Choice xmlns:v="urn:schemas-microsoft-com:vml" Requires="v">
                <p:oleObj name="Equation" r:id="rId17" imgW="1244520" imgH="253800" progId="Equation.DSMT4">
                  <p:embed/>
                </p:oleObj>
              </mc:Choice>
              <mc:Fallback>
                <p:oleObj name="Equation" r:id="rId17" imgW="1244520" imgH="253800" progId="Equation.DSMT4">
                  <p:embed/>
                  <p:pic>
                    <p:nvPicPr>
                      <p:cNvPr id="16" name="Object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4282" y="3357562"/>
                        <a:ext cx="2381250" cy="479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14"/>
          <p:cNvGraphicFramePr>
            <a:graphicFrameLocks noChangeAspect="1"/>
          </p:cNvGraphicFramePr>
          <p:nvPr/>
        </p:nvGraphicFramePr>
        <p:xfrm>
          <a:off x="4818094" y="3394074"/>
          <a:ext cx="4254500" cy="406400"/>
        </p:xfrm>
        <a:graphic>
          <a:graphicData uri="http://schemas.openxmlformats.org/presentationml/2006/ole">
            <mc:AlternateContent xmlns:mc="http://schemas.openxmlformats.org/markup-compatibility/2006">
              <mc:Choice xmlns:v="urn:schemas-microsoft-com:vml" Requires="v">
                <p:oleObj name="Equation" r:id="rId19" imgW="2222280" imgH="215640" progId="Equation.DSMT4">
                  <p:embed/>
                </p:oleObj>
              </mc:Choice>
              <mc:Fallback>
                <p:oleObj name="Equation" r:id="rId19" imgW="2222280" imgH="215640" progId="Equation.DSMT4">
                  <p:embed/>
                  <p:pic>
                    <p:nvPicPr>
                      <p:cNvPr id="17" name="Object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818094" y="3394074"/>
                        <a:ext cx="4254500"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9941"/>
                                        </p:tgtEl>
                                        <p:attrNameLst>
                                          <p:attrName>style.visibility</p:attrName>
                                        </p:attrNameLst>
                                      </p:cBhvr>
                                      <p:to>
                                        <p:strVal val="visible"/>
                                      </p:to>
                                    </p:set>
                                    <p:animEffect transition="in" filter="wipe(left)">
                                      <p:cBhvr>
                                        <p:cTn id="7" dur="500"/>
                                        <p:tgtEl>
                                          <p:spTgt spid="39941"/>
                                        </p:tgtEl>
                                      </p:cBhvr>
                                    </p:animEffect>
                                  </p:childTnLst>
                                </p:cTn>
                              </p:par>
                              <p:par>
                                <p:cTn id="8" presetID="22" presetClass="entr" presetSubtype="8" fill="hold" nodeType="withEffect">
                                  <p:stCondLst>
                                    <p:cond delay="0"/>
                                  </p:stCondLst>
                                  <p:childTnLst>
                                    <p:set>
                                      <p:cBhvr>
                                        <p:cTn id="9" dur="1" fill="hold">
                                          <p:stCondLst>
                                            <p:cond delay="0"/>
                                          </p:stCondLst>
                                        </p:cTn>
                                        <p:tgtEl>
                                          <p:spTgt spid="39942"/>
                                        </p:tgtEl>
                                        <p:attrNameLst>
                                          <p:attrName>style.visibility</p:attrName>
                                        </p:attrNameLst>
                                      </p:cBhvr>
                                      <p:to>
                                        <p:strVal val="visible"/>
                                      </p:to>
                                    </p:set>
                                    <p:animEffect transition="in" filter="wipe(left)">
                                      <p:cBhvr>
                                        <p:cTn id="10" dur="500"/>
                                        <p:tgtEl>
                                          <p:spTgt spid="3994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9949"/>
                                        </p:tgtEl>
                                        <p:attrNameLst>
                                          <p:attrName>style.visibility</p:attrName>
                                        </p:attrNameLst>
                                      </p:cBhvr>
                                      <p:to>
                                        <p:strVal val="visible"/>
                                      </p:to>
                                    </p:set>
                                    <p:animEffect transition="in" filter="wipe(left)">
                                      <p:cBhvr>
                                        <p:cTn id="15" dur="500"/>
                                        <p:tgtEl>
                                          <p:spTgt spid="3994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wipe(left)">
                                      <p:cBhvr>
                                        <p:cTn id="20" dur="500"/>
                                        <p:tgtEl>
                                          <p:spTgt spid="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9950"/>
                                        </p:tgtEl>
                                        <p:attrNameLst>
                                          <p:attrName>style.visibility</p:attrName>
                                        </p:attrNameLst>
                                      </p:cBhvr>
                                      <p:to>
                                        <p:strVal val="visible"/>
                                      </p:to>
                                    </p:set>
                                    <p:animEffect transition="in" filter="wipe(left)">
                                      <p:cBhvr>
                                        <p:cTn id="25" dur="500"/>
                                        <p:tgtEl>
                                          <p:spTgt spid="3995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wipe(left)">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up)">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left)">
                                      <p:cBhvr>
                                        <p:cTn id="44" dur="500"/>
                                        <p:tgtEl>
                                          <p:spTgt spid="13"/>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up)">
                                      <p:cBhvr>
                                        <p:cTn id="48" dur="500"/>
                                        <p:tgtEl>
                                          <p:spTgt spid="1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wipe(left)">
                                      <p:cBhvr>
                                        <p:cTn id="53" dur="500"/>
                                        <p:tgtEl>
                                          <p:spTgt spid="14"/>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39953"/>
                                        </p:tgtEl>
                                        <p:attrNameLst>
                                          <p:attrName>style.visibility</p:attrName>
                                        </p:attrNameLst>
                                      </p:cBhvr>
                                      <p:to>
                                        <p:strVal val="visible"/>
                                      </p:to>
                                    </p:set>
                                    <p:animEffect transition="in" filter="wipe(up)">
                                      <p:cBhvr>
                                        <p:cTn id="57" dur="500"/>
                                        <p:tgtEl>
                                          <p:spTgt spid="39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41" grpId="0" autoUpdateAnimBg="0"/>
      <p:bldP spid="10" grpId="0"/>
      <p:bldP spid="13" grpId="0"/>
      <p:bldP spid="1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9501" name="Rectangle 29"/>
          <p:cNvSpPr>
            <a:spLocks noChangeArrowheads="1"/>
          </p:cNvSpPr>
          <p:nvPr/>
        </p:nvSpPr>
        <p:spPr bwMode="auto">
          <a:xfrm>
            <a:off x="1" y="14093"/>
            <a:ext cx="9144000" cy="120032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例</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   </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设有</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4</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元非齐次线性方程组</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AX=b,</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已知</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R（A）=3,</a:t>
            </a:r>
            <a:r>
              <a:rPr kumimoji="0" lang="el-GR"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 </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α</a:t>
            </a:r>
            <a:r>
              <a:rPr kumimoji="0" lang="el-GR"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1</a:t>
            </a:r>
            <a:r>
              <a:rPr kumimoji="0" lang="el-GR"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 </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α</a:t>
            </a:r>
            <a:r>
              <a:rPr kumimoji="0"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2</a:t>
            </a:r>
            <a:r>
              <a:rPr kumimoji="0" lang="el-GR"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 α</a:t>
            </a:r>
            <a:r>
              <a:rPr kumimoji="0"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3</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为方程组的解，其中</a:t>
            </a:r>
            <a:endPar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试求方程组的通解。</a:t>
            </a:r>
          </a:p>
        </p:txBody>
      </p:sp>
      <p:graphicFrame>
        <p:nvGraphicFramePr>
          <p:cNvPr id="1129497" name="Object 25"/>
          <p:cNvGraphicFramePr>
            <a:graphicFrameLocks noChangeAspect="1"/>
          </p:cNvGraphicFramePr>
          <p:nvPr/>
        </p:nvGraphicFramePr>
        <p:xfrm>
          <a:off x="1643074" y="5260599"/>
          <a:ext cx="5803900" cy="501650"/>
        </p:xfrm>
        <a:graphic>
          <a:graphicData uri="http://schemas.openxmlformats.org/presentationml/2006/ole">
            <mc:AlternateContent xmlns:mc="http://schemas.openxmlformats.org/markup-compatibility/2006">
              <mc:Choice xmlns:v="urn:schemas-microsoft-com:vml" Requires="v">
                <p:oleObj name="Equation" r:id="rId3" imgW="2603160" imgH="228600" progId="Equation.DSMT4">
                  <p:embed/>
                </p:oleObj>
              </mc:Choice>
              <mc:Fallback>
                <p:oleObj name="Equation" r:id="rId3" imgW="2603160" imgH="228600" progId="Equation.DSMT4">
                  <p:embed/>
                  <p:pic>
                    <p:nvPicPr>
                      <p:cNvPr id="1129497" name="Object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3074" y="5260599"/>
                        <a:ext cx="5803900" cy="501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29483" name="Object 11"/>
          <p:cNvGraphicFramePr>
            <a:graphicFrameLocks noChangeAspect="1"/>
          </p:cNvGraphicFramePr>
          <p:nvPr/>
        </p:nvGraphicFramePr>
        <p:xfrm>
          <a:off x="671513" y="5961084"/>
          <a:ext cx="7059612" cy="539750"/>
        </p:xfrm>
        <a:graphic>
          <a:graphicData uri="http://schemas.openxmlformats.org/presentationml/2006/ole">
            <mc:AlternateContent xmlns:mc="http://schemas.openxmlformats.org/markup-compatibility/2006">
              <mc:Choice xmlns:v="urn:schemas-microsoft-com:vml" Requires="v">
                <p:oleObj name="Equation" r:id="rId5" imgW="3174840" imgH="241200" progId="Equation.DSMT4">
                  <p:embed/>
                </p:oleObj>
              </mc:Choice>
              <mc:Fallback>
                <p:oleObj name="Equation" r:id="rId5" imgW="3174840" imgH="241200" progId="Equation.DSMT4">
                  <p:embed/>
                  <p:pic>
                    <p:nvPicPr>
                      <p:cNvPr id="1129483"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1513" y="5961084"/>
                        <a:ext cx="7059612" cy="539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3" name="Line 25"/>
          <p:cNvSpPr>
            <a:spLocks noChangeShapeType="1"/>
          </p:cNvSpPr>
          <p:nvPr/>
        </p:nvSpPr>
        <p:spPr bwMode="auto">
          <a:xfrm>
            <a:off x="0" y="1214422"/>
            <a:ext cx="9144000" cy="0"/>
          </a:xfrm>
          <a:prstGeom prst="line">
            <a:avLst/>
          </a:prstGeom>
          <a:noFill/>
          <a:ln w="38100">
            <a:solidFill>
              <a:schemeClr val="accent2"/>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 name="Text Box 5"/>
          <p:cNvSpPr txBox="1">
            <a:spLocks noChangeArrowheads="1"/>
          </p:cNvSpPr>
          <p:nvPr/>
        </p:nvSpPr>
        <p:spPr bwMode="auto">
          <a:xfrm>
            <a:off x="0" y="1214422"/>
            <a:ext cx="492443"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sp>
        <p:nvSpPr>
          <p:cNvPr id="14" name="Text Box 5"/>
          <p:cNvSpPr txBox="1">
            <a:spLocks noChangeArrowheads="1"/>
          </p:cNvSpPr>
          <p:nvPr/>
        </p:nvSpPr>
        <p:spPr bwMode="auto">
          <a:xfrm>
            <a:off x="642910" y="1214422"/>
            <a:ext cx="3488455"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由</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AX=b</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通解的结构可知</a:t>
            </a:r>
          </a:p>
        </p:txBody>
      </p:sp>
      <p:graphicFrame>
        <p:nvGraphicFramePr>
          <p:cNvPr id="1129498" name="Object 26"/>
          <p:cNvGraphicFramePr>
            <a:graphicFrameLocks noChangeAspect="1"/>
          </p:cNvGraphicFramePr>
          <p:nvPr/>
        </p:nvGraphicFramePr>
        <p:xfrm>
          <a:off x="4129088" y="1185863"/>
          <a:ext cx="1462087" cy="515937"/>
        </p:xfrm>
        <a:graphic>
          <a:graphicData uri="http://schemas.openxmlformats.org/presentationml/2006/ole">
            <mc:AlternateContent xmlns:mc="http://schemas.openxmlformats.org/markup-compatibility/2006">
              <mc:Choice xmlns:v="urn:schemas-microsoft-com:vml" Requires="v">
                <p:oleObj name="Equation" r:id="rId7" imgW="647640" imgH="228600" progId="Equation.DSMT4">
                  <p:embed/>
                </p:oleObj>
              </mc:Choice>
              <mc:Fallback>
                <p:oleObj name="Equation" r:id="rId7" imgW="647640" imgH="228600" progId="Equation.DSMT4">
                  <p:embed/>
                  <p:pic>
                    <p:nvPicPr>
                      <p:cNvPr id="1129498" name="Object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29088" y="1185863"/>
                        <a:ext cx="1462087"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 name="Text Box 5"/>
          <p:cNvSpPr txBox="1">
            <a:spLocks noChangeArrowheads="1"/>
          </p:cNvSpPr>
          <p:nvPr/>
        </p:nvSpPr>
        <p:spPr bwMode="auto">
          <a:xfrm>
            <a:off x="642910" y="1804150"/>
            <a:ext cx="3076483"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其中</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ξ</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为</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AX=O</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的通解</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sp>
        <p:nvSpPr>
          <p:cNvPr id="18" name="矩形 17"/>
          <p:cNvSpPr/>
          <p:nvPr/>
        </p:nvSpPr>
        <p:spPr>
          <a:xfrm>
            <a:off x="7000892" y="1804150"/>
            <a:ext cx="2085827"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，可取</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η* =</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α</a:t>
            </a:r>
            <a:r>
              <a:rPr kumimoji="0"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1</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sp>
        <p:nvSpPr>
          <p:cNvPr id="19" name="矩形 18"/>
          <p:cNvSpPr/>
          <p:nvPr/>
        </p:nvSpPr>
        <p:spPr>
          <a:xfrm>
            <a:off x="3603892" y="1804150"/>
            <a:ext cx="3512500"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η*</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为</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AX=b</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的任一特解</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sp>
        <p:nvSpPr>
          <p:cNvPr id="20" name="Text Box 5"/>
          <p:cNvSpPr txBox="1">
            <a:spLocks noChangeArrowheads="1"/>
          </p:cNvSpPr>
          <p:nvPr/>
        </p:nvSpPr>
        <p:spPr bwMode="auto">
          <a:xfrm>
            <a:off x="642910" y="2393878"/>
            <a:ext cx="1935145" cy="461665"/>
          </a:xfrm>
          <a:prstGeom prst="rect">
            <a:avLst/>
          </a:prstGeom>
          <a:noFill/>
          <a:ln w="9525">
            <a:no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由</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R（A）=3</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sp>
        <p:nvSpPr>
          <p:cNvPr id="21" name="矩形 20"/>
          <p:cNvSpPr/>
          <p:nvPr/>
        </p:nvSpPr>
        <p:spPr>
          <a:xfrm>
            <a:off x="2499174" y="2393878"/>
            <a:ext cx="1928810"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a:t>
            </a: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可知</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R</a:t>
            </a:r>
            <a:r>
              <a:rPr kumimoji="0"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S</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=1</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sp>
        <p:nvSpPr>
          <p:cNvPr id="22" name="矩形 21"/>
          <p:cNvSpPr/>
          <p:nvPr/>
        </p:nvSpPr>
        <p:spPr>
          <a:xfrm>
            <a:off x="642910" y="2983606"/>
            <a:ext cx="4857784"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则</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AX=O</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的基础解系中只含</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个解</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
        <p:nvSpPr>
          <p:cNvPr id="23" name="矩形 22"/>
          <p:cNvSpPr/>
          <p:nvPr/>
        </p:nvSpPr>
        <p:spPr>
          <a:xfrm>
            <a:off x="5214942" y="2983606"/>
            <a:ext cx="2048959"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，可设之为</a:t>
            </a:r>
            <a:r>
              <a:rPr kumimoji="0"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itchFamily="18" charset="0"/>
              </a:rPr>
              <a:t>ξ</a:t>
            </a:r>
            <a:r>
              <a:rPr kumimoji="0"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Times New Roman" pitchFamily="18" charset="0"/>
              </a:rPr>
              <a:t>1</a:t>
            </a:r>
            <a:endParaRPr kumimoji="1" lang="zh-CN" altLang="en-US"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25" name="Object 25"/>
          <p:cNvGraphicFramePr>
            <a:graphicFrameLocks noChangeAspect="1"/>
          </p:cNvGraphicFramePr>
          <p:nvPr/>
        </p:nvGraphicFramePr>
        <p:xfrm>
          <a:off x="714380" y="3501896"/>
          <a:ext cx="3894138" cy="973137"/>
        </p:xfrm>
        <a:graphic>
          <a:graphicData uri="http://schemas.openxmlformats.org/presentationml/2006/ole">
            <mc:AlternateContent xmlns:mc="http://schemas.openxmlformats.org/markup-compatibility/2006">
              <mc:Choice xmlns:v="urn:schemas-microsoft-com:vml" Requires="v">
                <p:oleObj name="Equation" r:id="rId9" imgW="1904760" imgH="482400" progId="Equation.DSMT4">
                  <p:embed/>
                </p:oleObj>
              </mc:Choice>
              <mc:Fallback>
                <p:oleObj name="Equation" r:id="rId9" imgW="1904760" imgH="482400" progId="Equation.DSMT4">
                  <p:embed/>
                  <p:pic>
                    <p:nvPicPr>
                      <p:cNvPr id="25" name="Object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4380" y="3501896"/>
                        <a:ext cx="3894138" cy="973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25"/>
          <p:cNvGraphicFramePr>
            <a:graphicFrameLocks noChangeAspect="1"/>
          </p:cNvGraphicFramePr>
          <p:nvPr/>
        </p:nvGraphicFramePr>
        <p:xfrm>
          <a:off x="4429156" y="3429000"/>
          <a:ext cx="4714876" cy="1031875"/>
        </p:xfrm>
        <a:graphic>
          <a:graphicData uri="http://schemas.openxmlformats.org/presentationml/2006/ole">
            <mc:AlternateContent xmlns:mc="http://schemas.openxmlformats.org/markup-compatibility/2006">
              <mc:Choice xmlns:v="urn:schemas-microsoft-com:vml" Requires="v">
                <p:oleObj name="Equation" r:id="rId11" imgW="2361960" imgH="469800" progId="Equation.DSMT4">
                  <p:embed/>
                </p:oleObj>
              </mc:Choice>
              <mc:Fallback>
                <p:oleObj name="Equation" r:id="rId11" imgW="2361960" imgH="469800" progId="Equation.DSMT4">
                  <p:embed/>
                  <p:pic>
                    <p:nvPicPr>
                      <p:cNvPr id="26" name="Object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429156" y="3429000"/>
                        <a:ext cx="4714876" cy="1031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25"/>
          <p:cNvGraphicFramePr>
            <a:graphicFrameLocks noChangeAspect="1"/>
          </p:cNvGraphicFramePr>
          <p:nvPr/>
        </p:nvGraphicFramePr>
        <p:xfrm>
          <a:off x="714380" y="4603762"/>
          <a:ext cx="3214710" cy="528774"/>
        </p:xfrm>
        <a:graphic>
          <a:graphicData uri="http://schemas.openxmlformats.org/presentationml/2006/ole">
            <mc:AlternateContent xmlns:mc="http://schemas.openxmlformats.org/markup-compatibility/2006">
              <mc:Choice xmlns:v="urn:schemas-microsoft-com:vml" Requires="v">
                <p:oleObj name="Equation" r:id="rId13" imgW="1701720" imgH="253800" progId="Equation.DSMT4">
                  <p:embed/>
                </p:oleObj>
              </mc:Choice>
              <mc:Fallback>
                <p:oleObj name="Equation" r:id="rId13" imgW="1701720" imgH="253800" progId="Equation.DSMT4">
                  <p:embed/>
                  <p:pic>
                    <p:nvPicPr>
                      <p:cNvPr id="27" name="Object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380" y="4603762"/>
                        <a:ext cx="3214710" cy="5287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29506" name="Rectangle 3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129505" name="Object 33"/>
          <p:cNvGraphicFramePr>
            <a:graphicFrameLocks noChangeAspect="1"/>
          </p:cNvGraphicFramePr>
          <p:nvPr/>
        </p:nvGraphicFramePr>
        <p:xfrm>
          <a:off x="3289300" y="357188"/>
          <a:ext cx="5073650" cy="500062"/>
        </p:xfrm>
        <a:graphic>
          <a:graphicData uri="http://schemas.openxmlformats.org/presentationml/2006/ole">
            <mc:AlternateContent xmlns:mc="http://schemas.openxmlformats.org/markup-compatibility/2006">
              <mc:Choice xmlns:v="urn:schemas-microsoft-com:vml" Requires="v">
                <p:oleObj name="Equation" r:id="rId15" imgW="2412720" imgH="241200" progId="Equation.DSMT4">
                  <p:embed/>
                </p:oleObj>
              </mc:Choice>
              <mc:Fallback>
                <p:oleObj name="Equation" r:id="rId15" imgW="2412720" imgH="241200" progId="Equation.DSMT4">
                  <p:embed/>
                  <p:pic>
                    <p:nvPicPr>
                      <p:cNvPr id="1129505" name="Object 3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89300" y="357188"/>
                        <a:ext cx="5073650" cy="5000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矩形 31"/>
          <p:cNvSpPr/>
          <p:nvPr/>
        </p:nvSpPr>
        <p:spPr>
          <a:xfrm>
            <a:off x="5714976" y="2324393"/>
            <a:ext cx="3429024" cy="461665"/>
          </a:xfrm>
          <a:prstGeom prst="rect">
            <a:avLst/>
          </a:prstGeom>
          <a:solidFill>
            <a:schemeClr val="accent2"/>
          </a:solid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Times New Roman" pitchFamily="18" charset="0"/>
              </a:rPr>
              <a:t>也可取</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η* =(2</a:t>
            </a:r>
            <a:r>
              <a:rPr kumimoji="0"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Times New Roman" pitchFamily="18" charset="0"/>
              </a:rPr>
              <a:t>α</a:t>
            </a:r>
            <a:r>
              <a:rPr kumimoji="0"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Times New Roman" pitchFamily="18" charset="0"/>
              </a:rPr>
              <a:t>2</a:t>
            </a:r>
            <a:r>
              <a:rPr kumimoji="0"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Times New Roman" pitchFamily="18" charset="0"/>
              </a:rPr>
              <a:t>+α</a:t>
            </a:r>
            <a:r>
              <a:rPr kumimoji="0" lang="en-US" altLang="zh-CN"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Times New Roman" pitchFamily="18" charset="0"/>
              </a:rPr>
              <a:t>3</a:t>
            </a:r>
            <a:r>
              <a:rPr kumimoji="0"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Times New Roman" pitchFamily="18" charset="0"/>
              </a:rPr>
              <a:t>)/3</a:t>
            </a:r>
            <a:endParaRPr kumimoji="1" lang="zh-CN" altLang="en-US" sz="24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33" name="Object 11"/>
          <p:cNvGraphicFramePr>
            <a:graphicFrameLocks noChangeAspect="1"/>
          </p:cNvGraphicFramePr>
          <p:nvPr/>
        </p:nvGraphicFramePr>
        <p:xfrm>
          <a:off x="5194300" y="5786438"/>
          <a:ext cx="1485900" cy="879475"/>
        </p:xfrm>
        <a:graphic>
          <a:graphicData uri="http://schemas.openxmlformats.org/presentationml/2006/ole">
            <mc:AlternateContent xmlns:mc="http://schemas.openxmlformats.org/markup-compatibility/2006">
              <mc:Choice xmlns:v="urn:schemas-microsoft-com:vml" Requires="v">
                <p:oleObj name="Equation" r:id="rId17" imgW="761760" imgH="393480" progId="Equation.DSMT4">
                  <p:embed/>
                </p:oleObj>
              </mc:Choice>
              <mc:Fallback>
                <p:oleObj name="Equation" r:id="rId17" imgW="761760" imgH="393480" progId="Equation.DSMT4">
                  <p:embed/>
                  <p:pic>
                    <p:nvPicPr>
                      <p:cNvPr id="33" name="Object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194300" y="5786438"/>
                        <a:ext cx="1485900" cy="879475"/>
                      </a:xfrm>
                      <a:prstGeom prst="rect">
                        <a:avLst/>
                      </a:prstGeom>
                      <a:solidFill>
                        <a:schemeClr val="bg1"/>
                      </a:solidFill>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left)">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129498"/>
                                        </p:tgtEl>
                                        <p:attrNameLst>
                                          <p:attrName>style.visibility</p:attrName>
                                        </p:attrNameLst>
                                      </p:cBhvr>
                                      <p:to>
                                        <p:strVal val="visible"/>
                                      </p:to>
                                    </p:set>
                                    <p:animEffect transition="in" filter="wipe(left)">
                                      <p:cBhvr>
                                        <p:cTn id="17" dur="500"/>
                                        <p:tgtEl>
                                          <p:spTgt spid="112949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wipe(left)">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left)">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wipe(left)">
                                      <p:cBhvr>
                                        <p:cTn id="52" dur="500"/>
                                        <p:tgtEl>
                                          <p:spTgt spid="2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wipe(left)">
                                      <p:cBhvr>
                                        <p:cTn id="57" dur="500"/>
                                        <p:tgtEl>
                                          <p:spTgt spid="2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wipe(left)">
                                      <p:cBhvr>
                                        <p:cTn id="62" dur="500"/>
                                        <p:tgtEl>
                                          <p:spTgt spid="2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wipe(left)">
                                      <p:cBhvr>
                                        <p:cTn id="67" dur="500"/>
                                        <p:tgtEl>
                                          <p:spTgt spid="27"/>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1129497"/>
                                        </p:tgtEl>
                                        <p:attrNameLst>
                                          <p:attrName>style.visibility</p:attrName>
                                        </p:attrNameLst>
                                      </p:cBhvr>
                                      <p:to>
                                        <p:strVal val="visible"/>
                                      </p:to>
                                    </p:set>
                                    <p:animEffect transition="in" filter="wipe(left)">
                                      <p:cBhvr>
                                        <p:cTn id="72" dur="500"/>
                                        <p:tgtEl>
                                          <p:spTgt spid="1129497"/>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129483"/>
                                        </p:tgtEl>
                                        <p:attrNameLst>
                                          <p:attrName>style.visibility</p:attrName>
                                        </p:attrNameLst>
                                      </p:cBhvr>
                                      <p:to>
                                        <p:strVal val="visible"/>
                                      </p:to>
                                    </p:set>
                                    <p:animEffect transition="in" filter="wipe(left)">
                                      <p:cBhvr>
                                        <p:cTn id="77" dur="500"/>
                                        <p:tgtEl>
                                          <p:spTgt spid="112948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wipe(left)">
                                      <p:cBhvr>
                                        <p:cTn id="82" dur="500"/>
                                        <p:tgtEl>
                                          <p:spTgt spid="3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33"/>
                                        </p:tgtEl>
                                        <p:attrNameLst>
                                          <p:attrName>style.visibility</p:attrName>
                                        </p:attrNameLst>
                                      </p:cBhvr>
                                      <p:to>
                                        <p:strVal val="visible"/>
                                      </p:to>
                                    </p:set>
                                    <p:animEffect transition="in" filter="wipe(left)">
                                      <p:cBhvr>
                                        <p:cTn id="8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utoUpdateAnimBg="0"/>
      <p:bldP spid="14" grpId="0" autoUpdateAnimBg="0"/>
      <p:bldP spid="16" grpId="0" autoUpdateAnimBg="0"/>
      <p:bldP spid="18" grpId="0"/>
      <p:bldP spid="19" grpId="0"/>
      <p:bldP spid="20" grpId="0" autoUpdateAnimBg="0"/>
      <p:bldP spid="21" grpId="0"/>
      <p:bldP spid="22" grpId="0"/>
      <p:bldP spid="23" grpId="0"/>
      <p:bldP spid="32"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7" name="WordArt 9"/>
          <p:cNvSpPr>
            <a:spLocks noChangeArrowheads="1" noChangeShapeType="1" noTextEdit="1"/>
          </p:cNvSpPr>
          <p:nvPr/>
        </p:nvSpPr>
        <p:spPr bwMode="auto">
          <a:xfrm>
            <a:off x="1547813" y="1917700"/>
            <a:ext cx="6335712" cy="2087563"/>
          </a:xfrm>
          <a:prstGeom prst="rect">
            <a:avLst/>
          </a:prstGeom>
        </p:spPr>
        <p:txBody>
          <a:bodyPr wrap="none" fromWordArt="1">
            <a:prstTxWarp prst="textPlain">
              <a:avLst>
                <a:gd name="adj" fmla="val 50000"/>
              </a:avLst>
            </a:prstTxWarp>
            <a:scene3d>
              <a:camera prst="legacyObliqueRight"/>
              <a:lightRig rig="legacyNormal3" dir="t"/>
            </a:scene3d>
            <a:sp3d extrusionH="100000" prstMaterial="legacyMatte">
              <a:extrusionClr>
                <a:srgbClr val="B85C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第五章</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相似矩阵与二次型</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0" fill="hold" nodeType="afterEffect">
                                  <p:stCondLst>
                                    <p:cond delay="0"/>
                                  </p:stCondLst>
                                  <p:childTnLst>
                                    <p:set>
                                      <p:cBhvr>
                                        <p:cTn id="6" dur="1" fill="hold">
                                          <p:stCondLst>
                                            <p:cond delay="0"/>
                                          </p:stCondLst>
                                        </p:cTn>
                                        <p:tgtEl>
                                          <p:spTgt spid="201737"/>
                                        </p:tgtEl>
                                        <p:attrNameLst>
                                          <p:attrName>style.visibility</p:attrName>
                                        </p:attrNameLst>
                                      </p:cBhvr>
                                      <p:to>
                                        <p:strVal val="visible"/>
                                      </p:to>
                                    </p:set>
                                  </p:childTnLst>
                                </p:cTn>
                              </p:par>
                            </p:childTnLst>
                          </p:cTn>
                        </p:par>
                        <p:par>
                          <p:cTn id="7" fill="hold">
                            <p:stCondLst>
                              <p:cond delay="0"/>
                            </p:stCondLst>
                            <p:childTnLst>
                              <p:par>
                                <p:cTn id="8" presetID="9" presetClass="exit" presetSubtype="0" fill="hold" nodeType="afterEffect">
                                  <p:stCondLst>
                                    <p:cond delay="1000"/>
                                  </p:stCondLst>
                                  <p:childTnLst>
                                    <p:animEffect transition="out" filter="dissolve">
                                      <p:cBhvr>
                                        <p:cTn id="9" dur="500"/>
                                        <p:tgtEl>
                                          <p:spTgt spid="201737"/>
                                        </p:tgtEl>
                                      </p:cBhvr>
                                    </p:animEffect>
                                    <p:set>
                                      <p:cBhvr>
                                        <p:cTn id="10" dur="1" fill="hold">
                                          <p:stCondLst>
                                            <p:cond delay="499"/>
                                          </p:stCondLst>
                                        </p:cTn>
                                        <p:tgtEl>
                                          <p:spTgt spid="201737"/>
                                        </p:tgtEl>
                                        <p:attrNameLst>
                                          <p:attrName>style.visibility</p:attrName>
                                        </p:attrNameLst>
                                      </p:cBhvr>
                                      <p:to>
                                        <p:strVal val="hidden"/>
                                      </p:to>
                                    </p:set>
                                  </p:childTnLst>
                                </p:cTn>
                              </p:par>
                            </p:childTnLst>
                          </p:cTn>
                        </p:par>
                        <p:par>
                          <p:cTn id="11" fill="hold">
                            <p:stCondLst>
                              <p:cond delay="1500"/>
                            </p:stCondLst>
                            <p:childTnLst>
                              <p:par>
                                <p:cTn id="12" presetID="20" presetClass="entr" presetSubtype="0" fill="hold" nodeType="afterEffect">
                                  <p:stCondLst>
                                    <p:cond delay="0"/>
                                  </p:stCondLst>
                                  <p:childTnLst>
                                    <p:set>
                                      <p:cBhvr>
                                        <p:cTn id="13" dur="1" fill="hold">
                                          <p:stCondLst>
                                            <p:cond delay="0"/>
                                          </p:stCondLst>
                                        </p:cTn>
                                        <p:tgtEl>
                                          <p:spTgt spid="201737"/>
                                        </p:tgtEl>
                                        <p:attrNameLst>
                                          <p:attrName>style.visibility</p:attrName>
                                        </p:attrNameLst>
                                      </p:cBhvr>
                                      <p:to>
                                        <p:strVal val="visible"/>
                                      </p:to>
                                    </p:set>
                                    <p:animEffect transition="in" filter="wedge">
                                      <p:cBhvr>
                                        <p:cTn id="14" dur="2000"/>
                                        <p:tgtEl>
                                          <p:spTgt spid="2017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857224" y="26235"/>
            <a:ext cx="3529012"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一、定义</a:t>
            </a:r>
          </a:p>
        </p:txBody>
      </p:sp>
      <p:sp>
        <p:nvSpPr>
          <p:cNvPr id="171089" name="Text Box 81"/>
          <p:cNvSpPr txBox="1">
            <a:spLocks noChangeArrowheads="1"/>
          </p:cNvSpPr>
          <p:nvPr/>
        </p:nvSpPr>
        <p:spPr bwMode="auto">
          <a:xfrm>
            <a:off x="642938" y="908050"/>
            <a:ext cx="8389937" cy="553998"/>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内积：</a:t>
            </a:r>
          </a:p>
        </p:txBody>
      </p:sp>
      <p:sp>
        <p:nvSpPr>
          <p:cNvPr id="5" name="矩形 4"/>
          <p:cNvSpPr/>
          <p:nvPr/>
        </p:nvSpPr>
        <p:spPr>
          <a:xfrm>
            <a:off x="2022500" y="954216"/>
            <a:ext cx="5357812" cy="461665"/>
          </a:xfrm>
          <a:prstGeom prst="rect">
            <a:avLst/>
          </a:prstGeom>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x</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y</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 + </a:t>
            </a:r>
            <a:r>
              <a:rPr kumimoji="1" lang="en-US" altLang="zh-CN" sz="24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x</a:t>
            </a:r>
            <a:r>
              <a:rPr kumimoji="1" lang="en-US" altLang="zh-CN" sz="24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n</a:t>
            </a:r>
            <a:r>
              <a:rPr kumimoji="1" lang="en-US" altLang="zh-CN" sz="24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y</a:t>
            </a:r>
            <a:r>
              <a:rPr kumimoji="1" lang="en-US" altLang="zh-CN" sz="24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n</a:t>
            </a:r>
            <a:endPar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212997" name="Object 5"/>
          <p:cNvGraphicFramePr>
            <a:graphicFrameLocks noChangeAspect="1"/>
          </p:cNvGraphicFramePr>
          <p:nvPr/>
        </p:nvGraphicFramePr>
        <p:xfrm>
          <a:off x="6240463" y="1062239"/>
          <a:ext cx="2792412" cy="1663700"/>
        </p:xfrm>
        <a:graphic>
          <a:graphicData uri="http://schemas.openxmlformats.org/presentationml/2006/ole">
            <mc:AlternateContent xmlns:mc="http://schemas.openxmlformats.org/markup-compatibility/2006">
              <mc:Choice xmlns:v="urn:schemas-microsoft-com:vml" Requires="v">
                <p:oleObj name="Equation" r:id="rId4" imgW="1396800" imgH="939600" progId="Equation.DSMT4">
                  <p:embed/>
                </p:oleObj>
              </mc:Choice>
              <mc:Fallback>
                <p:oleObj name="Equation" r:id="rId4" imgW="1396800" imgH="939600" progId="Equation.DSMT4">
                  <p:embed/>
                  <p:pic>
                    <p:nvPicPr>
                      <p:cNvPr id="212997"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0463" y="1062239"/>
                        <a:ext cx="2792412" cy="166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12998" name="Object 6"/>
          <p:cNvGraphicFramePr>
            <a:graphicFrameLocks noChangeAspect="1"/>
          </p:cNvGraphicFramePr>
          <p:nvPr/>
        </p:nvGraphicFramePr>
        <p:xfrm>
          <a:off x="7092776" y="1000108"/>
          <a:ext cx="863600" cy="457200"/>
        </p:xfrm>
        <a:graphic>
          <a:graphicData uri="http://schemas.openxmlformats.org/presentationml/2006/ole">
            <mc:AlternateContent xmlns:mc="http://schemas.openxmlformats.org/markup-compatibility/2006">
              <mc:Choice xmlns:v="urn:schemas-microsoft-com:vml" Requires="v">
                <p:oleObj name="Equation" r:id="rId6" imgW="431640" imgH="228600" progId="Equation.DSMT4">
                  <p:embed/>
                </p:oleObj>
              </mc:Choice>
              <mc:Fallback>
                <p:oleObj name="Equation" r:id="rId6" imgW="431640" imgH="228600" progId="Equation.DSMT4">
                  <p:embed/>
                  <p:pic>
                    <p:nvPicPr>
                      <p:cNvPr id="212998"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92776" y="1000108"/>
                        <a:ext cx="86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 name="矩形 8"/>
          <p:cNvSpPr/>
          <p:nvPr/>
        </p:nvSpPr>
        <p:spPr>
          <a:xfrm>
            <a:off x="642910" y="2214554"/>
            <a:ext cx="7025434" cy="646331"/>
          </a:xfrm>
          <a:prstGeom prst="rect">
            <a:avLst/>
          </a:prstGeom>
        </p:spPr>
        <p:txBody>
          <a:bodyPr wrap="square">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当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 y] = </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x</a:t>
            </a:r>
            <a:r>
              <a:rPr kumimoji="1" lang="en-US" altLang="zh-CN" sz="2400" b="1" i="0"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T</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 =0</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，称向量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正交</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2" name="Object 4"/>
          <p:cNvGraphicFramePr>
            <a:graphicFrameLocks noChangeAspect="1"/>
          </p:cNvGraphicFramePr>
          <p:nvPr/>
        </p:nvGraphicFramePr>
        <p:xfrm>
          <a:off x="1673944" y="2916238"/>
          <a:ext cx="5994400" cy="990600"/>
        </p:xfrm>
        <a:graphic>
          <a:graphicData uri="http://schemas.openxmlformats.org/presentationml/2006/ole">
            <mc:AlternateContent xmlns:mc="http://schemas.openxmlformats.org/markup-compatibility/2006">
              <mc:Choice xmlns:v="urn:schemas-microsoft-com:vml" Requires="v">
                <p:oleObj name="Equation" r:id="rId8" imgW="2997000" imgH="495000" progId="Equation.DSMT4">
                  <p:embed/>
                </p:oleObj>
              </mc:Choice>
              <mc:Fallback>
                <p:oleObj name="Equation" r:id="rId8" imgW="2997000" imgH="495000" progId="Equation.DSMT4">
                  <p:embed/>
                  <p:pic>
                    <p:nvPicPr>
                      <p:cNvPr id="2" name="Object 4"/>
                      <p:cNvPicPr>
                        <a:picLocks noChangeAspect="1" noChangeArrowheads="1"/>
                      </p:cNvPicPr>
                      <p:nvPr/>
                    </p:nvPicPr>
                    <p:blipFill>
                      <a:blip r:embed="rId9"/>
                      <a:srcRect/>
                      <a:stretch>
                        <a:fillRect/>
                      </a:stretch>
                    </p:blipFill>
                    <p:spPr bwMode="auto">
                      <a:xfrm>
                        <a:off x="1673944" y="2916238"/>
                        <a:ext cx="5994400" cy="990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矩形 10"/>
          <p:cNvSpPr/>
          <p:nvPr/>
        </p:nvSpPr>
        <p:spPr>
          <a:xfrm>
            <a:off x="642910" y="3869293"/>
            <a:ext cx="8501090" cy="1348061"/>
          </a:xfrm>
          <a:prstGeom prst="rect">
            <a:avLst/>
          </a:prstGeom>
        </p:spPr>
        <p:txBody>
          <a:bodyPr wrap="square">
            <a:spAutoFit/>
          </a:bodyPr>
          <a:lstStyle/>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3、</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正交阵：</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 AA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=E</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-1</a:t>
            </a:r>
          </a:p>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的列向量都是单位向量，且两两正交</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endPar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sp>
        <p:nvSpPr>
          <p:cNvPr id="14" name="矩形 3"/>
          <p:cNvSpPr>
            <a:spLocks noChangeArrowheads="1"/>
          </p:cNvSpPr>
          <p:nvPr/>
        </p:nvSpPr>
        <p:spPr bwMode="auto">
          <a:xfrm>
            <a:off x="642938" y="5000636"/>
            <a:ext cx="8501062" cy="1135054"/>
          </a:xfrm>
          <a:prstGeom prst="rect">
            <a:avLst/>
          </a:prstGeom>
          <a:noFill/>
          <a:ln w="9525">
            <a:noFill/>
            <a:miter lim="800000"/>
            <a:headEnd/>
            <a:tailEnd/>
          </a:ln>
        </p:spPr>
        <p:txBody>
          <a:bodyPr>
            <a:spAutoFit/>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相似矩阵：</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 </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AP = B，</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则称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为矩阵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的相似矩阵；可逆矩阵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称为把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变成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的相似变换矩阵</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1089"/>
                                        </p:tgtEl>
                                        <p:attrNameLst>
                                          <p:attrName>style.visibility</p:attrName>
                                        </p:attrNameLst>
                                      </p:cBhvr>
                                      <p:to>
                                        <p:strVal val="visible"/>
                                      </p:to>
                                    </p:set>
                                    <p:animEffect transition="in" filter="wipe(left)">
                                      <p:cBhvr>
                                        <p:cTn id="7" dur="500"/>
                                        <p:tgtEl>
                                          <p:spTgt spid="17108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12997"/>
                                        </p:tgtEl>
                                        <p:attrNameLst>
                                          <p:attrName>style.visibility</p:attrName>
                                        </p:attrNameLst>
                                      </p:cBhvr>
                                      <p:to>
                                        <p:strVal val="visible"/>
                                      </p:to>
                                    </p:set>
                                    <p:animEffect transition="in" filter="wipe(left)">
                                      <p:cBhvr>
                                        <p:cTn id="17" dur="500"/>
                                        <p:tgtEl>
                                          <p:spTgt spid="21299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12998"/>
                                        </p:tgtEl>
                                        <p:attrNameLst>
                                          <p:attrName>style.visibility</p:attrName>
                                        </p:attrNameLst>
                                      </p:cBhvr>
                                      <p:to>
                                        <p:strVal val="visible"/>
                                      </p:to>
                                    </p:set>
                                    <p:animEffect transition="in" filter="wipe(left)">
                                      <p:cBhvr>
                                        <p:cTn id="22" dur="500"/>
                                        <p:tgtEl>
                                          <p:spTgt spid="21299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left)">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wipe(left)">
                                      <p:cBhvr>
                                        <p:cTn id="32" dur="5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4">
                                            <p:txEl>
                                              <p:pRg st="0" end="0"/>
                                            </p:txEl>
                                          </p:spTgt>
                                        </p:tgtEl>
                                        <p:attrNameLst>
                                          <p:attrName>style.visibility</p:attrName>
                                        </p:attrNameLst>
                                      </p:cBhvr>
                                      <p:to>
                                        <p:strVal val="visible"/>
                                      </p:to>
                                    </p:set>
                                    <p:animEffect transition="in" filter="wipe(left)">
                                      <p:cBhvr>
                                        <p:cTn id="42" dur="500"/>
                                        <p:tgtEl>
                                          <p:spTgt spid="1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089" grpId="0"/>
      <p:bldP spid="5" grpId="0"/>
      <p:bldP spid="9" grpId="0"/>
      <p:bldP spid="11"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7"/>
          <p:cNvSpPr txBox="1">
            <a:spLocks noChangeArrowheads="1"/>
          </p:cNvSpPr>
          <p:nvPr/>
        </p:nvSpPr>
        <p:spPr bwMode="auto">
          <a:xfrm>
            <a:off x="1357290" y="2928934"/>
            <a:ext cx="7786710" cy="714380"/>
          </a:xfrm>
          <a:prstGeom prst="rect">
            <a:avLst/>
          </a:prstGeom>
          <a:solidFill>
            <a:srgbClr val="008000"/>
          </a:solidFill>
          <a:ln w="28575">
            <a:solidFill>
              <a:srgbClr val="FF0000"/>
            </a:solidFill>
            <a:miter lim="800000"/>
            <a:headEnd/>
            <a:tailEnd/>
          </a:ln>
        </p:spPr>
        <p:txBody>
          <a:bodyPr vert="wordArtVertRtl" wrap="square" anchorCtr="1"/>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1" lang="en-US" altLang="zh-CN" sz="1400" b="1" i="0" u="sng"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a:t>
            </a:r>
            <a:r>
              <a:rPr kumimoji="1" lang="zh-CN" altLang="en-US" sz="1400" b="1" i="0" u="sng"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可对角化时必取等式</a:t>
            </a:r>
          </a:p>
        </p:txBody>
      </p:sp>
      <p:sp>
        <p:nvSpPr>
          <p:cNvPr id="171085" name="WordArt 77"/>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二、关系</a:t>
            </a:r>
          </a:p>
        </p:txBody>
      </p:sp>
      <p:sp>
        <p:nvSpPr>
          <p:cNvPr id="3" name="矩形 2"/>
          <p:cNvSpPr/>
          <p:nvPr/>
        </p:nvSpPr>
        <p:spPr>
          <a:xfrm>
            <a:off x="714375" y="928687"/>
            <a:ext cx="8429625" cy="2431435"/>
          </a:xfrm>
          <a:prstGeom prst="rect">
            <a:avLst/>
          </a:prstGeom>
        </p:spPr>
        <p:txBody>
          <a:bodyPr>
            <a:spAutoFit/>
          </a:bodyPr>
          <a:lstStyle/>
          <a:p>
            <a:pPr marL="982663" marR="0" lvl="0" indent="-9826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1、</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线性无关：</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630238" marR="0" lvl="0" indent="-630238" algn="l" defTabSz="914400" rtl="0" eaLnBrk="0" fontAlgn="base" latinLnBrk="0" hangingPunct="0">
              <a:lnSpc>
                <a:spcPct val="110000"/>
              </a:lnSpc>
              <a:spcBef>
                <a:spcPct val="20000"/>
              </a:spcBef>
              <a:spcAft>
                <a:spcPct val="0"/>
              </a:spcAft>
              <a:buClr>
                <a:srgbClr val="FFFFCC">
                  <a:lumMod val="90000"/>
                </a:srgbClr>
              </a:buClr>
              <a:buSzPct val="75000"/>
              <a:buFont typeface="Wingdings" pitchFamily="2" charset="2"/>
              <a:buChar char="Ø"/>
              <a:tabLst/>
              <a:defRPr/>
            </a:pP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非零</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正交向量组   必   线性无关</a:t>
            </a:r>
            <a:endPar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630238" marR="0" lvl="0" indent="-630238" algn="l" defTabSz="914400" rtl="0" eaLnBrk="0" fontAlgn="base" latinLnBrk="0" hangingPunct="0">
              <a:lnSpc>
                <a:spcPct val="110000"/>
              </a:lnSpc>
              <a:spcBef>
                <a:spcPct val="20000"/>
              </a:spcBef>
              <a:spcAft>
                <a:spcPct val="0"/>
              </a:spcAft>
              <a:buClr>
                <a:srgbClr val="FFFFCC">
                  <a:lumMod val="90000"/>
                </a:srgbClr>
              </a:buClr>
              <a:buSzPct val="75000"/>
              <a:buFont typeface="Wingdings" pitchFamily="2" charset="2"/>
              <a:buChar char="Ø"/>
              <a:tabLst/>
              <a:defRPr/>
            </a:pP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不同特征值对应的特征向量   必  线性无关</a:t>
            </a:r>
            <a:endPar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630238" marR="0" lvl="0" indent="-630238"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630238" marR="0" lvl="0" indent="-630238"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630238" marR="0" lvl="0" indent="-630238"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sp>
        <p:nvSpPr>
          <p:cNvPr id="5" name="AutoShape 5"/>
          <p:cNvSpPr>
            <a:spLocks noChangeArrowheads="1"/>
          </p:cNvSpPr>
          <p:nvPr/>
        </p:nvSpPr>
        <p:spPr bwMode="auto">
          <a:xfrm>
            <a:off x="642910" y="1928802"/>
            <a:ext cx="8358187" cy="2500330"/>
          </a:xfrm>
          <a:prstGeom prst="roundRect">
            <a:avLst>
              <a:gd name="adj" fmla="val 4646"/>
            </a:avLst>
          </a:prstGeom>
          <a:noFill/>
          <a:ln w="28575">
            <a:noFill/>
            <a:round/>
            <a:headEnd/>
            <a:tailEnd/>
          </a:ln>
          <a:effectLst/>
        </p:spPr>
        <p:txBody>
          <a:bodyPr/>
          <a:lstStyle/>
          <a:p>
            <a:pPr marL="0" marR="0" lvl="0" indent="0" algn="l" defTabSz="914400" rtl="0" eaLnBrk="1" fontAlgn="base" latinLnBrk="0" hangingPunct="1">
              <a:lnSpc>
                <a:spcPct val="150000"/>
              </a:lnSpc>
              <a:spcBef>
                <a:spcPct val="0"/>
              </a:spcBef>
              <a:spcAft>
                <a:spcPct val="0"/>
              </a:spcAft>
              <a:buClr>
                <a:srgbClr val="0000FF"/>
              </a:buClr>
              <a:buSzTx/>
              <a:buFontTx/>
              <a:buNone/>
              <a:tabLst/>
              <a:defRPr/>
            </a:pP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设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n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阶矩阵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的特征值为 </a:t>
            </a:r>
            <a:r>
              <a:rPr kumimoji="1" lang="el-GR"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λ </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l-GR"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λ </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l-GR"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n</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p>
          <a:p>
            <a:pPr marL="630238" marR="0" lvl="0" indent="-630238" algn="l" defTabSz="914400" rtl="0" eaLnBrk="1" fontAlgn="base" latinLnBrk="0" hangingPunct="1">
              <a:lnSpc>
                <a:spcPct val="150000"/>
              </a:lnSpc>
              <a:spcBef>
                <a:spcPct val="0"/>
              </a:spcBef>
              <a:spcAft>
                <a:spcPct val="0"/>
              </a:spcAft>
              <a:buClr>
                <a:srgbClr val="FFFFCC">
                  <a:lumMod val="75000"/>
                </a:srgbClr>
              </a:buClr>
              <a:buSzTx/>
              <a:buFont typeface="Wingdings" pitchFamily="2" charset="2"/>
              <a:buChar char="Ø"/>
              <a:tabLst/>
              <a:defRPr/>
            </a:pP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 </a:t>
            </a: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11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22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 </a:t>
            </a:r>
            <a:r>
              <a:rPr kumimoji="1"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nn</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1 </a:t>
            </a: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2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l-GR"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a:t>
            </a:r>
          </a:p>
          <a:p>
            <a:pPr marL="630238" marR="0" lvl="0" indent="-630238" algn="l" defTabSz="914400" rtl="0" eaLnBrk="1" fontAlgn="base" latinLnBrk="0" hangingPunct="1">
              <a:lnSpc>
                <a:spcPct val="150000"/>
              </a:lnSpc>
              <a:spcBef>
                <a:spcPct val="0"/>
              </a:spcBef>
              <a:spcAft>
                <a:spcPct val="0"/>
              </a:spcAft>
              <a:buClr>
                <a:srgbClr val="FFFFCC">
                  <a:lumMod val="75000"/>
                </a:srgbClr>
              </a:buClr>
              <a:buSzTx/>
              <a:buFont typeface="Wingdings" pitchFamily="2" charset="2"/>
              <a:buChar char="Ø"/>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k</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为特征值</a:t>
            </a:r>
            <a:r>
              <a:rPr kumimoji="0" lang="el-GR" altLang="zh-CN" sz="1800" b="1" i="1"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λ</a:t>
            </a:r>
            <a:r>
              <a:rPr kumimoji="0" lang="en-US" altLang="zh-CN" sz="1800" b="1" i="1"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的重数</a:t>
            </a:r>
            <a:r>
              <a:rPr kumimoji="1" lang="en-US" altLang="zh-CN" sz="1800" b="1" i="0" u="none" strike="noStrike" kern="1200" cap="none" spc="0" normalizeH="0" baseline="0" noProof="0" dirty="0">
                <a:ln>
                  <a:noFill/>
                </a:ln>
                <a:solidFill>
                  <a:srgbClr val="FFFFCC"/>
                </a:solidFill>
                <a:effectLst/>
                <a:uLnTx/>
                <a:uFillTx/>
                <a:latin typeface="Gulim"/>
                <a:ea typeface="Gulim"/>
                <a:cs typeface="+mn-cs"/>
              </a:rPr>
              <a:t>⇒ </a:t>
            </a:r>
            <a:r>
              <a:rPr kumimoji="0"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R</a:t>
            </a:r>
            <a:r>
              <a:rPr kumimoji="0"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0"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0" lang="el-GR"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0" lang="el-GR" altLang="zh-CN" sz="1800" b="1" i="1"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λ</a:t>
            </a:r>
            <a:r>
              <a:rPr kumimoji="0" lang="el-GR"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0"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E</a:t>
            </a:r>
            <a:r>
              <a:rPr kumimoji="0" lang="zh-CN" altLang="en-US"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Euclid Math Two"/>
              </a:rPr>
              <a:t>  </a:t>
            </a:r>
            <a:r>
              <a:rPr kumimoji="0" lang="en-US" altLang="zh-CN" sz="18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楷体_GB2312"/>
              </a:rPr>
              <a:t>n-k </a:t>
            </a:r>
          </a:p>
          <a:p>
            <a:pPr marL="630238" marR="0" lvl="0" indent="-630238" algn="l" defTabSz="914400" rtl="0" eaLnBrk="1" fontAlgn="base" latinLnBrk="0" hangingPunct="1">
              <a:lnSpc>
                <a:spcPct val="150000"/>
              </a:lnSpc>
              <a:spcBef>
                <a:spcPct val="0"/>
              </a:spcBef>
              <a:spcAft>
                <a:spcPct val="0"/>
              </a:spcAft>
              <a:buClr>
                <a:srgbClr val="FFFFCC">
                  <a:lumMod val="75000"/>
                </a:srgbClr>
              </a:buClr>
              <a:buSzTx/>
              <a:buFontTx/>
              <a:buNone/>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k</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为特征值</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0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的重数</a:t>
            </a:r>
            <a:r>
              <a:rPr kumimoji="1" lang="en-US" altLang="zh-CN" sz="1800" b="1" i="0" u="none" strike="noStrike" kern="1200" cap="none" spc="0" normalizeH="0" baseline="0" noProof="0" dirty="0">
                <a:ln>
                  <a:noFill/>
                </a:ln>
                <a:solidFill>
                  <a:srgbClr val="FFFFCC"/>
                </a:solidFill>
                <a:effectLst/>
                <a:uLnTx/>
                <a:uFillTx/>
                <a:latin typeface="Gulim"/>
                <a:ea typeface="Gulim"/>
                <a:cs typeface="+mn-cs"/>
              </a:rPr>
              <a:t>⇒ </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R</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Euclid Math Two"/>
              </a:rPr>
              <a:t></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  非零特征值的个数 </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n-k</a:t>
            </a:r>
            <a:endPar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
                <a:srgbClr val="FF0000"/>
              </a:buClr>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可逆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的特征值  全             不为零</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50000"/>
              </a:lnSpc>
              <a:spcBef>
                <a:spcPct val="0"/>
              </a:spcBef>
              <a:spcAft>
                <a:spcPct val="0"/>
              </a:spcAft>
              <a:buClr>
                <a:srgbClr val="FF0000"/>
              </a:buClr>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不可逆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的特征值  至少  有一个为零</a:t>
            </a:r>
            <a:endPar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6" name="矩形 3"/>
          <p:cNvSpPr>
            <a:spLocks noChangeArrowheads="1"/>
          </p:cNvSpPr>
          <p:nvPr/>
        </p:nvSpPr>
        <p:spPr bwMode="auto">
          <a:xfrm>
            <a:off x="642910" y="4572008"/>
            <a:ext cx="8643938" cy="2400657"/>
          </a:xfrm>
          <a:prstGeom prst="rect">
            <a:avLst/>
          </a:prstGeom>
          <a:noFill/>
          <a:ln w="9525">
            <a:noFill/>
            <a:miter lim="800000"/>
            <a:headEnd/>
            <a:tailEnd/>
          </a:ln>
        </p:spPr>
        <p:txBody>
          <a:bodyPr>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en-US" sz="2000" b="1" i="1"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AP</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与</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B</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相似</a:t>
            </a:r>
            <a:endPar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的特征值相同；   若</a:t>
            </a:r>
            <a:r>
              <a:rPr kumimoji="0" lang="en-US" altLang="zh-CN" sz="2000" b="1" i="0" u="none" strike="noStrike" kern="0" cap="none" spc="0" normalizeH="0" baseline="0" noProof="0" dirty="0" err="1">
                <a:ln>
                  <a:noFill/>
                </a:ln>
                <a:solidFill>
                  <a:srgbClr val="FFFFCC"/>
                </a:solidFill>
                <a:effectLst/>
                <a:uLnTx/>
                <a:uFillTx/>
                <a:latin typeface="微软雅黑" pitchFamily="34" charset="-122"/>
                <a:ea typeface="微软雅黑" pitchFamily="34" charset="-122"/>
                <a:cs typeface="+mn-cs"/>
              </a:rPr>
              <a:t>Bα</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λ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 </a:t>
            </a:r>
            <a:r>
              <a:rPr kumimoji="0"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⇒φ(A)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φ(B)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5、</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en-US" sz="2000" b="1" i="1"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AP</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可对角化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  非零特征值的个数</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pitchFamily="49" charset="-122"/>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7" name="矩形 3"/>
          <p:cNvSpPr>
            <a:spLocks noChangeArrowheads="1"/>
          </p:cNvSpPr>
          <p:nvPr/>
        </p:nvSpPr>
        <p:spPr bwMode="auto">
          <a:xfrm>
            <a:off x="2428861" y="5570219"/>
            <a:ext cx="6072230" cy="553998"/>
          </a:xfrm>
          <a:prstGeom prst="rect">
            <a:avLst/>
          </a:prstGeom>
          <a:noFill/>
          <a:ln w="9525">
            <a:noFill/>
            <a:miter lim="800000"/>
            <a:headEnd/>
            <a:tailEnd/>
          </a:ln>
        </p:spPr>
        <p:txBody>
          <a:bodyPr wrap="square">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8" name="Rectangle 2"/>
          <p:cNvSpPr>
            <a:spLocks noChangeArrowheads="1"/>
          </p:cNvSpPr>
          <p:nvPr/>
        </p:nvSpPr>
        <p:spPr bwMode="auto">
          <a:xfrm>
            <a:off x="642910" y="6498575"/>
            <a:ext cx="8429625" cy="430887"/>
          </a:xfrm>
          <a:prstGeom prst="rect">
            <a:avLst/>
          </a:prstGeom>
          <a:noFill/>
          <a:ln w="9525">
            <a:noFill/>
            <a:miter lim="800000"/>
            <a:headEnd/>
            <a:tailEnd/>
          </a:ln>
        </p:spPr>
        <p:txBody>
          <a:bodyPr>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6、</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对称阵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必</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可对角化        </a:t>
            </a:r>
            <a:r>
              <a:rPr kumimoji="1" lang="en-US" altLang="zh-CN" sz="2000" b="1" i="0" u="none" strike="noStrike" kern="1200" cap="none" spc="0" normalizeH="0" baseline="0" noProof="0" dirty="0">
                <a:ln>
                  <a:noFill/>
                </a:ln>
                <a:solidFill>
                  <a:srgbClr val="FFFFCC"/>
                </a:solidFill>
                <a:effectLst/>
                <a:uLnTx/>
                <a:uFillTx/>
                <a:latin typeface="Gulim"/>
                <a:ea typeface="Gulim"/>
                <a:cs typeface="+mn-cs"/>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FFFFCC"/>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pitchFamily="49" charset="-122"/>
              </a:rPr>
              <a:t>1 </a:t>
            </a:r>
            <a:r>
              <a:rPr kumimoji="1" lang="en-US"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FFFFCC"/>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，则 </a:t>
            </a:r>
            <a:r>
              <a:rPr kumimoji="1" lang="zh-CN" altLang="en-US" sz="2000" b="1" i="1"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FFFFCC"/>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正交</a:t>
            </a:r>
            <a:r>
              <a:rPr kumimoji="1" lang="en-US" altLang="zh-CN" sz="2000" b="1" i="0" u="none" strike="noStrike" kern="1200" cap="none" spc="0" normalizeH="0" baseline="0" noProof="0" dirty="0">
                <a:ln>
                  <a:noFill/>
                </a:ln>
                <a:solidFill>
                  <a:srgbClr val="FFFFCC"/>
                </a:solidFill>
                <a:effectLst/>
                <a:uLnTx/>
                <a:uFillTx/>
                <a:latin typeface="Gulim"/>
                <a:ea typeface="Gulim"/>
                <a:cs typeface="+mn-cs"/>
              </a:rPr>
              <a:t>                  </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wipe(left)">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wipe(left)">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
                                            <p:txEl>
                                              <p:pRg st="0" end="0"/>
                                            </p:txEl>
                                          </p:spTgt>
                                        </p:tgtEl>
                                        <p:attrNameLst>
                                          <p:attrName>style.visibility</p:attrName>
                                        </p:attrNameLst>
                                      </p:cBhvr>
                                      <p:to>
                                        <p:strVal val="visible"/>
                                      </p:to>
                                    </p:set>
                                    <p:animEffect transition="in" filter="wipe(left)">
                                      <p:cBhvr>
                                        <p:cTn id="17" dur="500"/>
                                        <p:tgtEl>
                                          <p:spTgt spid="5">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
                                            <p:txEl>
                                              <p:pRg st="1" end="1"/>
                                            </p:txEl>
                                          </p:spTgt>
                                        </p:tgtEl>
                                        <p:attrNameLst>
                                          <p:attrName>style.visibility</p:attrName>
                                        </p:attrNameLst>
                                      </p:cBhvr>
                                      <p:to>
                                        <p:strVal val="visible"/>
                                      </p:to>
                                    </p:set>
                                    <p:animEffect transition="in" filter="wipe(left)">
                                      <p:cBhvr>
                                        <p:cTn id="22" dur="500"/>
                                        <p:tgtEl>
                                          <p:spTgt spid="5">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
                                            <p:txEl>
                                              <p:pRg st="2" end="2"/>
                                            </p:txEl>
                                          </p:spTgt>
                                        </p:tgtEl>
                                        <p:attrNameLst>
                                          <p:attrName>style.visibility</p:attrName>
                                        </p:attrNameLst>
                                      </p:cBhvr>
                                      <p:to>
                                        <p:strVal val="visible"/>
                                      </p:to>
                                    </p:set>
                                    <p:animEffect transition="in" filter="wipe(left)">
                                      <p:cBhvr>
                                        <p:cTn id="27" dur="500"/>
                                        <p:tgtEl>
                                          <p:spTgt spid="5">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wipe(left)">
                                      <p:cBhvr>
                                        <p:cTn id="32" dur="500"/>
                                        <p:tgtEl>
                                          <p:spTgt spid="5">
                                            <p:txEl>
                                              <p:pRg st="3" end="3"/>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wipe(left)">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5">
                                            <p:txEl>
                                              <p:pRg st="4" end="4"/>
                                            </p:txEl>
                                          </p:spTgt>
                                        </p:tgtEl>
                                        <p:attrNameLst>
                                          <p:attrName>style.visibility</p:attrName>
                                        </p:attrNameLst>
                                      </p:cBhvr>
                                      <p:to>
                                        <p:strVal val="visible"/>
                                      </p:to>
                                    </p:set>
                                    <p:animEffect transition="in" filter="wipe(left)">
                                      <p:cBhvr>
                                        <p:cTn id="42" dur="500"/>
                                        <p:tgtEl>
                                          <p:spTgt spid="5">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5">
                                            <p:txEl>
                                              <p:pRg st="5" end="5"/>
                                            </p:txEl>
                                          </p:spTgt>
                                        </p:tgtEl>
                                        <p:attrNameLst>
                                          <p:attrName>style.visibility</p:attrName>
                                        </p:attrNameLst>
                                      </p:cBhvr>
                                      <p:to>
                                        <p:strVal val="visible"/>
                                      </p:to>
                                    </p:set>
                                    <p:animEffect transition="in" filter="wipe(left)">
                                      <p:cBhvr>
                                        <p:cTn id="47" dur="500"/>
                                        <p:tgtEl>
                                          <p:spTgt spid="5">
                                            <p:txEl>
                                              <p:pRg st="5" end="5"/>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6">
                                            <p:txEl>
                                              <p:pRg st="0" end="0"/>
                                            </p:txEl>
                                          </p:spTgt>
                                        </p:tgtEl>
                                        <p:attrNameLst>
                                          <p:attrName>style.visibility</p:attrName>
                                        </p:attrNameLst>
                                      </p:cBhvr>
                                      <p:to>
                                        <p:strVal val="visible"/>
                                      </p:to>
                                    </p:set>
                                    <p:animEffect transition="in" filter="wipe(left)">
                                      <p:cBhvr>
                                        <p:cTn id="52" dur="500"/>
                                        <p:tgtEl>
                                          <p:spTgt spid="6">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6">
                                            <p:txEl>
                                              <p:pRg st="1" end="1"/>
                                            </p:txEl>
                                          </p:spTgt>
                                        </p:tgtEl>
                                        <p:attrNameLst>
                                          <p:attrName>style.visibility</p:attrName>
                                        </p:attrNameLst>
                                      </p:cBhvr>
                                      <p:to>
                                        <p:strVal val="visible"/>
                                      </p:to>
                                    </p:set>
                                    <p:animEffect transition="in" filter="wipe(left)">
                                      <p:cBhvr>
                                        <p:cTn id="57" dur="500"/>
                                        <p:tgtEl>
                                          <p:spTgt spid="6">
                                            <p:txEl>
                                              <p:pRg st="1" end="1"/>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6">
                                            <p:txEl>
                                              <p:pRg st="2" end="2"/>
                                            </p:txEl>
                                          </p:spTgt>
                                        </p:tgtEl>
                                        <p:attrNameLst>
                                          <p:attrName>style.visibility</p:attrName>
                                        </p:attrNameLst>
                                      </p:cBhvr>
                                      <p:to>
                                        <p:strVal val="visible"/>
                                      </p:to>
                                    </p:set>
                                    <p:animEffect transition="in" filter="wipe(left)">
                                      <p:cBhvr>
                                        <p:cTn id="62" dur="500"/>
                                        <p:tgtEl>
                                          <p:spTgt spid="6">
                                            <p:txEl>
                                              <p:pRg st="2" end="2"/>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6">
                                            <p:txEl>
                                              <p:pRg st="3" end="3"/>
                                            </p:txEl>
                                          </p:spTgt>
                                        </p:tgtEl>
                                        <p:attrNameLst>
                                          <p:attrName>style.visibility</p:attrName>
                                        </p:attrNameLst>
                                      </p:cBhvr>
                                      <p:to>
                                        <p:strVal val="visible"/>
                                      </p:to>
                                    </p:set>
                                    <p:animEffect transition="in" filter="wipe(left)">
                                      <p:cBhvr>
                                        <p:cTn id="67" dur="500"/>
                                        <p:tgtEl>
                                          <p:spTgt spid="6">
                                            <p:txEl>
                                              <p:pRg st="3" end="3"/>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8"/>
                                        </p:tgtEl>
                                        <p:attrNameLst>
                                          <p:attrName>style.visibility</p:attrName>
                                        </p:attrNameLst>
                                      </p:cBhvr>
                                      <p:to>
                                        <p:strVal val="visible"/>
                                      </p:to>
                                    </p:set>
                                    <p:animEffect transition="in" filter="wipe(left)">
                                      <p:cBhvr>
                                        <p:cTn id="7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5" grpId="0" uiExpand="1" build="allAtOnce"/>
      <p:bldP spid="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30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三、题型</a:t>
            </a:r>
          </a:p>
        </p:txBody>
      </p:sp>
      <p:sp>
        <p:nvSpPr>
          <p:cNvPr id="3" name="矩形 2"/>
          <p:cNvSpPr/>
          <p:nvPr/>
        </p:nvSpPr>
        <p:spPr>
          <a:xfrm>
            <a:off x="714375" y="928688"/>
            <a:ext cx="8429625" cy="790986"/>
          </a:xfrm>
          <a:prstGeom prst="rect">
            <a:avLst/>
          </a:prstGeom>
        </p:spPr>
        <p:txBody>
          <a:bodyPr>
            <a:spAutoFit/>
          </a:bodyPr>
          <a:lstStyle/>
          <a:p>
            <a:pPr marL="982663" marR="0" lvl="0" indent="-982663"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a:t>
            </a:r>
            <a:r>
              <a:rPr kumimoji="1" lang="en-US" altLang="zh-CN"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Schimidt</a:t>
            </a:r>
            <a:r>
              <a:rPr kumimoji="1" lang="zh-CN" altLang="en-US"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正交化</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：由线性无关向量组导出规范正交基</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982663" marR="0" lvl="0" indent="-982663" algn="l" defTabSz="914400" rtl="0" eaLnBrk="0" fontAlgn="base" latinLnBrk="0" hangingPunct="0">
              <a:lnSpc>
                <a:spcPct val="110000"/>
              </a:lnSpc>
              <a:spcBef>
                <a:spcPct val="20000"/>
              </a:spcBef>
              <a:spcAft>
                <a:spcPct val="0"/>
              </a:spcAft>
              <a:buClr>
                <a:srgbClr val="0000FF"/>
              </a:buClr>
              <a:buSzPct val="75000"/>
              <a:buFontTx/>
              <a:buNone/>
              <a:tabLst/>
              <a:defRPr/>
            </a:pPr>
            <a:r>
              <a:rPr kumimoji="0"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普通基 </a:t>
            </a:r>
            <a:r>
              <a:rPr kumimoji="0" lang="zh-CN" altLang="en-US" sz="1800" b="1" i="0" u="sng"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sym typeface="Wingdings" pitchFamily="2" charset="2"/>
              </a:rPr>
              <a:t>   施密特正交化</a:t>
            </a:r>
            <a:r>
              <a:rPr kumimoji="0" lang="zh-CN" altLang="en-US" sz="1800" b="1" i="0" u="sng"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正交基</a:t>
            </a:r>
            <a:r>
              <a:rPr kumimoji="0"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0" lang="zh-CN" altLang="en-US" sz="1800" b="1" i="0" u="sng"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sym typeface="Wingdings" pitchFamily="2" charset="2"/>
              </a:rPr>
              <a:t>   单位化</a:t>
            </a:r>
            <a:r>
              <a:rPr kumimoji="0" lang="zh-CN" altLang="en-US" sz="1800" b="1" i="0" u="sng"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规范正交基</a:t>
            </a:r>
            <a:endPar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sp>
        <p:nvSpPr>
          <p:cNvPr id="43" name="Text Box 28"/>
          <p:cNvSpPr txBox="1">
            <a:spLocks noChangeArrowheads="1"/>
          </p:cNvSpPr>
          <p:nvPr/>
        </p:nvSpPr>
        <p:spPr bwMode="auto">
          <a:xfrm>
            <a:off x="714348" y="1785926"/>
            <a:ext cx="8001056" cy="407291"/>
          </a:xfrm>
          <a:prstGeom prst="rect">
            <a:avLst/>
          </a:prstGeom>
        </p:spPr>
        <p:txBody>
          <a:bodyPr wrap="square">
            <a:spAutoFit/>
          </a:bodyPr>
          <a:lstStyle/>
          <a:p>
            <a:pPr marL="982663" marR="0" lvl="0" indent="-982663"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求矩阵的特征值与特征向量</a:t>
            </a:r>
          </a:p>
        </p:txBody>
      </p:sp>
      <p:graphicFrame>
        <p:nvGraphicFramePr>
          <p:cNvPr id="44" name="Object 10"/>
          <p:cNvGraphicFramePr>
            <a:graphicFrameLocks noChangeAspect="1"/>
          </p:cNvGraphicFramePr>
          <p:nvPr/>
        </p:nvGraphicFramePr>
        <p:xfrm>
          <a:off x="785787" y="2370139"/>
          <a:ext cx="5354475" cy="363425"/>
        </p:xfrm>
        <a:graphic>
          <a:graphicData uri="http://schemas.openxmlformats.org/presentationml/2006/ole">
            <mc:AlternateContent xmlns:mc="http://schemas.openxmlformats.org/markup-compatibility/2006">
              <mc:Choice xmlns:v="urn:schemas-microsoft-com:vml" Requires="v">
                <p:oleObj name="Equation" r:id="rId4" imgW="3429000" imgH="241200" progId="Equation.DSMT4">
                  <p:embed/>
                </p:oleObj>
              </mc:Choice>
              <mc:Fallback>
                <p:oleObj name="Equation" r:id="rId4" imgW="3429000" imgH="241200" progId="Equation.DSMT4">
                  <p:embed/>
                  <p:pic>
                    <p:nvPicPr>
                      <p:cNvPr id="44" name="Object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5787" y="2370139"/>
                        <a:ext cx="5354475" cy="363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 name="Object 11"/>
          <p:cNvGraphicFramePr>
            <a:graphicFrameLocks noChangeAspect="1"/>
          </p:cNvGraphicFramePr>
          <p:nvPr/>
        </p:nvGraphicFramePr>
        <p:xfrm>
          <a:off x="785787" y="2857496"/>
          <a:ext cx="5929353" cy="344486"/>
        </p:xfrm>
        <a:graphic>
          <a:graphicData uri="http://schemas.openxmlformats.org/presentationml/2006/ole">
            <mc:AlternateContent xmlns:mc="http://schemas.openxmlformats.org/markup-compatibility/2006">
              <mc:Choice xmlns:v="urn:schemas-microsoft-com:vml" Requires="v">
                <p:oleObj name="Equation" r:id="rId6" imgW="3987720" imgH="241200" progId="Equation.DSMT4">
                  <p:embed/>
                </p:oleObj>
              </mc:Choice>
              <mc:Fallback>
                <p:oleObj name="Equation" r:id="rId6" imgW="3987720" imgH="241200" progId="Equation.DSMT4">
                  <p:embed/>
                  <p:pic>
                    <p:nvPicPr>
                      <p:cNvPr id="45" name="Object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5787" y="2857496"/>
                        <a:ext cx="5929353" cy="34448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 name="矩形 45"/>
          <p:cNvSpPr/>
          <p:nvPr/>
        </p:nvSpPr>
        <p:spPr>
          <a:xfrm>
            <a:off x="714348" y="3286124"/>
            <a:ext cx="8358214" cy="2554545"/>
          </a:xfrm>
          <a:prstGeom prst="rect">
            <a:avLst/>
          </a:prstGeom>
        </p:spPr>
        <p:txBody>
          <a:bodyPr wrap="square">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1" lang="zh-CN" altLang="en-US"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相似对角化</a:t>
            </a:r>
            <a:endParaRPr kumimoji="1" lang="en-US" altLang="zh-CN"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①</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判定：</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恰有</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n</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个线性无关的特征向量</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0" fontAlgn="base" latinLnBrk="0" hangingPunct="0">
              <a:lnSpc>
                <a:spcPts val="32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0" fontAlgn="base" latinLnBrk="0" hangingPunct="0">
              <a:lnSpc>
                <a:spcPts val="32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0" fontAlgn="base" latinLnBrk="0" hangingPunct="0">
              <a:lnSpc>
                <a:spcPts val="32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②</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步骤：</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求特征值，判定，求特征向量，写</a:t>
            </a: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可逆</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阵</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表达式</a:t>
            </a:r>
          </a:p>
        </p:txBody>
      </p:sp>
      <p:graphicFrame>
        <p:nvGraphicFramePr>
          <p:cNvPr id="30" name="Object 23"/>
          <p:cNvGraphicFramePr>
            <a:graphicFrameLocks noChangeAspect="1"/>
          </p:cNvGraphicFramePr>
          <p:nvPr/>
        </p:nvGraphicFramePr>
        <p:xfrm>
          <a:off x="1571604" y="4143381"/>
          <a:ext cx="5722937" cy="1225550"/>
        </p:xfrm>
        <a:graphic>
          <a:graphicData uri="http://schemas.openxmlformats.org/presentationml/2006/ole">
            <mc:AlternateContent xmlns:mc="http://schemas.openxmlformats.org/markup-compatibility/2006">
              <mc:Choice xmlns:v="urn:schemas-microsoft-com:vml" Requires="v">
                <p:oleObj name="Equation" r:id="rId8" imgW="3365280" imgH="799920" progId="Equation.DSMT4">
                  <p:embed/>
                </p:oleObj>
              </mc:Choice>
              <mc:Fallback>
                <p:oleObj name="Equation" r:id="rId8" imgW="3365280" imgH="799920" progId="Equation.DSMT4">
                  <p:embed/>
                  <p:pic>
                    <p:nvPicPr>
                      <p:cNvPr id="30" name="Object 2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71604" y="4143381"/>
                        <a:ext cx="5722937" cy="1225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 name="矩形 47"/>
          <p:cNvSpPr/>
          <p:nvPr/>
        </p:nvSpPr>
        <p:spPr>
          <a:xfrm>
            <a:off x="714348" y="5786455"/>
            <a:ext cx="8358214" cy="871521"/>
          </a:xfrm>
          <a:prstGeom prst="rect">
            <a:avLst/>
          </a:prstGeom>
        </p:spPr>
        <p:txBody>
          <a:bodyPr wrap="square">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zh-CN" altLang="en-US" sz="20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正交对角化</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求特征值，特征向量并规范化，写</a:t>
            </a:r>
            <a:r>
              <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正交</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阵</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表达式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wipe(left)">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wipe(left)">
                                      <p:cBhvr>
                                        <p:cTn id="12" dur="500"/>
                                        <p:tgtEl>
                                          <p:spTgt spid="4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left)">
                                      <p:cBhvr>
                                        <p:cTn id="17" dur="500"/>
                                        <p:tgtEl>
                                          <p:spTgt spid="4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6">
                                            <p:txEl>
                                              <p:pRg st="1" end="1"/>
                                            </p:txEl>
                                          </p:spTgt>
                                        </p:tgtEl>
                                        <p:attrNameLst>
                                          <p:attrName>style.visibility</p:attrName>
                                        </p:attrNameLst>
                                      </p:cBhvr>
                                      <p:to>
                                        <p:strVal val="visible"/>
                                      </p:to>
                                    </p:set>
                                    <p:animEffect transition="in" filter="wipe(left)">
                                      <p:cBhvr>
                                        <p:cTn id="22" dur="500"/>
                                        <p:tgtEl>
                                          <p:spTgt spid="46">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left)">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46">
                                            <p:txEl>
                                              <p:pRg st="5" end="5"/>
                                            </p:txEl>
                                          </p:spTgt>
                                        </p:tgtEl>
                                        <p:attrNameLst>
                                          <p:attrName>style.visibility</p:attrName>
                                        </p:attrNameLst>
                                      </p:cBhvr>
                                      <p:to>
                                        <p:strVal val="visible"/>
                                      </p:to>
                                    </p:set>
                                    <p:animEffect transition="in" filter="wipe(left)">
                                      <p:cBhvr>
                                        <p:cTn id="32" dur="500"/>
                                        <p:tgtEl>
                                          <p:spTgt spid="46">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8">
                                            <p:txEl>
                                              <p:pRg st="1" end="1"/>
                                            </p:txEl>
                                          </p:spTgt>
                                        </p:tgtEl>
                                        <p:attrNameLst>
                                          <p:attrName>style.visibility</p:attrName>
                                        </p:attrNameLst>
                                      </p:cBhvr>
                                      <p:to>
                                        <p:strVal val="visible"/>
                                      </p:to>
                                    </p:set>
                                    <p:animEffect transition="in" filter="wipe(left)">
                                      <p:cBhvr>
                                        <p:cTn id="37" dur="500"/>
                                        <p:tgtEl>
                                          <p:spTgt spid="4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30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四、二次型</a:t>
            </a:r>
          </a:p>
        </p:txBody>
      </p:sp>
      <p:sp>
        <p:nvSpPr>
          <p:cNvPr id="3" name="矩形 2"/>
          <p:cNvSpPr/>
          <p:nvPr/>
        </p:nvSpPr>
        <p:spPr>
          <a:xfrm>
            <a:off x="714375" y="950007"/>
            <a:ext cx="8429625" cy="407291"/>
          </a:xfrm>
          <a:prstGeom prst="rect">
            <a:avLst/>
          </a:prstGeom>
        </p:spPr>
        <p:txBody>
          <a:bodyPr>
            <a:spAutoFit/>
          </a:bodyPr>
          <a:lstStyle/>
          <a:p>
            <a:pPr marL="982663" marR="0" lvl="0" indent="-982663"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普通二次型的标准化，规范化</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graphicFrame>
        <p:nvGraphicFramePr>
          <p:cNvPr id="921605" name="Object 5"/>
          <p:cNvGraphicFramePr>
            <a:graphicFrameLocks noChangeAspect="1"/>
          </p:cNvGraphicFramePr>
          <p:nvPr/>
        </p:nvGraphicFramePr>
        <p:xfrm>
          <a:off x="785786" y="1357298"/>
          <a:ext cx="8143932" cy="482600"/>
        </p:xfrm>
        <a:graphic>
          <a:graphicData uri="http://schemas.openxmlformats.org/presentationml/2006/ole">
            <mc:AlternateContent xmlns:mc="http://schemas.openxmlformats.org/markup-compatibility/2006">
              <mc:Choice xmlns:v="urn:schemas-microsoft-com:vml" Requires="v">
                <p:oleObj name="Equation" r:id="rId4" imgW="8991360" imgH="482400" progId="Equation.DSMT4">
                  <p:embed/>
                </p:oleObj>
              </mc:Choice>
              <mc:Fallback>
                <p:oleObj name="Equation" r:id="rId4" imgW="8991360" imgH="482400" progId="Equation.DSMT4">
                  <p:embed/>
                  <p:pic>
                    <p:nvPicPr>
                      <p:cNvPr id="921605"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5786" y="1357298"/>
                        <a:ext cx="814393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21606" name="Object 6"/>
          <p:cNvGraphicFramePr>
            <a:graphicFrameLocks noChangeAspect="1"/>
          </p:cNvGraphicFramePr>
          <p:nvPr/>
        </p:nvGraphicFramePr>
        <p:xfrm>
          <a:off x="2865438" y="1773238"/>
          <a:ext cx="4584700" cy="431800"/>
        </p:xfrm>
        <a:graphic>
          <a:graphicData uri="http://schemas.openxmlformats.org/presentationml/2006/ole">
            <mc:AlternateContent xmlns:mc="http://schemas.openxmlformats.org/markup-compatibility/2006">
              <mc:Choice xmlns:v="urn:schemas-microsoft-com:vml" Requires="v">
                <p:oleObj name="Equation" r:id="rId6" imgW="4584600" imgH="431640" progId="Equation.DSMT4">
                  <p:embed/>
                </p:oleObj>
              </mc:Choice>
              <mc:Fallback>
                <p:oleObj name="Equation" r:id="rId6" imgW="4584600" imgH="431640" progId="Equation.DSMT4">
                  <p:embed/>
                  <p:pic>
                    <p:nvPicPr>
                      <p:cNvPr id="921606" name="Object 6"/>
                      <p:cNvPicPr>
                        <a:picLocks noChangeAspect="1" noChangeArrowheads="1"/>
                      </p:cNvPicPr>
                      <p:nvPr/>
                    </p:nvPicPr>
                    <p:blipFill>
                      <a:blip r:embed="rId7"/>
                      <a:srcRect/>
                      <a:stretch>
                        <a:fillRect/>
                      </a:stretch>
                    </p:blipFill>
                    <p:spPr bwMode="auto">
                      <a:xfrm>
                        <a:off x="2865438" y="1773238"/>
                        <a:ext cx="45847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21607" name="Object 7"/>
          <p:cNvGraphicFramePr>
            <a:graphicFrameLocks noChangeAspect="1"/>
          </p:cNvGraphicFramePr>
          <p:nvPr/>
        </p:nvGraphicFramePr>
        <p:xfrm>
          <a:off x="768357" y="2917799"/>
          <a:ext cx="1803400" cy="533400"/>
        </p:xfrm>
        <a:graphic>
          <a:graphicData uri="http://schemas.openxmlformats.org/presentationml/2006/ole">
            <mc:AlternateContent xmlns:mc="http://schemas.openxmlformats.org/markup-compatibility/2006">
              <mc:Choice xmlns:v="urn:schemas-microsoft-com:vml" Requires="v">
                <p:oleObj name="Equation" r:id="rId8" imgW="1803240" imgH="533160" progId="Equation.DSMT4">
                  <p:embed/>
                </p:oleObj>
              </mc:Choice>
              <mc:Fallback>
                <p:oleObj name="Equation" r:id="rId8" imgW="1803240" imgH="533160" progId="Equation.DSMT4">
                  <p:embed/>
                  <p:pic>
                    <p:nvPicPr>
                      <p:cNvPr id="921607"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8357" y="2917799"/>
                        <a:ext cx="1803400"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7"/>
          <p:cNvGraphicFramePr>
            <a:graphicFrameLocks noChangeAspect="1"/>
          </p:cNvGraphicFramePr>
          <p:nvPr/>
        </p:nvGraphicFramePr>
        <p:xfrm>
          <a:off x="712788" y="1766888"/>
          <a:ext cx="1968500" cy="495300"/>
        </p:xfrm>
        <a:graphic>
          <a:graphicData uri="http://schemas.openxmlformats.org/presentationml/2006/ole">
            <mc:AlternateContent xmlns:mc="http://schemas.openxmlformats.org/markup-compatibility/2006">
              <mc:Choice xmlns:v="urn:schemas-microsoft-com:vml" Requires="v">
                <p:oleObj name="Equation" r:id="rId10" imgW="1968480" imgH="495000" progId="Equation.DSMT4">
                  <p:embed/>
                </p:oleObj>
              </mc:Choice>
              <mc:Fallback>
                <p:oleObj name="Equation" r:id="rId10" imgW="1968480" imgH="495000" progId="Equation.DSMT4">
                  <p:embed/>
                  <p:pic>
                    <p:nvPicPr>
                      <p:cNvPr id="14" name="Object 7"/>
                      <p:cNvPicPr>
                        <a:picLocks noChangeAspect="1" noChangeArrowheads="1"/>
                      </p:cNvPicPr>
                      <p:nvPr/>
                    </p:nvPicPr>
                    <p:blipFill>
                      <a:blip r:embed="rId11"/>
                      <a:srcRect/>
                      <a:stretch>
                        <a:fillRect/>
                      </a:stretch>
                    </p:blipFill>
                    <p:spPr bwMode="auto">
                      <a:xfrm>
                        <a:off x="712788" y="1766888"/>
                        <a:ext cx="1968500" cy="495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21611" name="Object 11"/>
          <p:cNvGraphicFramePr>
            <a:graphicFrameLocks noChangeAspect="1"/>
          </p:cNvGraphicFramePr>
          <p:nvPr/>
        </p:nvGraphicFramePr>
        <p:xfrm>
          <a:off x="2852759" y="3014643"/>
          <a:ext cx="4013200" cy="495300"/>
        </p:xfrm>
        <a:graphic>
          <a:graphicData uri="http://schemas.openxmlformats.org/presentationml/2006/ole">
            <mc:AlternateContent xmlns:mc="http://schemas.openxmlformats.org/markup-compatibility/2006">
              <mc:Choice xmlns:v="urn:schemas-microsoft-com:vml" Requires="v">
                <p:oleObj name="Equation" r:id="rId12" imgW="4012920" imgH="495000" progId="Equation.DSMT4">
                  <p:embed/>
                </p:oleObj>
              </mc:Choice>
              <mc:Fallback>
                <p:oleObj name="Equation" r:id="rId12" imgW="4012920" imgH="495000" progId="Equation.DSMT4">
                  <p:embed/>
                  <p:pic>
                    <p:nvPicPr>
                      <p:cNvPr id="921611" name="Object 11"/>
                      <p:cNvPicPr>
                        <a:picLocks noChangeAspect="1" noChangeArrowheads="1"/>
                      </p:cNvPicPr>
                      <p:nvPr/>
                    </p:nvPicPr>
                    <p:blipFill>
                      <a:blip r:embed="rId13"/>
                      <a:srcRect/>
                      <a:stretch>
                        <a:fillRect/>
                      </a:stretch>
                    </p:blipFill>
                    <p:spPr bwMode="auto">
                      <a:xfrm>
                        <a:off x="2852759" y="3014643"/>
                        <a:ext cx="4013200" cy="495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矩形 16"/>
          <p:cNvSpPr/>
          <p:nvPr/>
        </p:nvSpPr>
        <p:spPr>
          <a:xfrm>
            <a:off x="714375" y="3430161"/>
            <a:ext cx="8429625" cy="430887"/>
          </a:xfrm>
          <a:prstGeom prst="rect">
            <a:avLst/>
          </a:prstGeom>
        </p:spPr>
        <p:txBody>
          <a:bodyPr>
            <a:spAutoFit/>
          </a:bodyPr>
          <a:lstStyle/>
          <a:p>
            <a:pPr marL="982663" marR="0" lvl="0" indent="-982663"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正定二次型的判定：</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sp>
        <p:nvSpPr>
          <p:cNvPr id="22" name="TextBox 21"/>
          <p:cNvSpPr txBox="1"/>
          <p:nvPr/>
        </p:nvSpPr>
        <p:spPr>
          <a:xfrm>
            <a:off x="6206068" y="3803104"/>
            <a:ext cx="2928926" cy="3170099"/>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3、</a:t>
            </a:r>
            <a:r>
              <a:rPr kumimoji="1" lang="zh-CN" altLang="en-US" sz="20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关系：实对称阵</a:t>
            </a:r>
            <a:endParaRPr kumimoji="1" lang="en-US" altLang="zh-CN" sz="20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相似</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合同等价</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2" charset="-122"/>
                <a:ea typeface="黑体" pitchFamily="2" charset="-122"/>
                <a:cs typeface="+mn-cs"/>
              </a:rPr>
              <a:t>4、</a:t>
            </a:r>
            <a:r>
              <a:rPr kumimoji="1" lang="zh-CN" altLang="en-US" sz="2000" b="1" i="0" u="none"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2" charset="-122"/>
                <a:ea typeface="黑体" pitchFamily="2" charset="-122"/>
                <a:cs typeface="+mn-cs"/>
              </a:rPr>
              <a:t>区别：</a:t>
            </a:r>
            <a:endParaRPr kumimoji="1" lang="en-US" altLang="zh-CN" sz="2000" b="1" i="0" u="none"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CC"/>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正交</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|A|=±1</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可</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逆</a:t>
            </a: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正定</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 </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λ&gt;0</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sym typeface="Symbol"/>
              </a:rPr>
              <a:t>A</a:t>
            </a:r>
            <a:r>
              <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可逆</a:t>
            </a:r>
            <a:r>
              <a:rPr kumimoji="1" lang="en-US" altLang="zh-CN"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rPr>
              <a:t> </a:t>
            </a:r>
            <a:endParaRPr kumimoji="1" lang="zh-CN" altLang="en-US" sz="20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p:txBody>
      </p:sp>
      <p:graphicFrame>
        <p:nvGraphicFramePr>
          <p:cNvPr id="26" name="图示 25"/>
          <p:cNvGraphicFramePr/>
          <p:nvPr/>
        </p:nvGraphicFramePr>
        <p:xfrm>
          <a:off x="785786" y="3857628"/>
          <a:ext cx="5214974" cy="3571900"/>
        </p:xfrm>
        <a:graphic>
          <a:graphicData uri="http://schemas.openxmlformats.org/drawingml/2006/diagram">
            <dgm:relIds xmlns:dgm="http://schemas.openxmlformats.org/drawingml/2006/diagram" xmlns:r="http://schemas.openxmlformats.org/officeDocument/2006/relationships" r:dm="rId14" r:lo="rId15" r:qs="rId16" r:cs="rId17"/>
          </a:graphicData>
        </a:graphic>
      </p:graphicFrame>
      <p:graphicFrame>
        <p:nvGraphicFramePr>
          <p:cNvPr id="2" name="Object 6">
            <a:extLst>
              <a:ext uri="{FF2B5EF4-FFF2-40B4-BE49-F238E27FC236}">
                <a16:creationId xmlns:a16="http://schemas.microsoft.com/office/drawing/2014/main" id="{30DB4A4C-3AB2-1EC9-90D9-EB5E22D55D72}"/>
              </a:ext>
            </a:extLst>
          </p:cNvPr>
          <p:cNvGraphicFramePr>
            <a:graphicFrameLocks noChangeAspect="1"/>
          </p:cNvGraphicFramePr>
          <p:nvPr/>
        </p:nvGraphicFramePr>
        <p:xfrm>
          <a:off x="3871913" y="2293938"/>
          <a:ext cx="4686300" cy="546100"/>
        </p:xfrm>
        <a:graphic>
          <a:graphicData uri="http://schemas.openxmlformats.org/presentationml/2006/ole">
            <mc:AlternateContent xmlns:mc="http://schemas.openxmlformats.org/markup-compatibility/2006">
              <mc:Choice xmlns:v="urn:schemas-microsoft-com:vml" Requires="v">
                <p:oleObj name="Equation" r:id="rId19" imgW="4686120" imgH="545760" progId="Equation.DSMT4">
                  <p:embed/>
                </p:oleObj>
              </mc:Choice>
              <mc:Fallback>
                <p:oleObj name="Equation" r:id="rId19" imgW="4686120" imgH="545760" progId="Equation.DSMT4">
                  <p:embed/>
                  <p:pic>
                    <p:nvPicPr>
                      <p:cNvPr id="2" name="Object 6">
                        <a:extLst>
                          <a:ext uri="{FF2B5EF4-FFF2-40B4-BE49-F238E27FC236}">
                            <a16:creationId xmlns:a16="http://schemas.microsoft.com/office/drawing/2014/main" id="{30DB4A4C-3AB2-1EC9-90D9-EB5E22D55D72}"/>
                          </a:ext>
                        </a:extLst>
                      </p:cNvPr>
                      <p:cNvPicPr>
                        <a:picLocks noChangeAspect="1" noChangeArrowheads="1"/>
                      </p:cNvPicPr>
                      <p:nvPr/>
                    </p:nvPicPr>
                    <p:blipFill>
                      <a:blip r:embed="rId20"/>
                      <a:srcRect/>
                      <a:stretch>
                        <a:fillRect/>
                      </a:stretch>
                    </p:blipFill>
                    <p:spPr bwMode="auto">
                      <a:xfrm>
                        <a:off x="3871913" y="2293938"/>
                        <a:ext cx="4686300" cy="546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Object 7">
            <a:extLst>
              <a:ext uri="{FF2B5EF4-FFF2-40B4-BE49-F238E27FC236}">
                <a16:creationId xmlns:a16="http://schemas.microsoft.com/office/drawing/2014/main" id="{12D6E4E6-C7C5-569B-181F-AF164496F353}"/>
              </a:ext>
            </a:extLst>
          </p:cNvPr>
          <p:cNvGraphicFramePr>
            <a:graphicFrameLocks noChangeAspect="1"/>
          </p:cNvGraphicFramePr>
          <p:nvPr/>
        </p:nvGraphicFramePr>
        <p:xfrm>
          <a:off x="1700213" y="2306638"/>
          <a:ext cx="2108200" cy="571500"/>
        </p:xfrm>
        <a:graphic>
          <a:graphicData uri="http://schemas.openxmlformats.org/presentationml/2006/ole">
            <mc:AlternateContent xmlns:mc="http://schemas.openxmlformats.org/markup-compatibility/2006">
              <mc:Choice xmlns:v="urn:schemas-microsoft-com:vml" Requires="v">
                <p:oleObj name="Equation" r:id="rId21" imgW="2108160" imgH="571320" progId="Equation.DSMT4">
                  <p:embed/>
                </p:oleObj>
              </mc:Choice>
              <mc:Fallback>
                <p:oleObj name="Equation" r:id="rId21" imgW="2108160" imgH="571320" progId="Equation.DSMT4">
                  <p:embed/>
                  <p:pic>
                    <p:nvPicPr>
                      <p:cNvPr id="4" name="Object 7">
                        <a:extLst>
                          <a:ext uri="{FF2B5EF4-FFF2-40B4-BE49-F238E27FC236}">
                            <a16:creationId xmlns:a16="http://schemas.microsoft.com/office/drawing/2014/main" id="{12D6E4E6-C7C5-569B-181F-AF164496F353}"/>
                          </a:ext>
                        </a:extLst>
                      </p:cNvPr>
                      <p:cNvPicPr>
                        <a:picLocks noChangeAspect="1" noChangeArrowheads="1"/>
                      </p:cNvPicPr>
                      <p:nvPr/>
                    </p:nvPicPr>
                    <p:blipFill>
                      <a:blip r:embed="rId22"/>
                      <a:srcRect/>
                      <a:stretch>
                        <a:fillRect/>
                      </a:stretch>
                    </p:blipFill>
                    <p:spPr bwMode="auto">
                      <a:xfrm>
                        <a:off x="1700213" y="2306638"/>
                        <a:ext cx="2108200" cy="571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21605"/>
                                        </p:tgtEl>
                                        <p:attrNameLst>
                                          <p:attrName>style.visibility</p:attrName>
                                        </p:attrNameLst>
                                      </p:cBhvr>
                                      <p:to>
                                        <p:strVal val="visible"/>
                                      </p:to>
                                    </p:set>
                                    <p:animEffect transition="in" filter="wipe(left)">
                                      <p:cBhvr>
                                        <p:cTn id="12" dur="500"/>
                                        <p:tgtEl>
                                          <p:spTgt spid="92160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921606"/>
                                        </p:tgtEl>
                                        <p:attrNameLst>
                                          <p:attrName>style.visibility</p:attrName>
                                        </p:attrNameLst>
                                      </p:cBhvr>
                                      <p:to>
                                        <p:strVal val="visible"/>
                                      </p:to>
                                    </p:set>
                                    <p:animEffect transition="in" filter="wipe(left)">
                                      <p:cBhvr>
                                        <p:cTn id="22" dur="500"/>
                                        <p:tgtEl>
                                          <p:spTgt spid="92160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21607"/>
                                        </p:tgtEl>
                                        <p:attrNameLst>
                                          <p:attrName>style.visibility</p:attrName>
                                        </p:attrNameLst>
                                      </p:cBhvr>
                                      <p:to>
                                        <p:strVal val="visible"/>
                                      </p:to>
                                    </p:set>
                                    <p:animEffect transition="in" filter="wipe(left)">
                                      <p:cBhvr>
                                        <p:cTn id="27" dur="500"/>
                                        <p:tgtEl>
                                          <p:spTgt spid="92160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921611"/>
                                        </p:tgtEl>
                                        <p:attrNameLst>
                                          <p:attrName>style.visibility</p:attrName>
                                        </p:attrNameLst>
                                      </p:cBhvr>
                                      <p:to>
                                        <p:strVal val="visible"/>
                                      </p:to>
                                    </p:set>
                                    <p:animEffect transition="in" filter="wipe(left)">
                                      <p:cBhvr>
                                        <p:cTn id="32" dur="500"/>
                                        <p:tgtEl>
                                          <p:spTgt spid="92161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left)">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wipe(left)">
                                      <p:cBhvr>
                                        <p:cTn id="42" dur="500"/>
                                        <p:tgtEl>
                                          <p:spTgt spid="2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22">
                                            <p:txEl>
                                              <p:pRg st="0" end="0"/>
                                            </p:txEl>
                                          </p:spTgt>
                                        </p:tgtEl>
                                        <p:attrNameLst>
                                          <p:attrName>style.visibility</p:attrName>
                                        </p:attrNameLst>
                                      </p:cBhvr>
                                      <p:to>
                                        <p:strVal val="visible"/>
                                      </p:to>
                                    </p:set>
                                    <p:animEffect transition="in" filter="wipe(left)">
                                      <p:cBhvr>
                                        <p:cTn id="47" dur="500"/>
                                        <p:tgtEl>
                                          <p:spTgt spid="22">
                                            <p:txEl>
                                              <p:pRg st="0" end="0"/>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22">
                                            <p:txEl>
                                              <p:pRg st="2" end="2"/>
                                            </p:txEl>
                                          </p:spTgt>
                                        </p:tgtEl>
                                        <p:attrNameLst>
                                          <p:attrName>style.visibility</p:attrName>
                                        </p:attrNameLst>
                                      </p:cBhvr>
                                      <p:to>
                                        <p:strVal val="visible"/>
                                      </p:to>
                                    </p:set>
                                    <p:animEffect transition="in" filter="wipe(left)">
                                      <p:cBhvr>
                                        <p:cTn id="52" dur="500"/>
                                        <p:tgtEl>
                                          <p:spTgt spid="22">
                                            <p:txEl>
                                              <p:pRg st="2" end="2"/>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2">
                                            <p:txEl>
                                              <p:pRg st="4" end="4"/>
                                            </p:txEl>
                                          </p:spTgt>
                                        </p:tgtEl>
                                        <p:attrNameLst>
                                          <p:attrName>style.visibility</p:attrName>
                                        </p:attrNameLst>
                                      </p:cBhvr>
                                      <p:to>
                                        <p:strVal val="visible"/>
                                      </p:to>
                                    </p:set>
                                    <p:animEffect transition="in" filter="wipe(left)">
                                      <p:cBhvr>
                                        <p:cTn id="57" dur="500"/>
                                        <p:tgtEl>
                                          <p:spTgt spid="22">
                                            <p:txEl>
                                              <p:pRg st="4" end="4"/>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22">
                                            <p:txEl>
                                              <p:pRg st="6" end="6"/>
                                            </p:txEl>
                                          </p:spTgt>
                                        </p:tgtEl>
                                        <p:attrNameLst>
                                          <p:attrName>style.visibility</p:attrName>
                                        </p:attrNameLst>
                                      </p:cBhvr>
                                      <p:to>
                                        <p:strVal val="visible"/>
                                      </p:to>
                                    </p:set>
                                    <p:animEffect transition="in" filter="wipe(left)">
                                      <p:cBhvr>
                                        <p:cTn id="62" dur="500"/>
                                        <p:tgtEl>
                                          <p:spTgt spid="22">
                                            <p:txEl>
                                              <p:pRg st="6" end="6"/>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22">
                                            <p:txEl>
                                              <p:pRg st="8" end="8"/>
                                            </p:txEl>
                                          </p:spTgt>
                                        </p:tgtEl>
                                        <p:attrNameLst>
                                          <p:attrName>style.visibility</p:attrName>
                                        </p:attrNameLst>
                                      </p:cBhvr>
                                      <p:to>
                                        <p:strVal val="visible"/>
                                      </p:to>
                                    </p:set>
                                    <p:animEffect transition="in" filter="wipe(left)">
                                      <p:cBhvr>
                                        <p:cTn id="67" dur="500"/>
                                        <p:tgtEl>
                                          <p:spTgt spid="22">
                                            <p:txEl>
                                              <p:pRg st="8" end="8"/>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wipe(left)">
                                      <p:cBhvr>
                                        <p:cTn id="72" dur="500"/>
                                        <p:tgtEl>
                                          <p:spTgt spid="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2"/>
                                        </p:tgtEl>
                                        <p:attrNameLst>
                                          <p:attrName>style.visibility</p:attrName>
                                        </p:attrNameLst>
                                      </p:cBhvr>
                                      <p:to>
                                        <p:strVal val="visible"/>
                                      </p:to>
                                    </p:set>
                                    <p:animEffect transition="in" filter="wipe(left)">
                                      <p:cBhvr>
                                        <p:cTn id="7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 grpId="0"/>
      <p:bldP spid="22" grpId="0" uiExpand="1" build="p"/>
      <p:bldGraphic spid="26" grpId="0">
        <p:bldAsOne/>
      </p:bldGraphic>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727555" y="1189"/>
            <a:ext cx="8501090"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30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5-1 </a:t>
            </a:r>
            <a:r>
              <a:rPr kumimoji="1" lang="zh-CN" altLang="en-US" sz="4800" b="1" i="0" u="none" strike="noStrike" kern="10" cap="none" spc="-30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正交矩阵</a:t>
            </a:r>
          </a:p>
        </p:txBody>
      </p:sp>
      <p:sp>
        <p:nvSpPr>
          <p:cNvPr id="11270" name="AutoShape 5"/>
          <p:cNvSpPr>
            <a:spLocks noChangeArrowheads="1"/>
          </p:cNvSpPr>
          <p:nvPr/>
        </p:nvSpPr>
        <p:spPr bwMode="auto">
          <a:xfrm>
            <a:off x="785813" y="3786188"/>
            <a:ext cx="8358187" cy="3071812"/>
          </a:xfrm>
          <a:prstGeom prst="roundRect">
            <a:avLst>
              <a:gd name="adj" fmla="val 4648"/>
            </a:avLst>
          </a:prstGeom>
          <a:solidFill>
            <a:schemeClr val="accent1"/>
          </a:solidFill>
          <a:ln w="28575">
            <a:solidFill>
              <a:schemeClr val="accent2"/>
            </a:solidFill>
            <a:round/>
            <a:headEnd/>
            <a:tailEnd/>
          </a:ln>
        </p:spPr>
        <p:txBody>
          <a:bodyPr wrap="none"/>
          <a:lstStyle/>
          <a:p>
            <a:pPr marL="342900" marR="0" lvl="0" indent="-342900" algn="l" defTabSz="914400" rtl="0" eaLnBrk="0" fontAlgn="base" latinLnBrk="0" hangingPunct="0">
              <a:lnSpc>
                <a:spcPct val="100000"/>
              </a:lnSpc>
              <a:spcBef>
                <a:spcPct val="20000"/>
              </a:spcBef>
              <a:spcAft>
                <a:spcPct val="0"/>
              </a:spcAft>
              <a:buClr>
                <a:srgbClr val="00007D"/>
              </a:buClr>
              <a:buSzPct val="75000"/>
              <a:buFont typeface="Wingdings" pitchFamily="2" charset="2"/>
              <a:buNone/>
              <a:tabLst/>
              <a:defRPr/>
            </a:pPr>
            <a:endPar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endParaRPr>
          </a:p>
        </p:txBody>
      </p:sp>
      <p:sp>
        <p:nvSpPr>
          <p:cNvPr id="44" name="Rectangle 2"/>
          <p:cNvSpPr>
            <a:spLocks noChangeArrowheads="1"/>
          </p:cNvSpPr>
          <p:nvPr/>
        </p:nvSpPr>
        <p:spPr bwMode="auto">
          <a:xfrm>
            <a:off x="714375" y="1000125"/>
            <a:ext cx="8429625" cy="3563938"/>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正交阵定义：</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如果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n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阶矩阵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满足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 E</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，则称矩阵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为正交矩阵</a:t>
            </a: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充要条件：方阵</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为</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正交阵</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 AA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=E</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a:rPr>
              <a:t>-1</a:t>
            </a: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的列向量都是单位向量，且两两正交</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的列向量组构成</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楷体_GB2312"/>
              </a:rPr>
              <a:t>n</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规范正交基</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的行向量都是单位向量，且两两正交</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sym typeface="Wingdings"/>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构成</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a:rPr>
              <a:t>R</a:t>
            </a:r>
            <a:r>
              <a:rPr kumimoji="1" lang="en-US" altLang="zh-CN" sz="2000" b="1" i="0"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楷体_GB2312"/>
              </a:rPr>
              <a:t>n</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的规范正交基</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endParaRPr>
          </a:p>
        </p:txBody>
      </p:sp>
      <p:graphicFrame>
        <p:nvGraphicFramePr>
          <p:cNvPr id="24" name="Object 5"/>
          <p:cNvGraphicFramePr>
            <a:graphicFrameLocks noChangeAspect="1"/>
          </p:cNvGraphicFramePr>
          <p:nvPr/>
        </p:nvGraphicFramePr>
        <p:xfrm>
          <a:off x="2500313" y="5727700"/>
          <a:ext cx="5927725" cy="844550"/>
        </p:xfrm>
        <a:graphic>
          <a:graphicData uri="http://schemas.openxmlformats.org/presentationml/2006/ole">
            <mc:AlternateContent xmlns:mc="http://schemas.openxmlformats.org/markup-compatibility/2006">
              <mc:Choice xmlns:v="urn:schemas-microsoft-com:vml" Requires="v">
                <p:oleObj name="Equation" r:id="rId4" imgW="3301920" imgH="469800" progId="Equation.DSMT4">
                  <p:embed/>
                </p:oleObj>
              </mc:Choice>
              <mc:Fallback>
                <p:oleObj name="Equation" r:id="rId4" imgW="3301920" imgH="469800" progId="Equation.DSMT4">
                  <p:embed/>
                  <p:pic>
                    <p:nvPicPr>
                      <p:cNvPr id="24"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00313" y="5727700"/>
                        <a:ext cx="5927725" cy="844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6"/>
          <p:cNvGraphicFramePr>
            <a:graphicFrameLocks noChangeAspect="1"/>
          </p:cNvGraphicFramePr>
          <p:nvPr/>
        </p:nvGraphicFramePr>
        <p:xfrm>
          <a:off x="874713" y="3929063"/>
          <a:ext cx="8277225" cy="1712912"/>
        </p:xfrm>
        <a:graphic>
          <a:graphicData uri="http://schemas.openxmlformats.org/presentationml/2006/ole">
            <mc:AlternateContent xmlns:mc="http://schemas.openxmlformats.org/markup-compatibility/2006">
              <mc:Choice xmlns:v="urn:schemas-microsoft-com:vml" Requires="v">
                <p:oleObj name="Equation" r:id="rId6" imgW="4609800" imgH="952200" progId="Equation.DSMT4">
                  <p:embed/>
                </p:oleObj>
              </mc:Choice>
              <mc:Fallback>
                <p:oleObj name="Equation" r:id="rId6" imgW="4609800" imgH="952200" progId="Equation.DSMT4">
                  <p:embed/>
                  <p:pic>
                    <p:nvPicPr>
                      <p:cNvPr id="25"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4713" y="3929063"/>
                        <a:ext cx="8277225" cy="17129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Rectangle 15"/>
          <p:cNvSpPr>
            <a:spLocks noChangeArrowheads="1"/>
          </p:cNvSpPr>
          <p:nvPr/>
        </p:nvSpPr>
        <p:spPr bwMode="auto">
          <a:xfrm>
            <a:off x="2285984" y="4530725"/>
            <a:ext cx="1714512" cy="431800"/>
          </a:xfrm>
          <a:prstGeom prst="rect">
            <a:avLst/>
          </a:prstGeom>
          <a:solidFill>
            <a:srgbClr val="FFFFCC"/>
          </a:solidFill>
          <a:ln w="9525">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imes New Roman" pitchFamily="18" charset="0"/>
              <a:ea typeface="楷体_GB2312"/>
              <a:cs typeface="楷体_GB2312"/>
            </a:endParaRPr>
          </a:p>
        </p:txBody>
      </p:sp>
      <p:sp>
        <p:nvSpPr>
          <p:cNvPr id="27" name="Rectangle 16"/>
          <p:cNvSpPr>
            <a:spLocks noChangeArrowheads="1"/>
          </p:cNvSpPr>
          <p:nvPr/>
        </p:nvSpPr>
        <p:spPr bwMode="auto">
          <a:xfrm>
            <a:off x="1714480" y="3881438"/>
            <a:ext cx="588982" cy="1728787"/>
          </a:xfrm>
          <a:prstGeom prst="rect">
            <a:avLst/>
          </a:prstGeom>
          <a:solidFill>
            <a:srgbClr val="FFFFCC"/>
          </a:solidFill>
          <a:ln w="9525">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imes New Roman" pitchFamily="18" charset="0"/>
              <a:ea typeface="楷体_GB2312"/>
              <a:cs typeface="楷体_GB2312"/>
            </a:endParaRPr>
          </a:p>
        </p:txBody>
      </p:sp>
      <p:sp>
        <p:nvSpPr>
          <p:cNvPr id="28" name="Rectangle 17"/>
          <p:cNvSpPr>
            <a:spLocks noChangeArrowheads="1"/>
          </p:cNvSpPr>
          <p:nvPr/>
        </p:nvSpPr>
        <p:spPr bwMode="auto">
          <a:xfrm>
            <a:off x="4000500" y="4000500"/>
            <a:ext cx="3170238" cy="1800225"/>
          </a:xfrm>
          <a:prstGeom prst="rect">
            <a:avLst/>
          </a:prstGeom>
          <a:solidFill>
            <a:srgbClr val="FFFFCC"/>
          </a:solidFill>
          <a:ln w="9525">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imes New Roman" pitchFamily="18" charset="0"/>
              <a:ea typeface="楷体_GB2312"/>
              <a:cs typeface="楷体_GB2312"/>
            </a:endParaRPr>
          </a:p>
        </p:txBody>
      </p:sp>
      <p:sp>
        <p:nvSpPr>
          <p:cNvPr id="29" name="矩形 28"/>
          <p:cNvSpPr>
            <a:spLocks noChangeArrowheads="1"/>
          </p:cNvSpPr>
          <p:nvPr/>
        </p:nvSpPr>
        <p:spPr bwMode="auto">
          <a:xfrm>
            <a:off x="2513013" y="5969000"/>
            <a:ext cx="1000125" cy="428625"/>
          </a:xfrm>
          <a:prstGeom prst="rect">
            <a:avLst/>
          </a:prstGeom>
          <a:solidFill>
            <a:srgbClr val="FFFFCC"/>
          </a:solidFill>
          <a:ln w="9525">
            <a:no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imes New Roman" pitchFamily="18" charset="0"/>
              <a:ea typeface="楷体_GB2312"/>
              <a:cs typeface="楷体_GB2312"/>
            </a:endParaRPr>
          </a:p>
        </p:txBody>
      </p:sp>
      <p:graphicFrame>
        <p:nvGraphicFramePr>
          <p:cNvPr id="30" name="Object 4"/>
          <p:cNvGraphicFramePr>
            <a:graphicFrameLocks noChangeAspect="1"/>
          </p:cNvGraphicFramePr>
          <p:nvPr/>
        </p:nvGraphicFramePr>
        <p:xfrm>
          <a:off x="4786314" y="5643578"/>
          <a:ext cx="774700" cy="525463"/>
        </p:xfrm>
        <a:graphic>
          <a:graphicData uri="http://schemas.openxmlformats.org/presentationml/2006/ole">
            <mc:AlternateContent xmlns:mc="http://schemas.openxmlformats.org/markup-compatibility/2006">
              <mc:Choice xmlns:v="urn:schemas-microsoft-com:vml" Requires="v">
                <p:oleObj name="Equation" r:id="rId8" imgW="431640" imgH="291960" progId="Equation.DSMT4">
                  <p:embed/>
                </p:oleObj>
              </mc:Choice>
              <mc:Fallback>
                <p:oleObj name="Equation" r:id="rId8" imgW="431640" imgH="291960" progId="Equation.DSMT4">
                  <p:embed/>
                  <p:pic>
                    <p:nvPicPr>
                      <p:cNvPr id="30"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86314" y="5643578"/>
                        <a:ext cx="774700" cy="525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4"/>
          <p:cNvGraphicFramePr>
            <a:graphicFrameLocks noChangeAspect="1"/>
          </p:cNvGraphicFramePr>
          <p:nvPr/>
        </p:nvGraphicFramePr>
        <p:xfrm>
          <a:off x="4786314" y="6210322"/>
          <a:ext cx="1025525" cy="433388"/>
        </p:xfrm>
        <a:graphic>
          <a:graphicData uri="http://schemas.openxmlformats.org/presentationml/2006/ole">
            <mc:AlternateContent xmlns:mc="http://schemas.openxmlformats.org/markup-compatibility/2006">
              <mc:Choice xmlns:v="urn:schemas-microsoft-com:vml" Requires="v">
                <p:oleObj name="Equation" r:id="rId10" imgW="571320" imgH="241200" progId="Equation.DSMT4">
                  <p:embed/>
                </p:oleObj>
              </mc:Choice>
              <mc:Fallback>
                <p:oleObj name="Equation" r:id="rId10" imgW="571320" imgH="241200" progId="Equation.DSMT4">
                  <p:embed/>
                  <p:pic>
                    <p:nvPicPr>
                      <p:cNvPr id="12" name="Object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86314" y="6210322"/>
                        <a:ext cx="1025525" cy="433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Rectangle 17"/>
          <p:cNvSpPr>
            <a:spLocks noChangeArrowheads="1"/>
          </p:cNvSpPr>
          <p:nvPr/>
        </p:nvSpPr>
        <p:spPr bwMode="auto">
          <a:xfrm>
            <a:off x="7010400" y="4572008"/>
            <a:ext cx="393700" cy="357190"/>
          </a:xfrm>
          <a:prstGeom prst="rect">
            <a:avLst/>
          </a:prstGeom>
          <a:solidFill>
            <a:srgbClr val="FFFFCC"/>
          </a:solidFill>
          <a:ln w="9525">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imes New Roman" pitchFamily="18" charset="0"/>
              <a:ea typeface="楷体_GB2312"/>
              <a:cs typeface="楷体_GB231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xEl>
                                              <p:pRg st="1" end="1"/>
                                            </p:txEl>
                                          </p:spTgt>
                                        </p:tgtEl>
                                        <p:attrNameLst>
                                          <p:attrName>style.visibility</p:attrName>
                                        </p:attrNameLst>
                                      </p:cBhvr>
                                      <p:to>
                                        <p:strVal val="visible"/>
                                      </p:to>
                                    </p:set>
                                    <p:animEffect transition="in" filter="wipe(left)">
                                      <p:cBhvr>
                                        <p:cTn id="7" dur="500"/>
                                        <p:tgtEl>
                                          <p:spTgt spid="4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4">
                                            <p:txEl>
                                              <p:pRg st="2" end="2"/>
                                            </p:txEl>
                                          </p:spTgt>
                                        </p:tgtEl>
                                        <p:attrNameLst>
                                          <p:attrName>style.visibility</p:attrName>
                                        </p:attrNameLst>
                                      </p:cBhvr>
                                      <p:to>
                                        <p:strVal val="visible"/>
                                      </p:to>
                                    </p:set>
                                    <p:animEffect transition="in" filter="wipe(left)">
                                      <p:cBhvr>
                                        <p:cTn id="12" dur="500"/>
                                        <p:tgtEl>
                                          <p:spTgt spid="4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wipe(left)">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xit" presetSubtype="8" fill="hold" grpId="0" nodeType="clickEffect">
                                  <p:stCondLst>
                                    <p:cond delay="0"/>
                                  </p:stCondLst>
                                  <p:childTnLst>
                                    <p:animEffect transition="out" filter="wipe(left)">
                                      <p:cBhvr>
                                        <p:cTn id="21" dur="500"/>
                                        <p:tgtEl>
                                          <p:spTgt spid="26"/>
                                        </p:tgtEl>
                                      </p:cBhvr>
                                    </p:animEffect>
                                    <p:set>
                                      <p:cBhvr>
                                        <p:cTn id="22" dur="1" fill="hold">
                                          <p:stCondLst>
                                            <p:cond delay="499"/>
                                          </p:stCondLst>
                                        </p:cTn>
                                        <p:tgtEl>
                                          <p:spTgt spid="2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27"/>
                                        </p:tgtEl>
                                      </p:cBhvr>
                                    </p:animEffect>
                                    <p:set>
                                      <p:cBhvr>
                                        <p:cTn id="27" dur="1" fill="hold">
                                          <p:stCondLst>
                                            <p:cond delay="499"/>
                                          </p:stCondLst>
                                        </p:cTn>
                                        <p:tgtEl>
                                          <p:spTgt spid="27"/>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xit" presetSubtype="8" fill="hold" grpId="0" nodeType="clickEffect">
                                  <p:stCondLst>
                                    <p:cond delay="0"/>
                                  </p:stCondLst>
                                  <p:childTnLst>
                                    <p:animEffect transition="out" filter="wipe(left)">
                                      <p:cBhvr>
                                        <p:cTn id="31" dur="500"/>
                                        <p:tgtEl>
                                          <p:spTgt spid="28"/>
                                        </p:tgtEl>
                                      </p:cBhvr>
                                    </p:animEffect>
                                    <p:set>
                                      <p:cBhvr>
                                        <p:cTn id="32" dur="1" fill="hold">
                                          <p:stCondLst>
                                            <p:cond delay="499"/>
                                          </p:stCondLst>
                                        </p:cTn>
                                        <p:tgtEl>
                                          <p:spTgt spid="28"/>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2" presetClass="exit" presetSubtype="8" fill="hold" grpId="0" nodeType="clickEffect">
                                  <p:stCondLst>
                                    <p:cond delay="0"/>
                                  </p:stCondLst>
                                  <p:childTnLst>
                                    <p:animEffect transition="out" filter="wipe(left)">
                                      <p:cBhvr>
                                        <p:cTn id="36" dur="500"/>
                                        <p:tgtEl>
                                          <p:spTgt spid="13"/>
                                        </p:tgtEl>
                                      </p:cBhvr>
                                    </p:animEffect>
                                    <p:set>
                                      <p:cBhvr>
                                        <p:cTn id="37" dur="1" fill="hold">
                                          <p:stCondLst>
                                            <p:cond delay="499"/>
                                          </p:stCondLst>
                                        </p:cTn>
                                        <p:tgtEl>
                                          <p:spTgt spid="13"/>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left)">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xit" presetSubtype="2" fill="hold" grpId="0" nodeType="clickEffect">
                                  <p:stCondLst>
                                    <p:cond delay="0"/>
                                  </p:stCondLst>
                                  <p:childTnLst>
                                    <p:animEffect transition="out" filter="wipe(right)">
                                      <p:cBhvr>
                                        <p:cTn id="46" dur="500"/>
                                        <p:tgtEl>
                                          <p:spTgt spid="29"/>
                                        </p:tgtEl>
                                      </p:cBhvr>
                                    </p:animEffect>
                                    <p:set>
                                      <p:cBhvr>
                                        <p:cTn id="47" dur="1" fill="hold">
                                          <p:stCondLst>
                                            <p:cond delay="499"/>
                                          </p:stCondLst>
                                        </p:cTn>
                                        <p:tgtEl>
                                          <p:spTgt spid="2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wipe(left)">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wipe(left)">
                                      <p:cBhvr>
                                        <p:cTn id="57" dur="500"/>
                                        <p:tgtEl>
                                          <p:spTgt spid="12"/>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44">
                                            <p:txEl>
                                              <p:pRg st="3" end="3"/>
                                            </p:txEl>
                                          </p:spTgt>
                                        </p:tgtEl>
                                        <p:attrNameLst>
                                          <p:attrName>style.visibility</p:attrName>
                                        </p:attrNameLst>
                                      </p:cBhvr>
                                      <p:to>
                                        <p:strVal val="visible"/>
                                      </p:to>
                                    </p:set>
                                    <p:animEffect transition="in" filter="wipe(left)">
                                      <p:cBhvr>
                                        <p:cTn id="62" dur="500"/>
                                        <p:tgtEl>
                                          <p:spTgt spid="44">
                                            <p:txEl>
                                              <p:pRg st="3" end="3"/>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44">
                                            <p:txEl>
                                              <p:pRg st="4" end="4"/>
                                            </p:txEl>
                                          </p:spTgt>
                                        </p:tgtEl>
                                        <p:attrNameLst>
                                          <p:attrName>style.visibility</p:attrName>
                                        </p:attrNameLst>
                                      </p:cBhvr>
                                      <p:to>
                                        <p:strVal val="visible"/>
                                      </p:to>
                                    </p:set>
                                    <p:animEffect transition="in" filter="wipe(left)">
                                      <p:cBhvr>
                                        <p:cTn id="67" dur="500"/>
                                        <p:tgtEl>
                                          <p:spTgt spid="44">
                                            <p:txEl>
                                              <p:pRg st="4" end="4"/>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44">
                                            <p:txEl>
                                              <p:pRg st="5" end="5"/>
                                            </p:txEl>
                                          </p:spTgt>
                                        </p:tgtEl>
                                        <p:attrNameLst>
                                          <p:attrName>style.visibility</p:attrName>
                                        </p:attrNameLst>
                                      </p:cBhvr>
                                      <p:to>
                                        <p:strVal val="visible"/>
                                      </p:to>
                                    </p:set>
                                    <p:animEffect transition="in" filter="wipe(left)">
                                      <p:cBhvr>
                                        <p:cTn id="72" dur="500"/>
                                        <p:tgtEl>
                                          <p:spTgt spid="44">
                                            <p:txEl>
                                              <p:pRg st="5" end="5"/>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4">
                                            <p:txEl>
                                              <p:pRg st="7" end="7"/>
                                            </p:txEl>
                                          </p:spTgt>
                                        </p:tgtEl>
                                        <p:attrNameLst>
                                          <p:attrName>style.visibility</p:attrName>
                                        </p:attrNameLst>
                                      </p:cBhvr>
                                      <p:to>
                                        <p:strVal val="visible"/>
                                      </p:to>
                                    </p:set>
                                    <p:animEffect transition="in" filter="wipe(left)">
                                      <p:cBhvr>
                                        <p:cTn id="77" dur="500"/>
                                        <p:tgtEl>
                                          <p:spTgt spid="4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29" grpId="0" animBg="1"/>
      <p:bldP spid="13"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Text Box 2"/>
          <p:cNvSpPr txBox="1">
            <a:spLocks noChangeArrowheads="1"/>
          </p:cNvSpPr>
          <p:nvPr/>
        </p:nvSpPr>
        <p:spPr bwMode="auto">
          <a:xfrm>
            <a:off x="0" y="2189163"/>
            <a:ext cx="492125" cy="46196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p>
        </p:txBody>
      </p:sp>
      <p:graphicFrame>
        <p:nvGraphicFramePr>
          <p:cNvPr id="564227" name="Object 3"/>
          <p:cNvGraphicFramePr>
            <a:graphicFrameLocks noChangeAspect="1"/>
          </p:cNvGraphicFramePr>
          <p:nvPr/>
        </p:nvGraphicFramePr>
        <p:xfrm>
          <a:off x="107950" y="2349500"/>
          <a:ext cx="3429000" cy="1511300"/>
        </p:xfrm>
        <a:graphic>
          <a:graphicData uri="http://schemas.openxmlformats.org/presentationml/2006/ole">
            <mc:AlternateContent xmlns:mc="http://schemas.openxmlformats.org/markup-compatibility/2006">
              <mc:Choice xmlns:v="urn:schemas-microsoft-com:vml" Requires="v">
                <p:oleObj name="公式" r:id="rId2" imgW="3429000" imgH="1511280" progId="Equation.3">
                  <p:embed/>
                </p:oleObj>
              </mc:Choice>
              <mc:Fallback>
                <p:oleObj name="公式" r:id="rId2" imgW="3429000" imgH="1511280" progId="Equation.3">
                  <p:embed/>
                  <p:pic>
                    <p:nvPicPr>
                      <p:cNvPr id="564227" name="Object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950" y="2349500"/>
                        <a:ext cx="34290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4228" name="Object 4"/>
          <p:cNvGraphicFramePr>
            <a:graphicFrameLocks noChangeAspect="1"/>
          </p:cNvGraphicFramePr>
          <p:nvPr/>
        </p:nvGraphicFramePr>
        <p:xfrm>
          <a:off x="4500563" y="2852738"/>
          <a:ext cx="4252912" cy="901700"/>
        </p:xfrm>
        <a:graphic>
          <a:graphicData uri="http://schemas.openxmlformats.org/presentationml/2006/ole">
            <mc:AlternateContent xmlns:mc="http://schemas.openxmlformats.org/markup-compatibility/2006">
              <mc:Choice xmlns:v="urn:schemas-microsoft-com:vml" Requires="v">
                <p:oleObj name="Equation" r:id="rId4" imgW="4749480" imgH="901440" progId="Equation.3">
                  <p:embed/>
                </p:oleObj>
              </mc:Choice>
              <mc:Fallback>
                <p:oleObj name="Equation" r:id="rId4" imgW="4749480" imgH="901440" progId="Equation.3">
                  <p:embed/>
                  <p:pic>
                    <p:nvPicPr>
                      <p:cNvPr id="564228"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0563" y="2852738"/>
                        <a:ext cx="4252912" cy="901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4229" name="Text Box 5"/>
          <p:cNvSpPr txBox="1">
            <a:spLocks noChangeArrowheads="1"/>
          </p:cNvSpPr>
          <p:nvPr/>
        </p:nvSpPr>
        <p:spPr bwMode="auto">
          <a:xfrm>
            <a:off x="5353050" y="3789363"/>
            <a:ext cx="3262313" cy="46196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所以它不是正交矩阵．</a:t>
            </a:r>
          </a:p>
        </p:txBody>
      </p:sp>
      <p:sp>
        <p:nvSpPr>
          <p:cNvPr id="564230" name="Text Box 6"/>
          <p:cNvSpPr txBox="1">
            <a:spLocks noChangeArrowheads="1"/>
          </p:cNvSpPr>
          <p:nvPr/>
        </p:nvSpPr>
        <p:spPr bwMode="auto">
          <a:xfrm>
            <a:off x="4067175" y="2349500"/>
            <a:ext cx="4186238" cy="461963"/>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考察矩阵的第一列和第二列，</a:t>
            </a:r>
          </a:p>
        </p:txBody>
      </p:sp>
      <p:sp>
        <p:nvSpPr>
          <p:cNvPr id="13324" name="Text Box 7"/>
          <p:cNvSpPr txBox="1">
            <a:spLocks noChangeArrowheads="1"/>
          </p:cNvSpPr>
          <p:nvPr/>
        </p:nvSpPr>
        <p:spPr bwMode="auto">
          <a:xfrm>
            <a:off x="36513" y="44450"/>
            <a:ext cx="4765675" cy="461963"/>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例</a:t>
            </a:r>
            <a:r>
              <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4 </a:t>
            </a: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判别下列矩阵是否为正交阵．</a:t>
            </a:r>
          </a:p>
        </p:txBody>
      </p:sp>
      <p:graphicFrame>
        <p:nvGraphicFramePr>
          <p:cNvPr id="564232" name="Object 8"/>
          <p:cNvGraphicFramePr>
            <a:graphicFrameLocks noChangeAspect="1"/>
          </p:cNvGraphicFramePr>
          <p:nvPr/>
        </p:nvGraphicFramePr>
        <p:xfrm>
          <a:off x="1476375" y="620713"/>
          <a:ext cx="3543300" cy="1511300"/>
        </p:xfrm>
        <a:graphic>
          <a:graphicData uri="http://schemas.openxmlformats.org/presentationml/2006/ole">
            <mc:AlternateContent xmlns:mc="http://schemas.openxmlformats.org/markup-compatibility/2006">
              <mc:Choice xmlns:v="urn:schemas-microsoft-com:vml" Requires="v">
                <p:oleObj name="Equation" r:id="rId6" imgW="3543120" imgH="1511280" progId="Equation.3">
                  <p:embed/>
                </p:oleObj>
              </mc:Choice>
              <mc:Fallback>
                <p:oleObj name="Equation" r:id="rId6" imgW="3543120" imgH="1511280" progId="Equation.3">
                  <p:embed/>
                  <p:pic>
                    <p:nvPicPr>
                      <p:cNvPr id="564232"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76375" y="620713"/>
                        <a:ext cx="35433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4233" name="Object 9"/>
          <p:cNvGraphicFramePr>
            <a:graphicFrameLocks noChangeAspect="1"/>
          </p:cNvGraphicFramePr>
          <p:nvPr/>
        </p:nvGraphicFramePr>
        <p:xfrm>
          <a:off x="5435600" y="0"/>
          <a:ext cx="2906713" cy="2133600"/>
        </p:xfrm>
        <a:graphic>
          <a:graphicData uri="http://schemas.openxmlformats.org/presentationml/2006/ole">
            <mc:AlternateContent xmlns:mc="http://schemas.openxmlformats.org/markup-compatibility/2006">
              <mc:Choice xmlns:v="urn:schemas-microsoft-com:vml" Requires="v">
                <p:oleObj name="Equation" r:id="rId8" imgW="3098520" imgH="2577960" progId="Equation.3">
                  <p:embed/>
                </p:oleObj>
              </mc:Choice>
              <mc:Fallback>
                <p:oleObj name="Equation" r:id="rId8" imgW="3098520" imgH="2577960" progId="Equation.3">
                  <p:embed/>
                  <p:pic>
                    <p:nvPicPr>
                      <p:cNvPr id="564233"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35600" y="0"/>
                        <a:ext cx="2906713" cy="213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4234" name="Object 10"/>
          <p:cNvGraphicFramePr>
            <a:graphicFrameLocks noChangeAspect="1"/>
          </p:cNvGraphicFramePr>
          <p:nvPr/>
        </p:nvGraphicFramePr>
        <p:xfrm>
          <a:off x="684213" y="4514850"/>
          <a:ext cx="2400300" cy="2181225"/>
        </p:xfrm>
        <a:graphic>
          <a:graphicData uri="http://schemas.openxmlformats.org/presentationml/2006/ole">
            <mc:AlternateContent xmlns:mc="http://schemas.openxmlformats.org/markup-compatibility/2006">
              <mc:Choice xmlns:v="urn:schemas-microsoft-com:vml" Requires="v">
                <p:oleObj name="Equation" r:id="rId10" imgW="2501640" imgH="2577960" progId="Equation.3">
                  <p:embed/>
                </p:oleObj>
              </mc:Choice>
              <mc:Fallback>
                <p:oleObj name="Equation" r:id="rId10" imgW="2501640" imgH="2577960" progId="Equation.3">
                  <p:embed/>
                  <p:pic>
                    <p:nvPicPr>
                      <p:cNvPr id="564234" name="Object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4213" y="4514850"/>
                        <a:ext cx="2400300" cy="2181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4235" name="Object 11"/>
          <p:cNvGraphicFramePr>
            <a:graphicFrameLocks noChangeAspect="1"/>
          </p:cNvGraphicFramePr>
          <p:nvPr/>
        </p:nvGraphicFramePr>
        <p:xfrm>
          <a:off x="3103563" y="4457700"/>
          <a:ext cx="2692400" cy="2246313"/>
        </p:xfrm>
        <a:graphic>
          <a:graphicData uri="http://schemas.openxmlformats.org/presentationml/2006/ole">
            <mc:AlternateContent xmlns:mc="http://schemas.openxmlformats.org/markup-compatibility/2006">
              <mc:Choice xmlns:v="urn:schemas-microsoft-com:vml" Requires="v">
                <p:oleObj name="公式" r:id="rId12" imgW="2806560" imgH="2654280" progId="Equation.3">
                  <p:embed/>
                </p:oleObj>
              </mc:Choice>
              <mc:Fallback>
                <p:oleObj name="公式" r:id="rId12" imgW="2806560" imgH="2654280" progId="Equation.3">
                  <p:embed/>
                  <p:pic>
                    <p:nvPicPr>
                      <p:cNvPr id="564235" name="Object 1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03563" y="4457700"/>
                        <a:ext cx="2692400" cy="2246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4236" name="Rectangle 12"/>
          <p:cNvSpPr>
            <a:spLocks noChangeArrowheads="1"/>
          </p:cNvSpPr>
          <p:nvPr/>
        </p:nvSpPr>
        <p:spPr bwMode="auto">
          <a:xfrm>
            <a:off x="5745163" y="6338888"/>
            <a:ext cx="2954337" cy="46196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所以它是正交矩阵．</a:t>
            </a:r>
          </a:p>
        </p:txBody>
      </p:sp>
      <p:graphicFrame>
        <p:nvGraphicFramePr>
          <p:cNvPr id="564237" name="Object 13"/>
          <p:cNvGraphicFramePr>
            <a:graphicFrameLocks noChangeAspect="1"/>
          </p:cNvGraphicFramePr>
          <p:nvPr/>
        </p:nvGraphicFramePr>
        <p:xfrm>
          <a:off x="5722938" y="4508500"/>
          <a:ext cx="2089150" cy="1489075"/>
        </p:xfrm>
        <a:graphic>
          <a:graphicData uri="http://schemas.openxmlformats.org/presentationml/2006/ole">
            <mc:AlternateContent xmlns:mc="http://schemas.openxmlformats.org/markup-compatibility/2006">
              <mc:Choice xmlns:v="urn:schemas-microsoft-com:vml" Requires="v">
                <p:oleObj name="Equation" r:id="rId14" imgW="1866600" imgH="1511280" progId="Equation.3">
                  <p:embed/>
                </p:oleObj>
              </mc:Choice>
              <mc:Fallback>
                <p:oleObj name="Equation" r:id="rId14" imgW="1866600" imgH="1511280" progId="Equation.3">
                  <p:embed/>
                  <p:pic>
                    <p:nvPicPr>
                      <p:cNvPr id="564237" name="Object 1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22938" y="4508500"/>
                        <a:ext cx="2089150" cy="148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4238" name="Text Box 14"/>
          <p:cNvSpPr txBox="1">
            <a:spLocks noChangeArrowheads="1"/>
          </p:cNvSpPr>
          <p:nvPr/>
        </p:nvSpPr>
        <p:spPr bwMode="auto">
          <a:xfrm>
            <a:off x="34925" y="3989388"/>
            <a:ext cx="969963" cy="46196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(2) </a:t>
            </a: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由</a:t>
            </a:r>
          </a:p>
        </p:txBody>
      </p:sp>
      <p:sp>
        <p:nvSpPr>
          <p:cNvPr id="13327" name="Line 15"/>
          <p:cNvSpPr>
            <a:spLocks noChangeShapeType="1"/>
          </p:cNvSpPr>
          <p:nvPr/>
        </p:nvSpPr>
        <p:spPr bwMode="auto">
          <a:xfrm>
            <a:off x="0" y="220503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6" name="Text Box 28"/>
          <p:cNvSpPr txBox="1">
            <a:spLocks noChangeArrowheads="1"/>
          </p:cNvSpPr>
          <p:nvPr/>
        </p:nvSpPr>
        <p:spPr bwMode="auto">
          <a:xfrm>
            <a:off x="3571868" y="2248437"/>
            <a:ext cx="5572132" cy="178510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判别正交阵：主要应用</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 = AA</a:t>
            </a:r>
            <a:r>
              <a:rPr kumimoji="1" lang="en-US" altLang="zh-CN" sz="20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 =E</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Wingdings"/>
              </a:rPr>
              <a:t>首要步骤是观察</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Wingdings"/>
              </a:rPr>
              <a:t>如可能是，则乘积验证</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sym typeface="Wingdings"/>
              </a:rPr>
              <a:t>如不是，则只需证明一个产生的元素不符即可 </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64232"/>
                                        </p:tgtEl>
                                        <p:attrNameLst>
                                          <p:attrName>style.visibility</p:attrName>
                                        </p:attrNameLst>
                                      </p:cBhvr>
                                      <p:to>
                                        <p:strVal val="visible"/>
                                      </p:to>
                                    </p:set>
                                    <p:animEffect transition="in" filter="wipe(left)">
                                      <p:cBhvr>
                                        <p:cTn id="7" dur="500"/>
                                        <p:tgtEl>
                                          <p:spTgt spid="564232"/>
                                        </p:tgtEl>
                                      </p:cBhvr>
                                    </p:animEffect>
                                  </p:childTnLst>
                                </p:cTn>
                              </p:par>
                              <p:par>
                                <p:cTn id="8" presetID="22" presetClass="entr" presetSubtype="8" fill="hold" nodeType="withEffect">
                                  <p:stCondLst>
                                    <p:cond delay="0"/>
                                  </p:stCondLst>
                                  <p:childTnLst>
                                    <p:set>
                                      <p:cBhvr>
                                        <p:cTn id="9" dur="1" fill="hold">
                                          <p:stCondLst>
                                            <p:cond delay="0"/>
                                          </p:stCondLst>
                                        </p:cTn>
                                        <p:tgtEl>
                                          <p:spTgt spid="564233"/>
                                        </p:tgtEl>
                                        <p:attrNameLst>
                                          <p:attrName>style.visibility</p:attrName>
                                        </p:attrNameLst>
                                      </p:cBhvr>
                                      <p:to>
                                        <p:strVal val="visible"/>
                                      </p:to>
                                    </p:set>
                                    <p:animEffect transition="in" filter="wipe(left)">
                                      <p:cBhvr>
                                        <p:cTn id="10" dur="500"/>
                                        <p:tgtEl>
                                          <p:spTgt spid="56423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64226"/>
                                        </p:tgtEl>
                                        <p:attrNameLst>
                                          <p:attrName>style.visibility</p:attrName>
                                        </p:attrNameLst>
                                      </p:cBhvr>
                                      <p:to>
                                        <p:strVal val="visible"/>
                                      </p:to>
                                    </p:set>
                                    <p:animEffect transition="in" filter="wipe(left)">
                                      <p:cBhvr>
                                        <p:cTn id="15" dur="500"/>
                                        <p:tgtEl>
                                          <p:spTgt spid="56422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564227"/>
                                        </p:tgtEl>
                                        <p:attrNameLst>
                                          <p:attrName>style.visibility</p:attrName>
                                        </p:attrNameLst>
                                      </p:cBhvr>
                                      <p:to>
                                        <p:strVal val="visible"/>
                                      </p:to>
                                    </p:set>
                                    <p:animEffect transition="in" filter="wipe(left)">
                                      <p:cBhvr>
                                        <p:cTn id="20" dur="500"/>
                                        <p:tgtEl>
                                          <p:spTgt spid="56422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564230"/>
                                        </p:tgtEl>
                                        <p:attrNameLst>
                                          <p:attrName>style.visibility</p:attrName>
                                        </p:attrNameLst>
                                      </p:cBhvr>
                                      <p:to>
                                        <p:strVal val="visible"/>
                                      </p:to>
                                    </p:set>
                                    <p:animEffect transition="in" filter="wipe(left)">
                                      <p:cBhvr>
                                        <p:cTn id="25" dur="500"/>
                                        <p:tgtEl>
                                          <p:spTgt spid="56423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64228"/>
                                        </p:tgtEl>
                                        <p:attrNameLst>
                                          <p:attrName>style.visibility</p:attrName>
                                        </p:attrNameLst>
                                      </p:cBhvr>
                                      <p:to>
                                        <p:strVal val="visible"/>
                                      </p:to>
                                    </p:set>
                                    <p:animEffect transition="in" filter="wipe(left)">
                                      <p:cBhvr>
                                        <p:cTn id="30" dur="500"/>
                                        <p:tgtEl>
                                          <p:spTgt spid="56422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564229"/>
                                        </p:tgtEl>
                                        <p:attrNameLst>
                                          <p:attrName>style.visibility</p:attrName>
                                        </p:attrNameLst>
                                      </p:cBhvr>
                                      <p:to>
                                        <p:strVal val="visible"/>
                                      </p:to>
                                    </p:set>
                                    <p:animEffect transition="in" filter="wipe(left)">
                                      <p:cBhvr>
                                        <p:cTn id="35" dur="500"/>
                                        <p:tgtEl>
                                          <p:spTgt spid="56422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564238"/>
                                        </p:tgtEl>
                                        <p:attrNameLst>
                                          <p:attrName>style.visibility</p:attrName>
                                        </p:attrNameLst>
                                      </p:cBhvr>
                                      <p:to>
                                        <p:strVal val="visible"/>
                                      </p:to>
                                    </p:set>
                                    <p:animEffect transition="in" filter="wipe(left)">
                                      <p:cBhvr>
                                        <p:cTn id="40" dur="500"/>
                                        <p:tgtEl>
                                          <p:spTgt spid="564238"/>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564234"/>
                                        </p:tgtEl>
                                        <p:attrNameLst>
                                          <p:attrName>style.visibility</p:attrName>
                                        </p:attrNameLst>
                                      </p:cBhvr>
                                      <p:to>
                                        <p:strVal val="visible"/>
                                      </p:to>
                                    </p:set>
                                    <p:animEffect transition="in" filter="wipe(left)">
                                      <p:cBhvr>
                                        <p:cTn id="45" dur="500"/>
                                        <p:tgtEl>
                                          <p:spTgt spid="564234"/>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564235"/>
                                        </p:tgtEl>
                                        <p:attrNameLst>
                                          <p:attrName>style.visibility</p:attrName>
                                        </p:attrNameLst>
                                      </p:cBhvr>
                                      <p:to>
                                        <p:strVal val="visible"/>
                                      </p:to>
                                    </p:set>
                                    <p:animEffect transition="in" filter="wipe(left)">
                                      <p:cBhvr>
                                        <p:cTn id="50" dur="500"/>
                                        <p:tgtEl>
                                          <p:spTgt spid="564235"/>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564237"/>
                                        </p:tgtEl>
                                        <p:attrNameLst>
                                          <p:attrName>style.visibility</p:attrName>
                                        </p:attrNameLst>
                                      </p:cBhvr>
                                      <p:to>
                                        <p:strVal val="visible"/>
                                      </p:to>
                                    </p:set>
                                    <p:animEffect transition="in" filter="wipe(left)">
                                      <p:cBhvr>
                                        <p:cTn id="55" dur="500"/>
                                        <p:tgtEl>
                                          <p:spTgt spid="564237"/>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564236"/>
                                        </p:tgtEl>
                                        <p:attrNameLst>
                                          <p:attrName>style.visibility</p:attrName>
                                        </p:attrNameLst>
                                      </p:cBhvr>
                                      <p:to>
                                        <p:strVal val="visible"/>
                                      </p:to>
                                    </p:set>
                                    <p:animEffect transition="in" filter="wipe(left)">
                                      <p:cBhvr>
                                        <p:cTn id="60" dur="500"/>
                                        <p:tgtEl>
                                          <p:spTgt spid="564236"/>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16">
                                            <p:bg/>
                                          </p:spTgt>
                                        </p:tgtEl>
                                        <p:attrNameLst>
                                          <p:attrName>style.visibility</p:attrName>
                                        </p:attrNameLst>
                                      </p:cBhvr>
                                      <p:to>
                                        <p:strVal val="visible"/>
                                      </p:to>
                                    </p:set>
                                    <p:animEffect transition="in" filter="wipe(left)">
                                      <p:cBhvr>
                                        <p:cTn id="65" dur="500"/>
                                        <p:tgtEl>
                                          <p:spTgt spid="16">
                                            <p:bg/>
                                          </p:spTgt>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16">
                                            <p:txEl>
                                              <p:pRg st="0" end="0"/>
                                            </p:txEl>
                                          </p:spTgt>
                                        </p:tgtEl>
                                        <p:attrNameLst>
                                          <p:attrName>style.visibility</p:attrName>
                                        </p:attrNameLst>
                                      </p:cBhvr>
                                      <p:to>
                                        <p:strVal val="visible"/>
                                      </p:to>
                                    </p:set>
                                    <p:animEffect transition="in" filter="wipe(left)">
                                      <p:cBhvr>
                                        <p:cTn id="68" dur="500"/>
                                        <p:tgtEl>
                                          <p:spTgt spid="16">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16">
                                            <p:txEl>
                                              <p:pRg st="1" end="1"/>
                                            </p:txEl>
                                          </p:spTgt>
                                        </p:tgtEl>
                                        <p:attrNameLst>
                                          <p:attrName>style.visibility</p:attrName>
                                        </p:attrNameLst>
                                      </p:cBhvr>
                                      <p:to>
                                        <p:strVal val="visible"/>
                                      </p:to>
                                    </p:set>
                                    <p:animEffect transition="in" filter="wipe(left)">
                                      <p:cBhvr>
                                        <p:cTn id="73" dur="500"/>
                                        <p:tgtEl>
                                          <p:spTgt spid="16">
                                            <p:txEl>
                                              <p:pRg st="1" end="1"/>
                                            </p:txEl>
                                          </p:spTgt>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16">
                                            <p:txEl>
                                              <p:pRg st="2" end="2"/>
                                            </p:txEl>
                                          </p:spTgt>
                                        </p:tgtEl>
                                        <p:attrNameLst>
                                          <p:attrName>style.visibility</p:attrName>
                                        </p:attrNameLst>
                                      </p:cBhvr>
                                      <p:to>
                                        <p:strVal val="visible"/>
                                      </p:to>
                                    </p:set>
                                    <p:animEffect transition="in" filter="wipe(left)">
                                      <p:cBhvr>
                                        <p:cTn id="78" dur="500"/>
                                        <p:tgtEl>
                                          <p:spTgt spid="16">
                                            <p:txEl>
                                              <p:pRg st="2" end="2"/>
                                            </p:txEl>
                                          </p:spTgt>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16">
                                            <p:txEl>
                                              <p:pRg st="3" end="3"/>
                                            </p:txEl>
                                          </p:spTgt>
                                        </p:tgtEl>
                                        <p:attrNameLst>
                                          <p:attrName>style.visibility</p:attrName>
                                        </p:attrNameLst>
                                      </p:cBhvr>
                                      <p:to>
                                        <p:strVal val="visible"/>
                                      </p:to>
                                    </p:set>
                                    <p:animEffect transition="in" filter="wipe(left)">
                                      <p:cBhvr>
                                        <p:cTn id="83" dur="500"/>
                                        <p:tgtEl>
                                          <p:spTgt spid="1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4226" grpId="0" autoUpdateAnimBg="0"/>
      <p:bldP spid="564229" grpId="0" autoUpdateAnimBg="0"/>
      <p:bldP spid="564230" grpId="0" autoUpdateAnimBg="0"/>
      <p:bldP spid="564236" grpId="0" autoUpdateAnimBg="0"/>
      <p:bldP spid="564238" grpId="0" autoUpdateAnimBg="0"/>
      <p:bldP spid="16" grpId="0" build="allAtOnce"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785813" y="5214938"/>
            <a:ext cx="8358187" cy="1643062"/>
          </a:xfrm>
          <a:prstGeom prst="roundRect">
            <a:avLst>
              <a:gd name="adj" fmla="val 4648"/>
            </a:avLst>
          </a:prstGeom>
          <a:solidFill>
            <a:schemeClr val="accent1"/>
          </a:solidFill>
          <a:ln w="28575">
            <a:solidFill>
              <a:schemeClr val="accent2"/>
            </a:solidFill>
            <a:round/>
            <a:headEnd/>
            <a:tailEnd/>
          </a:ln>
        </p:spPr>
        <p:txBody>
          <a:bodyPr wrap="none"/>
          <a:lstStyle/>
          <a:p>
            <a:pPr marL="342900" marR="0" lvl="0" indent="-342900" algn="l" defTabSz="914400" rtl="0" eaLnBrk="0" fontAlgn="base" latinLnBrk="0" hangingPunct="0">
              <a:lnSpc>
                <a:spcPct val="100000"/>
              </a:lnSpc>
              <a:spcBef>
                <a:spcPct val="20000"/>
              </a:spcBef>
              <a:spcAft>
                <a:spcPct val="0"/>
              </a:spcAft>
              <a:buClr>
                <a:srgbClr val="00007D"/>
              </a:buClr>
              <a:buSzPct val="75000"/>
              <a:buFont typeface="Wingdings" pitchFamily="2" charset="2"/>
              <a:buNone/>
              <a:tabLst/>
              <a:defRPr/>
            </a:pPr>
            <a:endPar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endParaRPr>
          </a:p>
        </p:txBody>
      </p:sp>
      <p:sp>
        <p:nvSpPr>
          <p:cNvPr id="12" name="Rectangle 4"/>
          <p:cNvSpPr>
            <a:spLocks noChangeArrowheads="1"/>
          </p:cNvSpPr>
          <p:nvPr/>
        </p:nvSpPr>
        <p:spPr bwMode="auto">
          <a:xfrm>
            <a:off x="642938" y="928688"/>
            <a:ext cx="8231187" cy="4340225"/>
          </a:xfrm>
          <a:prstGeom prst="rect">
            <a:avLst/>
          </a:prstGeom>
          <a:noFill/>
          <a:ln w="9525">
            <a:noFill/>
            <a:miter lim="800000"/>
            <a:headEnd/>
            <a:tailEnd/>
          </a:ln>
        </p:spPr>
        <p:txBody>
          <a:bodyPr>
            <a:spAutoFit/>
          </a:bodyPr>
          <a:lstStyle/>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3、</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正交矩阵性质：</a:t>
            </a:r>
          </a:p>
          <a:p>
            <a:pPr marL="342900" marR="0" lvl="0" indent="-342900" algn="l" defTabSz="914400" rtl="0" eaLnBrk="0" fontAlgn="base" latinLnBrk="0" hangingPunct="0">
              <a:lnSpc>
                <a:spcPct val="150000"/>
              </a:lnSpc>
              <a:spcBef>
                <a:spcPct val="0"/>
              </a:spcBef>
              <a:spcAft>
                <a:spcPct val="0"/>
              </a:spcAft>
              <a:buClr>
                <a:srgbClr val="FFFFCC"/>
              </a:buClr>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若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是正交阵，则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en-US" altLang="en-US" sz="2400" b="1" i="1"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pitchFamily="49" charset="-122"/>
              </a:rPr>
              <a:t>−</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也是正交阵，且</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 1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或</a:t>
            </a:r>
            <a:r>
              <a:rPr kumimoji="1" lang="en-US"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1</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t>
            </a:r>
          </a:p>
          <a:p>
            <a:pPr marL="342900" marR="0" lvl="0" indent="-342900" algn="l" defTabSz="914400" rtl="0" eaLnBrk="0" fontAlgn="base" latinLnBrk="0" hangingPunct="0">
              <a:lnSpc>
                <a:spcPct val="150000"/>
              </a:lnSpc>
              <a:spcBef>
                <a:spcPct val="0"/>
              </a:spcBef>
              <a:spcAft>
                <a:spcPct val="0"/>
              </a:spcAft>
              <a:buClr>
                <a:srgbClr val="FFFFCC"/>
              </a:buClr>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若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和</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B</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是正交阵，则</a:t>
            </a:r>
            <a:r>
              <a:rPr kumimoji="1" lang="zh-CN" altLang="en-US"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也是正交阵．</a:t>
            </a:r>
          </a:p>
          <a:p>
            <a:pPr marL="342900" marR="0" lvl="0" indent="-342900" algn="l" defTabSz="914400" rtl="0" eaLnBrk="0" fontAlgn="base" latinLnBrk="0" hangingPunct="0">
              <a:lnSpc>
                <a:spcPct val="150000"/>
              </a:lnSpc>
              <a:spcBef>
                <a:spcPct val="0"/>
              </a:spcBef>
              <a:spcAft>
                <a:spcPct val="0"/>
              </a:spcAft>
              <a:buClr>
                <a:srgbClr val="FF0000"/>
              </a:buClr>
              <a:buSzTx/>
              <a:buFont typeface="Wingdings" pitchFamily="2" charset="2"/>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4、</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正交变换：</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50000"/>
              </a:lnSpc>
              <a:spcBef>
                <a:spcPct val="0"/>
              </a:spcBef>
              <a:spcAft>
                <a:spcPct val="0"/>
              </a:spcAft>
              <a:buClr>
                <a:srgbClr val="FF0000"/>
              </a:buClr>
              <a:buSzTx/>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若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是正交阵，则线性变换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y</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 </a:t>
            </a:r>
            <a:r>
              <a:rPr kumimoji="1" lang="en-US" altLang="zh-CN" sz="24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pitchFamily="49" charset="-122"/>
              </a:rPr>
              <a:t>Px</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称为正交变换．</a:t>
            </a:r>
          </a:p>
          <a:p>
            <a:pPr marL="342900" marR="0" lvl="0" indent="-342900" algn="l" defTabSz="914400" rtl="0" eaLnBrk="0" fontAlgn="base" latinLnBrk="0" hangingPunct="0">
              <a:lnSpc>
                <a:spcPct val="150000"/>
              </a:lnSpc>
              <a:spcBef>
                <a:spcPct val="0"/>
              </a:spcBef>
              <a:spcAft>
                <a:spcPct val="0"/>
              </a:spcAft>
              <a:buClr>
                <a:srgbClr val="FFFFCC"/>
              </a:buClr>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经过正交变换，向量的长度保持不变</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50000"/>
              </a:lnSpc>
              <a:spcBef>
                <a:spcPct val="0"/>
              </a:spcBef>
              <a:spcAft>
                <a:spcPct val="0"/>
              </a:spcAft>
              <a:buClr>
                <a:srgbClr val="FFFFCC"/>
              </a:buClr>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（从而三角形的形状保持不变）</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50000"/>
              </a:lnSpc>
              <a:spcBef>
                <a:spcPct val="0"/>
              </a:spcBef>
              <a:spcAft>
                <a:spcPct val="0"/>
              </a:spcAft>
              <a:buClr>
                <a:srgbClr val="FFFFCC"/>
              </a:buClr>
              <a:buSzTx/>
              <a:buFont typeface="Wingdings" pitchFamily="2" charset="2"/>
              <a:buChar char="Ø"/>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经过正交变换，向量间的夹角保持不变</a:t>
            </a:r>
          </a:p>
        </p:txBody>
      </p:sp>
      <p:sp>
        <p:nvSpPr>
          <p:cNvPr id="13" name="矩形 12"/>
          <p:cNvSpPr/>
          <p:nvPr/>
        </p:nvSpPr>
        <p:spPr>
          <a:xfrm>
            <a:off x="2857500" y="2500313"/>
            <a:ext cx="1724025" cy="461962"/>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具有保形性</a:t>
            </a:r>
          </a:p>
        </p:txBody>
      </p:sp>
      <p:graphicFrame>
        <p:nvGraphicFramePr>
          <p:cNvPr id="195590" name="Object 5"/>
          <p:cNvGraphicFramePr>
            <a:graphicFrameLocks noChangeAspect="1"/>
          </p:cNvGraphicFramePr>
          <p:nvPr/>
        </p:nvGraphicFramePr>
        <p:xfrm>
          <a:off x="1108075" y="5214938"/>
          <a:ext cx="6929438" cy="558800"/>
        </p:xfrm>
        <a:graphic>
          <a:graphicData uri="http://schemas.openxmlformats.org/presentationml/2006/ole">
            <mc:AlternateContent xmlns:mc="http://schemas.openxmlformats.org/markup-compatibility/2006">
              <mc:Choice xmlns:v="urn:schemas-microsoft-com:vml" Requires="v">
                <p:oleObj name="Equation" r:id="rId3" imgW="3467100" imgH="279400" progId="Equation.DSMT4">
                  <p:embed/>
                </p:oleObj>
              </mc:Choice>
              <mc:Fallback>
                <p:oleObj name="Equation" r:id="rId3" imgW="3467100" imgH="279400" progId="Equation.DSMT4">
                  <p:embed/>
                  <p:pic>
                    <p:nvPicPr>
                      <p:cNvPr id="19559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5214938"/>
                        <a:ext cx="6929438" cy="558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Rectangle 7"/>
          <p:cNvSpPr>
            <a:spLocks noChangeArrowheads="1"/>
          </p:cNvSpPr>
          <p:nvPr/>
        </p:nvSpPr>
        <p:spPr bwMode="auto">
          <a:xfrm>
            <a:off x="1677988" y="5268913"/>
            <a:ext cx="1008062" cy="576262"/>
          </a:xfrm>
          <a:prstGeom prst="rect">
            <a:avLst/>
          </a:prstGeom>
          <a:solidFill>
            <a:srgbClr val="FFFFCC"/>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Times New Roman" pitchFamily="18" charset="0"/>
              <a:ea typeface="楷体_GB2312" pitchFamily="49" charset="-122"/>
              <a:cs typeface="+mn-cs"/>
            </a:endParaRPr>
          </a:p>
        </p:txBody>
      </p:sp>
      <p:sp>
        <p:nvSpPr>
          <p:cNvPr id="16" name="Rectangle 8"/>
          <p:cNvSpPr>
            <a:spLocks noChangeArrowheads="1"/>
          </p:cNvSpPr>
          <p:nvPr/>
        </p:nvSpPr>
        <p:spPr bwMode="auto">
          <a:xfrm>
            <a:off x="2686050" y="5268913"/>
            <a:ext cx="1871663" cy="576262"/>
          </a:xfrm>
          <a:prstGeom prst="rect">
            <a:avLst/>
          </a:prstGeom>
          <a:solidFill>
            <a:srgbClr val="FFFFCC"/>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Times New Roman" pitchFamily="18" charset="0"/>
              <a:ea typeface="楷体_GB2312" pitchFamily="49" charset="-122"/>
              <a:cs typeface="+mn-cs"/>
            </a:endParaRPr>
          </a:p>
        </p:txBody>
      </p:sp>
      <p:sp>
        <p:nvSpPr>
          <p:cNvPr id="17" name="Rectangle 9"/>
          <p:cNvSpPr>
            <a:spLocks noChangeArrowheads="1"/>
          </p:cNvSpPr>
          <p:nvPr/>
        </p:nvSpPr>
        <p:spPr bwMode="auto">
          <a:xfrm>
            <a:off x="4557713" y="5268913"/>
            <a:ext cx="1598612" cy="576262"/>
          </a:xfrm>
          <a:prstGeom prst="rect">
            <a:avLst/>
          </a:prstGeom>
          <a:solidFill>
            <a:srgbClr val="FFFFCC"/>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Times New Roman" pitchFamily="18" charset="0"/>
              <a:ea typeface="楷体_GB2312" pitchFamily="49" charset="-122"/>
              <a:cs typeface="+mn-cs"/>
            </a:endParaRPr>
          </a:p>
        </p:txBody>
      </p:sp>
      <p:sp>
        <p:nvSpPr>
          <p:cNvPr id="18" name="Rectangle 10"/>
          <p:cNvSpPr>
            <a:spLocks noChangeArrowheads="1"/>
          </p:cNvSpPr>
          <p:nvPr/>
        </p:nvSpPr>
        <p:spPr bwMode="auto">
          <a:xfrm>
            <a:off x="6156325" y="5268913"/>
            <a:ext cx="1079500" cy="576262"/>
          </a:xfrm>
          <a:prstGeom prst="rect">
            <a:avLst/>
          </a:prstGeom>
          <a:solidFill>
            <a:srgbClr val="FFFFCC"/>
          </a:solidFill>
          <a:ln w="9525">
            <a:no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Times New Roman" pitchFamily="18" charset="0"/>
              <a:ea typeface="楷体_GB2312" pitchFamily="49" charset="-122"/>
              <a:cs typeface="+mn-cs"/>
            </a:endParaRPr>
          </a:p>
        </p:txBody>
      </p:sp>
      <p:graphicFrame>
        <p:nvGraphicFramePr>
          <p:cNvPr id="19" name="Object 3"/>
          <p:cNvGraphicFramePr>
            <a:graphicFrameLocks noChangeAspect="1"/>
          </p:cNvGraphicFramePr>
          <p:nvPr/>
        </p:nvGraphicFramePr>
        <p:xfrm>
          <a:off x="714375" y="5868988"/>
          <a:ext cx="1143000" cy="965200"/>
        </p:xfrm>
        <a:graphic>
          <a:graphicData uri="http://schemas.openxmlformats.org/presentationml/2006/ole">
            <mc:AlternateContent xmlns:mc="http://schemas.openxmlformats.org/markup-compatibility/2006">
              <mc:Choice xmlns:v="urn:schemas-microsoft-com:vml" Requires="v">
                <p:oleObj name="Equation" r:id="rId5" imgW="672840" imgH="482400" progId="Equation.DSMT4">
                  <p:embed/>
                </p:oleObj>
              </mc:Choice>
              <mc:Fallback>
                <p:oleObj name="Equation" r:id="rId5" imgW="672840" imgH="482400" progId="Equation.DSMT4">
                  <p:embed/>
                  <p:pic>
                    <p:nvPicPr>
                      <p:cNvPr id="19"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375" y="5868988"/>
                        <a:ext cx="11430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7"/>
          <p:cNvGraphicFramePr>
            <a:graphicFrameLocks noChangeAspect="1"/>
          </p:cNvGraphicFramePr>
          <p:nvPr/>
        </p:nvGraphicFramePr>
        <p:xfrm>
          <a:off x="1857375" y="5918200"/>
          <a:ext cx="3643313" cy="914400"/>
        </p:xfrm>
        <a:graphic>
          <a:graphicData uri="http://schemas.openxmlformats.org/presentationml/2006/ole">
            <mc:AlternateContent xmlns:mc="http://schemas.openxmlformats.org/markup-compatibility/2006">
              <mc:Choice xmlns:v="urn:schemas-microsoft-com:vml" Requires="v">
                <p:oleObj name="Equation" r:id="rId7" imgW="2133360" imgH="457200" progId="Equation.DSMT4">
                  <p:embed/>
                </p:oleObj>
              </mc:Choice>
              <mc:Fallback>
                <p:oleObj name="Equation" r:id="rId7" imgW="2133360" imgH="457200" progId="Equation.DSMT4">
                  <p:embed/>
                  <p:pic>
                    <p:nvPicPr>
                      <p:cNvPr id="20" name="Object 7"/>
                      <p:cNvPicPr>
                        <a:picLocks noChangeAspect="1" noChangeArrowheads="1"/>
                      </p:cNvPicPr>
                      <p:nvPr/>
                    </p:nvPicPr>
                    <p:blipFill>
                      <a:blip r:embed="rId8"/>
                      <a:srcRect/>
                      <a:stretch>
                        <a:fillRect/>
                      </a:stretch>
                    </p:blipFill>
                    <p:spPr bwMode="auto">
                      <a:xfrm>
                        <a:off x="1857375" y="5918200"/>
                        <a:ext cx="3643313"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8"/>
          <p:cNvGraphicFramePr>
            <a:graphicFrameLocks noChangeAspect="1"/>
          </p:cNvGraphicFramePr>
          <p:nvPr/>
        </p:nvGraphicFramePr>
        <p:xfrm>
          <a:off x="5519738" y="5918200"/>
          <a:ext cx="2513012" cy="914400"/>
        </p:xfrm>
        <a:graphic>
          <a:graphicData uri="http://schemas.openxmlformats.org/presentationml/2006/ole">
            <mc:AlternateContent xmlns:mc="http://schemas.openxmlformats.org/markup-compatibility/2006">
              <mc:Choice xmlns:v="urn:schemas-microsoft-com:vml" Requires="v">
                <p:oleObj name="Equation" r:id="rId9" imgW="1587240" imgH="457200" progId="Equation.DSMT4">
                  <p:embed/>
                </p:oleObj>
              </mc:Choice>
              <mc:Fallback>
                <p:oleObj name="Equation" r:id="rId9" imgW="1587240" imgH="457200" progId="Equation.DSMT4">
                  <p:embed/>
                  <p:pic>
                    <p:nvPicPr>
                      <p:cNvPr id="21" name="Object 8"/>
                      <p:cNvPicPr>
                        <a:picLocks noChangeAspect="1" noChangeArrowheads="1"/>
                      </p:cNvPicPr>
                      <p:nvPr/>
                    </p:nvPicPr>
                    <p:blipFill>
                      <a:blip r:embed="rId10"/>
                      <a:srcRect/>
                      <a:stretch>
                        <a:fillRect/>
                      </a:stretch>
                    </p:blipFill>
                    <p:spPr bwMode="auto">
                      <a:xfrm>
                        <a:off x="5519738" y="5918200"/>
                        <a:ext cx="2513012"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6"/>
          <p:cNvGraphicFramePr>
            <a:graphicFrameLocks noChangeAspect="1"/>
          </p:cNvGraphicFramePr>
          <p:nvPr/>
        </p:nvGraphicFramePr>
        <p:xfrm>
          <a:off x="8102600" y="6143625"/>
          <a:ext cx="1041400" cy="406400"/>
        </p:xfrm>
        <a:graphic>
          <a:graphicData uri="http://schemas.openxmlformats.org/presentationml/2006/ole">
            <mc:AlternateContent xmlns:mc="http://schemas.openxmlformats.org/markup-compatibility/2006">
              <mc:Choice xmlns:v="urn:schemas-microsoft-com:vml" Requires="v">
                <p:oleObj name="Equation" r:id="rId11" imgW="609480" imgH="203040" progId="Equation.DSMT4">
                  <p:embed/>
                </p:oleObj>
              </mc:Choice>
              <mc:Fallback>
                <p:oleObj name="Equation" r:id="rId11" imgW="609480" imgH="203040" progId="Equation.DSMT4">
                  <p:embed/>
                  <p:pic>
                    <p:nvPicPr>
                      <p:cNvPr id="22"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02600" y="6143625"/>
                        <a:ext cx="1041400"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Object 7">
            <a:extLst>
              <a:ext uri="{FF2B5EF4-FFF2-40B4-BE49-F238E27FC236}">
                <a16:creationId xmlns:a16="http://schemas.microsoft.com/office/drawing/2014/main" id="{F395FD7F-2D48-6DC8-1D3E-D42FF8AAC163}"/>
              </a:ext>
            </a:extLst>
          </p:cNvPr>
          <p:cNvGraphicFramePr>
            <a:graphicFrameLocks noChangeAspect="1"/>
          </p:cNvGraphicFramePr>
          <p:nvPr/>
        </p:nvGraphicFramePr>
        <p:xfrm>
          <a:off x="2342629" y="6377384"/>
          <a:ext cx="3165475" cy="508000"/>
        </p:xfrm>
        <a:graphic>
          <a:graphicData uri="http://schemas.openxmlformats.org/presentationml/2006/ole">
            <mc:AlternateContent xmlns:mc="http://schemas.openxmlformats.org/markup-compatibility/2006">
              <mc:Choice xmlns:v="urn:schemas-microsoft-com:vml" Requires="v">
                <p:oleObj name="Equation" r:id="rId13" imgW="1854000" imgH="253800" progId="Equation.DSMT4">
                  <p:embed/>
                </p:oleObj>
              </mc:Choice>
              <mc:Fallback>
                <p:oleObj name="Equation" r:id="rId13" imgW="1854000" imgH="253800" progId="Equation.DSMT4">
                  <p:embed/>
                  <p:pic>
                    <p:nvPicPr>
                      <p:cNvPr id="2" name="Object 7">
                        <a:extLst>
                          <a:ext uri="{FF2B5EF4-FFF2-40B4-BE49-F238E27FC236}">
                            <a16:creationId xmlns:a16="http://schemas.microsoft.com/office/drawing/2014/main" id="{F395FD7F-2D48-6DC8-1D3E-D42FF8AAC163}"/>
                          </a:ext>
                        </a:extLst>
                      </p:cNvPr>
                      <p:cNvPicPr>
                        <a:picLocks noChangeAspect="1" noChangeArrowheads="1"/>
                      </p:cNvPicPr>
                      <p:nvPr/>
                    </p:nvPicPr>
                    <p:blipFill>
                      <a:blip r:embed="rId14"/>
                      <a:srcRect/>
                      <a:stretch>
                        <a:fillRect/>
                      </a:stretch>
                    </p:blipFill>
                    <p:spPr bwMode="auto">
                      <a:xfrm>
                        <a:off x="2342629" y="6377384"/>
                        <a:ext cx="3165475"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Object 8">
            <a:extLst>
              <a:ext uri="{FF2B5EF4-FFF2-40B4-BE49-F238E27FC236}">
                <a16:creationId xmlns:a16="http://schemas.microsoft.com/office/drawing/2014/main" id="{82CE2B61-4AB2-34B9-0994-8F8F048D2009}"/>
              </a:ext>
            </a:extLst>
          </p:cNvPr>
          <p:cNvGraphicFramePr>
            <a:graphicFrameLocks noChangeAspect="1"/>
          </p:cNvGraphicFramePr>
          <p:nvPr/>
        </p:nvGraphicFramePr>
        <p:xfrm>
          <a:off x="5809630" y="6359359"/>
          <a:ext cx="2290762" cy="508000"/>
        </p:xfrm>
        <a:graphic>
          <a:graphicData uri="http://schemas.openxmlformats.org/presentationml/2006/ole">
            <mc:AlternateContent xmlns:mc="http://schemas.openxmlformats.org/markup-compatibility/2006">
              <mc:Choice xmlns:v="urn:schemas-microsoft-com:vml" Requires="v">
                <p:oleObj name="Equation" r:id="rId15" imgW="1447560" imgH="253800" progId="Equation.DSMT4">
                  <p:embed/>
                </p:oleObj>
              </mc:Choice>
              <mc:Fallback>
                <p:oleObj name="Equation" r:id="rId15" imgW="1447560" imgH="253800" progId="Equation.DSMT4">
                  <p:embed/>
                  <p:pic>
                    <p:nvPicPr>
                      <p:cNvPr id="3" name="Object 8">
                        <a:extLst>
                          <a:ext uri="{FF2B5EF4-FFF2-40B4-BE49-F238E27FC236}">
                            <a16:creationId xmlns:a16="http://schemas.microsoft.com/office/drawing/2014/main" id="{82CE2B61-4AB2-34B9-0994-8F8F048D2009}"/>
                          </a:ext>
                        </a:extLst>
                      </p:cNvPr>
                      <p:cNvPicPr>
                        <a:picLocks noChangeAspect="1" noChangeArrowheads="1"/>
                      </p:cNvPicPr>
                      <p:nvPr/>
                    </p:nvPicPr>
                    <p:blipFill>
                      <a:blip r:embed="rId16"/>
                      <a:srcRect/>
                      <a:stretch>
                        <a:fillRect/>
                      </a:stretch>
                    </p:blipFill>
                    <p:spPr bwMode="auto">
                      <a:xfrm>
                        <a:off x="5809630" y="6359359"/>
                        <a:ext cx="2290762"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WordArt 77">
            <a:extLst>
              <a:ext uri="{FF2B5EF4-FFF2-40B4-BE49-F238E27FC236}">
                <a16:creationId xmlns:a16="http://schemas.microsoft.com/office/drawing/2014/main" id="{2AA70508-C557-5418-5974-6811F12B0C8D}"/>
              </a:ext>
            </a:extLst>
          </p:cNvPr>
          <p:cNvSpPr>
            <a:spLocks noChangeArrowheads="1" noChangeShapeType="1" noTextEdit="1"/>
          </p:cNvSpPr>
          <p:nvPr/>
        </p:nvSpPr>
        <p:spPr bwMode="auto">
          <a:xfrm>
            <a:off x="727555" y="1189"/>
            <a:ext cx="8501090"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300" normalizeH="0" baseline="0" noProof="0" dirty="0">
                <a:ln w="76200">
                  <a:solidFill>
                    <a:srgbClr val="FFC000"/>
                  </a:solidFill>
                  <a:round/>
                  <a:headEnd/>
                  <a:tailEnd/>
                </a:ln>
                <a:blipFill>
                  <a:blip r:embed="rId1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5-1 </a:t>
            </a:r>
            <a:r>
              <a:rPr kumimoji="1" lang="zh-CN" altLang="en-US" sz="4800" b="1" i="0" u="none" strike="noStrike" kern="10" cap="none" spc="-300" normalizeH="0" baseline="0" noProof="0" dirty="0">
                <a:ln w="76200">
                  <a:solidFill>
                    <a:srgbClr val="FFC000"/>
                  </a:solidFill>
                  <a:round/>
                  <a:headEnd/>
                  <a:tailEnd/>
                </a:ln>
                <a:blipFill>
                  <a:blip r:embed="rId1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正交矩阵</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xEl>
                                              <p:pRg st="1" end="1"/>
                                            </p:txEl>
                                          </p:spTgt>
                                        </p:tgtEl>
                                        <p:attrNameLst>
                                          <p:attrName>style.visibility</p:attrName>
                                        </p:attrNameLst>
                                      </p:cBhvr>
                                      <p:to>
                                        <p:strVal val="visible"/>
                                      </p:to>
                                    </p:set>
                                    <p:animEffect transition="in" filter="wipe(left)">
                                      <p:cBhvr>
                                        <p:cTn id="7" dur="500"/>
                                        <p:tgtEl>
                                          <p:spTgt spid="1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
                                            <p:txEl>
                                              <p:pRg st="2" end="2"/>
                                            </p:txEl>
                                          </p:spTgt>
                                        </p:tgtEl>
                                        <p:attrNameLst>
                                          <p:attrName>style.visibility</p:attrName>
                                        </p:attrNameLst>
                                      </p:cBhvr>
                                      <p:to>
                                        <p:strVal val="visible"/>
                                      </p:to>
                                    </p:set>
                                    <p:animEffect transition="in" filter="wipe(left)">
                                      <p:cBhvr>
                                        <p:cTn id="12" dur="500"/>
                                        <p:tgtEl>
                                          <p:spTgt spid="1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
                                            <p:txEl>
                                              <p:pRg st="3" end="3"/>
                                            </p:txEl>
                                          </p:spTgt>
                                        </p:tgtEl>
                                        <p:attrNameLst>
                                          <p:attrName>style.visibility</p:attrName>
                                        </p:attrNameLst>
                                      </p:cBhvr>
                                      <p:to>
                                        <p:strVal val="visible"/>
                                      </p:to>
                                    </p:set>
                                    <p:animEffect transition="in" filter="wipe(left)">
                                      <p:cBhvr>
                                        <p:cTn id="17" dur="500"/>
                                        <p:tgtEl>
                                          <p:spTgt spid="1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2">
                                            <p:txEl>
                                              <p:pRg st="4" end="4"/>
                                            </p:txEl>
                                          </p:spTgt>
                                        </p:tgtEl>
                                        <p:attrNameLst>
                                          <p:attrName>style.visibility</p:attrName>
                                        </p:attrNameLst>
                                      </p:cBhvr>
                                      <p:to>
                                        <p:strVal val="visible"/>
                                      </p:to>
                                    </p:set>
                                    <p:animEffect transition="in" filter="wipe(left)">
                                      <p:cBhvr>
                                        <p:cTn id="22" dur="500"/>
                                        <p:tgtEl>
                                          <p:spTgt spid="12">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2">
                                            <p:txEl>
                                              <p:pRg st="5" end="5"/>
                                            </p:txEl>
                                          </p:spTgt>
                                        </p:tgtEl>
                                        <p:attrNameLst>
                                          <p:attrName>style.visibility</p:attrName>
                                        </p:attrNameLst>
                                      </p:cBhvr>
                                      <p:to>
                                        <p:strVal val="visible"/>
                                      </p:to>
                                    </p:set>
                                    <p:animEffect transition="in" filter="wipe(left)">
                                      <p:cBhvr>
                                        <p:cTn id="27" dur="500"/>
                                        <p:tgtEl>
                                          <p:spTgt spid="12">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wipe(left)">
                                      <p:cBhvr>
                                        <p:cTn id="32" dur="500"/>
                                        <p:tgtEl>
                                          <p:spTgt spid="4"/>
                                        </p:tgtEl>
                                      </p:cBhvr>
                                    </p:animEffect>
                                  </p:childTnLst>
                                </p:cTn>
                              </p:par>
                              <p:par>
                                <p:cTn id="33" presetID="22" presetClass="entr" presetSubtype="8" fill="hold" grpId="1"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par>
                                <p:cTn id="36" presetID="22" presetClass="entr" presetSubtype="8" fill="hold" grpId="1"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wipe(left)">
                                      <p:cBhvr>
                                        <p:cTn id="38" dur="500"/>
                                        <p:tgtEl>
                                          <p:spTgt spid="16"/>
                                        </p:tgtEl>
                                      </p:cBhvr>
                                    </p:animEffect>
                                  </p:childTnLst>
                                </p:cTn>
                              </p:par>
                              <p:par>
                                <p:cTn id="39" presetID="22" presetClass="entr" presetSubtype="8" fill="hold" grpId="1"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500"/>
                                        <p:tgtEl>
                                          <p:spTgt spid="17"/>
                                        </p:tgtEl>
                                      </p:cBhvr>
                                    </p:animEffect>
                                  </p:childTnLst>
                                </p:cTn>
                              </p:par>
                              <p:par>
                                <p:cTn id="42" presetID="22" presetClass="entr" presetSubtype="8" fill="hold" grpId="1"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wipe(left)">
                                      <p:cBhvr>
                                        <p:cTn id="44" dur="500"/>
                                        <p:tgtEl>
                                          <p:spTgt spid="18"/>
                                        </p:tgtEl>
                                      </p:cBhvr>
                                    </p:animEffect>
                                  </p:childTnLst>
                                </p:cTn>
                              </p:par>
                            </p:childTnLst>
                          </p:cTn>
                        </p:par>
                        <p:par>
                          <p:cTn id="45" fill="hold">
                            <p:stCondLst>
                              <p:cond delay="500"/>
                            </p:stCondLst>
                            <p:childTnLst>
                              <p:par>
                                <p:cTn id="46" presetID="1" presetClass="entr" presetSubtype="0" fill="hold" nodeType="afterEffect">
                                  <p:stCondLst>
                                    <p:cond delay="0"/>
                                  </p:stCondLst>
                                  <p:childTnLst>
                                    <p:set>
                                      <p:cBhvr>
                                        <p:cTn id="47" dur="1" fill="hold">
                                          <p:stCondLst>
                                            <p:cond delay="0"/>
                                          </p:stCondLst>
                                        </p:cTn>
                                        <p:tgtEl>
                                          <p:spTgt spid="195590"/>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22" presetClass="exit" presetSubtype="8" fill="hold" grpId="0" nodeType="clickEffect">
                                  <p:stCondLst>
                                    <p:cond delay="0"/>
                                  </p:stCondLst>
                                  <p:childTnLst>
                                    <p:animEffect transition="out" filter="wipe(left)">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2" presetClass="exit" presetSubtype="8" fill="hold" grpId="0" nodeType="clickEffect">
                                  <p:stCondLst>
                                    <p:cond delay="0"/>
                                  </p:stCondLst>
                                  <p:childTnLst>
                                    <p:animEffect transition="out" filter="wipe(left)">
                                      <p:cBhvr>
                                        <p:cTn id="56" dur="500"/>
                                        <p:tgtEl>
                                          <p:spTgt spid="16"/>
                                        </p:tgtEl>
                                      </p:cBhvr>
                                    </p:animEffect>
                                    <p:set>
                                      <p:cBhvr>
                                        <p:cTn id="57" dur="1" fill="hold">
                                          <p:stCondLst>
                                            <p:cond delay="499"/>
                                          </p:stCondLst>
                                        </p:cTn>
                                        <p:tgtEl>
                                          <p:spTgt spid="16"/>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22" presetClass="exit" presetSubtype="8" fill="hold" grpId="0" nodeType="clickEffect">
                                  <p:stCondLst>
                                    <p:cond delay="0"/>
                                  </p:stCondLst>
                                  <p:childTnLst>
                                    <p:animEffect transition="out" filter="wipe(left)">
                                      <p:cBhvr>
                                        <p:cTn id="61" dur="500"/>
                                        <p:tgtEl>
                                          <p:spTgt spid="17"/>
                                        </p:tgtEl>
                                      </p:cBhvr>
                                    </p:animEffect>
                                    <p:set>
                                      <p:cBhvr>
                                        <p:cTn id="62" dur="1" fill="hold">
                                          <p:stCondLst>
                                            <p:cond delay="499"/>
                                          </p:stCondLst>
                                        </p:cTn>
                                        <p:tgtEl>
                                          <p:spTgt spid="17"/>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2" presetClass="exit" presetSubtype="8" fill="hold" grpId="0" nodeType="clickEffect">
                                  <p:stCondLst>
                                    <p:cond delay="0"/>
                                  </p:stCondLst>
                                  <p:childTnLst>
                                    <p:animEffect transition="out" filter="wipe(left)">
                                      <p:cBhvr>
                                        <p:cTn id="66" dur="500"/>
                                        <p:tgtEl>
                                          <p:spTgt spid="18"/>
                                        </p:tgtEl>
                                      </p:cBhvr>
                                    </p:animEffect>
                                    <p:set>
                                      <p:cBhvr>
                                        <p:cTn id="67" dur="1" fill="hold">
                                          <p:stCondLst>
                                            <p:cond delay="499"/>
                                          </p:stCondLst>
                                        </p:cTn>
                                        <p:tgtEl>
                                          <p:spTgt spid="18"/>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12">
                                            <p:txEl>
                                              <p:pRg st="6" end="6"/>
                                            </p:txEl>
                                          </p:spTgt>
                                        </p:tgtEl>
                                        <p:attrNameLst>
                                          <p:attrName>style.visibility</p:attrName>
                                        </p:attrNameLst>
                                      </p:cBhvr>
                                      <p:to>
                                        <p:strVal val="visible"/>
                                      </p:to>
                                    </p:set>
                                    <p:animEffect transition="in" filter="wipe(left)">
                                      <p:cBhvr>
                                        <p:cTn id="72" dur="500"/>
                                        <p:tgtEl>
                                          <p:spTgt spid="12">
                                            <p:txEl>
                                              <p:pRg st="6" end="6"/>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2">
                                            <p:txEl>
                                              <p:pRg st="7" end="7"/>
                                            </p:txEl>
                                          </p:spTgt>
                                        </p:tgtEl>
                                        <p:attrNameLst>
                                          <p:attrName>style.visibility</p:attrName>
                                        </p:attrNameLst>
                                      </p:cBhvr>
                                      <p:to>
                                        <p:strVal val="visible"/>
                                      </p:to>
                                    </p:set>
                                    <p:animEffect transition="in" filter="wipe(left)">
                                      <p:cBhvr>
                                        <p:cTn id="77" dur="500"/>
                                        <p:tgtEl>
                                          <p:spTgt spid="12">
                                            <p:txEl>
                                              <p:pRg st="7" end="7"/>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19"/>
                                        </p:tgtEl>
                                        <p:attrNameLst>
                                          <p:attrName>style.visibility</p:attrName>
                                        </p:attrNameLst>
                                      </p:cBhvr>
                                      <p:to>
                                        <p:strVal val="visible"/>
                                      </p:to>
                                    </p:set>
                                    <p:animEffect transition="in" filter="wipe(left)">
                                      <p:cBhvr>
                                        <p:cTn id="82" dur="500"/>
                                        <p:tgtEl>
                                          <p:spTgt spid="19"/>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wipe(left)">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2" fill="hold" nodeType="clickEffect">
                                  <p:stCondLst>
                                    <p:cond delay="0"/>
                                  </p:stCondLst>
                                  <p:childTnLst>
                                    <p:set>
                                      <p:cBhvr>
                                        <p:cTn id="91" dur="1" fill="hold">
                                          <p:stCondLst>
                                            <p:cond delay="0"/>
                                          </p:stCondLst>
                                        </p:cTn>
                                        <p:tgtEl>
                                          <p:spTgt spid="2"/>
                                        </p:tgtEl>
                                        <p:attrNameLst>
                                          <p:attrName>style.visibility</p:attrName>
                                        </p:attrNameLst>
                                      </p:cBhvr>
                                      <p:to>
                                        <p:strVal val="visible"/>
                                      </p:to>
                                    </p:set>
                                    <p:animEffect transition="in" filter="wipe(right)">
                                      <p:cBhvr>
                                        <p:cTn id="92" dur="500"/>
                                        <p:tgtEl>
                                          <p:spTgt spid="2"/>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21"/>
                                        </p:tgtEl>
                                        <p:attrNameLst>
                                          <p:attrName>style.visibility</p:attrName>
                                        </p:attrNameLst>
                                      </p:cBhvr>
                                      <p:to>
                                        <p:strVal val="visible"/>
                                      </p:to>
                                    </p:set>
                                    <p:animEffect transition="in" filter="wipe(left)">
                                      <p:cBhvr>
                                        <p:cTn id="97" dur="500"/>
                                        <p:tgtEl>
                                          <p:spTgt spid="21"/>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3"/>
                                        </p:tgtEl>
                                        <p:attrNameLst>
                                          <p:attrName>style.visibility</p:attrName>
                                        </p:attrNameLst>
                                      </p:cBhvr>
                                      <p:to>
                                        <p:strVal val="visible"/>
                                      </p:to>
                                    </p:set>
                                    <p:animEffect transition="in" filter="wipe(left)">
                                      <p:cBhvr>
                                        <p:cTn id="102" dur="500"/>
                                        <p:tgtEl>
                                          <p:spTgt spid="3"/>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nodeType="clickEffect">
                                  <p:stCondLst>
                                    <p:cond delay="0"/>
                                  </p:stCondLst>
                                  <p:childTnLst>
                                    <p:set>
                                      <p:cBhvr>
                                        <p:cTn id="106" dur="1" fill="hold">
                                          <p:stCondLst>
                                            <p:cond delay="0"/>
                                          </p:stCondLst>
                                        </p:cTn>
                                        <p:tgtEl>
                                          <p:spTgt spid="22"/>
                                        </p:tgtEl>
                                        <p:attrNameLst>
                                          <p:attrName>style.visibility</p:attrName>
                                        </p:attrNameLst>
                                      </p:cBhvr>
                                      <p:to>
                                        <p:strVal val="visible"/>
                                      </p:to>
                                    </p:set>
                                    <p:animEffect transition="in" filter="wipe(left)">
                                      <p:cBhvr>
                                        <p:cTn id="107" dur="500"/>
                                        <p:tgtEl>
                                          <p:spTgt spid="22"/>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13"/>
                                        </p:tgtEl>
                                        <p:attrNameLst>
                                          <p:attrName>style.visibility</p:attrName>
                                        </p:attrNameLst>
                                      </p:cBhvr>
                                      <p:to>
                                        <p:strVal val="visible"/>
                                      </p:to>
                                    </p:set>
                                    <p:animEffect transition="in" filter="wipe(left)">
                                      <p:cBhvr>
                                        <p:cTn id="11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p:bldP spid="15" grpId="0" animBg="1"/>
      <p:bldP spid="15" grpId="1" animBg="1"/>
      <p:bldP spid="16" grpId="0" animBg="1"/>
      <p:bldP spid="16" grpId="1" animBg="1"/>
      <p:bldP spid="17" grpId="0" animBg="1"/>
      <p:bldP spid="17" grpId="1" animBg="1"/>
      <p:bldP spid="18" grpId="0" animBg="1"/>
      <p:bldP spid="18" grpId="1"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bwMode="auto">
          <a:xfrm>
            <a:off x="647564" y="1487488"/>
            <a:ext cx="8429652" cy="5163284"/>
          </a:xfrm>
          <a:prstGeom prst="roundRect">
            <a:avLst>
              <a:gd name="adj" fmla="val 9201"/>
            </a:avLst>
          </a:prstGeom>
          <a:ln w="38100">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微软雅黑" pitchFamily="34" charset="-122"/>
              <a:cs typeface="+mn-cs"/>
            </a:endParaRPr>
          </a:p>
        </p:txBody>
      </p:sp>
      <p:graphicFrame>
        <p:nvGraphicFramePr>
          <p:cNvPr id="5" name="Object 8"/>
          <p:cNvGraphicFramePr>
            <a:graphicFrameLocks noChangeAspect="1"/>
          </p:cNvGraphicFramePr>
          <p:nvPr>
            <p:extLst>
              <p:ext uri="{D42A27DB-BD31-4B8C-83A1-F6EECF244321}">
                <p14:modId xmlns:p14="http://schemas.microsoft.com/office/powerpoint/2010/main" val="1754252923"/>
              </p:ext>
            </p:extLst>
          </p:nvPr>
        </p:nvGraphicFramePr>
        <p:xfrm>
          <a:off x="758825" y="1038225"/>
          <a:ext cx="4818063" cy="449263"/>
        </p:xfrm>
        <a:graphic>
          <a:graphicData uri="http://schemas.openxmlformats.org/presentationml/2006/ole">
            <mc:AlternateContent xmlns:mc="http://schemas.openxmlformats.org/markup-compatibility/2006">
              <mc:Choice xmlns:v="urn:schemas-microsoft-com:vml" Requires="v">
                <p:oleObj name="Equation" r:id="rId3" imgW="2705040" imgH="241200" progId="Equation.DSMT4">
                  <p:embed/>
                </p:oleObj>
              </mc:Choice>
              <mc:Fallback>
                <p:oleObj name="Equation" r:id="rId3" imgW="2705040" imgH="241200" progId="Equation.DSMT4">
                  <p:embed/>
                  <p:pic>
                    <p:nvPicPr>
                      <p:cNvPr id="5" name="Object 8"/>
                      <p:cNvPicPr>
                        <a:picLocks noChangeAspect="1" noChangeArrowheads="1"/>
                      </p:cNvPicPr>
                      <p:nvPr/>
                    </p:nvPicPr>
                    <p:blipFill>
                      <a:blip r:embed="rId4"/>
                      <a:srcRect/>
                      <a:stretch>
                        <a:fillRect/>
                      </a:stretch>
                    </p:blipFill>
                    <p:spPr bwMode="auto">
                      <a:xfrm>
                        <a:off x="758825" y="1038225"/>
                        <a:ext cx="4818063" cy="449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8"/>
          <p:cNvGraphicFramePr>
            <a:graphicFrameLocks noChangeAspect="1"/>
          </p:cNvGraphicFramePr>
          <p:nvPr>
            <p:extLst>
              <p:ext uri="{D42A27DB-BD31-4B8C-83A1-F6EECF244321}">
                <p14:modId xmlns:p14="http://schemas.microsoft.com/office/powerpoint/2010/main" val="384707697"/>
              </p:ext>
            </p:extLst>
          </p:nvPr>
        </p:nvGraphicFramePr>
        <p:xfrm>
          <a:off x="869891" y="1628800"/>
          <a:ext cx="4589462" cy="449263"/>
        </p:xfrm>
        <a:graphic>
          <a:graphicData uri="http://schemas.openxmlformats.org/presentationml/2006/ole">
            <mc:AlternateContent xmlns:mc="http://schemas.openxmlformats.org/markup-compatibility/2006">
              <mc:Choice xmlns:v="urn:schemas-microsoft-com:vml" Requires="v">
                <p:oleObj name="Equation" r:id="rId5" imgW="2577960" imgH="241200" progId="Equation.DSMT4">
                  <p:embed/>
                </p:oleObj>
              </mc:Choice>
              <mc:Fallback>
                <p:oleObj name="Equation" r:id="rId5" imgW="2577960" imgH="241200" progId="Equation.DSMT4">
                  <p:embed/>
                  <p:pic>
                    <p:nvPicPr>
                      <p:cNvPr id="27"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9891" y="1628800"/>
                        <a:ext cx="4589462" cy="449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Object 8"/>
          <p:cNvGraphicFramePr>
            <a:graphicFrameLocks noChangeAspect="1"/>
          </p:cNvGraphicFramePr>
          <p:nvPr>
            <p:extLst>
              <p:ext uri="{D42A27DB-BD31-4B8C-83A1-F6EECF244321}">
                <p14:modId xmlns:p14="http://schemas.microsoft.com/office/powerpoint/2010/main" val="72246998"/>
              </p:ext>
            </p:extLst>
          </p:nvPr>
        </p:nvGraphicFramePr>
        <p:xfrm>
          <a:off x="869891" y="2128866"/>
          <a:ext cx="3121025" cy="449263"/>
        </p:xfrm>
        <a:graphic>
          <a:graphicData uri="http://schemas.openxmlformats.org/presentationml/2006/ole">
            <mc:AlternateContent xmlns:mc="http://schemas.openxmlformats.org/markup-compatibility/2006">
              <mc:Choice xmlns:v="urn:schemas-microsoft-com:vml" Requires="v">
                <p:oleObj name="Equation" r:id="rId7" imgW="1752480" imgH="241200" progId="Equation.DSMT4">
                  <p:embed/>
                </p:oleObj>
              </mc:Choice>
              <mc:Fallback>
                <p:oleObj name="Equation" r:id="rId7" imgW="1752480" imgH="241200" progId="Equation.DSMT4">
                  <p:embed/>
                  <p:pic>
                    <p:nvPicPr>
                      <p:cNvPr id="28"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9891" y="2128866"/>
                        <a:ext cx="3121025" cy="449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9" name="Object 8"/>
          <p:cNvGraphicFramePr>
            <a:graphicFrameLocks noChangeAspect="1"/>
          </p:cNvGraphicFramePr>
          <p:nvPr>
            <p:extLst>
              <p:ext uri="{D42A27DB-BD31-4B8C-83A1-F6EECF244321}">
                <p14:modId xmlns:p14="http://schemas.microsoft.com/office/powerpoint/2010/main" val="1228949966"/>
              </p:ext>
            </p:extLst>
          </p:nvPr>
        </p:nvGraphicFramePr>
        <p:xfrm>
          <a:off x="915995" y="3179802"/>
          <a:ext cx="4727575" cy="449262"/>
        </p:xfrm>
        <a:graphic>
          <a:graphicData uri="http://schemas.openxmlformats.org/presentationml/2006/ole">
            <mc:AlternateContent xmlns:mc="http://schemas.openxmlformats.org/markup-compatibility/2006">
              <mc:Choice xmlns:v="urn:schemas-microsoft-com:vml" Requires="v">
                <p:oleObj name="Equation" r:id="rId9" imgW="2654280" imgH="241200" progId="Equation.DSMT4">
                  <p:embed/>
                </p:oleObj>
              </mc:Choice>
              <mc:Fallback>
                <p:oleObj name="Equation" r:id="rId9" imgW="2654280" imgH="241200" progId="Equation.DSMT4">
                  <p:embed/>
                  <p:pic>
                    <p:nvPicPr>
                      <p:cNvPr id="29"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5995" y="3179802"/>
                        <a:ext cx="4727575"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8"/>
          <p:cNvGraphicFramePr>
            <a:graphicFrameLocks noChangeAspect="1"/>
          </p:cNvGraphicFramePr>
          <p:nvPr>
            <p:extLst>
              <p:ext uri="{D42A27DB-BD31-4B8C-83A1-F6EECF244321}">
                <p14:modId xmlns:p14="http://schemas.microsoft.com/office/powerpoint/2010/main" val="9620553"/>
              </p:ext>
            </p:extLst>
          </p:nvPr>
        </p:nvGraphicFramePr>
        <p:xfrm>
          <a:off x="1214414" y="2628932"/>
          <a:ext cx="6400800" cy="544512"/>
        </p:xfrm>
        <a:graphic>
          <a:graphicData uri="http://schemas.openxmlformats.org/presentationml/2006/ole">
            <mc:AlternateContent xmlns:mc="http://schemas.openxmlformats.org/markup-compatibility/2006">
              <mc:Choice xmlns:v="urn:schemas-microsoft-com:vml" Requires="v">
                <p:oleObj name="Equation" r:id="rId11" imgW="3593880" imgH="291960" progId="Equation.DSMT4">
                  <p:embed/>
                </p:oleObj>
              </mc:Choice>
              <mc:Fallback>
                <p:oleObj name="Equation" r:id="rId11" imgW="3593880" imgH="291960" progId="Equation.DSMT4">
                  <p:embed/>
                  <p:pic>
                    <p:nvPicPr>
                      <p:cNvPr id="3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14414" y="2628932"/>
                        <a:ext cx="6400800" cy="5445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8"/>
          <p:cNvGraphicFramePr>
            <a:graphicFrameLocks noChangeAspect="1"/>
          </p:cNvGraphicFramePr>
          <p:nvPr>
            <p:extLst>
              <p:ext uri="{D42A27DB-BD31-4B8C-83A1-F6EECF244321}">
                <p14:modId xmlns:p14="http://schemas.microsoft.com/office/powerpoint/2010/main" val="532318888"/>
              </p:ext>
            </p:extLst>
          </p:nvPr>
        </p:nvGraphicFramePr>
        <p:xfrm>
          <a:off x="928662" y="3689404"/>
          <a:ext cx="8072494" cy="2011362"/>
        </p:xfrm>
        <a:graphic>
          <a:graphicData uri="http://schemas.openxmlformats.org/presentationml/2006/ole">
            <mc:AlternateContent xmlns:mc="http://schemas.openxmlformats.org/markup-compatibility/2006">
              <mc:Choice xmlns:v="urn:schemas-microsoft-com:vml" Requires="v">
                <p:oleObj name="Equation" r:id="rId13" imgW="4356000" imgH="1079280" progId="Equation.DSMT4">
                  <p:embed/>
                </p:oleObj>
              </mc:Choice>
              <mc:Fallback>
                <p:oleObj name="Equation" r:id="rId13" imgW="4356000" imgH="1079280" progId="Equation.DSMT4">
                  <p:embed/>
                  <p:pic>
                    <p:nvPicPr>
                      <p:cNvPr id="31"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28662" y="3689404"/>
                        <a:ext cx="8072494" cy="20113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WordArt 77">
            <a:extLst>
              <a:ext uri="{FF2B5EF4-FFF2-40B4-BE49-F238E27FC236}">
                <a16:creationId xmlns:a16="http://schemas.microsoft.com/office/drawing/2014/main" id="{7FB35495-11DA-A7BC-9FAB-C7F1D939D46F}"/>
              </a:ext>
            </a:extLst>
          </p:cNvPr>
          <p:cNvSpPr>
            <a:spLocks noChangeArrowheads="1" noChangeShapeType="1" noTextEdit="1"/>
          </p:cNvSpPr>
          <p:nvPr/>
        </p:nvSpPr>
        <p:spPr bwMode="auto">
          <a:xfrm>
            <a:off x="727555" y="1189"/>
            <a:ext cx="8501090"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300" normalizeH="0" baseline="0" noProof="0" dirty="0">
                <a:ln w="76200">
                  <a:solidFill>
                    <a:srgbClr val="FFC000"/>
                  </a:solidFill>
                  <a:round/>
                  <a:headEnd/>
                  <a:tailEnd/>
                </a:ln>
                <a:blipFill>
                  <a:blip r:embed="rId1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5-1 </a:t>
            </a:r>
            <a:r>
              <a:rPr kumimoji="1" lang="zh-CN" altLang="en-US" sz="4800" b="1" i="0" u="none" strike="noStrike" kern="10" cap="none" spc="-300" normalizeH="0" baseline="0" noProof="0" dirty="0">
                <a:ln w="76200">
                  <a:solidFill>
                    <a:srgbClr val="FFC000"/>
                  </a:solidFill>
                  <a:round/>
                  <a:headEnd/>
                  <a:tailEnd/>
                </a:ln>
                <a:blipFill>
                  <a:blip r:embed="rId1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正交矩阵</a:t>
            </a:r>
          </a:p>
        </p:txBody>
      </p:sp>
    </p:spTree>
    <p:extLst>
      <p:ext uri="{BB962C8B-B14F-4D97-AF65-F5344CB8AC3E}">
        <p14:creationId xmlns:p14="http://schemas.microsoft.com/office/powerpoint/2010/main" val="214926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wipe(left)">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wipe(left)">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left)">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9"/>
                                        </p:tgtEl>
                                        <p:attrNameLst>
                                          <p:attrName>style.visibility</p:attrName>
                                        </p:attrNameLst>
                                      </p:cBhvr>
                                      <p:to>
                                        <p:strVal val="visible"/>
                                      </p:to>
                                    </p:set>
                                    <p:animEffect transition="in" filter="wipe(left)">
                                      <p:cBhvr>
                                        <p:cTn id="32" dur="500"/>
                                        <p:tgtEl>
                                          <p:spTgt spid="2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wipe(left)">
                                      <p:cBhvr>
                                        <p:cTn id="3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42" name="Object 2"/>
          <p:cNvGraphicFramePr>
            <a:graphicFrameLocks noChangeAspect="1"/>
          </p:cNvGraphicFramePr>
          <p:nvPr>
            <p:extLst>
              <p:ext uri="{D42A27DB-BD31-4B8C-83A1-F6EECF244321}">
                <p14:modId xmlns:p14="http://schemas.microsoft.com/office/powerpoint/2010/main" val="1259765743"/>
              </p:ext>
            </p:extLst>
          </p:nvPr>
        </p:nvGraphicFramePr>
        <p:xfrm>
          <a:off x="111125" y="0"/>
          <a:ext cx="8920163" cy="593725"/>
        </p:xfrm>
        <a:graphic>
          <a:graphicData uri="http://schemas.openxmlformats.org/presentationml/2006/ole">
            <mc:AlternateContent xmlns:mc="http://schemas.openxmlformats.org/markup-compatibility/2006">
              <mc:Choice xmlns:v="urn:schemas-microsoft-com:vml" Requires="v">
                <p:oleObj name="Equation" r:id="rId3" imgW="4546440" imgH="279360" progId="Equation.DSMT4">
                  <p:embed/>
                </p:oleObj>
              </mc:Choice>
              <mc:Fallback>
                <p:oleObj name="Equation" r:id="rId3" imgW="4546440" imgH="279360" progId="Equation.DSMT4">
                  <p:embed/>
                  <p:pic>
                    <p:nvPicPr>
                      <p:cNvPr id="10242" name="Object 2"/>
                      <p:cNvPicPr>
                        <a:picLocks noChangeAspect="1" noChangeArrowheads="1"/>
                      </p:cNvPicPr>
                      <p:nvPr/>
                    </p:nvPicPr>
                    <p:blipFill>
                      <a:blip r:embed="rId4"/>
                      <a:srcRect/>
                      <a:stretch>
                        <a:fillRect/>
                      </a:stretch>
                    </p:blipFill>
                    <p:spPr bwMode="auto">
                      <a:xfrm>
                        <a:off x="111125" y="0"/>
                        <a:ext cx="8920163" cy="593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3203" name="Rectangle 3"/>
          <p:cNvSpPr>
            <a:spLocks noChangeArrowheads="1"/>
          </p:cNvSpPr>
          <p:nvPr/>
        </p:nvSpPr>
        <p:spPr bwMode="auto">
          <a:xfrm>
            <a:off x="0" y="749300"/>
            <a:ext cx="492125" cy="461963"/>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p>
        </p:txBody>
      </p:sp>
      <p:graphicFrame>
        <p:nvGraphicFramePr>
          <p:cNvPr id="563204" name="Object 4"/>
          <p:cNvGraphicFramePr>
            <a:graphicFrameLocks noChangeAspect="1"/>
          </p:cNvGraphicFramePr>
          <p:nvPr/>
        </p:nvGraphicFramePr>
        <p:xfrm>
          <a:off x="396875" y="714375"/>
          <a:ext cx="6432550" cy="568325"/>
        </p:xfrm>
        <a:graphic>
          <a:graphicData uri="http://schemas.openxmlformats.org/presentationml/2006/ole">
            <mc:AlternateContent xmlns:mc="http://schemas.openxmlformats.org/markup-compatibility/2006">
              <mc:Choice xmlns:v="urn:schemas-microsoft-com:vml" Requires="v">
                <p:oleObj name="Equation" r:id="rId5" imgW="3162240" imgH="279360" progId="Equation.DSMT4">
                  <p:embed/>
                </p:oleObj>
              </mc:Choice>
              <mc:Fallback>
                <p:oleObj name="Equation" r:id="rId5" imgW="3162240" imgH="279360" progId="Equation.DSMT4">
                  <p:embed/>
                  <p:pic>
                    <p:nvPicPr>
                      <p:cNvPr id="563204"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875" y="714375"/>
                        <a:ext cx="6432550" cy="568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05" name="Object 5"/>
          <p:cNvGraphicFramePr>
            <a:graphicFrameLocks noChangeAspect="1"/>
          </p:cNvGraphicFramePr>
          <p:nvPr/>
        </p:nvGraphicFramePr>
        <p:xfrm>
          <a:off x="4000500" y="1143000"/>
          <a:ext cx="4800600" cy="1457325"/>
        </p:xfrm>
        <a:graphic>
          <a:graphicData uri="http://schemas.openxmlformats.org/presentationml/2006/ole">
            <mc:AlternateContent xmlns:mc="http://schemas.openxmlformats.org/markup-compatibility/2006">
              <mc:Choice xmlns:v="urn:schemas-microsoft-com:vml" Requires="v">
                <p:oleObj name="Equation" r:id="rId7" imgW="2489040" imgH="698400" progId="Equation.DSMT4">
                  <p:embed/>
                </p:oleObj>
              </mc:Choice>
              <mc:Fallback>
                <p:oleObj name="Equation" r:id="rId7" imgW="2489040" imgH="698400" progId="Equation.DSMT4">
                  <p:embed/>
                  <p:pic>
                    <p:nvPicPr>
                      <p:cNvPr id="563205"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00500" y="1143000"/>
                        <a:ext cx="4800600" cy="1457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07" name="Text Box 6"/>
          <p:cNvSpPr txBox="1">
            <a:spLocks noChangeArrowheads="1"/>
          </p:cNvSpPr>
          <p:nvPr/>
        </p:nvSpPr>
        <p:spPr bwMode="auto">
          <a:xfrm>
            <a:off x="0" y="2032000"/>
            <a:ext cx="5110163" cy="17541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α</a:t>
            </a:r>
            <a:r>
              <a:rPr kumimoji="1" lang="en-US" altLang="zh-CN" sz="24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，ξ</a:t>
            </a:r>
            <a:r>
              <a:rPr kumimoji="1" lang="en-US" altLang="zh-CN" sz="24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rPr>
              <a:t>2 </a:t>
            </a: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即是三维空间的一组基，</a:t>
            </a:r>
            <a:endPar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只须把基础解系正交化，即为所求</a:t>
            </a:r>
            <a:endParaRPr kumimoji="1" lang="en-US" altLang="zh-CN"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于是，取</a:t>
            </a:r>
          </a:p>
        </p:txBody>
      </p:sp>
      <p:graphicFrame>
        <p:nvGraphicFramePr>
          <p:cNvPr id="563207" name="Object 7"/>
          <p:cNvGraphicFramePr>
            <a:graphicFrameLocks noChangeAspect="1"/>
          </p:cNvGraphicFramePr>
          <p:nvPr/>
        </p:nvGraphicFramePr>
        <p:xfrm>
          <a:off x="1857375" y="3413125"/>
          <a:ext cx="1143000" cy="444500"/>
        </p:xfrm>
        <a:graphic>
          <a:graphicData uri="http://schemas.openxmlformats.org/presentationml/2006/ole">
            <mc:AlternateContent xmlns:mc="http://schemas.openxmlformats.org/markup-compatibility/2006">
              <mc:Choice xmlns:v="urn:schemas-microsoft-com:vml" Requires="v">
                <p:oleObj name="Equation" r:id="rId9" imgW="1143000" imgH="444240" progId="Equation.3">
                  <p:embed/>
                </p:oleObj>
              </mc:Choice>
              <mc:Fallback>
                <p:oleObj name="Equation" r:id="rId9" imgW="1143000" imgH="444240" progId="Equation.3">
                  <p:embed/>
                  <p:pic>
                    <p:nvPicPr>
                      <p:cNvPr id="563207"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57375" y="3413125"/>
                        <a:ext cx="1143000" cy="444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08" name="Object 8"/>
          <p:cNvGraphicFramePr>
            <a:graphicFrameLocks noChangeAspect="1"/>
          </p:cNvGraphicFramePr>
          <p:nvPr/>
        </p:nvGraphicFramePr>
        <p:xfrm>
          <a:off x="3454400" y="3178175"/>
          <a:ext cx="2832100" cy="965200"/>
        </p:xfrm>
        <a:graphic>
          <a:graphicData uri="http://schemas.openxmlformats.org/presentationml/2006/ole">
            <mc:AlternateContent xmlns:mc="http://schemas.openxmlformats.org/markup-compatibility/2006">
              <mc:Choice xmlns:v="urn:schemas-microsoft-com:vml" Requires="v">
                <p:oleObj name="Equation" r:id="rId11" imgW="2831760" imgH="965160" progId="Equation.3">
                  <p:embed/>
                </p:oleObj>
              </mc:Choice>
              <mc:Fallback>
                <p:oleObj name="Equation" r:id="rId11" imgW="2831760" imgH="965160" progId="Equation.3">
                  <p:embed/>
                  <p:pic>
                    <p:nvPicPr>
                      <p:cNvPr id="563208"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54400" y="3178175"/>
                        <a:ext cx="28321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09" name="Object 9"/>
          <p:cNvGraphicFramePr>
            <a:graphicFrameLocks noChangeAspect="1"/>
          </p:cNvGraphicFramePr>
          <p:nvPr/>
        </p:nvGraphicFramePr>
        <p:xfrm>
          <a:off x="0" y="4071938"/>
          <a:ext cx="4519613" cy="561975"/>
        </p:xfrm>
        <a:graphic>
          <a:graphicData uri="http://schemas.openxmlformats.org/presentationml/2006/ole">
            <mc:AlternateContent xmlns:mc="http://schemas.openxmlformats.org/markup-compatibility/2006">
              <mc:Choice xmlns:v="urn:schemas-microsoft-com:vml" Requires="v">
                <p:oleObj name="Equation" r:id="rId13" imgW="2450880" imgH="304560" progId="Equation.DSMT4">
                  <p:embed/>
                </p:oleObj>
              </mc:Choice>
              <mc:Fallback>
                <p:oleObj name="Equation" r:id="rId13" imgW="2450880" imgH="304560" progId="Equation.DSMT4">
                  <p:embed/>
                  <p:pic>
                    <p:nvPicPr>
                      <p:cNvPr id="563209" name="Object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4071938"/>
                        <a:ext cx="4519613" cy="561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10" name="Object 10"/>
          <p:cNvGraphicFramePr>
            <a:graphicFrameLocks noChangeAspect="1"/>
          </p:cNvGraphicFramePr>
          <p:nvPr/>
        </p:nvGraphicFramePr>
        <p:xfrm>
          <a:off x="582613" y="4786313"/>
          <a:ext cx="1317625" cy="1406525"/>
        </p:xfrm>
        <a:graphic>
          <a:graphicData uri="http://schemas.openxmlformats.org/presentationml/2006/ole">
            <mc:AlternateContent xmlns:mc="http://schemas.openxmlformats.org/markup-compatibility/2006">
              <mc:Choice xmlns:v="urn:schemas-microsoft-com:vml" Requires="v">
                <p:oleObj name="Equation" r:id="rId15" imgW="1612800" imgH="1511280" progId="Equation.3">
                  <p:embed/>
                </p:oleObj>
              </mc:Choice>
              <mc:Fallback>
                <p:oleObj name="Equation" r:id="rId15" imgW="1612800" imgH="1511280" progId="Equation.3">
                  <p:embed/>
                  <p:pic>
                    <p:nvPicPr>
                      <p:cNvPr id="563210" name="Object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2613" y="4786313"/>
                        <a:ext cx="1317625" cy="1406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11" name="Object 11"/>
          <p:cNvGraphicFramePr>
            <a:graphicFrameLocks noChangeAspect="1"/>
          </p:cNvGraphicFramePr>
          <p:nvPr/>
        </p:nvGraphicFramePr>
        <p:xfrm>
          <a:off x="2411413" y="4737100"/>
          <a:ext cx="3589337" cy="1406525"/>
        </p:xfrm>
        <a:graphic>
          <a:graphicData uri="http://schemas.openxmlformats.org/presentationml/2006/ole">
            <mc:AlternateContent xmlns:mc="http://schemas.openxmlformats.org/markup-compatibility/2006">
              <mc:Choice xmlns:v="urn:schemas-microsoft-com:vml" Requires="v">
                <p:oleObj name="Equation" r:id="rId17" imgW="4394160" imgH="1511280" progId="Equation.3">
                  <p:embed/>
                </p:oleObj>
              </mc:Choice>
              <mc:Fallback>
                <p:oleObj name="Equation" r:id="rId17" imgW="4394160" imgH="1511280" progId="Equation.3">
                  <p:embed/>
                  <p:pic>
                    <p:nvPicPr>
                      <p:cNvPr id="563211" name="Object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11413" y="4737100"/>
                        <a:ext cx="3589337" cy="1406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253" name="Line 12"/>
          <p:cNvSpPr>
            <a:spLocks noChangeShapeType="1"/>
          </p:cNvSpPr>
          <p:nvPr/>
        </p:nvSpPr>
        <p:spPr bwMode="auto">
          <a:xfrm>
            <a:off x="0" y="692150"/>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0250" name="Object 13"/>
          <p:cNvGraphicFramePr>
            <a:graphicFrameLocks noChangeAspect="1"/>
          </p:cNvGraphicFramePr>
          <p:nvPr/>
        </p:nvGraphicFramePr>
        <p:xfrm>
          <a:off x="0" y="6345238"/>
          <a:ext cx="5057775" cy="512762"/>
        </p:xfrm>
        <a:graphic>
          <a:graphicData uri="http://schemas.openxmlformats.org/presentationml/2006/ole">
            <mc:AlternateContent xmlns:mc="http://schemas.openxmlformats.org/markup-compatibility/2006">
              <mc:Choice xmlns:v="urn:schemas-microsoft-com:vml" Requires="v">
                <p:oleObj name="Equation" r:id="rId19" imgW="2577960" imgH="241200" progId="Equation.DSMT4">
                  <p:embed/>
                </p:oleObj>
              </mc:Choice>
              <mc:Fallback>
                <p:oleObj name="Equation" r:id="rId19" imgW="2577960" imgH="241200" progId="Equation.DSMT4">
                  <p:embed/>
                  <p:pic>
                    <p:nvPicPr>
                      <p:cNvPr id="10250" name="Object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0" y="6345238"/>
                        <a:ext cx="5057775" cy="512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Text Box 28"/>
          <p:cNvSpPr txBox="1">
            <a:spLocks noChangeArrowheads="1"/>
          </p:cNvSpPr>
          <p:nvPr/>
        </p:nvSpPr>
        <p:spPr bwMode="auto">
          <a:xfrm>
            <a:off x="6286512" y="2571744"/>
            <a:ext cx="2857488" cy="327782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构造正交基：</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依据</a:t>
            </a:r>
            <a:r>
              <a:rPr kumimoji="1" lang="en-US" altLang="zh-CN" sz="18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x</a:t>
            </a:r>
            <a:r>
              <a:rPr kumimoji="1" lang="en-US" altLang="zh-CN" sz="1800" b="1" i="0" u="none" strike="noStrike" kern="1200" cap="none" spc="0" normalizeH="0" baseline="30000" noProof="0" dirty="0" err="1">
                <a:ln>
                  <a:noFill/>
                </a:ln>
                <a:solidFill>
                  <a:srgbClr val="FFFF00"/>
                </a:solidFill>
                <a:effectLst/>
                <a:uLnTx/>
                <a:uFillTx/>
                <a:latin typeface="微软雅黑" pitchFamily="34" charset="-122"/>
                <a:ea typeface="微软雅黑" pitchFamily="34" charset="-122"/>
                <a:cs typeface="+mn-cs"/>
              </a:rPr>
              <a:t>T</a:t>
            </a:r>
            <a:r>
              <a:rPr kumimoji="1" lang="en-US" altLang="zh-CN" sz="1800" b="1" i="0"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y =0，</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建立线性方程组</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求出基础解系</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3、</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将基础解系正交化</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4、</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将正交基础解与已知向量合为一个正交向量组</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5、</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将正交向量组单位化可得规范正交基</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63203"/>
                                        </p:tgtEl>
                                        <p:attrNameLst>
                                          <p:attrName>style.visibility</p:attrName>
                                        </p:attrNameLst>
                                      </p:cBhvr>
                                      <p:to>
                                        <p:strVal val="visible"/>
                                      </p:to>
                                    </p:set>
                                    <p:animEffect transition="in" filter="wipe(left)">
                                      <p:cBhvr>
                                        <p:cTn id="7" dur="500"/>
                                        <p:tgtEl>
                                          <p:spTgt spid="563203"/>
                                        </p:tgtEl>
                                      </p:cBhvr>
                                    </p:animEffect>
                                  </p:childTnLst>
                                </p:cTn>
                              </p:par>
                              <p:par>
                                <p:cTn id="8" presetID="22" presetClass="entr" presetSubtype="8" fill="hold" nodeType="withEffect">
                                  <p:stCondLst>
                                    <p:cond delay="0"/>
                                  </p:stCondLst>
                                  <p:childTnLst>
                                    <p:set>
                                      <p:cBhvr>
                                        <p:cTn id="9" dur="1" fill="hold">
                                          <p:stCondLst>
                                            <p:cond delay="0"/>
                                          </p:stCondLst>
                                        </p:cTn>
                                        <p:tgtEl>
                                          <p:spTgt spid="563204"/>
                                        </p:tgtEl>
                                        <p:attrNameLst>
                                          <p:attrName>style.visibility</p:attrName>
                                        </p:attrNameLst>
                                      </p:cBhvr>
                                      <p:to>
                                        <p:strVal val="visible"/>
                                      </p:to>
                                    </p:set>
                                    <p:animEffect transition="in" filter="wipe(left)">
                                      <p:cBhvr>
                                        <p:cTn id="10" dur="500"/>
                                        <p:tgtEl>
                                          <p:spTgt spid="56320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63205"/>
                                        </p:tgtEl>
                                        <p:attrNameLst>
                                          <p:attrName>style.visibility</p:attrName>
                                        </p:attrNameLst>
                                      </p:cBhvr>
                                      <p:to>
                                        <p:strVal val="visible"/>
                                      </p:to>
                                    </p:set>
                                    <p:animEffect transition="in" filter="wipe(left)">
                                      <p:cBhvr>
                                        <p:cTn id="15" dur="500"/>
                                        <p:tgtEl>
                                          <p:spTgt spid="56320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107">
                                            <p:txEl>
                                              <p:pRg st="0" end="0"/>
                                            </p:txEl>
                                          </p:spTgt>
                                        </p:tgtEl>
                                        <p:attrNameLst>
                                          <p:attrName>style.visibility</p:attrName>
                                        </p:attrNameLst>
                                      </p:cBhvr>
                                      <p:to>
                                        <p:strVal val="visible"/>
                                      </p:to>
                                    </p:set>
                                    <p:animEffect transition="in" filter="wipe(left)">
                                      <p:cBhvr>
                                        <p:cTn id="20" dur="500"/>
                                        <p:tgtEl>
                                          <p:spTgt spid="4107">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4107">
                                            <p:txEl>
                                              <p:pRg st="1" end="1"/>
                                            </p:txEl>
                                          </p:spTgt>
                                        </p:tgtEl>
                                        <p:attrNameLst>
                                          <p:attrName>style.visibility</p:attrName>
                                        </p:attrNameLst>
                                      </p:cBhvr>
                                      <p:to>
                                        <p:strVal val="visible"/>
                                      </p:to>
                                    </p:set>
                                    <p:animEffect transition="in" filter="wipe(left)">
                                      <p:cBhvr>
                                        <p:cTn id="25" dur="500"/>
                                        <p:tgtEl>
                                          <p:spTgt spid="4107">
                                            <p:txEl>
                                              <p:pRg st="1" end="1"/>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4107">
                                            <p:txEl>
                                              <p:pRg st="2" end="2"/>
                                            </p:txEl>
                                          </p:spTgt>
                                        </p:tgtEl>
                                        <p:attrNameLst>
                                          <p:attrName>style.visibility</p:attrName>
                                        </p:attrNameLst>
                                      </p:cBhvr>
                                      <p:to>
                                        <p:strVal val="visible"/>
                                      </p:to>
                                    </p:set>
                                    <p:animEffect transition="in" filter="wipe(left)">
                                      <p:cBhvr>
                                        <p:cTn id="28" dur="500"/>
                                        <p:tgtEl>
                                          <p:spTgt spid="4107">
                                            <p:txEl>
                                              <p:pRg st="2" end="2"/>
                                            </p:txEl>
                                          </p:spTgt>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563207"/>
                                        </p:tgtEl>
                                        <p:attrNameLst>
                                          <p:attrName>style.visibility</p:attrName>
                                        </p:attrNameLst>
                                      </p:cBhvr>
                                      <p:to>
                                        <p:strVal val="visible"/>
                                      </p:to>
                                    </p:set>
                                    <p:animEffect transition="in" filter="wipe(left)">
                                      <p:cBhvr>
                                        <p:cTn id="32" dur="500"/>
                                        <p:tgtEl>
                                          <p:spTgt spid="56320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563208"/>
                                        </p:tgtEl>
                                        <p:attrNameLst>
                                          <p:attrName>style.visibility</p:attrName>
                                        </p:attrNameLst>
                                      </p:cBhvr>
                                      <p:to>
                                        <p:strVal val="visible"/>
                                      </p:to>
                                    </p:set>
                                    <p:animEffect transition="in" filter="wipe(left)">
                                      <p:cBhvr>
                                        <p:cTn id="37" dur="500"/>
                                        <p:tgtEl>
                                          <p:spTgt spid="56320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63209"/>
                                        </p:tgtEl>
                                        <p:attrNameLst>
                                          <p:attrName>style.visibility</p:attrName>
                                        </p:attrNameLst>
                                      </p:cBhvr>
                                      <p:to>
                                        <p:strVal val="visible"/>
                                      </p:to>
                                    </p:set>
                                    <p:animEffect transition="in" filter="wipe(left)">
                                      <p:cBhvr>
                                        <p:cTn id="42" dur="500"/>
                                        <p:tgtEl>
                                          <p:spTgt spid="56320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563210"/>
                                        </p:tgtEl>
                                        <p:attrNameLst>
                                          <p:attrName>style.visibility</p:attrName>
                                        </p:attrNameLst>
                                      </p:cBhvr>
                                      <p:to>
                                        <p:strVal val="visible"/>
                                      </p:to>
                                    </p:set>
                                    <p:animEffect transition="in" filter="wipe(left)">
                                      <p:cBhvr>
                                        <p:cTn id="47" dur="500"/>
                                        <p:tgtEl>
                                          <p:spTgt spid="56321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563211"/>
                                        </p:tgtEl>
                                        <p:attrNameLst>
                                          <p:attrName>style.visibility</p:attrName>
                                        </p:attrNameLst>
                                      </p:cBhvr>
                                      <p:to>
                                        <p:strVal val="visible"/>
                                      </p:to>
                                    </p:set>
                                    <p:animEffect transition="in" filter="wipe(left)">
                                      <p:cBhvr>
                                        <p:cTn id="52" dur="500"/>
                                        <p:tgtEl>
                                          <p:spTgt spid="563211"/>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10250"/>
                                        </p:tgtEl>
                                        <p:attrNameLst>
                                          <p:attrName>style.visibility</p:attrName>
                                        </p:attrNameLst>
                                      </p:cBhvr>
                                      <p:to>
                                        <p:strVal val="visible"/>
                                      </p:to>
                                    </p:set>
                                    <p:animEffect transition="in" filter="wipe(left)">
                                      <p:cBhvr>
                                        <p:cTn id="57" dur="500"/>
                                        <p:tgtEl>
                                          <p:spTgt spid="1025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14">
                                            <p:bg/>
                                          </p:spTgt>
                                        </p:tgtEl>
                                        <p:attrNameLst>
                                          <p:attrName>style.visibility</p:attrName>
                                        </p:attrNameLst>
                                      </p:cBhvr>
                                      <p:to>
                                        <p:strVal val="visible"/>
                                      </p:to>
                                    </p:set>
                                    <p:animEffect transition="in" filter="wipe(left)">
                                      <p:cBhvr>
                                        <p:cTn id="62" dur="500"/>
                                        <p:tgtEl>
                                          <p:spTgt spid="14">
                                            <p:bg/>
                                          </p:spTgt>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14">
                                            <p:txEl>
                                              <p:pRg st="0" end="0"/>
                                            </p:txEl>
                                          </p:spTgt>
                                        </p:tgtEl>
                                        <p:attrNameLst>
                                          <p:attrName>style.visibility</p:attrName>
                                        </p:attrNameLst>
                                      </p:cBhvr>
                                      <p:to>
                                        <p:strVal val="visible"/>
                                      </p:to>
                                    </p:set>
                                    <p:animEffect transition="in" filter="wipe(left)">
                                      <p:cBhvr>
                                        <p:cTn id="65" dur="500"/>
                                        <p:tgtEl>
                                          <p:spTgt spid="14">
                                            <p:txEl>
                                              <p:pRg st="0" end="0"/>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14">
                                            <p:txEl>
                                              <p:pRg st="1" end="1"/>
                                            </p:txEl>
                                          </p:spTgt>
                                        </p:tgtEl>
                                        <p:attrNameLst>
                                          <p:attrName>style.visibility</p:attrName>
                                        </p:attrNameLst>
                                      </p:cBhvr>
                                      <p:to>
                                        <p:strVal val="visible"/>
                                      </p:to>
                                    </p:set>
                                    <p:animEffect transition="in" filter="wipe(left)">
                                      <p:cBhvr>
                                        <p:cTn id="70" dur="500"/>
                                        <p:tgtEl>
                                          <p:spTgt spid="14">
                                            <p:txEl>
                                              <p:pRg st="1" end="1"/>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14">
                                            <p:txEl>
                                              <p:pRg st="2" end="2"/>
                                            </p:txEl>
                                          </p:spTgt>
                                        </p:tgtEl>
                                        <p:attrNameLst>
                                          <p:attrName>style.visibility</p:attrName>
                                        </p:attrNameLst>
                                      </p:cBhvr>
                                      <p:to>
                                        <p:strVal val="visible"/>
                                      </p:to>
                                    </p:set>
                                    <p:animEffect transition="in" filter="wipe(left)">
                                      <p:cBhvr>
                                        <p:cTn id="75" dur="500"/>
                                        <p:tgtEl>
                                          <p:spTgt spid="14">
                                            <p:txEl>
                                              <p:pRg st="2" end="2"/>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14">
                                            <p:txEl>
                                              <p:pRg st="3" end="3"/>
                                            </p:txEl>
                                          </p:spTgt>
                                        </p:tgtEl>
                                        <p:attrNameLst>
                                          <p:attrName>style.visibility</p:attrName>
                                        </p:attrNameLst>
                                      </p:cBhvr>
                                      <p:to>
                                        <p:strVal val="visible"/>
                                      </p:to>
                                    </p:set>
                                    <p:animEffect transition="in" filter="wipe(left)">
                                      <p:cBhvr>
                                        <p:cTn id="80" dur="500"/>
                                        <p:tgtEl>
                                          <p:spTgt spid="14">
                                            <p:txEl>
                                              <p:pRg st="3" end="3"/>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grpId="0" nodeType="clickEffect">
                                  <p:stCondLst>
                                    <p:cond delay="0"/>
                                  </p:stCondLst>
                                  <p:childTnLst>
                                    <p:set>
                                      <p:cBhvr>
                                        <p:cTn id="84" dur="1" fill="hold">
                                          <p:stCondLst>
                                            <p:cond delay="0"/>
                                          </p:stCondLst>
                                        </p:cTn>
                                        <p:tgtEl>
                                          <p:spTgt spid="14">
                                            <p:txEl>
                                              <p:pRg st="4" end="4"/>
                                            </p:txEl>
                                          </p:spTgt>
                                        </p:tgtEl>
                                        <p:attrNameLst>
                                          <p:attrName>style.visibility</p:attrName>
                                        </p:attrNameLst>
                                      </p:cBhvr>
                                      <p:to>
                                        <p:strVal val="visible"/>
                                      </p:to>
                                    </p:set>
                                    <p:animEffect transition="in" filter="wipe(left)">
                                      <p:cBhvr>
                                        <p:cTn id="85" dur="500"/>
                                        <p:tgtEl>
                                          <p:spTgt spid="14">
                                            <p:txEl>
                                              <p:pRg st="4" end="4"/>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14">
                                            <p:txEl>
                                              <p:pRg st="5" end="5"/>
                                            </p:txEl>
                                          </p:spTgt>
                                        </p:tgtEl>
                                        <p:attrNameLst>
                                          <p:attrName>style.visibility</p:attrName>
                                        </p:attrNameLst>
                                      </p:cBhvr>
                                      <p:to>
                                        <p:strVal val="visible"/>
                                      </p:to>
                                    </p:set>
                                    <p:animEffect transition="in" filter="wipe(left)">
                                      <p:cBhvr>
                                        <p:cTn id="90" dur="500"/>
                                        <p:tgtEl>
                                          <p:spTgt spid="1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03" grpId="0" autoUpdateAnimBg="0"/>
      <p:bldP spid="14" grpId="0" uiExpand="1" build="allAtOnce"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F16ED8B5-6E94-805E-F60C-3BB6E8BDC218}"/>
              </a:ext>
            </a:extLst>
          </p:cNvPr>
          <p:cNvSpPr/>
          <p:nvPr/>
        </p:nvSpPr>
        <p:spPr bwMode="auto">
          <a:xfrm>
            <a:off x="-22678" y="2276872"/>
            <a:ext cx="9184907" cy="1771452"/>
          </a:xfrm>
          <a:prstGeom prst="rect">
            <a:avLst/>
          </a:prstGeom>
          <a:solidFill>
            <a:srgbClr val="FFFFCC"/>
          </a:solidFill>
          <a:ln w="38100" cap="flat" cmpd="sng" algn="ctr">
            <a:solidFill>
              <a:srgbClr val="FFC000"/>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或可按如下证明</a:t>
            </a:r>
            <a:endParaRPr kumimoji="1" lang="en-US" altLang="zh-CN" sz="1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2" name="矩形 1">
            <a:extLst>
              <a:ext uri="{FF2B5EF4-FFF2-40B4-BE49-F238E27FC236}">
                <a16:creationId xmlns:a16="http://schemas.microsoft.com/office/drawing/2014/main" id="{63506BBB-E4B1-B355-9937-524848519724}"/>
              </a:ext>
            </a:extLst>
          </p:cNvPr>
          <p:cNvSpPr/>
          <p:nvPr/>
        </p:nvSpPr>
        <p:spPr bwMode="auto">
          <a:xfrm>
            <a:off x="0" y="0"/>
            <a:ext cx="9144000" cy="836712"/>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练习：</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为</a:t>
            </a:r>
            <a:r>
              <a:rPr kumimoji="1" lang="en-US" altLang="zh-CN"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n</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阶</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正交阵若</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|A|&lt;0</a:t>
            </a:r>
            <a:r>
              <a:rPr kumimoji="1" lang="zh-CN" altLang="en-US" sz="2400" b="1" i="0" u="none" strike="noStrike" kern="1200" cap="none" spc="0" normalizeH="0" baseline="0" noProof="0" dirty="0">
                <a:ln>
                  <a:noFill/>
                </a:ln>
                <a:solidFill>
                  <a:srgbClr val="000000">
                    <a:lumMod val="75000"/>
                  </a:srgbClr>
                </a:solidFill>
                <a:effectLst/>
                <a:uLnTx/>
                <a:uFillTx/>
                <a:latin typeface="Gulim"/>
                <a:ea typeface="Gulim"/>
                <a:cs typeface="楷体_GB2312"/>
              </a:rPr>
              <a:t> </a:t>
            </a:r>
            <a:r>
              <a:rPr kumimoji="1" lang="zh-CN" altLang="en-US" sz="2400" b="1" i="0" u="none" strike="noStrike" kern="1200" cap="none" spc="0" normalizeH="0" baseline="0" noProof="0" dirty="0">
                <a:ln>
                  <a:noFill/>
                </a:ln>
                <a:solidFill>
                  <a:srgbClr val="000000">
                    <a:lumMod val="75000"/>
                  </a:srgbClr>
                </a:solidFill>
                <a:effectLst/>
                <a:uLnTx/>
                <a:uFillTx/>
                <a:latin typeface="黑体" panose="02010609060101010101" pitchFamily="49" charset="-122"/>
                <a:ea typeface="黑体" panose="02010609060101010101" pitchFamily="49" charset="-122"/>
                <a:cs typeface="楷体_GB2312"/>
              </a:rPr>
              <a:t>⇒</a:t>
            </a:r>
            <a:r>
              <a:rPr kumimoji="1" lang="zh-CN" altLang="en-US" sz="2400" b="1" i="0" u="none" strike="noStrike" kern="1200" cap="none" spc="0" normalizeH="0" baseline="0" noProof="0" dirty="0">
                <a:ln>
                  <a:noFill/>
                </a:ln>
                <a:solidFill>
                  <a:srgbClr val="000000">
                    <a:lumMod val="75000"/>
                  </a:srgbClr>
                </a:solidFill>
                <a:effectLst/>
                <a:uLnTx/>
                <a:uFillTx/>
                <a:latin typeface="Gulim"/>
                <a:ea typeface="Gulim"/>
                <a:cs typeface="楷体_GB2312"/>
              </a:rPr>
              <a:t> </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，且</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必有特征值为</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若</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|A|&gt;0</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000000">
                    <a:lumMod val="75000"/>
                  </a:srgbClr>
                </a:solidFill>
                <a:effectLst/>
                <a:uLnTx/>
                <a:uFillTx/>
                <a:latin typeface="黑体" panose="02010609060101010101" pitchFamily="49" charset="-122"/>
                <a:ea typeface="黑体" panose="02010609060101010101" pitchFamily="49" charset="-122"/>
                <a:cs typeface="楷体_GB2312"/>
              </a:rPr>
              <a:t>⇒ </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且</a:t>
            </a:r>
            <a:r>
              <a:rPr kumimoji="1" lang="en-US" altLang="zh-CN"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必有特征值为</a:t>
            </a:r>
            <a:r>
              <a:rPr kumimoji="1" lang="en-US" altLang="zh-CN"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只对</a:t>
            </a:r>
            <a:r>
              <a:rPr kumimoji="1" lang="en-US" altLang="zh-CN"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n</a:t>
            </a:r>
            <a:r>
              <a:rPr kumimoji="1" lang="zh-CN" altLang="en-US"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为奇数时成立</a:t>
            </a:r>
            <a:r>
              <a:rPr kumimoji="1" lang="en-US" altLang="zh-CN" sz="24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sng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0" name="Rectangle 2"/>
          <p:cNvSpPr>
            <a:spLocks noChangeArrowheads="1"/>
          </p:cNvSpPr>
          <p:nvPr/>
        </p:nvSpPr>
        <p:spPr bwMode="auto">
          <a:xfrm>
            <a:off x="-22678" y="836712"/>
            <a:ext cx="9347206" cy="4093428"/>
          </a:xfrm>
          <a:prstGeom prst="rect">
            <a:avLst/>
          </a:prstGeom>
          <a:noFill/>
          <a:ln w="9525">
            <a:noFill/>
            <a:miter lim="800000"/>
            <a:headEnd/>
            <a:tailEnd/>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证明：</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①</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正交变换</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具有保形性，即</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经过正交变换，向量长度保持不变</a:t>
            </a:r>
            <a:endPar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Tx/>
              <a:buNone/>
              <a:tabLst/>
              <a:defRPr/>
            </a:pPr>
            <a:endParaRPr kumimoji="1" lang="zh-CN" altLang="en-US" sz="2000" b="1" i="0" u="none" strike="noStrike" kern="1200" cap="none" spc="0" normalizeH="0" baseline="0" noProof="0" dirty="0">
              <a:ln>
                <a:noFill/>
              </a:ln>
              <a:solidFill>
                <a:srgbClr val="00CC99">
                  <a:lumMod val="75000"/>
                </a:srgbClr>
              </a:solidFill>
              <a:effectLst/>
              <a:uLnTx/>
              <a:uFillTx/>
              <a:latin typeface="微软雅黑" pitchFamily="34" charset="-122"/>
              <a:ea typeface="微软雅黑" pitchFamily="34" charset="-122"/>
              <a:cs typeface="楷体_GB231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②</a:t>
            </a:r>
            <a:r>
              <a:rPr kumimoji="1" lang="en-US"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A</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是正交阵</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sym typeface="Wingdings"/>
              </a:rPr>
              <a:t></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FF0000"/>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 = AA</a:t>
            </a:r>
            <a:r>
              <a:rPr kumimoji="1" lang="en-US" altLang="zh-CN" sz="2000" b="1" i="0" u="none" strike="noStrike" kern="1200" cap="none" spc="0" normalizeH="0" baseline="30000" noProof="0" dirty="0">
                <a:ln>
                  <a:noFill/>
                </a:ln>
                <a:solidFill>
                  <a:srgbClr val="FF0000"/>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=E</a:t>
            </a:r>
            <a:r>
              <a:rPr kumimoji="1" lang="zh-CN" altLang="en-US" sz="2000" b="1" i="0" u="none" strike="noStrike" kern="1200" cap="none" spc="0" normalizeH="0" baseline="0" noProof="0" dirty="0">
                <a:ln>
                  <a:noFill/>
                </a:ln>
                <a:solidFill>
                  <a:srgbClr val="FF0000"/>
                </a:solidFill>
                <a:effectLst/>
                <a:uLnTx/>
                <a:uFillTx/>
                <a:latin typeface="黑体" panose="02010609060101010101" pitchFamily="49" charset="-122"/>
                <a:ea typeface="黑体" panose="02010609060101010101" pitchFamily="49" charset="-122"/>
                <a:cs typeface="楷体_GB2312"/>
              </a:rPr>
              <a:t> </a:t>
            </a:r>
            <a:r>
              <a:rPr kumimoji="1" lang="zh-CN" altLang="en-US" sz="2000" b="1" i="0" u="none" strike="noStrike" kern="1200" cap="none" spc="0" normalizeH="0" baseline="0" noProof="0" dirty="0">
                <a:ln>
                  <a:noFill/>
                </a:ln>
                <a:solidFill>
                  <a:srgbClr val="000000">
                    <a:lumMod val="75000"/>
                  </a:srgbClr>
                </a:solidFill>
                <a:effectLst/>
                <a:uLnTx/>
                <a:uFillTx/>
                <a:latin typeface="黑体" panose="02010609060101010101" pitchFamily="49" charset="-122"/>
                <a:ea typeface="黑体" panose="02010609060101010101" pitchFamily="49" charset="-122"/>
                <a:cs typeface="楷体_GB2312"/>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 1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或</a:t>
            </a:r>
            <a:r>
              <a:rPr kumimoji="1" lang="en-US"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则由</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|A|&lt;0</a:t>
            </a:r>
            <a:r>
              <a:rPr kumimoji="1" lang="zh-CN" altLang="en-US" sz="2000" b="1" i="0" u="none" strike="noStrike" kern="1200" cap="none" spc="0" normalizeH="0" baseline="0" noProof="0" dirty="0">
                <a:ln>
                  <a:noFill/>
                </a:ln>
                <a:solidFill>
                  <a:srgbClr val="000000">
                    <a:lumMod val="75000"/>
                  </a:srgbClr>
                </a:solidFill>
                <a:effectLst/>
                <a:uLnTx/>
                <a:uFillTx/>
                <a:latin typeface="黑体" panose="02010609060101010101" pitchFamily="49" charset="-122"/>
                <a:ea typeface="黑体" panose="02010609060101010101" pitchFamily="49" charset="-122"/>
                <a:cs typeface="楷体_GB2312"/>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|A|=-1</a:t>
            </a:r>
          </a:p>
          <a:p>
            <a:pPr marL="0" marR="0" lvl="0" indent="361950" algn="l" defTabSz="914400" rtl="0" eaLnBrk="1" fontAlgn="base" latinLnBrk="0" hangingPunct="1">
              <a:lnSpc>
                <a:spcPct val="100000"/>
              </a:lnSpc>
              <a:spcBef>
                <a:spcPct val="20000"/>
              </a:spcBef>
              <a:spcAft>
                <a:spcPct val="0"/>
              </a:spcAft>
              <a:buClr>
                <a:srgbClr val="FF0000"/>
              </a:buClr>
              <a:buSzPct val="75000"/>
              <a:buFontTx/>
              <a:buNone/>
              <a:tabLst/>
              <a:defRPr/>
            </a:pPr>
            <a:r>
              <a:rPr kumimoji="1" lang="el-GR" altLang="zh-CN" sz="20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mn-cs"/>
              </a:rPr>
              <a:t>1 </a:t>
            </a:r>
            <a:r>
              <a:rPr kumimoji="1" lang="el-GR" altLang="zh-CN" sz="20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mn-cs"/>
              </a:rPr>
              <a:t>2 </a:t>
            </a:r>
            <a:r>
              <a:rPr kumimoji="1" lang="en-US" altLang="zh-CN" sz="20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 </a:t>
            </a:r>
            <a:r>
              <a:rPr kumimoji="1" lang="el-GR" altLang="zh-CN" sz="20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25000" noProof="0" dirty="0">
                <a:ln>
                  <a:noFill/>
                </a:ln>
                <a:solidFill>
                  <a:srgbClr val="000000">
                    <a:lumMod val="75000"/>
                  </a:srgbClr>
                </a:solidFill>
                <a:effectLst/>
                <a:uLnTx/>
                <a:uFillTx/>
                <a:latin typeface="微软雅黑" pitchFamily="34" charset="-122"/>
                <a:ea typeface="微软雅黑" pitchFamily="34" charset="-122"/>
                <a:cs typeface="+mn-cs"/>
              </a:rPr>
              <a:t>n</a:t>
            </a:r>
            <a:r>
              <a:rPr kumimoji="1" lang="en-US" altLang="zh-CN" sz="2000" b="1" i="0"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 = |A|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&lt;0</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000000">
                    <a:lumMod val="75000"/>
                  </a:srgbClr>
                </a:solidFill>
                <a:effectLst/>
                <a:uLnTx/>
                <a:uFillTx/>
                <a:latin typeface="黑体" panose="02010609060101010101" pitchFamily="49" charset="-122"/>
                <a:ea typeface="黑体" panose="02010609060101010101" pitchFamily="49" charset="-122"/>
                <a:cs typeface="楷体_GB2312"/>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必至少有一个特征值取负值，即</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必有特征值为</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-1</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p:txBody>
      </p:sp>
      <p:graphicFrame>
        <p:nvGraphicFramePr>
          <p:cNvPr id="3" name="Object 5">
            <a:extLst>
              <a:ext uri="{FF2B5EF4-FFF2-40B4-BE49-F238E27FC236}">
                <a16:creationId xmlns:a16="http://schemas.microsoft.com/office/drawing/2014/main" id="{9A279F28-9D17-D86B-1568-7F9DA2F2373A}"/>
              </a:ext>
            </a:extLst>
          </p:cNvPr>
          <p:cNvGraphicFramePr>
            <a:graphicFrameLocks noChangeAspect="1"/>
          </p:cNvGraphicFramePr>
          <p:nvPr/>
        </p:nvGraphicFramePr>
        <p:xfrm>
          <a:off x="286421" y="1561232"/>
          <a:ext cx="1293812" cy="355600"/>
        </p:xfrm>
        <a:graphic>
          <a:graphicData uri="http://schemas.openxmlformats.org/presentationml/2006/ole">
            <mc:AlternateContent xmlns:mc="http://schemas.openxmlformats.org/markup-compatibility/2006">
              <mc:Choice xmlns:v="urn:schemas-microsoft-com:vml" Requires="v">
                <p:oleObj name="Equation" r:id="rId3" imgW="647640" imgH="177480" progId="Equation.DSMT4">
                  <p:embed/>
                </p:oleObj>
              </mc:Choice>
              <mc:Fallback>
                <p:oleObj name="Equation" r:id="rId3" imgW="647640" imgH="177480" progId="Equation.DSMT4">
                  <p:embed/>
                  <p:pic>
                    <p:nvPicPr>
                      <p:cNvPr id="3" name="Object 5">
                        <a:extLst>
                          <a:ext uri="{FF2B5EF4-FFF2-40B4-BE49-F238E27FC236}">
                            <a16:creationId xmlns:a16="http://schemas.microsoft.com/office/drawing/2014/main" id="{9A279F28-9D17-D86B-1568-7F9DA2F2373A}"/>
                          </a:ext>
                        </a:extLst>
                      </p:cNvPr>
                      <p:cNvPicPr>
                        <a:picLocks noChangeAspect="1" noChangeArrowheads="1"/>
                      </p:cNvPicPr>
                      <p:nvPr/>
                    </p:nvPicPr>
                    <p:blipFill>
                      <a:blip r:embed="rId4"/>
                      <a:srcRect/>
                      <a:stretch>
                        <a:fillRect/>
                      </a:stretch>
                    </p:blipFill>
                    <p:spPr bwMode="auto">
                      <a:xfrm>
                        <a:off x="286421" y="1561232"/>
                        <a:ext cx="1293812"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 name="Object 5">
            <a:extLst>
              <a:ext uri="{FF2B5EF4-FFF2-40B4-BE49-F238E27FC236}">
                <a16:creationId xmlns:a16="http://schemas.microsoft.com/office/drawing/2014/main" id="{05E209EB-22A8-9235-EB54-EE17ED6618FA}"/>
              </a:ext>
            </a:extLst>
          </p:cNvPr>
          <p:cNvGraphicFramePr>
            <a:graphicFrameLocks noChangeAspect="1"/>
          </p:cNvGraphicFramePr>
          <p:nvPr/>
        </p:nvGraphicFramePr>
        <p:xfrm>
          <a:off x="1547664" y="1506106"/>
          <a:ext cx="2003425" cy="482600"/>
        </p:xfrm>
        <a:graphic>
          <a:graphicData uri="http://schemas.openxmlformats.org/presentationml/2006/ole">
            <mc:AlternateContent xmlns:mc="http://schemas.openxmlformats.org/markup-compatibility/2006">
              <mc:Choice xmlns:v="urn:schemas-microsoft-com:vml" Requires="v">
                <p:oleObj name="Equation" r:id="rId5" imgW="1002960" imgH="241200" progId="Equation.DSMT4">
                  <p:embed/>
                </p:oleObj>
              </mc:Choice>
              <mc:Fallback>
                <p:oleObj name="Equation" r:id="rId5" imgW="1002960" imgH="241200" progId="Equation.DSMT4">
                  <p:embed/>
                  <p:pic>
                    <p:nvPicPr>
                      <p:cNvPr id="5" name="Object 5">
                        <a:extLst>
                          <a:ext uri="{FF2B5EF4-FFF2-40B4-BE49-F238E27FC236}">
                            <a16:creationId xmlns:a16="http://schemas.microsoft.com/office/drawing/2014/main" id="{05E209EB-22A8-9235-EB54-EE17ED6618FA}"/>
                          </a:ext>
                        </a:extLst>
                      </p:cNvPr>
                      <p:cNvPicPr>
                        <a:picLocks noChangeAspect="1" noChangeArrowheads="1"/>
                      </p:cNvPicPr>
                      <p:nvPr/>
                    </p:nvPicPr>
                    <p:blipFill>
                      <a:blip r:embed="rId6"/>
                      <a:srcRect/>
                      <a:stretch>
                        <a:fillRect/>
                      </a:stretch>
                    </p:blipFill>
                    <p:spPr bwMode="auto">
                      <a:xfrm>
                        <a:off x="1547664" y="1506106"/>
                        <a:ext cx="2003425"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5">
            <a:extLst>
              <a:ext uri="{FF2B5EF4-FFF2-40B4-BE49-F238E27FC236}">
                <a16:creationId xmlns:a16="http://schemas.microsoft.com/office/drawing/2014/main" id="{8BC7AFD4-4D95-8162-40FB-4577C7DCDA15}"/>
              </a:ext>
            </a:extLst>
          </p:cNvPr>
          <p:cNvGraphicFramePr>
            <a:graphicFrameLocks noChangeAspect="1"/>
          </p:cNvGraphicFramePr>
          <p:nvPr/>
        </p:nvGraphicFramePr>
        <p:xfrm>
          <a:off x="3635896" y="1124744"/>
          <a:ext cx="2203450" cy="1219200"/>
        </p:xfrm>
        <a:graphic>
          <a:graphicData uri="http://schemas.openxmlformats.org/presentationml/2006/ole">
            <mc:AlternateContent xmlns:mc="http://schemas.openxmlformats.org/markup-compatibility/2006">
              <mc:Choice xmlns:v="urn:schemas-microsoft-com:vml" Requires="v">
                <p:oleObj name="Equation" r:id="rId7" imgW="1104840" imgH="609480" progId="Equation.DSMT4">
                  <p:embed/>
                </p:oleObj>
              </mc:Choice>
              <mc:Fallback>
                <p:oleObj name="Equation" r:id="rId7" imgW="1104840" imgH="609480" progId="Equation.DSMT4">
                  <p:embed/>
                  <p:pic>
                    <p:nvPicPr>
                      <p:cNvPr id="6" name="Object 5">
                        <a:extLst>
                          <a:ext uri="{FF2B5EF4-FFF2-40B4-BE49-F238E27FC236}">
                            <a16:creationId xmlns:a16="http://schemas.microsoft.com/office/drawing/2014/main" id="{8BC7AFD4-4D95-8162-40FB-4577C7DCDA15}"/>
                          </a:ext>
                        </a:extLst>
                      </p:cNvPr>
                      <p:cNvPicPr>
                        <a:picLocks noChangeAspect="1" noChangeArrowheads="1"/>
                      </p:cNvPicPr>
                      <p:nvPr/>
                    </p:nvPicPr>
                    <p:blipFill>
                      <a:blip r:embed="rId8"/>
                      <a:srcRect/>
                      <a:stretch>
                        <a:fillRect/>
                      </a:stretch>
                    </p:blipFill>
                    <p:spPr bwMode="auto">
                      <a:xfrm>
                        <a:off x="3635896" y="1124744"/>
                        <a:ext cx="2203450" cy="1219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5">
            <a:extLst>
              <a:ext uri="{FF2B5EF4-FFF2-40B4-BE49-F238E27FC236}">
                <a16:creationId xmlns:a16="http://schemas.microsoft.com/office/drawing/2014/main" id="{38630C77-BA2A-225E-0060-71BDA79688BC}"/>
              </a:ext>
            </a:extLst>
          </p:cNvPr>
          <p:cNvGraphicFramePr>
            <a:graphicFrameLocks noChangeAspect="1"/>
          </p:cNvGraphicFramePr>
          <p:nvPr/>
        </p:nvGraphicFramePr>
        <p:xfrm>
          <a:off x="5724128" y="1259558"/>
          <a:ext cx="1573213" cy="939800"/>
        </p:xfrm>
        <a:graphic>
          <a:graphicData uri="http://schemas.openxmlformats.org/presentationml/2006/ole">
            <mc:AlternateContent xmlns:mc="http://schemas.openxmlformats.org/markup-compatibility/2006">
              <mc:Choice xmlns:v="urn:schemas-microsoft-com:vml" Requires="v">
                <p:oleObj name="Equation" r:id="rId9" imgW="787320" imgH="469800" progId="Equation.DSMT4">
                  <p:embed/>
                </p:oleObj>
              </mc:Choice>
              <mc:Fallback>
                <p:oleObj name="Equation" r:id="rId9" imgW="787320" imgH="469800" progId="Equation.DSMT4">
                  <p:embed/>
                  <p:pic>
                    <p:nvPicPr>
                      <p:cNvPr id="7" name="Object 5">
                        <a:extLst>
                          <a:ext uri="{FF2B5EF4-FFF2-40B4-BE49-F238E27FC236}">
                            <a16:creationId xmlns:a16="http://schemas.microsoft.com/office/drawing/2014/main" id="{38630C77-BA2A-225E-0060-71BDA79688BC}"/>
                          </a:ext>
                        </a:extLst>
                      </p:cNvPr>
                      <p:cNvPicPr>
                        <a:picLocks noChangeAspect="1" noChangeArrowheads="1"/>
                      </p:cNvPicPr>
                      <p:nvPr/>
                    </p:nvPicPr>
                    <p:blipFill>
                      <a:blip r:embed="rId10"/>
                      <a:srcRect/>
                      <a:stretch>
                        <a:fillRect/>
                      </a:stretch>
                    </p:blipFill>
                    <p:spPr bwMode="auto">
                      <a:xfrm>
                        <a:off x="5724128" y="1259558"/>
                        <a:ext cx="1573213" cy="939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5">
            <a:extLst>
              <a:ext uri="{FF2B5EF4-FFF2-40B4-BE49-F238E27FC236}">
                <a16:creationId xmlns:a16="http://schemas.microsoft.com/office/drawing/2014/main" id="{CEE1E931-9877-4400-DA03-7B8F78FD905F}"/>
              </a:ext>
            </a:extLst>
          </p:cNvPr>
          <p:cNvGraphicFramePr>
            <a:graphicFrameLocks noChangeAspect="1"/>
          </p:cNvGraphicFramePr>
          <p:nvPr/>
        </p:nvGraphicFramePr>
        <p:xfrm>
          <a:off x="7245350" y="1340768"/>
          <a:ext cx="1824038" cy="558800"/>
        </p:xfrm>
        <a:graphic>
          <a:graphicData uri="http://schemas.openxmlformats.org/presentationml/2006/ole">
            <mc:AlternateContent xmlns:mc="http://schemas.openxmlformats.org/markup-compatibility/2006">
              <mc:Choice xmlns:v="urn:schemas-microsoft-com:vml" Requires="v">
                <p:oleObj name="Equation" r:id="rId11" imgW="914400" imgH="279360" progId="Equation.DSMT4">
                  <p:embed/>
                </p:oleObj>
              </mc:Choice>
              <mc:Fallback>
                <p:oleObj name="Equation" r:id="rId11" imgW="914400" imgH="279360" progId="Equation.DSMT4">
                  <p:embed/>
                  <p:pic>
                    <p:nvPicPr>
                      <p:cNvPr id="8" name="Object 5">
                        <a:extLst>
                          <a:ext uri="{FF2B5EF4-FFF2-40B4-BE49-F238E27FC236}">
                            <a16:creationId xmlns:a16="http://schemas.microsoft.com/office/drawing/2014/main" id="{CEE1E931-9877-4400-DA03-7B8F78FD905F}"/>
                          </a:ext>
                        </a:extLst>
                      </p:cNvPr>
                      <p:cNvPicPr>
                        <a:picLocks noChangeAspect="1" noChangeArrowheads="1"/>
                      </p:cNvPicPr>
                      <p:nvPr/>
                    </p:nvPicPr>
                    <p:blipFill>
                      <a:blip r:embed="rId12"/>
                      <a:srcRect/>
                      <a:stretch>
                        <a:fillRect/>
                      </a:stretch>
                    </p:blipFill>
                    <p:spPr bwMode="auto">
                      <a:xfrm>
                        <a:off x="7245350" y="1340768"/>
                        <a:ext cx="1824038" cy="558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Text Box 28">
            <a:extLst>
              <a:ext uri="{FF2B5EF4-FFF2-40B4-BE49-F238E27FC236}">
                <a16:creationId xmlns:a16="http://schemas.microsoft.com/office/drawing/2014/main" id="{4DA53B76-3077-49CB-A14A-D230F392EF3C}"/>
              </a:ext>
            </a:extLst>
          </p:cNvPr>
          <p:cNvSpPr txBox="1">
            <a:spLocks noChangeArrowheads="1"/>
          </p:cNvSpPr>
          <p:nvPr/>
        </p:nvSpPr>
        <p:spPr bwMode="auto">
          <a:xfrm>
            <a:off x="-18229" y="6023610"/>
            <a:ext cx="9180458" cy="86177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正交阵的特征值模为１，即取单位圆上的点的值，复特征值必成对出现</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在实数范围内，实特征值只能取</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１</a:t>
            </a:r>
          </a:p>
        </p:txBody>
      </p:sp>
      <p:graphicFrame>
        <p:nvGraphicFramePr>
          <p:cNvPr id="16" name="Object 5">
            <a:extLst>
              <a:ext uri="{FF2B5EF4-FFF2-40B4-BE49-F238E27FC236}">
                <a16:creationId xmlns:a16="http://schemas.microsoft.com/office/drawing/2014/main" id="{9222040F-119C-F956-BAD4-E6E51CE78BA2}"/>
              </a:ext>
            </a:extLst>
          </p:cNvPr>
          <p:cNvGraphicFramePr>
            <a:graphicFrameLocks noChangeAspect="1"/>
          </p:cNvGraphicFramePr>
          <p:nvPr/>
        </p:nvGraphicFramePr>
        <p:xfrm>
          <a:off x="286421" y="2660148"/>
          <a:ext cx="1293812" cy="355600"/>
        </p:xfrm>
        <a:graphic>
          <a:graphicData uri="http://schemas.openxmlformats.org/presentationml/2006/ole">
            <mc:AlternateContent xmlns:mc="http://schemas.openxmlformats.org/markup-compatibility/2006">
              <mc:Choice xmlns:v="urn:schemas-microsoft-com:vml" Requires="v">
                <p:oleObj name="Equation" r:id="rId3" imgW="647640" imgH="177480" progId="Equation.DSMT4">
                  <p:embed/>
                </p:oleObj>
              </mc:Choice>
              <mc:Fallback>
                <p:oleObj name="Equation" r:id="rId3" imgW="647640" imgH="177480" progId="Equation.DSMT4">
                  <p:embed/>
                  <p:pic>
                    <p:nvPicPr>
                      <p:cNvPr id="16" name="Object 5">
                        <a:extLst>
                          <a:ext uri="{FF2B5EF4-FFF2-40B4-BE49-F238E27FC236}">
                            <a16:creationId xmlns:a16="http://schemas.microsoft.com/office/drawing/2014/main" id="{9222040F-119C-F956-BAD4-E6E51CE78BA2}"/>
                          </a:ext>
                        </a:extLst>
                      </p:cNvPr>
                      <p:cNvPicPr>
                        <a:picLocks noChangeAspect="1" noChangeArrowheads="1"/>
                      </p:cNvPicPr>
                      <p:nvPr/>
                    </p:nvPicPr>
                    <p:blipFill>
                      <a:blip r:embed="rId4"/>
                      <a:srcRect/>
                      <a:stretch>
                        <a:fillRect/>
                      </a:stretch>
                    </p:blipFill>
                    <p:spPr bwMode="auto">
                      <a:xfrm>
                        <a:off x="286421" y="2660148"/>
                        <a:ext cx="1293812"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5">
            <a:extLst>
              <a:ext uri="{FF2B5EF4-FFF2-40B4-BE49-F238E27FC236}">
                <a16:creationId xmlns:a16="http://schemas.microsoft.com/office/drawing/2014/main" id="{E548000D-DAFB-A5F1-06F5-24755338269A}"/>
              </a:ext>
            </a:extLst>
          </p:cNvPr>
          <p:cNvGraphicFramePr>
            <a:graphicFrameLocks noChangeAspect="1"/>
          </p:cNvGraphicFramePr>
          <p:nvPr/>
        </p:nvGraphicFramePr>
        <p:xfrm>
          <a:off x="1547813" y="2609736"/>
          <a:ext cx="2003425" cy="406400"/>
        </p:xfrm>
        <a:graphic>
          <a:graphicData uri="http://schemas.openxmlformats.org/presentationml/2006/ole">
            <mc:AlternateContent xmlns:mc="http://schemas.openxmlformats.org/markup-compatibility/2006">
              <mc:Choice xmlns:v="urn:schemas-microsoft-com:vml" Requires="v">
                <p:oleObj name="Equation" r:id="rId13" imgW="1002960" imgH="203040" progId="Equation.DSMT4">
                  <p:embed/>
                </p:oleObj>
              </mc:Choice>
              <mc:Fallback>
                <p:oleObj name="Equation" r:id="rId13" imgW="1002960" imgH="203040" progId="Equation.DSMT4">
                  <p:embed/>
                  <p:pic>
                    <p:nvPicPr>
                      <p:cNvPr id="17" name="Object 5">
                        <a:extLst>
                          <a:ext uri="{FF2B5EF4-FFF2-40B4-BE49-F238E27FC236}">
                            <a16:creationId xmlns:a16="http://schemas.microsoft.com/office/drawing/2014/main" id="{E548000D-DAFB-A5F1-06F5-24755338269A}"/>
                          </a:ext>
                        </a:extLst>
                      </p:cNvPr>
                      <p:cNvPicPr>
                        <a:picLocks noChangeAspect="1" noChangeArrowheads="1"/>
                      </p:cNvPicPr>
                      <p:nvPr/>
                    </p:nvPicPr>
                    <p:blipFill>
                      <a:blip r:embed="rId14"/>
                      <a:srcRect/>
                      <a:stretch>
                        <a:fillRect/>
                      </a:stretch>
                    </p:blipFill>
                    <p:spPr bwMode="auto">
                      <a:xfrm>
                        <a:off x="1547813" y="2609736"/>
                        <a:ext cx="2003425"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5">
            <a:extLst>
              <a:ext uri="{FF2B5EF4-FFF2-40B4-BE49-F238E27FC236}">
                <a16:creationId xmlns:a16="http://schemas.microsoft.com/office/drawing/2014/main" id="{83B9FA95-177D-68B5-0B54-117B6BC579E0}"/>
              </a:ext>
            </a:extLst>
          </p:cNvPr>
          <p:cNvGraphicFramePr>
            <a:graphicFrameLocks noChangeAspect="1"/>
          </p:cNvGraphicFramePr>
          <p:nvPr/>
        </p:nvGraphicFramePr>
        <p:xfrm>
          <a:off x="323528" y="3066160"/>
          <a:ext cx="4032250" cy="558800"/>
        </p:xfrm>
        <a:graphic>
          <a:graphicData uri="http://schemas.openxmlformats.org/presentationml/2006/ole">
            <mc:AlternateContent xmlns:mc="http://schemas.openxmlformats.org/markup-compatibility/2006">
              <mc:Choice xmlns:v="urn:schemas-microsoft-com:vml" Requires="v">
                <p:oleObj name="Equation" r:id="rId15" imgW="2019240" imgH="279360" progId="Equation.DSMT4">
                  <p:embed/>
                </p:oleObj>
              </mc:Choice>
              <mc:Fallback>
                <p:oleObj name="Equation" r:id="rId15" imgW="2019240" imgH="279360" progId="Equation.DSMT4">
                  <p:embed/>
                  <p:pic>
                    <p:nvPicPr>
                      <p:cNvPr id="20" name="Object 5">
                        <a:extLst>
                          <a:ext uri="{FF2B5EF4-FFF2-40B4-BE49-F238E27FC236}">
                            <a16:creationId xmlns:a16="http://schemas.microsoft.com/office/drawing/2014/main" id="{83B9FA95-177D-68B5-0B54-117B6BC579E0}"/>
                          </a:ext>
                        </a:extLst>
                      </p:cNvPr>
                      <p:cNvPicPr>
                        <a:picLocks noChangeAspect="1" noChangeArrowheads="1"/>
                      </p:cNvPicPr>
                      <p:nvPr/>
                    </p:nvPicPr>
                    <p:blipFill>
                      <a:blip r:embed="rId16"/>
                      <a:srcRect/>
                      <a:stretch>
                        <a:fillRect/>
                      </a:stretch>
                    </p:blipFill>
                    <p:spPr bwMode="auto">
                      <a:xfrm>
                        <a:off x="323528" y="3066160"/>
                        <a:ext cx="4032250" cy="558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5">
            <a:extLst>
              <a:ext uri="{FF2B5EF4-FFF2-40B4-BE49-F238E27FC236}">
                <a16:creationId xmlns:a16="http://schemas.microsoft.com/office/drawing/2014/main" id="{228BBF10-7F66-0632-6D04-409600EAEFC5}"/>
              </a:ext>
            </a:extLst>
          </p:cNvPr>
          <p:cNvGraphicFramePr>
            <a:graphicFrameLocks noChangeAspect="1"/>
          </p:cNvGraphicFramePr>
          <p:nvPr/>
        </p:nvGraphicFramePr>
        <p:xfrm>
          <a:off x="3121538" y="3155131"/>
          <a:ext cx="3930650" cy="965200"/>
        </p:xfrm>
        <a:graphic>
          <a:graphicData uri="http://schemas.openxmlformats.org/presentationml/2006/ole">
            <mc:AlternateContent xmlns:mc="http://schemas.openxmlformats.org/markup-compatibility/2006">
              <mc:Choice xmlns:v="urn:schemas-microsoft-com:vml" Requires="v">
                <p:oleObj name="Equation" r:id="rId17" imgW="1968480" imgH="482400" progId="Equation.DSMT4">
                  <p:embed/>
                </p:oleObj>
              </mc:Choice>
              <mc:Fallback>
                <p:oleObj name="Equation" r:id="rId17" imgW="1968480" imgH="482400" progId="Equation.DSMT4">
                  <p:embed/>
                  <p:pic>
                    <p:nvPicPr>
                      <p:cNvPr id="21" name="Object 5">
                        <a:extLst>
                          <a:ext uri="{FF2B5EF4-FFF2-40B4-BE49-F238E27FC236}">
                            <a16:creationId xmlns:a16="http://schemas.microsoft.com/office/drawing/2014/main" id="{228BBF10-7F66-0632-6D04-409600EAEFC5}"/>
                          </a:ext>
                        </a:extLst>
                      </p:cNvPr>
                      <p:cNvPicPr>
                        <a:picLocks noChangeAspect="1" noChangeArrowheads="1"/>
                      </p:cNvPicPr>
                      <p:nvPr/>
                    </p:nvPicPr>
                    <p:blipFill>
                      <a:blip r:embed="rId18"/>
                      <a:srcRect/>
                      <a:stretch>
                        <a:fillRect/>
                      </a:stretch>
                    </p:blipFill>
                    <p:spPr bwMode="auto">
                      <a:xfrm>
                        <a:off x="3121538" y="3155131"/>
                        <a:ext cx="393065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5">
            <a:extLst>
              <a:ext uri="{FF2B5EF4-FFF2-40B4-BE49-F238E27FC236}">
                <a16:creationId xmlns:a16="http://schemas.microsoft.com/office/drawing/2014/main" id="{783A0B8C-12B3-B944-BAF6-BC0C84763C36}"/>
              </a:ext>
            </a:extLst>
          </p:cNvPr>
          <p:cNvGraphicFramePr>
            <a:graphicFrameLocks noChangeAspect="1"/>
          </p:cNvGraphicFramePr>
          <p:nvPr/>
        </p:nvGraphicFramePr>
        <p:xfrm>
          <a:off x="6029722" y="2858157"/>
          <a:ext cx="2535238" cy="965200"/>
        </p:xfrm>
        <a:graphic>
          <a:graphicData uri="http://schemas.openxmlformats.org/presentationml/2006/ole">
            <mc:AlternateContent xmlns:mc="http://schemas.openxmlformats.org/markup-compatibility/2006">
              <mc:Choice xmlns:v="urn:schemas-microsoft-com:vml" Requires="v">
                <p:oleObj name="Equation" r:id="rId19" imgW="1269720" imgH="482400" progId="Equation.DSMT4">
                  <p:embed/>
                </p:oleObj>
              </mc:Choice>
              <mc:Fallback>
                <p:oleObj name="Equation" r:id="rId19" imgW="1269720" imgH="482400" progId="Equation.DSMT4">
                  <p:embed/>
                  <p:pic>
                    <p:nvPicPr>
                      <p:cNvPr id="22" name="Object 5">
                        <a:extLst>
                          <a:ext uri="{FF2B5EF4-FFF2-40B4-BE49-F238E27FC236}">
                            <a16:creationId xmlns:a16="http://schemas.microsoft.com/office/drawing/2014/main" id="{783A0B8C-12B3-B944-BAF6-BC0C84763C36}"/>
                          </a:ext>
                        </a:extLst>
                      </p:cNvPr>
                      <p:cNvPicPr>
                        <a:picLocks noChangeAspect="1" noChangeArrowheads="1"/>
                      </p:cNvPicPr>
                      <p:nvPr/>
                    </p:nvPicPr>
                    <p:blipFill>
                      <a:blip r:embed="rId20"/>
                      <a:srcRect/>
                      <a:stretch>
                        <a:fillRect/>
                      </a:stretch>
                    </p:blipFill>
                    <p:spPr bwMode="auto">
                      <a:xfrm>
                        <a:off x="6029722" y="2858157"/>
                        <a:ext cx="2535238"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矩形 11">
            <a:extLst>
              <a:ext uri="{FF2B5EF4-FFF2-40B4-BE49-F238E27FC236}">
                <a16:creationId xmlns:a16="http://schemas.microsoft.com/office/drawing/2014/main" id="{175CBA36-7D30-1E5A-1611-884DAFDA3586}"/>
              </a:ext>
            </a:extLst>
          </p:cNvPr>
          <p:cNvSpPr/>
          <p:nvPr/>
        </p:nvSpPr>
        <p:spPr bwMode="auto">
          <a:xfrm>
            <a:off x="-36512" y="4859511"/>
            <a:ext cx="9184907" cy="1130191"/>
          </a:xfrm>
          <a:prstGeom prst="rect">
            <a:avLst/>
          </a:prstGeom>
          <a:solidFill>
            <a:srgbClr val="FFFFCC"/>
          </a:solidFill>
          <a:ln w="38100" cap="flat" cmpd="sng" algn="ctr">
            <a:solidFill>
              <a:srgbClr val="FFC000"/>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1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|A|=1</a:t>
            </a:r>
            <a:r>
              <a:rPr kumimoji="1" lang="zh-CN" altLang="en-US"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且</a:t>
            </a:r>
            <a:r>
              <a:rPr kumimoji="1" lang="en-US" altLang="zh-CN"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 n</a:t>
            </a:r>
            <a:r>
              <a:rPr kumimoji="1" lang="zh-CN" altLang="en-US"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为奇数</a:t>
            </a:r>
            <a:endParaRPr kumimoji="1" lang="en-US" altLang="zh-CN"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13" name="Object 5">
            <a:extLst>
              <a:ext uri="{FF2B5EF4-FFF2-40B4-BE49-F238E27FC236}">
                <a16:creationId xmlns:a16="http://schemas.microsoft.com/office/drawing/2014/main" id="{30B773D6-3400-D4A1-6FE1-95C3463FDFDB}"/>
              </a:ext>
            </a:extLst>
          </p:cNvPr>
          <p:cNvGraphicFramePr>
            <a:graphicFrameLocks noChangeAspect="1"/>
          </p:cNvGraphicFramePr>
          <p:nvPr/>
        </p:nvGraphicFramePr>
        <p:xfrm>
          <a:off x="10789" y="4797425"/>
          <a:ext cx="9133211" cy="660400"/>
        </p:xfrm>
        <a:graphic>
          <a:graphicData uri="http://schemas.openxmlformats.org/presentationml/2006/ole">
            <mc:AlternateContent xmlns:mc="http://schemas.openxmlformats.org/markup-compatibility/2006">
              <mc:Choice xmlns:v="urn:schemas-microsoft-com:vml" Requires="v">
                <p:oleObj name="Equation" r:id="rId21" imgW="4902120" imgH="330120" progId="Equation.DSMT4">
                  <p:embed/>
                </p:oleObj>
              </mc:Choice>
              <mc:Fallback>
                <p:oleObj name="Equation" r:id="rId21" imgW="4902120" imgH="330120" progId="Equation.DSMT4">
                  <p:embed/>
                  <p:pic>
                    <p:nvPicPr>
                      <p:cNvPr id="13" name="Object 5">
                        <a:extLst>
                          <a:ext uri="{FF2B5EF4-FFF2-40B4-BE49-F238E27FC236}">
                            <a16:creationId xmlns:a16="http://schemas.microsoft.com/office/drawing/2014/main" id="{30B773D6-3400-D4A1-6FE1-95C3463FDFDB}"/>
                          </a:ext>
                        </a:extLst>
                      </p:cNvPr>
                      <p:cNvPicPr>
                        <a:picLocks noChangeAspect="1" noChangeArrowheads="1"/>
                      </p:cNvPicPr>
                      <p:nvPr/>
                    </p:nvPicPr>
                    <p:blipFill>
                      <a:blip r:embed="rId22"/>
                      <a:srcRect/>
                      <a:stretch>
                        <a:fillRect/>
                      </a:stretch>
                    </p:blipFill>
                    <p:spPr bwMode="auto">
                      <a:xfrm>
                        <a:off x="10789" y="4797425"/>
                        <a:ext cx="9133211" cy="660400"/>
                      </a:xfrm>
                      <a:prstGeom prst="rect">
                        <a:avLst/>
                      </a:prstGeom>
                      <a:noFill/>
                    </p:spPr>
                  </p:pic>
                </p:oleObj>
              </mc:Fallback>
            </mc:AlternateContent>
          </a:graphicData>
        </a:graphic>
      </p:graphicFrame>
      <p:graphicFrame>
        <p:nvGraphicFramePr>
          <p:cNvPr id="14" name="Object 5">
            <a:extLst>
              <a:ext uri="{FF2B5EF4-FFF2-40B4-BE49-F238E27FC236}">
                <a16:creationId xmlns:a16="http://schemas.microsoft.com/office/drawing/2014/main" id="{CAB4AB06-D9DF-EDD9-9D44-1A4D8891DABD}"/>
              </a:ext>
            </a:extLst>
          </p:cNvPr>
          <p:cNvGraphicFramePr>
            <a:graphicFrameLocks noChangeAspect="1"/>
          </p:cNvGraphicFramePr>
          <p:nvPr/>
        </p:nvGraphicFramePr>
        <p:xfrm>
          <a:off x="720229" y="5326608"/>
          <a:ext cx="2987675" cy="660400"/>
        </p:xfrm>
        <a:graphic>
          <a:graphicData uri="http://schemas.openxmlformats.org/presentationml/2006/ole">
            <mc:AlternateContent xmlns:mc="http://schemas.openxmlformats.org/markup-compatibility/2006">
              <mc:Choice xmlns:v="urn:schemas-microsoft-com:vml" Requires="v">
                <p:oleObj name="Equation" r:id="rId23" imgW="1536480" imgH="330120" progId="Equation.DSMT4">
                  <p:embed/>
                </p:oleObj>
              </mc:Choice>
              <mc:Fallback>
                <p:oleObj name="Equation" r:id="rId23" imgW="1536480" imgH="330120" progId="Equation.DSMT4">
                  <p:embed/>
                  <p:pic>
                    <p:nvPicPr>
                      <p:cNvPr id="14" name="Object 5">
                        <a:extLst>
                          <a:ext uri="{FF2B5EF4-FFF2-40B4-BE49-F238E27FC236}">
                            <a16:creationId xmlns:a16="http://schemas.microsoft.com/office/drawing/2014/main" id="{CAB4AB06-D9DF-EDD9-9D44-1A4D8891DABD}"/>
                          </a:ext>
                        </a:extLst>
                      </p:cNvPr>
                      <p:cNvPicPr>
                        <a:picLocks noChangeAspect="1" noChangeArrowheads="1"/>
                      </p:cNvPicPr>
                      <p:nvPr/>
                    </p:nvPicPr>
                    <p:blipFill>
                      <a:blip r:embed="rId24"/>
                      <a:srcRect/>
                      <a:stretch>
                        <a:fillRect/>
                      </a:stretch>
                    </p:blipFill>
                    <p:spPr bwMode="auto">
                      <a:xfrm>
                        <a:off x="720229" y="5326608"/>
                        <a:ext cx="2987675" cy="660400"/>
                      </a:xfrm>
                      <a:prstGeom prst="rect">
                        <a:avLst/>
                      </a:prstGeom>
                      <a:noFill/>
                    </p:spPr>
                  </p:pic>
                </p:oleObj>
              </mc:Fallback>
            </mc:AlternateContent>
          </a:graphicData>
        </a:graphic>
      </p:graphicFrame>
      <p:graphicFrame>
        <p:nvGraphicFramePr>
          <p:cNvPr id="15" name="Object 5">
            <a:extLst>
              <a:ext uri="{FF2B5EF4-FFF2-40B4-BE49-F238E27FC236}">
                <a16:creationId xmlns:a16="http://schemas.microsoft.com/office/drawing/2014/main" id="{645CA96B-DD36-9163-3991-0477BAB9E5B2}"/>
              </a:ext>
            </a:extLst>
          </p:cNvPr>
          <p:cNvGraphicFramePr>
            <a:graphicFrameLocks noChangeAspect="1"/>
          </p:cNvGraphicFramePr>
          <p:nvPr/>
        </p:nvGraphicFramePr>
        <p:xfrm>
          <a:off x="3791012" y="5301208"/>
          <a:ext cx="1778000" cy="685800"/>
        </p:xfrm>
        <a:graphic>
          <a:graphicData uri="http://schemas.openxmlformats.org/presentationml/2006/ole">
            <mc:AlternateContent xmlns:mc="http://schemas.openxmlformats.org/markup-compatibility/2006">
              <mc:Choice xmlns:v="urn:schemas-microsoft-com:vml" Requires="v">
                <p:oleObj name="Equation" r:id="rId25" imgW="914400" imgH="342720" progId="Equation.DSMT4">
                  <p:embed/>
                </p:oleObj>
              </mc:Choice>
              <mc:Fallback>
                <p:oleObj name="Equation" r:id="rId25" imgW="914400" imgH="342720" progId="Equation.DSMT4">
                  <p:embed/>
                  <p:pic>
                    <p:nvPicPr>
                      <p:cNvPr id="15" name="Object 5">
                        <a:extLst>
                          <a:ext uri="{FF2B5EF4-FFF2-40B4-BE49-F238E27FC236}">
                            <a16:creationId xmlns:a16="http://schemas.microsoft.com/office/drawing/2014/main" id="{645CA96B-DD36-9163-3991-0477BAB9E5B2}"/>
                          </a:ext>
                        </a:extLst>
                      </p:cNvPr>
                      <p:cNvPicPr>
                        <a:picLocks noChangeAspect="1" noChangeArrowheads="1"/>
                      </p:cNvPicPr>
                      <p:nvPr/>
                    </p:nvPicPr>
                    <p:blipFill>
                      <a:blip r:embed="rId26"/>
                      <a:srcRect/>
                      <a:stretch>
                        <a:fillRect/>
                      </a:stretch>
                    </p:blipFill>
                    <p:spPr bwMode="auto">
                      <a:xfrm>
                        <a:off x="3791012" y="5301208"/>
                        <a:ext cx="1778000" cy="685800"/>
                      </a:xfrm>
                      <a:prstGeom prst="rect">
                        <a:avLst/>
                      </a:prstGeom>
                      <a:noFill/>
                    </p:spPr>
                  </p:pic>
                </p:oleObj>
              </mc:Fallback>
            </mc:AlternateContent>
          </a:graphicData>
        </a:graphic>
      </p:graphicFrame>
      <p:graphicFrame>
        <p:nvGraphicFramePr>
          <p:cNvPr id="18" name="Object 5">
            <a:extLst>
              <a:ext uri="{FF2B5EF4-FFF2-40B4-BE49-F238E27FC236}">
                <a16:creationId xmlns:a16="http://schemas.microsoft.com/office/drawing/2014/main" id="{5FBBC84A-5566-AF2B-54AE-FAA81277455F}"/>
              </a:ext>
            </a:extLst>
          </p:cNvPr>
          <p:cNvGraphicFramePr>
            <a:graphicFrameLocks noChangeAspect="1"/>
          </p:cNvGraphicFramePr>
          <p:nvPr/>
        </p:nvGraphicFramePr>
        <p:xfrm>
          <a:off x="5652120" y="5517232"/>
          <a:ext cx="1062038" cy="355600"/>
        </p:xfrm>
        <a:graphic>
          <a:graphicData uri="http://schemas.openxmlformats.org/presentationml/2006/ole">
            <mc:AlternateContent xmlns:mc="http://schemas.openxmlformats.org/markup-compatibility/2006">
              <mc:Choice xmlns:v="urn:schemas-microsoft-com:vml" Requires="v">
                <p:oleObj name="Equation" r:id="rId27" imgW="545760" imgH="177480" progId="Equation.DSMT4">
                  <p:embed/>
                </p:oleObj>
              </mc:Choice>
              <mc:Fallback>
                <p:oleObj name="Equation" r:id="rId27" imgW="545760" imgH="177480" progId="Equation.DSMT4">
                  <p:embed/>
                  <p:pic>
                    <p:nvPicPr>
                      <p:cNvPr id="18" name="Object 5">
                        <a:extLst>
                          <a:ext uri="{FF2B5EF4-FFF2-40B4-BE49-F238E27FC236}">
                            <a16:creationId xmlns:a16="http://schemas.microsoft.com/office/drawing/2014/main" id="{5FBBC84A-5566-AF2B-54AE-FAA81277455F}"/>
                          </a:ext>
                        </a:extLst>
                      </p:cNvPr>
                      <p:cNvPicPr>
                        <a:picLocks noChangeAspect="1" noChangeArrowheads="1"/>
                      </p:cNvPicPr>
                      <p:nvPr/>
                    </p:nvPicPr>
                    <p:blipFill>
                      <a:blip r:embed="rId28"/>
                      <a:srcRect/>
                      <a:stretch>
                        <a:fillRect/>
                      </a:stretch>
                    </p:blipFill>
                    <p:spPr bwMode="auto">
                      <a:xfrm>
                        <a:off x="5652120" y="5517232"/>
                        <a:ext cx="1062038" cy="355600"/>
                      </a:xfrm>
                      <a:prstGeom prst="rect">
                        <a:avLst/>
                      </a:prstGeom>
                      <a:noFill/>
                    </p:spPr>
                  </p:pic>
                </p:oleObj>
              </mc:Fallback>
            </mc:AlternateContent>
          </a:graphicData>
        </a:graphic>
      </p:graphicFrame>
    </p:spTree>
    <p:extLst>
      <p:ext uri="{BB962C8B-B14F-4D97-AF65-F5344CB8AC3E}">
        <p14:creationId xmlns:p14="http://schemas.microsoft.com/office/powerpoint/2010/main" val="987808637"/>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left)">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left)">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ipe(left)">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
                                            <p:txEl>
                                              <p:pRg st="9" end="9"/>
                                            </p:txEl>
                                          </p:spTgt>
                                        </p:tgtEl>
                                        <p:attrNameLst>
                                          <p:attrName>style.visibility</p:attrName>
                                        </p:attrNameLst>
                                      </p:cBhvr>
                                      <p:to>
                                        <p:strVal val="visible"/>
                                      </p:to>
                                    </p:set>
                                    <p:animEffect transition="in" filter="wipe(left)">
                                      <p:cBhvr>
                                        <p:cTn id="37" dur="500"/>
                                        <p:tgtEl>
                                          <p:spTgt spid="10">
                                            <p:txEl>
                                              <p:pRg st="9" end="9"/>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0">
                                            <p:txEl>
                                              <p:pRg st="10" end="10"/>
                                            </p:txEl>
                                          </p:spTgt>
                                        </p:tgtEl>
                                        <p:attrNameLst>
                                          <p:attrName>style.visibility</p:attrName>
                                        </p:attrNameLst>
                                      </p:cBhvr>
                                      <p:to>
                                        <p:strVal val="visible"/>
                                      </p:to>
                                    </p:set>
                                    <p:animEffect transition="in" filter="wipe(left)">
                                      <p:cBhvr>
                                        <p:cTn id="42" dur="500"/>
                                        <p:tgtEl>
                                          <p:spTgt spid="10">
                                            <p:txEl>
                                              <p:pRg st="10" end="1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
                                            <p:bg/>
                                          </p:spTgt>
                                        </p:tgtEl>
                                        <p:attrNameLst>
                                          <p:attrName>style.visibility</p:attrName>
                                        </p:attrNameLst>
                                      </p:cBhvr>
                                      <p:to>
                                        <p:strVal val="visible"/>
                                      </p:to>
                                    </p:set>
                                    <p:animEffect transition="in" filter="wipe(left)">
                                      <p:cBhvr>
                                        <p:cTn id="47" dur="500"/>
                                        <p:tgtEl>
                                          <p:spTgt spid="9">
                                            <p:bg/>
                                          </p:spTgt>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9">
                                            <p:txEl>
                                              <p:pRg st="0" end="0"/>
                                            </p:txEl>
                                          </p:spTgt>
                                        </p:tgtEl>
                                        <p:attrNameLst>
                                          <p:attrName>style.visibility</p:attrName>
                                        </p:attrNameLst>
                                      </p:cBhvr>
                                      <p:to>
                                        <p:strVal val="visible"/>
                                      </p:to>
                                    </p:set>
                                    <p:animEffect transition="in" filter="wipe(left)">
                                      <p:cBhvr>
                                        <p:cTn id="50" dur="500"/>
                                        <p:tgtEl>
                                          <p:spTgt spid="9">
                                            <p:txEl>
                                              <p:pRg st="0" end="0"/>
                                            </p:txEl>
                                          </p:spTgt>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9">
                                            <p:txEl>
                                              <p:pRg st="1" end="1"/>
                                            </p:txEl>
                                          </p:spTgt>
                                        </p:tgtEl>
                                        <p:attrNameLst>
                                          <p:attrName>style.visibility</p:attrName>
                                        </p:attrNameLst>
                                      </p:cBhvr>
                                      <p:to>
                                        <p:strVal val="visible"/>
                                      </p:to>
                                    </p:set>
                                    <p:animEffect transition="in" filter="wipe(left)">
                                      <p:cBhvr>
                                        <p:cTn id="53" dur="500"/>
                                        <p:tgtEl>
                                          <p:spTgt spid="9">
                                            <p:txEl>
                                              <p:pRg st="1" end="1"/>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left)">
                                      <p:cBhvr>
                                        <p:cTn id="58" dur="500"/>
                                        <p:tgtEl>
                                          <p:spTgt spid="4"/>
                                        </p:tgtEl>
                                      </p:cBhvr>
                                    </p:animEffect>
                                  </p:childTnLst>
                                </p:cTn>
                              </p:par>
                            </p:childTnLst>
                          </p:cTn>
                        </p:par>
                        <p:par>
                          <p:cTn id="59" fill="hold">
                            <p:stCondLst>
                              <p:cond delay="500"/>
                            </p:stCondLst>
                            <p:childTnLst>
                              <p:par>
                                <p:cTn id="60" presetID="22" presetClass="entr" presetSubtype="8" fill="hold" nodeType="after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wipe(left)">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wipe(left)">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wipe(left)">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wipe(left)">
                                      <p:cBhvr>
                                        <p:cTn id="77" dur="500"/>
                                        <p:tgtEl>
                                          <p:spTgt spid="21"/>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22"/>
                                        </p:tgtEl>
                                        <p:attrNameLst>
                                          <p:attrName>style.visibility</p:attrName>
                                        </p:attrNameLst>
                                      </p:cBhvr>
                                      <p:to>
                                        <p:strVal val="visible"/>
                                      </p:to>
                                    </p:set>
                                    <p:animEffect transition="in" filter="wipe(left)">
                                      <p:cBhvr>
                                        <p:cTn id="82" dur="500"/>
                                        <p:tgtEl>
                                          <p:spTgt spid="2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12"/>
                                        </p:tgtEl>
                                        <p:attrNameLst>
                                          <p:attrName>style.visibility</p:attrName>
                                        </p:attrNameLst>
                                      </p:cBhvr>
                                      <p:to>
                                        <p:strVal val="visible"/>
                                      </p:to>
                                    </p:set>
                                    <p:animEffect transition="in" filter="wipe(left)">
                                      <p:cBhvr>
                                        <p:cTn id="87" dur="500"/>
                                        <p:tgtEl>
                                          <p:spTgt spid="12"/>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wipe(left)">
                                      <p:cBhvr>
                                        <p:cTn id="92" dur="500"/>
                                        <p:tgtEl>
                                          <p:spTgt spid="13"/>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14"/>
                                        </p:tgtEl>
                                        <p:attrNameLst>
                                          <p:attrName>style.visibility</p:attrName>
                                        </p:attrNameLst>
                                      </p:cBhvr>
                                      <p:to>
                                        <p:strVal val="visible"/>
                                      </p:to>
                                    </p:set>
                                    <p:animEffect transition="in" filter="wipe(left)">
                                      <p:cBhvr>
                                        <p:cTn id="97" dur="500"/>
                                        <p:tgtEl>
                                          <p:spTgt spid="14"/>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15"/>
                                        </p:tgtEl>
                                        <p:attrNameLst>
                                          <p:attrName>style.visibility</p:attrName>
                                        </p:attrNameLst>
                                      </p:cBhvr>
                                      <p:to>
                                        <p:strVal val="visible"/>
                                      </p:to>
                                    </p:set>
                                    <p:animEffect transition="in" filter="wipe(left)">
                                      <p:cBhvr>
                                        <p:cTn id="102" dur="500"/>
                                        <p:tgtEl>
                                          <p:spTgt spid="15"/>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nodeType="clickEffect">
                                  <p:stCondLst>
                                    <p:cond delay="0"/>
                                  </p:stCondLst>
                                  <p:childTnLst>
                                    <p:set>
                                      <p:cBhvr>
                                        <p:cTn id="106" dur="1" fill="hold">
                                          <p:stCondLst>
                                            <p:cond delay="0"/>
                                          </p:stCondLst>
                                        </p:cTn>
                                        <p:tgtEl>
                                          <p:spTgt spid="18"/>
                                        </p:tgtEl>
                                        <p:attrNameLst>
                                          <p:attrName>style.visibility</p:attrName>
                                        </p:attrNameLst>
                                      </p:cBhvr>
                                      <p:to>
                                        <p:strVal val="visible"/>
                                      </p:to>
                                    </p:set>
                                    <p:animEffect transition="in" filter="wipe(left)">
                                      <p:cBhvr>
                                        <p:cTn id="10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build="allAtOnce" animBg="1"/>
      <p:bldP spid="12"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759090" y="-34894"/>
            <a:ext cx="835818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5-2 </a:t>
            </a: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特征值与特征向量的求解</a:t>
            </a:r>
            <a:endPar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3" name="Rectangle 3"/>
          <p:cNvSpPr txBox="1">
            <a:spLocks noChangeArrowheads="1"/>
          </p:cNvSpPr>
          <p:nvPr/>
        </p:nvSpPr>
        <p:spPr>
          <a:xfrm>
            <a:off x="636588" y="928670"/>
            <a:ext cx="8507412" cy="2419350"/>
          </a:xfrm>
          <a:prstGeom prst="rect">
            <a:avLst/>
          </a:prstGeom>
        </p:spPr>
        <p:txBody>
          <a:bodyPr>
            <a:spAutoFit/>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特征值与特征向量：</a:t>
            </a:r>
            <a:endPar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342900" marR="0" lvl="0" indent="1905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设 </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0"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是 </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n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阶矩阵，如果数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n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维</a:t>
            </a:r>
            <a:r>
              <a:rPr kumimoji="1" lang="zh-CN" altLang="en-US" sz="2400" b="1" i="0" u="none" strike="noStrike" kern="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非零向量</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x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满足</a:t>
            </a:r>
          </a:p>
          <a:p>
            <a:pPr marL="342900" marR="0" lvl="0" indent="19050" algn="ctr" defTabSz="914400" rtl="0" eaLnBrk="1" fontAlgn="base" latinLnBrk="0" hangingPunct="1">
              <a:lnSpc>
                <a:spcPct val="110000"/>
              </a:lnSpc>
              <a:spcBef>
                <a:spcPct val="20000"/>
              </a:spcBef>
              <a:spcAft>
                <a:spcPct val="0"/>
              </a:spcAft>
              <a:buClr>
                <a:srgbClr val="FFCC00"/>
              </a:buClr>
              <a:buSzPct val="120000"/>
              <a:buFontTx/>
              <a:buNone/>
              <a:tabLst/>
              <a:defRPr/>
            </a:pP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Ax =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 </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x</a:t>
            </a:r>
            <a:r>
              <a:rPr kumimoji="0"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342900" marR="0" lvl="0" indent="1905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那么，数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称为矩阵 </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24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特征值</a:t>
            </a:r>
            <a:endParaRPr kumimoji="1" lang="en-US" altLang="zh-CN" sz="24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342900" marR="0" lvl="0" indent="1905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400" b="1" i="0" u="none" strike="noStrike" kern="0" cap="none" spc="0" normalizeH="0" baseline="0" noProof="0" dirty="0">
                <a:ln>
                  <a:noFill/>
                </a:ln>
                <a:solidFill>
                  <a:srgbClr val="FFFF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非零向量</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x</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称为 </a:t>
            </a:r>
            <a:r>
              <a:rPr kumimoji="1"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对应于特征值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2400" b="1" i="0" u="none" strike="noStrike" kern="0" cap="none" spc="0" normalizeH="0" baseline="0" noProof="0" dirty="0">
                <a:ln>
                  <a:noFill/>
                </a:ln>
                <a:solidFill>
                  <a:srgbClr val="FFFF00"/>
                </a:solidFill>
                <a:effectLst/>
                <a:uLnTx/>
                <a:uFillTx/>
                <a:latin typeface="微软雅黑" pitchFamily="34" charset="-122"/>
                <a:ea typeface="微软雅黑" pitchFamily="34" charset="-122"/>
                <a:cs typeface="+mn-cs"/>
              </a:rPr>
              <a:t>特征向量</a:t>
            </a:r>
            <a:r>
              <a:rPr kumimoji="1" lang="zh-CN" altLang="en-US"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4" name="AutoShape 5"/>
          <p:cNvSpPr>
            <a:spLocks noChangeArrowheads="1"/>
          </p:cNvSpPr>
          <p:nvPr/>
        </p:nvSpPr>
        <p:spPr bwMode="auto">
          <a:xfrm>
            <a:off x="785813" y="3786188"/>
            <a:ext cx="8358187" cy="3071812"/>
          </a:xfrm>
          <a:prstGeom prst="roundRect">
            <a:avLst>
              <a:gd name="adj" fmla="val 4646"/>
            </a:avLst>
          </a:prstGeom>
          <a:solidFill>
            <a:schemeClr val="accent1"/>
          </a:solidFill>
          <a:ln w="28575">
            <a:solidFill>
              <a:schemeClr val="accent2"/>
            </a:solidFill>
            <a:round/>
            <a:headEnd/>
            <a:tailEnd/>
          </a:ln>
          <a:effectLst/>
        </p:spPr>
        <p:txBody>
          <a:bodyPr wrap="none"/>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特征向量就是经</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线性变换后，不改变方向的向量</a:t>
            </a:r>
            <a:endPar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特征值则表现它的伸缩的剧烈程度</a:t>
            </a:r>
          </a:p>
        </p:txBody>
      </p:sp>
      <p:graphicFrame>
        <p:nvGraphicFramePr>
          <p:cNvPr id="26629" name="Object 7"/>
          <p:cNvGraphicFramePr>
            <a:graphicFrameLocks noChangeAspect="1"/>
          </p:cNvGraphicFramePr>
          <p:nvPr/>
        </p:nvGraphicFramePr>
        <p:xfrm>
          <a:off x="857250" y="6092825"/>
          <a:ext cx="3457575" cy="765175"/>
        </p:xfrm>
        <a:graphic>
          <a:graphicData uri="http://schemas.openxmlformats.org/presentationml/2006/ole">
            <mc:AlternateContent xmlns:mc="http://schemas.openxmlformats.org/markup-compatibility/2006">
              <mc:Choice xmlns:v="urn:schemas-microsoft-com:vml" Requires="v">
                <p:oleObj name="Equation" r:id="rId4" imgW="2120760" imgH="469800" progId="Equation.DSMT4">
                  <p:embed/>
                </p:oleObj>
              </mc:Choice>
              <mc:Fallback>
                <p:oleObj name="Equation" r:id="rId4" imgW="2120760" imgH="469800" progId="Equation.DSMT4">
                  <p:embed/>
                  <p:pic>
                    <p:nvPicPr>
                      <p:cNvPr id="26629"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7250" y="6092825"/>
                        <a:ext cx="3457575" cy="765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3"/>
          <p:cNvGraphicFramePr>
            <a:graphicFrameLocks noChangeAspect="1"/>
          </p:cNvGraphicFramePr>
          <p:nvPr/>
        </p:nvGraphicFramePr>
        <p:xfrm>
          <a:off x="1285875" y="4848225"/>
          <a:ext cx="2030413" cy="938213"/>
        </p:xfrm>
        <a:graphic>
          <a:graphicData uri="http://schemas.openxmlformats.org/presentationml/2006/ole">
            <mc:AlternateContent xmlns:mc="http://schemas.openxmlformats.org/markup-compatibility/2006">
              <mc:Choice xmlns:v="urn:schemas-microsoft-com:vml" Requires="v">
                <p:oleObj name="Equation" r:id="rId6" imgW="1015920" imgH="469800" progId="Equation.DSMT4">
                  <p:embed/>
                </p:oleObj>
              </mc:Choice>
              <mc:Fallback>
                <p:oleObj name="Equation" r:id="rId6" imgW="1015920" imgH="469800" progId="Equation.DSMT4">
                  <p:embed/>
                  <p:pic>
                    <p:nvPicPr>
                      <p:cNvPr id="7" name="Object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85875" y="4848225"/>
                        <a:ext cx="2030413"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8"/>
          <p:cNvGraphicFramePr>
            <a:graphicFrameLocks noChangeAspect="1"/>
          </p:cNvGraphicFramePr>
          <p:nvPr/>
        </p:nvGraphicFramePr>
        <p:xfrm>
          <a:off x="4389438" y="6092825"/>
          <a:ext cx="3730625" cy="765175"/>
        </p:xfrm>
        <a:graphic>
          <a:graphicData uri="http://schemas.openxmlformats.org/presentationml/2006/ole">
            <mc:AlternateContent xmlns:mc="http://schemas.openxmlformats.org/markup-compatibility/2006">
              <mc:Choice xmlns:v="urn:schemas-microsoft-com:vml" Requires="v">
                <p:oleObj name="Equation" r:id="rId8" imgW="2286000" imgH="469800" progId="Equation.DSMT4">
                  <p:embed/>
                </p:oleObj>
              </mc:Choice>
              <mc:Fallback>
                <p:oleObj name="Equation" r:id="rId8" imgW="2286000" imgH="469800" progId="Equation.DSMT4">
                  <p:embed/>
                  <p:pic>
                    <p:nvPicPr>
                      <p:cNvPr id="8"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89438" y="6092825"/>
                        <a:ext cx="3730625" cy="765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9"/>
          <p:cNvGraphicFramePr>
            <a:graphicFrameLocks noChangeAspect="1"/>
          </p:cNvGraphicFramePr>
          <p:nvPr/>
        </p:nvGraphicFramePr>
        <p:xfrm>
          <a:off x="4046538" y="4857750"/>
          <a:ext cx="1166812" cy="938213"/>
        </p:xfrm>
        <a:graphic>
          <a:graphicData uri="http://schemas.openxmlformats.org/presentationml/2006/ole">
            <mc:AlternateContent xmlns:mc="http://schemas.openxmlformats.org/markup-compatibility/2006">
              <mc:Choice xmlns:v="urn:schemas-microsoft-com:vml" Requires="v">
                <p:oleObj name="Equation" r:id="rId10" imgW="583920" imgH="469800" progId="Equation.DSMT4">
                  <p:embed/>
                </p:oleObj>
              </mc:Choice>
              <mc:Fallback>
                <p:oleObj name="Equation" r:id="rId10" imgW="583920" imgH="469800" progId="Equation.DSMT4">
                  <p:embed/>
                  <p:pic>
                    <p:nvPicPr>
                      <p:cNvPr id="9"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46538" y="4857750"/>
                        <a:ext cx="1166812"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10"/>
          <p:cNvGraphicFramePr>
            <a:graphicFrameLocks noChangeAspect="1"/>
          </p:cNvGraphicFramePr>
          <p:nvPr/>
        </p:nvGraphicFramePr>
        <p:xfrm>
          <a:off x="5124450" y="4857750"/>
          <a:ext cx="1192213" cy="938213"/>
        </p:xfrm>
        <a:graphic>
          <a:graphicData uri="http://schemas.openxmlformats.org/presentationml/2006/ole">
            <mc:AlternateContent xmlns:mc="http://schemas.openxmlformats.org/markup-compatibility/2006">
              <mc:Choice xmlns:v="urn:schemas-microsoft-com:vml" Requires="v">
                <p:oleObj name="Equation" r:id="rId12" imgW="596880" imgH="469800" progId="Equation.DSMT4">
                  <p:embed/>
                </p:oleObj>
              </mc:Choice>
              <mc:Fallback>
                <p:oleObj name="Equation" r:id="rId12" imgW="596880" imgH="469800" progId="Equation.DSMT4">
                  <p:embed/>
                  <p:pic>
                    <p:nvPicPr>
                      <p:cNvPr id="10" name="Object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124450" y="4857750"/>
                        <a:ext cx="1192213"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11"/>
          <p:cNvGraphicFramePr>
            <a:graphicFrameLocks noChangeAspect="1"/>
          </p:cNvGraphicFramePr>
          <p:nvPr/>
        </p:nvGraphicFramePr>
        <p:xfrm>
          <a:off x="1474788" y="4848225"/>
          <a:ext cx="2538412" cy="938213"/>
        </p:xfrm>
        <a:graphic>
          <a:graphicData uri="http://schemas.openxmlformats.org/presentationml/2006/ole">
            <mc:AlternateContent xmlns:mc="http://schemas.openxmlformats.org/markup-compatibility/2006">
              <mc:Choice xmlns:v="urn:schemas-microsoft-com:vml" Requires="v">
                <p:oleObj name="Equation" r:id="rId14" imgW="1269720" imgH="469800" progId="Equation.DSMT4">
                  <p:embed/>
                </p:oleObj>
              </mc:Choice>
              <mc:Fallback>
                <p:oleObj name="Equation" r:id="rId14" imgW="1269720" imgH="469800" progId="Equation.DSMT4">
                  <p:embed/>
                  <p:pic>
                    <p:nvPicPr>
                      <p:cNvPr id="11" name="Object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74788" y="4848225"/>
                        <a:ext cx="2538412"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8"/>
          <p:cNvGraphicFramePr>
            <a:graphicFrameLocks noChangeAspect="1"/>
          </p:cNvGraphicFramePr>
          <p:nvPr/>
        </p:nvGraphicFramePr>
        <p:xfrm>
          <a:off x="6302375" y="5146675"/>
          <a:ext cx="685800" cy="354013"/>
        </p:xfrm>
        <a:graphic>
          <a:graphicData uri="http://schemas.openxmlformats.org/presentationml/2006/ole">
            <mc:AlternateContent xmlns:mc="http://schemas.openxmlformats.org/markup-compatibility/2006">
              <mc:Choice xmlns:v="urn:schemas-microsoft-com:vml" Requires="v">
                <p:oleObj name="Equation" r:id="rId16" imgW="342720" imgH="177480" progId="Equation.DSMT4">
                  <p:embed/>
                </p:oleObj>
              </mc:Choice>
              <mc:Fallback>
                <p:oleObj name="Equation" r:id="rId16" imgW="342720" imgH="177480" progId="Equation.DSMT4">
                  <p:embed/>
                  <p:pic>
                    <p:nvPicPr>
                      <p:cNvPr id="12" name="Object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302375" y="5146675"/>
                        <a:ext cx="685800" cy="354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AutoShape 5"/>
          <p:cNvSpPr>
            <a:spLocks noChangeArrowheads="1"/>
          </p:cNvSpPr>
          <p:nvPr/>
        </p:nvSpPr>
        <p:spPr bwMode="auto">
          <a:xfrm>
            <a:off x="785813" y="3286125"/>
            <a:ext cx="8358187" cy="3571875"/>
          </a:xfrm>
          <a:prstGeom prst="roundRect">
            <a:avLst>
              <a:gd name="adj" fmla="val 4646"/>
            </a:avLst>
          </a:prstGeom>
          <a:solidFill>
            <a:schemeClr val="accent1"/>
          </a:solidFill>
          <a:ln w="28575">
            <a:solidFill>
              <a:schemeClr val="accent2"/>
            </a:solidFill>
            <a:round/>
            <a:headEnd/>
            <a:tailEnd/>
          </a:ln>
          <a:effectLst/>
        </p:spPr>
        <p:txBody>
          <a:bodyPr wrap="none"/>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注意：</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特征向量非零，同一特征值对应的特征向量不唯一</a:t>
            </a:r>
            <a:endPar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2、</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特征值问题只针对方阵</a:t>
            </a:r>
            <a:endPar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3、</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特征值</a:t>
            </a:r>
            <a:r>
              <a:rPr kumimoji="0" lang="zh-CN" altLang="en-US" sz="2400" b="1" i="0" u="none" strike="noStrike" kern="0" cap="none" spc="0" normalizeH="0" baseline="0" noProof="0" dirty="0">
                <a:ln>
                  <a:noFill/>
                </a:ln>
                <a:solidFill>
                  <a:srgbClr val="FF3300"/>
                </a:solidFill>
                <a:effectLst/>
                <a:uLnTx/>
                <a:uFillTx/>
                <a:latin typeface="微软雅黑" pitchFamily="34" charset="-122"/>
                <a:ea typeface="微软雅黑" pitchFamily="34" charset="-122"/>
                <a:cs typeface="+mn-cs"/>
              </a:rPr>
              <a:t>分单根和重根</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两种情况</a:t>
            </a:r>
            <a:endPar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求解原理：</a:t>
            </a:r>
            <a:endPar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Ax = </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x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λ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E) x =O</a:t>
            </a:r>
            <a:endParaRPr kumimoji="1" lang="en-US" altLang="zh-CN" sz="2400" b="1" i="0" u="none" strike="noStrike" kern="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3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x</a:t>
            </a:r>
            <a:r>
              <a:rPr kumimoji="1"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为非零向量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a:rPr>
              <a:t></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齐次线性方程组有非零解</a:t>
            </a:r>
          </a:p>
          <a:p>
            <a:pPr marL="342900" marR="0" lvl="0" indent="-342900" algn="l" defTabSz="914400" rtl="0" eaLnBrk="1" fontAlgn="base" latinLnBrk="0" hangingPunct="1">
              <a:lnSpc>
                <a:spcPct val="130000"/>
              </a:lnSpc>
              <a:spcBef>
                <a:spcPct val="20000"/>
              </a:spcBef>
              <a:spcAft>
                <a:spcPct val="0"/>
              </a:spcAft>
              <a:buClr>
                <a:srgbClr val="FFCC00"/>
              </a:buClr>
              <a:buSzPct val="120000"/>
              <a:buFontTx/>
              <a:buNone/>
              <a:tabLst/>
              <a:defRPr/>
            </a:pP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系数行列式 </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0" lang="zh-CN" altLang="en-US"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λ </a:t>
            </a:r>
            <a:r>
              <a:rPr kumimoji="0"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4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 0</a:t>
            </a:r>
          </a:p>
        </p:txBody>
      </p:sp>
      <p:sp>
        <p:nvSpPr>
          <p:cNvPr id="14" name="Text Box 28"/>
          <p:cNvSpPr txBox="1">
            <a:spLocks noChangeArrowheads="1"/>
          </p:cNvSpPr>
          <p:nvPr/>
        </p:nvSpPr>
        <p:spPr bwMode="auto">
          <a:xfrm>
            <a:off x="2714612" y="6357958"/>
            <a:ext cx="3500462" cy="400110"/>
          </a:xfrm>
          <a:prstGeom prst="rect">
            <a:avLst/>
          </a:prstGeom>
          <a:noFill/>
          <a:ln w="9525">
            <a:solidFill>
              <a:srgbClr val="FF0000"/>
            </a:solidFill>
            <a:miter lim="800000"/>
            <a:headEnd/>
            <a:tailEnd/>
          </a:ln>
          <a:effectLst>
            <a:glow rad="63500">
              <a:schemeClr val="accent2">
                <a:satMod val="175000"/>
                <a:alpha val="40000"/>
              </a:schemeClr>
            </a:glow>
          </a:effec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0" cap="none" spc="0" normalizeH="0" baseline="0" noProof="0" dirty="0">
                <a:ln>
                  <a:noFill/>
                </a:ln>
                <a:solidFill>
                  <a:srgbClr val="FF66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特征方程</a:t>
            </a:r>
          </a:p>
        </p:txBody>
      </p:sp>
      <p:sp>
        <p:nvSpPr>
          <p:cNvPr id="15" name="Text Box 28"/>
          <p:cNvSpPr txBox="1">
            <a:spLocks noChangeArrowheads="1"/>
          </p:cNvSpPr>
          <p:nvPr/>
        </p:nvSpPr>
        <p:spPr bwMode="auto">
          <a:xfrm>
            <a:off x="2714612" y="5286388"/>
            <a:ext cx="6286544" cy="400110"/>
          </a:xfrm>
          <a:prstGeom prst="rect">
            <a:avLst/>
          </a:prstGeom>
          <a:noFill/>
          <a:ln w="9525">
            <a:solidFill>
              <a:srgbClr val="FF0000"/>
            </a:solidFill>
            <a:miter lim="800000"/>
            <a:headEnd/>
            <a:tailEnd/>
          </a:ln>
          <a:effectLst>
            <a:glow rad="63500">
              <a:schemeClr val="accent2">
                <a:satMod val="175000"/>
                <a:alpha val="40000"/>
              </a:schemeClr>
            </a:glow>
          </a:effectLst>
        </p:spPr>
        <p:txBody>
          <a:bodyPr wrap="square">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0" cap="none" spc="0" normalizeH="0" baseline="0" noProof="0" dirty="0">
                <a:ln>
                  <a:noFill/>
                </a:ln>
                <a:solidFill>
                  <a:srgbClr val="FF66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t>
            </a:r>
            <a:r>
              <a:rPr kumimoji="1" lang="zh-CN" altLang="en-US" sz="2000" b="1" i="0" u="none" strike="noStrike" kern="0" cap="none" spc="0" normalizeH="0" baseline="0" noProof="0" dirty="0">
                <a:ln>
                  <a:noFill/>
                </a:ln>
                <a:solidFill>
                  <a:srgbClr val="0101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代回方程组，求解对应的特征向量</a:t>
            </a:r>
            <a:endPar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endParaRPr>
          </a:p>
        </p:txBody>
      </p:sp>
      <p:sp>
        <p:nvSpPr>
          <p:cNvPr id="17" name="直角上箭头 16"/>
          <p:cNvSpPr/>
          <p:nvPr/>
        </p:nvSpPr>
        <p:spPr bwMode="auto">
          <a:xfrm>
            <a:off x="6215074" y="5715016"/>
            <a:ext cx="1785950" cy="857256"/>
          </a:xfrm>
          <a:prstGeom prst="bentUpArrow">
            <a:avLst>
              <a:gd name="adj1" fmla="val 12663"/>
              <a:gd name="adj2" fmla="val 16005"/>
              <a:gd name="adj3" fmla="val 28855"/>
            </a:avLst>
          </a:prstGeom>
          <a:solidFill>
            <a:schemeClr val="accent2"/>
          </a:solidFill>
          <a:ln w="12700" cap="flat" cmpd="sng" algn="ctr">
            <a:solidFill>
              <a:schemeClr val="bg2">
                <a:lumMod val="60000"/>
                <a:lumOff val="40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wipe(left)">
                                      <p:cBhvr>
                                        <p:cTn id="7" dur="500"/>
                                        <p:tgtEl>
                                          <p:spTgt spid="3">
                                            <p:txEl>
                                              <p:pRg st="1" end="1"/>
                                            </p:tx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wipe(left)">
                                      <p:cBhvr>
                                        <p:cTn id="10" dur="500"/>
                                        <p:tgtEl>
                                          <p:spTgt spid="3">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animEffect transition="in" filter="wipe(left)">
                                      <p:cBhvr>
                                        <p:cTn id="15" dur="500"/>
                                        <p:tgtEl>
                                          <p:spTgt spid="3">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
                                            <p:txEl>
                                              <p:pRg st="4" end="4"/>
                                            </p:txEl>
                                          </p:spTgt>
                                        </p:tgtEl>
                                        <p:attrNameLst>
                                          <p:attrName>style.visibility</p:attrName>
                                        </p:attrNameLst>
                                      </p:cBhvr>
                                      <p:to>
                                        <p:strVal val="visible"/>
                                      </p:to>
                                    </p:set>
                                    <p:animEffect transition="in" filter="wipe(left)">
                                      <p:cBhvr>
                                        <p:cTn id="20" dur="500"/>
                                        <p:tgtEl>
                                          <p:spTgt spid="3">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4">
                                            <p:bg/>
                                          </p:spTgt>
                                        </p:tgtEl>
                                        <p:attrNameLst>
                                          <p:attrName>style.visibility</p:attrName>
                                        </p:attrNameLst>
                                      </p:cBhvr>
                                      <p:to>
                                        <p:strVal val="visible"/>
                                      </p:to>
                                    </p:set>
                                    <p:animEffect transition="in" filter="wipe(left)">
                                      <p:cBhvr>
                                        <p:cTn id="25" dur="500"/>
                                        <p:tgtEl>
                                          <p:spTgt spid="4">
                                            <p:bg/>
                                          </p:spTgt>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
                                            <p:txEl>
                                              <p:pRg st="0" end="0"/>
                                            </p:txEl>
                                          </p:spTgt>
                                        </p:tgtEl>
                                        <p:attrNameLst>
                                          <p:attrName>style.visibility</p:attrName>
                                        </p:attrNameLst>
                                      </p:cBhvr>
                                      <p:to>
                                        <p:strVal val="visible"/>
                                      </p:to>
                                    </p:set>
                                    <p:animEffect transition="in" filter="wipe(left)">
                                      <p:cBhvr>
                                        <p:cTn id="28" dur="500"/>
                                        <p:tgtEl>
                                          <p:spTgt spid="4">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wipe(left)">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wipe(up)">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wipe(left)">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wipe(left)">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wipe(left)">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26629"/>
                                        </p:tgtEl>
                                        <p:attrNameLst>
                                          <p:attrName>style.visibility</p:attrName>
                                        </p:attrNameLst>
                                      </p:cBhvr>
                                      <p:to>
                                        <p:strVal val="visible"/>
                                      </p:to>
                                    </p:set>
                                    <p:animEffect transition="in" filter="wipe(left)">
                                      <p:cBhvr>
                                        <p:cTn id="58" dur="500"/>
                                        <p:tgtEl>
                                          <p:spTgt spid="26629"/>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wipe(left)">
                                      <p:cBhvr>
                                        <p:cTn id="63" dur="500"/>
                                        <p:tgtEl>
                                          <p:spTgt spid="8"/>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4">
                                            <p:txEl>
                                              <p:pRg st="1" end="1"/>
                                            </p:txEl>
                                          </p:spTgt>
                                        </p:tgtEl>
                                        <p:attrNameLst>
                                          <p:attrName>style.visibility</p:attrName>
                                        </p:attrNameLst>
                                      </p:cBhvr>
                                      <p:to>
                                        <p:strVal val="visible"/>
                                      </p:to>
                                    </p:set>
                                    <p:animEffect transition="in" filter="wipe(left)">
                                      <p:cBhvr>
                                        <p:cTn id="68" dur="500"/>
                                        <p:tgtEl>
                                          <p:spTgt spid="4">
                                            <p:txEl>
                                              <p:pRg st="1" end="1"/>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13">
                                            <p:bg/>
                                          </p:spTgt>
                                        </p:tgtEl>
                                        <p:attrNameLst>
                                          <p:attrName>style.visibility</p:attrName>
                                        </p:attrNameLst>
                                      </p:cBhvr>
                                      <p:to>
                                        <p:strVal val="visible"/>
                                      </p:to>
                                    </p:set>
                                    <p:animEffect transition="in" filter="wipe(left)">
                                      <p:cBhvr>
                                        <p:cTn id="73" dur="500"/>
                                        <p:tgtEl>
                                          <p:spTgt spid="13">
                                            <p:bg/>
                                          </p:spTgt>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13">
                                            <p:txEl>
                                              <p:pRg st="0" end="0"/>
                                            </p:txEl>
                                          </p:spTgt>
                                        </p:tgtEl>
                                        <p:attrNameLst>
                                          <p:attrName>style.visibility</p:attrName>
                                        </p:attrNameLst>
                                      </p:cBhvr>
                                      <p:to>
                                        <p:strVal val="visible"/>
                                      </p:to>
                                    </p:set>
                                    <p:animEffect transition="in" filter="wipe(left)">
                                      <p:cBhvr>
                                        <p:cTn id="76" dur="500"/>
                                        <p:tgtEl>
                                          <p:spTgt spid="13">
                                            <p:txEl>
                                              <p:pRg st="0" end="0"/>
                                            </p:txEl>
                                          </p:spTgt>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13">
                                            <p:txEl>
                                              <p:pRg st="1" end="1"/>
                                            </p:txEl>
                                          </p:spTgt>
                                        </p:tgtEl>
                                        <p:attrNameLst>
                                          <p:attrName>style.visibility</p:attrName>
                                        </p:attrNameLst>
                                      </p:cBhvr>
                                      <p:to>
                                        <p:strVal val="visible"/>
                                      </p:to>
                                    </p:set>
                                    <p:animEffect transition="in" filter="wipe(left)">
                                      <p:cBhvr>
                                        <p:cTn id="81" dur="500"/>
                                        <p:tgtEl>
                                          <p:spTgt spid="13">
                                            <p:txEl>
                                              <p:pRg st="1" end="1"/>
                                            </p:txEl>
                                          </p:spTgt>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grpId="0" nodeType="clickEffect">
                                  <p:stCondLst>
                                    <p:cond delay="0"/>
                                  </p:stCondLst>
                                  <p:childTnLst>
                                    <p:set>
                                      <p:cBhvr>
                                        <p:cTn id="85" dur="1" fill="hold">
                                          <p:stCondLst>
                                            <p:cond delay="0"/>
                                          </p:stCondLst>
                                        </p:cTn>
                                        <p:tgtEl>
                                          <p:spTgt spid="13">
                                            <p:txEl>
                                              <p:pRg st="3" end="3"/>
                                            </p:txEl>
                                          </p:spTgt>
                                        </p:tgtEl>
                                        <p:attrNameLst>
                                          <p:attrName>style.visibility</p:attrName>
                                        </p:attrNameLst>
                                      </p:cBhvr>
                                      <p:to>
                                        <p:strVal val="visible"/>
                                      </p:to>
                                    </p:set>
                                    <p:animEffect transition="in" filter="wipe(left)">
                                      <p:cBhvr>
                                        <p:cTn id="86" dur="500"/>
                                        <p:tgtEl>
                                          <p:spTgt spid="13">
                                            <p:txEl>
                                              <p:pRg st="3" end="3"/>
                                            </p:txEl>
                                          </p:spTgt>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grpId="0" nodeType="clickEffect">
                                  <p:stCondLst>
                                    <p:cond delay="0"/>
                                  </p:stCondLst>
                                  <p:childTnLst>
                                    <p:set>
                                      <p:cBhvr>
                                        <p:cTn id="90" dur="1" fill="hold">
                                          <p:stCondLst>
                                            <p:cond delay="0"/>
                                          </p:stCondLst>
                                        </p:cTn>
                                        <p:tgtEl>
                                          <p:spTgt spid="13">
                                            <p:txEl>
                                              <p:pRg st="4" end="4"/>
                                            </p:txEl>
                                          </p:spTgt>
                                        </p:tgtEl>
                                        <p:attrNameLst>
                                          <p:attrName>style.visibility</p:attrName>
                                        </p:attrNameLst>
                                      </p:cBhvr>
                                      <p:to>
                                        <p:strVal val="visible"/>
                                      </p:to>
                                    </p:set>
                                    <p:animEffect transition="in" filter="wipe(left)">
                                      <p:cBhvr>
                                        <p:cTn id="91" dur="500"/>
                                        <p:tgtEl>
                                          <p:spTgt spid="13">
                                            <p:txEl>
                                              <p:pRg st="4" end="4"/>
                                            </p:txEl>
                                          </p:spTgt>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grpId="0" nodeType="clickEffect">
                                  <p:stCondLst>
                                    <p:cond delay="0"/>
                                  </p:stCondLst>
                                  <p:childTnLst>
                                    <p:set>
                                      <p:cBhvr>
                                        <p:cTn id="95" dur="1" fill="hold">
                                          <p:stCondLst>
                                            <p:cond delay="0"/>
                                          </p:stCondLst>
                                        </p:cTn>
                                        <p:tgtEl>
                                          <p:spTgt spid="13">
                                            <p:txEl>
                                              <p:pRg st="5" end="5"/>
                                            </p:txEl>
                                          </p:spTgt>
                                        </p:tgtEl>
                                        <p:attrNameLst>
                                          <p:attrName>style.visibility</p:attrName>
                                        </p:attrNameLst>
                                      </p:cBhvr>
                                      <p:to>
                                        <p:strVal val="visible"/>
                                      </p:to>
                                    </p:set>
                                    <p:animEffect transition="in" filter="wipe(left)">
                                      <p:cBhvr>
                                        <p:cTn id="96" dur="500"/>
                                        <p:tgtEl>
                                          <p:spTgt spid="13">
                                            <p:txEl>
                                              <p:pRg st="5" end="5"/>
                                            </p:txEl>
                                          </p:spTgt>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grpId="0" nodeType="clickEffect">
                                  <p:stCondLst>
                                    <p:cond delay="0"/>
                                  </p:stCondLst>
                                  <p:childTnLst>
                                    <p:set>
                                      <p:cBhvr>
                                        <p:cTn id="100" dur="1" fill="hold">
                                          <p:stCondLst>
                                            <p:cond delay="0"/>
                                          </p:stCondLst>
                                        </p:cTn>
                                        <p:tgtEl>
                                          <p:spTgt spid="13">
                                            <p:txEl>
                                              <p:pRg st="6" end="6"/>
                                            </p:txEl>
                                          </p:spTgt>
                                        </p:tgtEl>
                                        <p:attrNameLst>
                                          <p:attrName>style.visibility</p:attrName>
                                        </p:attrNameLst>
                                      </p:cBhvr>
                                      <p:to>
                                        <p:strVal val="visible"/>
                                      </p:to>
                                    </p:set>
                                    <p:animEffect transition="in" filter="wipe(left)">
                                      <p:cBhvr>
                                        <p:cTn id="101" dur="500"/>
                                        <p:tgtEl>
                                          <p:spTgt spid="13">
                                            <p:txEl>
                                              <p:pRg st="6" end="6"/>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14">
                                            <p:bg/>
                                          </p:spTgt>
                                        </p:tgtEl>
                                        <p:attrNameLst>
                                          <p:attrName>style.visibility</p:attrName>
                                        </p:attrNameLst>
                                      </p:cBhvr>
                                      <p:to>
                                        <p:strVal val="visible"/>
                                      </p:to>
                                    </p:set>
                                    <p:animEffect transition="in" filter="wipe(left)">
                                      <p:cBhvr>
                                        <p:cTn id="106" dur="500"/>
                                        <p:tgtEl>
                                          <p:spTgt spid="14">
                                            <p:bg/>
                                          </p:spTgt>
                                        </p:tgtEl>
                                      </p:cBhvr>
                                    </p:animEffect>
                                  </p:childTnLst>
                                </p:cTn>
                              </p:par>
                              <p:par>
                                <p:cTn id="107" presetID="22" presetClass="entr" presetSubtype="8" fill="hold" grpId="0" nodeType="withEffect">
                                  <p:stCondLst>
                                    <p:cond delay="0"/>
                                  </p:stCondLst>
                                  <p:childTnLst>
                                    <p:set>
                                      <p:cBhvr>
                                        <p:cTn id="108" dur="1" fill="hold">
                                          <p:stCondLst>
                                            <p:cond delay="0"/>
                                          </p:stCondLst>
                                        </p:cTn>
                                        <p:tgtEl>
                                          <p:spTgt spid="14">
                                            <p:txEl>
                                              <p:pRg st="0" end="0"/>
                                            </p:txEl>
                                          </p:spTgt>
                                        </p:tgtEl>
                                        <p:attrNameLst>
                                          <p:attrName>style.visibility</p:attrName>
                                        </p:attrNameLst>
                                      </p:cBhvr>
                                      <p:to>
                                        <p:strVal val="visible"/>
                                      </p:to>
                                    </p:set>
                                    <p:animEffect transition="in" filter="wipe(left)">
                                      <p:cBhvr>
                                        <p:cTn id="109" dur="500"/>
                                        <p:tgtEl>
                                          <p:spTgt spid="14">
                                            <p:txEl>
                                              <p:pRg st="0" end="0"/>
                                            </p:txEl>
                                          </p:spTgt>
                                        </p:tgtEl>
                                      </p:cBhvr>
                                    </p:animEffect>
                                  </p:childTnLst>
                                </p:cTn>
                              </p:par>
                            </p:childTnLst>
                          </p:cTn>
                        </p:par>
                      </p:childTnLst>
                    </p:cTn>
                  </p:par>
                  <p:par>
                    <p:cTn id="110" fill="hold">
                      <p:stCondLst>
                        <p:cond delay="indefinite"/>
                      </p:stCondLst>
                      <p:childTnLst>
                        <p:par>
                          <p:cTn id="111" fill="hold">
                            <p:stCondLst>
                              <p:cond delay="0"/>
                            </p:stCondLst>
                            <p:childTnLst>
                              <p:par>
                                <p:cTn id="112" presetID="18" presetClass="entr" presetSubtype="3" fill="hold" grpId="0" nodeType="clickEffect">
                                  <p:stCondLst>
                                    <p:cond delay="0"/>
                                  </p:stCondLst>
                                  <p:childTnLst>
                                    <p:set>
                                      <p:cBhvr>
                                        <p:cTn id="113" dur="1" fill="hold">
                                          <p:stCondLst>
                                            <p:cond delay="0"/>
                                          </p:stCondLst>
                                        </p:cTn>
                                        <p:tgtEl>
                                          <p:spTgt spid="17"/>
                                        </p:tgtEl>
                                        <p:attrNameLst>
                                          <p:attrName>style.visibility</p:attrName>
                                        </p:attrNameLst>
                                      </p:cBhvr>
                                      <p:to>
                                        <p:strVal val="visible"/>
                                      </p:to>
                                    </p:set>
                                    <p:animEffect transition="in" filter="strips(upRight)">
                                      <p:cBhvr>
                                        <p:cTn id="114" dur="500"/>
                                        <p:tgtEl>
                                          <p:spTgt spid="17"/>
                                        </p:tgtEl>
                                      </p:cBhvr>
                                    </p:animEffect>
                                  </p:childTnLst>
                                </p:cTn>
                              </p:par>
                            </p:childTnLst>
                          </p:cTn>
                        </p:par>
                        <p:par>
                          <p:cTn id="115" fill="hold">
                            <p:stCondLst>
                              <p:cond delay="500"/>
                            </p:stCondLst>
                            <p:childTnLst>
                              <p:par>
                                <p:cTn id="116" presetID="22" presetClass="entr" presetSubtype="4" fill="hold" grpId="0" nodeType="afterEffect">
                                  <p:stCondLst>
                                    <p:cond delay="0"/>
                                  </p:stCondLst>
                                  <p:childTnLst>
                                    <p:set>
                                      <p:cBhvr>
                                        <p:cTn id="117" dur="1" fill="hold">
                                          <p:stCondLst>
                                            <p:cond delay="0"/>
                                          </p:stCondLst>
                                        </p:cTn>
                                        <p:tgtEl>
                                          <p:spTgt spid="15">
                                            <p:bg/>
                                          </p:spTgt>
                                        </p:tgtEl>
                                        <p:attrNameLst>
                                          <p:attrName>style.visibility</p:attrName>
                                        </p:attrNameLst>
                                      </p:cBhvr>
                                      <p:to>
                                        <p:strVal val="visible"/>
                                      </p:to>
                                    </p:set>
                                    <p:animEffect transition="in" filter="wipe(down)">
                                      <p:cBhvr>
                                        <p:cTn id="118" dur="500"/>
                                        <p:tgtEl>
                                          <p:spTgt spid="15">
                                            <p:bg/>
                                          </p:spTgt>
                                        </p:tgtEl>
                                      </p:cBhvr>
                                    </p:animEffect>
                                  </p:childTnLst>
                                </p:cTn>
                              </p:par>
                            </p:childTnLst>
                          </p:cTn>
                        </p:par>
                        <p:par>
                          <p:cTn id="119" fill="hold">
                            <p:stCondLst>
                              <p:cond delay="1000"/>
                            </p:stCondLst>
                            <p:childTnLst>
                              <p:par>
                                <p:cTn id="120" presetID="22" presetClass="entr" presetSubtype="4" fill="hold" grpId="0" nodeType="afterEffect">
                                  <p:stCondLst>
                                    <p:cond delay="0"/>
                                  </p:stCondLst>
                                  <p:childTnLst>
                                    <p:set>
                                      <p:cBhvr>
                                        <p:cTn id="121" dur="1" fill="hold">
                                          <p:stCondLst>
                                            <p:cond delay="0"/>
                                          </p:stCondLst>
                                        </p:cTn>
                                        <p:tgtEl>
                                          <p:spTgt spid="15">
                                            <p:txEl>
                                              <p:pRg st="0" end="0"/>
                                            </p:txEl>
                                          </p:spTgt>
                                        </p:tgtEl>
                                        <p:attrNameLst>
                                          <p:attrName>style.visibility</p:attrName>
                                        </p:attrNameLst>
                                      </p:cBhvr>
                                      <p:to>
                                        <p:strVal val="visible"/>
                                      </p:to>
                                    </p:set>
                                    <p:animEffect transition="in" filter="wipe(down)">
                                      <p:cBhvr>
                                        <p:cTn id="122" dur="500"/>
                                        <p:tgtEl>
                                          <p:spTgt spid="15">
                                            <p:txEl>
                                              <p:pRg st="0" end="0"/>
                                            </p:txEl>
                                          </p:spTgt>
                                        </p:tgtEl>
                                      </p:cBhvr>
                                    </p:animEffect>
                                  </p:childTnLst>
                                </p:cTn>
                              </p:par>
                            </p:childTnLst>
                          </p:cTn>
                        </p:par>
                      </p:childTnLst>
                    </p:cTn>
                  </p:par>
                  <p:par>
                    <p:cTn id="123" fill="hold">
                      <p:stCondLst>
                        <p:cond delay="indefinite"/>
                      </p:stCondLst>
                      <p:childTnLst>
                        <p:par>
                          <p:cTn id="124" fill="hold">
                            <p:stCondLst>
                              <p:cond delay="0"/>
                            </p:stCondLst>
                            <p:childTnLst>
                              <p:par>
                                <p:cTn id="125" presetID="22" presetClass="entr" presetSubtype="8" fill="hold" grpId="0" nodeType="clickEffect">
                                  <p:stCondLst>
                                    <p:cond delay="0"/>
                                  </p:stCondLst>
                                  <p:childTnLst>
                                    <p:set>
                                      <p:cBhvr>
                                        <p:cTn id="126" dur="1" fill="hold">
                                          <p:stCondLst>
                                            <p:cond delay="0"/>
                                          </p:stCondLst>
                                        </p:cTn>
                                        <p:tgtEl>
                                          <p:spTgt spid="13">
                                            <p:txEl>
                                              <p:pRg st="2" end="2"/>
                                            </p:txEl>
                                          </p:spTgt>
                                        </p:tgtEl>
                                        <p:attrNameLst>
                                          <p:attrName>style.visibility</p:attrName>
                                        </p:attrNameLst>
                                      </p:cBhvr>
                                      <p:to>
                                        <p:strVal val="visible"/>
                                      </p:to>
                                    </p:set>
                                    <p:animEffect transition="in" filter="wipe(left)">
                                      <p:cBhvr>
                                        <p:cTn id="127" dur="500"/>
                                        <p:tgtEl>
                                          <p:spTgt spid="1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allAtOnce" animBg="1"/>
      <p:bldP spid="13" grpId="0" uiExpand="1" build="allAtOnce" animBg="1"/>
      <p:bldP spid="14" grpId="0" build="allAtOnce" animBg="1"/>
      <p:bldP spid="15" grpId="0" uiExpand="1" build="allAtOnce" animBg="1"/>
      <p:bldP spid="17"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p:cNvSpPr>
            <a:spLocks noChangeArrowheads="1"/>
          </p:cNvSpPr>
          <p:nvPr/>
        </p:nvSpPr>
        <p:spPr bwMode="auto">
          <a:xfrm>
            <a:off x="0" y="836613"/>
            <a:ext cx="8231188" cy="3679825"/>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解：</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的特征方程为</a:t>
            </a: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Tx/>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所以 </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的特征值为 </a:t>
            </a:r>
            <a:r>
              <a:rPr kumimoji="1" lang="el-GR"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λ </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1 </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2</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l-GR"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λ </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2</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 4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p>
          <a:p>
            <a:pPr marL="342900" marR="0" lvl="0" indent="-342900" algn="l" defTabSz="914400" rtl="0" eaLnBrk="1" fontAlgn="base" latinLnBrk="0" hangingPunct="1">
              <a:lnSpc>
                <a:spcPct val="100000"/>
              </a:lnSpc>
              <a:spcBef>
                <a:spcPct val="20000"/>
              </a:spcBef>
              <a:spcAft>
                <a:spcPct val="0"/>
              </a:spcAft>
              <a:buClr>
                <a:srgbClr val="000000">
                  <a:lumMod val="95000"/>
                  <a:lumOff val="5000"/>
                </a:srgbClr>
              </a:buClr>
              <a:buSzPct val="75000"/>
              <a:buFontTx/>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1</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）当 </a:t>
            </a:r>
            <a:r>
              <a:rPr kumimoji="1" lang="el-GR"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λ </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a:rPr>
              <a:t>1 </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2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时， 对应的特征向量应满足</a:t>
            </a:r>
          </a:p>
          <a:p>
            <a:pPr marL="342900" marR="0" lvl="0" indent="-342900" algn="l" defTabSz="914400" rtl="0" eaLnBrk="1" fontAlgn="base" latinLnBrk="0" hangingPunct="1">
              <a:lnSpc>
                <a:spcPct val="22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解得基础解系               ．</a:t>
            </a:r>
          </a:p>
        </p:txBody>
      </p:sp>
      <p:sp>
        <p:nvSpPr>
          <p:cNvPr id="15373" name="Rectangle 2"/>
          <p:cNvSpPr>
            <a:spLocks noChangeArrowheads="1"/>
          </p:cNvSpPr>
          <p:nvPr/>
        </p:nvSpPr>
        <p:spPr bwMode="auto">
          <a:xfrm>
            <a:off x="0" y="146050"/>
            <a:ext cx="8231188" cy="430213"/>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pitchFamily="49" charset="-122"/>
              </a:rPr>
              <a:t>例：</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求矩阵                         的特征值和特征向量．</a:t>
            </a:r>
          </a:p>
        </p:txBody>
      </p:sp>
      <p:graphicFrame>
        <p:nvGraphicFramePr>
          <p:cNvPr id="15362" name="Object 2"/>
          <p:cNvGraphicFramePr>
            <a:graphicFrameLocks noChangeAspect="1"/>
          </p:cNvGraphicFramePr>
          <p:nvPr/>
        </p:nvGraphicFramePr>
        <p:xfrm>
          <a:off x="1643063" y="-58738"/>
          <a:ext cx="1852612" cy="938213"/>
        </p:xfrm>
        <a:graphic>
          <a:graphicData uri="http://schemas.openxmlformats.org/presentationml/2006/ole">
            <mc:AlternateContent xmlns:mc="http://schemas.openxmlformats.org/markup-compatibility/2006">
              <mc:Choice xmlns:v="urn:schemas-microsoft-com:vml" Requires="v">
                <p:oleObj name="Equation" r:id="rId3" imgW="927100" imgH="469900" progId="Equation.DSMT4">
                  <p:embed/>
                </p:oleObj>
              </mc:Choice>
              <mc:Fallback>
                <p:oleObj name="Equation" r:id="rId3" imgW="927100" imgH="469900" progId="Equation.DSMT4">
                  <p:embed/>
                  <p:pic>
                    <p:nvPicPr>
                      <p:cNvPr id="15362"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3063" y="-58738"/>
                        <a:ext cx="1852612"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1972" name="Object 3"/>
          <p:cNvGraphicFramePr>
            <a:graphicFrameLocks noChangeAspect="1"/>
          </p:cNvGraphicFramePr>
          <p:nvPr/>
        </p:nvGraphicFramePr>
        <p:xfrm>
          <a:off x="69880" y="1204903"/>
          <a:ext cx="8931276" cy="938213"/>
        </p:xfrm>
        <a:graphic>
          <a:graphicData uri="http://schemas.openxmlformats.org/presentationml/2006/ole">
            <mc:AlternateContent xmlns:mc="http://schemas.openxmlformats.org/markup-compatibility/2006">
              <mc:Choice xmlns:v="urn:schemas-microsoft-com:vml" Requires="v">
                <p:oleObj name="Equation" r:id="rId5" imgW="4470120" imgH="469800" progId="Equation.DSMT4">
                  <p:embed/>
                </p:oleObj>
              </mc:Choice>
              <mc:Fallback>
                <p:oleObj name="Equation" r:id="rId5" imgW="4470120" imgH="469800" progId="Equation.DSMT4">
                  <p:embed/>
                  <p:pic>
                    <p:nvPicPr>
                      <p:cNvPr id="211972"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880" y="1204903"/>
                        <a:ext cx="8931276" cy="938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1973" name="Object 4"/>
          <p:cNvGraphicFramePr>
            <a:graphicFrameLocks noChangeAspect="1"/>
          </p:cNvGraphicFramePr>
          <p:nvPr/>
        </p:nvGraphicFramePr>
        <p:xfrm>
          <a:off x="428625" y="2857500"/>
          <a:ext cx="3273425" cy="963613"/>
        </p:xfrm>
        <a:graphic>
          <a:graphicData uri="http://schemas.openxmlformats.org/presentationml/2006/ole">
            <mc:AlternateContent xmlns:mc="http://schemas.openxmlformats.org/markup-compatibility/2006">
              <mc:Choice xmlns:v="urn:schemas-microsoft-com:vml" Requires="v">
                <p:oleObj name="Equation" r:id="rId7" imgW="1637589" imgH="482391" progId="Equation.DSMT4">
                  <p:embed/>
                </p:oleObj>
              </mc:Choice>
              <mc:Fallback>
                <p:oleObj name="Equation" r:id="rId7" imgW="1637589" imgH="482391" progId="Equation.DSMT4">
                  <p:embed/>
                  <p:pic>
                    <p:nvPicPr>
                      <p:cNvPr id="211973"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8625" y="2857500"/>
                        <a:ext cx="3273425" cy="963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1974" name="Object 5"/>
          <p:cNvGraphicFramePr>
            <a:graphicFrameLocks noChangeAspect="1"/>
          </p:cNvGraphicFramePr>
          <p:nvPr/>
        </p:nvGraphicFramePr>
        <p:xfrm>
          <a:off x="3810000" y="2857500"/>
          <a:ext cx="3121025" cy="963613"/>
        </p:xfrm>
        <a:graphic>
          <a:graphicData uri="http://schemas.openxmlformats.org/presentationml/2006/ole">
            <mc:AlternateContent xmlns:mc="http://schemas.openxmlformats.org/markup-compatibility/2006">
              <mc:Choice xmlns:v="urn:schemas-microsoft-com:vml" Requires="v">
                <p:oleObj name="Equation" r:id="rId9" imgW="1562040" imgH="482400" progId="Equation.DSMT4">
                  <p:embed/>
                </p:oleObj>
              </mc:Choice>
              <mc:Fallback>
                <p:oleObj name="Equation" r:id="rId9" imgW="1562040" imgH="482400" progId="Equation.DSMT4">
                  <p:embed/>
                  <p:pic>
                    <p:nvPicPr>
                      <p:cNvPr id="211974"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10000" y="2857500"/>
                        <a:ext cx="3121025" cy="963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1975" name="Object 6"/>
          <p:cNvGraphicFramePr>
            <a:graphicFrameLocks noChangeAspect="1"/>
          </p:cNvGraphicFramePr>
          <p:nvPr/>
        </p:nvGraphicFramePr>
        <p:xfrm>
          <a:off x="2428875" y="3776663"/>
          <a:ext cx="1141413" cy="938212"/>
        </p:xfrm>
        <a:graphic>
          <a:graphicData uri="http://schemas.openxmlformats.org/presentationml/2006/ole">
            <mc:AlternateContent xmlns:mc="http://schemas.openxmlformats.org/markup-compatibility/2006">
              <mc:Choice xmlns:v="urn:schemas-microsoft-com:vml" Requires="v">
                <p:oleObj name="Equation" r:id="rId11" imgW="571252" imgH="469696" progId="Equation.DSMT4">
                  <p:embed/>
                </p:oleObj>
              </mc:Choice>
              <mc:Fallback>
                <p:oleObj name="Equation" r:id="rId11" imgW="571252" imgH="469696" progId="Equation.DSMT4">
                  <p:embed/>
                  <p:pic>
                    <p:nvPicPr>
                      <p:cNvPr id="211975"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28875" y="3776663"/>
                        <a:ext cx="1141413" cy="9382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1976" name="Rectangle 8"/>
          <p:cNvSpPr>
            <a:spLocks noChangeArrowheads="1"/>
          </p:cNvSpPr>
          <p:nvPr/>
        </p:nvSpPr>
        <p:spPr bwMode="auto">
          <a:xfrm>
            <a:off x="3833813" y="4071938"/>
            <a:ext cx="5075237" cy="430212"/>
          </a:xfrm>
          <a:prstGeom prst="rect">
            <a:avLst/>
          </a:prstGeom>
          <a:noFill/>
          <a:ln w="9525">
            <a:noFill/>
            <a:miter lim="800000"/>
            <a:headEnd/>
            <a:tailEnd/>
          </a:ln>
        </p:spPr>
        <p:txBody>
          <a:bodyPr wrap="none">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则</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k</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a:t>
            </a:r>
            <a:r>
              <a:rPr kumimoji="1" lang="en-US" altLang="zh-CN"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k</a:t>
            </a:r>
            <a:r>
              <a:rPr kumimoji="1" lang="zh-CN" altLang="en-US"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 </a:t>
            </a:r>
            <a:r>
              <a:rPr kumimoji="1" lang="en-US" altLang="zh-CN"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a:t>
            </a:r>
            <a:r>
              <a:rPr kumimoji="1"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 </a:t>
            </a:r>
            <a:r>
              <a:rPr kumimoji="1" lang="en-US" altLang="zh-CN"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0</a:t>
            </a:r>
            <a:r>
              <a:rPr kumimoji="1"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就是对应的特征向量．</a:t>
            </a:r>
          </a:p>
        </p:txBody>
      </p:sp>
      <p:sp>
        <p:nvSpPr>
          <p:cNvPr id="15375" name="Line 15"/>
          <p:cNvSpPr>
            <a:spLocks noChangeShapeType="1"/>
          </p:cNvSpPr>
          <p:nvPr/>
        </p:nvSpPr>
        <p:spPr bwMode="auto">
          <a:xfrm>
            <a:off x="0" y="857250"/>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1" name="Rectangle 2"/>
          <p:cNvSpPr>
            <a:spLocks noChangeArrowheads="1"/>
          </p:cNvSpPr>
          <p:nvPr/>
        </p:nvSpPr>
        <p:spPr bwMode="auto">
          <a:xfrm>
            <a:off x="0" y="4635500"/>
            <a:ext cx="8231188" cy="2055813"/>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2</a:t>
            </a: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）当 </a:t>
            </a:r>
            <a:r>
              <a:rPr kumimoji="1"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λ </a:t>
            </a:r>
            <a:r>
              <a:rPr kumimoji="1"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楷体_GB2312" pitchFamily="49" charset="-122"/>
              </a:rPr>
              <a:t>2 </a:t>
            </a:r>
            <a:r>
              <a:rPr kumimoji="1"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 4 </a:t>
            </a: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时， 对应的特征向量应满足</a:t>
            </a:r>
          </a:p>
          <a:p>
            <a:pPr marL="342900" marR="0" lvl="0" indent="-342900" algn="l" defTabSz="914400" rtl="0" eaLnBrk="1" fontAlgn="base" latinLnBrk="0" hangingPunct="1">
              <a:lnSpc>
                <a:spcPct val="22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                                           </a:t>
            </a: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     解得基础解系                  ．</a:t>
            </a:r>
          </a:p>
        </p:txBody>
      </p:sp>
      <p:graphicFrame>
        <p:nvGraphicFramePr>
          <p:cNvPr id="12" name="Object 7"/>
          <p:cNvGraphicFramePr>
            <a:graphicFrameLocks noChangeAspect="1"/>
          </p:cNvGraphicFramePr>
          <p:nvPr/>
        </p:nvGraphicFramePr>
        <p:xfrm>
          <a:off x="441325" y="5014913"/>
          <a:ext cx="3273425" cy="963612"/>
        </p:xfrm>
        <a:graphic>
          <a:graphicData uri="http://schemas.openxmlformats.org/presentationml/2006/ole">
            <mc:AlternateContent xmlns:mc="http://schemas.openxmlformats.org/markup-compatibility/2006">
              <mc:Choice xmlns:v="urn:schemas-microsoft-com:vml" Requires="v">
                <p:oleObj name="Equation" r:id="rId13" imgW="1637589" imgH="482391" progId="Equation.DSMT4">
                  <p:embed/>
                </p:oleObj>
              </mc:Choice>
              <mc:Fallback>
                <p:oleObj name="Equation" r:id="rId13" imgW="1637589" imgH="482391" progId="Equation.DSMT4">
                  <p:embed/>
                  <p:pic>
                    <p:nvPicPr>
                      <p:cNvPr id="12"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325" y="5014913"/>
                        <a:ext cx="3273425" cy="963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8"/>
          <p:cNvGraphicFramePr>
            <a:graphicFrameLocks noChangeAspect="1"/>
          </p:cNvGraphicFramePr>
          <p:nvPr/>
        </p:nvGraphicFramePr>
        <p:xfrm>
          <a:off x="3929063" y="5014913"/>
          <a:ext cx="3121025" cy="963612"/>
        </p:xfrm>
        <a:graphic>
          <a:graphicData uri="http://schemas.openxmlformats.org/presentationml/2006/ole">
            <mc:AlternateContent xmlns:mc="http://schemas.openxmlformats.org/markup-compatibility/2006">
              <mc:Choice xmlns:v="urn:schemas-microsoft-com:vml" Requires="v">
                <p:oleObj name="Equation" r:id="rId15" imgW="1562040" imgH="482400" progId="Equation.DSMT4">
                  <p:embed/>
                </p:oleObj>
              </mc:Choice>
              <mc:Fallback>
                <p:oleObj name="Equation" r:id="rId15" imgW="1562040" imgH="482400" progId="Equation.DSMT4">
                  <p:embed/>
                  <p:pic>
                    <p:nvPicPr>
                      <p:cNvPr id="13" name="Object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29063" y="5014913"/>
                        <a:ext cx="3121025" cy="963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9"/>
          <p:cNvGraphicFramePr>
            <a:graphicFrameLocks noChangeAspect="1"/>
          </p:cNvGraphicFramePr>
          <p:nvPr/>
        </p:nvGraphicFramePr>
        <p:xfrm>
          <a:off x="2298700" y="5929313"/>
          <a:ext cx="1344613" cy="938212"/>
        </p:xfrm>
        <a:graphic>
          <a:graphicData uri="http://schemas.openxmlformats.org/presentationml/2006/ole">
            <mc:AlternateContent xmlns:mc="http://schemas.openxmlformats.org/markup-compatibility/2006">
              <mc:Choice xmlns:v="urn:schemas-microsoft-com:vml" Requires="v">
                <p:oleObj name="Equation" r:id="rId17" imgW="672808" imgH="469696" progId="Equation.DSMT4">
                  <p:embed/>
                </p:oleObj>
              </mc:Choice>
              <mc:Fallback>
                <p:oleObj name="Equation" r:id="rId17" imgW="672808" imgH="469696" progId="Equation.DSMT4">
                  <p:embed/>
                  <p:pic>
                    <p:nvPicPr>
                      <p:cNvPr id="14" name="Object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98700" y="5929313"/>
                        <a:ext cx="1344613" cy="9382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Rectangle 12"/>
          <p:cNvSpPr>
            <a:spLocks noChangeArrowheads="1"/>
          </p:cNvSpPr>
          <p:nvPr/>
        </p:nvSpPr>
        <p:spPr bwMode="auto">
          <a:xfrm>
            <a:off x="3854450" y="6248400"/>
            <a:ext cx="5075238" cy="430213"/>
          </a:xfrm>
          <a:prstGeom prst="rect">
            <a:avLst/>
          </a:prstGeom>
          <a:noFill/>
          <a:ln w="9525">
            <a:noFill/>
            <a:miter lim="800000"/>
            <a:headEnd/>
            <a:tailEnd/>
          </a:ln>
        </p:spPr>
        <p:txBody>
          <a:bodyPr wrap="none">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则</a:t>
            </a:r>
            <a:r>
              <a:rPr kumimoji="1"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k</a:t>
            </a:r>
            <a:r>
              <a:rPr kumimoji="1"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楷体_GB2312" pitchFamily="49" charset="-122"/>
              </a:rPr>
              <a:t>2</a:t>
            </a:r>
            <a:r>
              <a:rPr kumimoji="1"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a:t>
            </a:r>
            <a:r>
              <a:rPr kumimoji="1" lang="en-US" altLang="zh-CN"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k</a:t>
            </a:r>
            <a:r>
              <a:rPr kumimoji="1" lang="zh-CN" altLang="en-US"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 </a:t>
            </a:r>
            <a:r>
              <a:rPr kumimoji="1" lang="en-US" altLang="zh-CN"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a:t>
            </a:r>
            <a:r>
              <a:rPr kumimoji="1"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 </a:t>
            </a:r>
            <a:r>
              <a:rPr kumimoji="1" lang="en-US" altLang="zh-CN"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0</a:t>
            </a:r>
            <a:r>
              <a:rPr kumimoji="1"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a:t>
            </a:r>
            <a:r>
              <a:rPr kumimoji="1"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楷体_GB2312" pitchFamily="49" charset="-122"/>
              </a:rPr>
              <a:t>就是对应的特征向量．</a:t>
            </a:r>
          </a:p>
        </p:txBody>
      </p:sp>
      <p:sp>
        <p:nvSpPr>
          <p:cNvPr id="18" name="Text Box 28"/>
          <p:cNvSpPr txBox="1">
            <a:spLocks noChangeArrowheads="1"/>
          </p:cNvSpPr>
          <p:nvPr/>
        </p:nvSpPr>
        <p:spPr bwMode="auto">
          <a:xfrm>
            <a:off x="2143140" y="4549676"/>
            <a:ext cx="7000860" cy="230832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具体矩阵的特征值与特征向量求解方案：</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zh-CN" altLang="en-US" sz="8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150538" name="Object 10"/>
          <p:cNvGraphicFramePr>
            <a:graphicFrameLocks noChangeAspect="1"/>
          </p:cNvGraphicFramePr>
          <p:nvPr/>
        </p:nvGraphicFramePr>
        <p:xfrm>
          <a:off x="2357438" y="5214950"/>
          <a:ext cx="6970712" cy="487362"/>
        </p:xfrm>
        <a:graphic>
          <a:graphicData uri="http://schemas.openxmlformats.org/presentationml/2006/ole">
            <mc:AlternateContent xmlns:mc="http://schemas.openxmlformats.org/markup-compatibility/2006">
              <mc:Choice xmlns:v="urn:schemas-microsoft-com:vml" Requires="v">
                <p:oleObj name="Equation" r:id="rId19" imgW="3454200" imgH="241200" progId="Equation.DSMT4">
                  <p:embed/>
                </p:oleObj>
              </mc:Choice>
              <mc:Fallback>
                <p:oleObj name="Equation" r:id="rId19" imgW="3454200" imgH="241200" progId="Equation.DSMT4">
                  <p:embed/>
                  <p:pic>
                    <p:nvPicPr>
                      <p:cNvPr id="150538" name="Object 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357438" y="5214950"/>
                        <a:ext cx="6970712" cy="4873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0539" name="Object 11"/>
          <p:cNvGraphicFramePr>
            <a:graphicFrameLocks noChangeAspect="1"/>
          </p:cNvGraphicFramePr>
          <p:nvPr/>
        </p:nvGraphicFramePr>
        <p:xfrm>
          <a:off x="2357438" y="5737254"/>
          <a:ext cx="6224588" cy="461962"/>
        </p:xfrm>
        <a:graphic>
          <a:graphicData uri="http://schemas.openxmlformats.org/presentationml/2006/ole">
            <mc:AlternateContent xmlns:mc="http://schemas.openxmlformats.org/markup-compatibility/2006">
              <mc:Choice xmlns:v="urn:schemas-microsoft-com:vml" Requires="v">
                <p:oleObj name="Equation" r:id="rId21" imgW="3238200" imgH="241200" progId="Equation.DSMT4">
                  <p:embed/>
                </p:oleObj>
              </mc:Choice>
              <mc:Fallback>
                <p:oleObj name="Equation" r:id="rId21" imgW="3238200" imgH="241200" progId="Equation.DSMT4">
                  <p:embed/>
                  <p:pic>
                    <p:nvPicPr>
                      <p:cNvPr id="150539" name="Object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357438" y="5737254"/>
                        <a:ext cx="6224588" cy="4619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11"/>
          <p:cNvGraphicFramePr>
            <a:graphicFrameLocks noChangeAspect="1"/>
          </p:cNvGraphicFramePr>
          <p:nvPr/>
        </p:nvGraphicFramePr>
        <p:xfrm>
          <a:off x="2357438" y="6229373"/>
          <a:ext cx="6394450" cy="414337"/>
        </p:xfrm>
        <a:graphic>
          <a:graphicData uri="http://schemas.openxmlformats.org/presentationml/2006/ole">
            <mc:AlternateContent xmlns:mc="http://schemas.openxmlformats.org/markup-compatibility/2006">
              <mc:Choice xmlns:v="urn:schemas-microsoft-com:vml" Requires="v">
                <p:oleObj name="Equation" r:id="rId23" imgW="3327120" imgH="215640" progId="Equation.DSMT4">
                  <p:embed/>
                </p:oleObj>
              </mc:Choice>
              <mc:Fallback>
                <p:oleObj name="Equation" r:id="rId23" imgW="3327120" imgH="215640" progId="Equation.DSMT4">
                  <p:embed/>
                  <p:pic>
                    <p:nvPicPr>
                      <p:cNvPr id="19" name="Object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357438" y="6229373"/>
                        <a:ext cx="6394450" cy="414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11972"/>
                                        </p:tgtEl>
                                        <p:attrNameLst>
                                          <p:attrName>style.visibility</p:attrName>
                                        </p:attrNameLst>
                                      </p:cBhvr>
                                      <p:to>
                                        <p:strVal val="visible"/>
                                      </p:to>
                                    </p:set>
                                    <p:animEffect transition="in" filter="wipe(left)">
                                      <p:cBhvr>
                                        <p:cTn id="12" dur="500"/>
                                        <p:tgtEl>
                                          <p:spTgt spid="21197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10">
                                            <p:txEl>
                                              <p:pRg st="3" end="3"/>
                                            </p:txEl>
                                          </p:spTgt>
                                        </p:tgtEl>
                                        <p:attrNameLst>
                                          <p:attrName>style.visibility</p:attrName>
                                        </p:attrNameLst>
                                      </p:cBhvr>
                                      <p:to>
                                        <p:strVal val="visible"/>
                                      </p:to>
                                    </p:set>
                                    <p:animEffect transition="in" filter="wipe(left)">
                                      <p:cBhvr>
                                        <p:cTn id="17" dur="500"/>
                                        <p:tgtEl>
                                          <p:spTgt spid="10">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
                                            <p:txEl>
                                              <p:pRg st="4" end="4"/>
                                            </p:txEl>
                                          </p:spTgt>
                                        </p:tgtEl>
                                        <p:attrNameLst>
                                          <p:attrName>style.visibility</p:attrName>
                                        </p:attrNameLst>
                                      </p:cBhvr>
                                      <p:to>
                                        <p:strVal val="visible"/>
                                      </p:to>
                                    </p:set>
                                    <p:animEffect transition="in" filter="wipe(left)">
                                      <p:cBhvr>
                                        <p:cTn id="22" dur="500"/>
                                        <p:tgtEl>
                                          <p:spTgt spid="10">
                                            <p:txEl>
                                              <p:pRg st="4" end="4"/>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11">
                                            <p:txEl>
                                              <p:pRg st="0" end="0"/>
                                            </p:txEl>
                                          </p:spTgt>
                                        </p:tgtEl>
                                        <p:attrNameLst>
                                          <p:attrName>style.visibility</p:attrName>
                                        </p:attrNameLst>
                                      </p:cBhvr>
                                      <p:to>
                                        <p:strVal val="visible"/>
                                      </p:to>
                                    </p:set>
                                    <p:animEffect transition="in" filter="wipe(left)">
                                      <p:cBhvr>
                                        <p:cTn id="25" dur="500"/>
                                        <p:tgtEl>
                                          <p:spTgt spid="11">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11973"/>
                                        </p:tgtEl>
                                        <p:attrNameLst>
                                          <p:attrName>style.visibility</p:attrName>
                                        </p:attrNameLst>
                                      </p:cBhvr>
                                      <p:to>
                                        <p:strVal val="visible"/>
                                      </p:to>
                                    </p:set>
                                    <p:animEffect transition="in" filter="wipe(left)">
                                      <p:cBhvr>
                                        <p:cTn id="30" dur="500"/>
                                        <p:tgtEl>
                                          <p:spTgt spid="211973"/>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11974"/>
                                        </p:tgtEl>
                                        <p:attrNameLst>
                                          <p:attrName>style.visibility</p:attrName>
                                        </p:attrNameLst>
                                      </p:cBhvr>
                                      <p:to>
                                        <p:strVal val="visible"/>
                                      </p:to>
                                    </p:set>
                                    <p:animEffect transition="in" filter="wipe(left)">
                                      <p:cBhvr>
                                        <p:cTn id="35" dur="500"/>
                                        <p:tgtEl>
                                          <p:spTgt spid="211974"/>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10">
                                            <p:txEl>
                                              <p:pRg st="7" end="7"/>
                                            </p:txEl>
                                          </p:spTgt>
                                        </p:tgtEl>
                                        <p:attrNameLst>
                                          <p:attrName>style.visibility</p:attrName>
                                        </p:attrNameLst>
                                      </p:cBhvr>
                                      <p:to>
                                        <p:strVal val="visible"/>
                                      </p:to>
                                    </p:set>
                                    <p:animEffect transition="in" filter="wipe(left)">
                                      <p:cBhvr>
                                        <p:cTn id="40" dur="500"/>
                                        <p:tgtEl>
                                          <p:spTgt spid="10">
                                            <p:txEl>
                                              <p:pRg st="7" end="7"/>
                                            </p:txEl>
                                          </p:spTgt>
                                        </p:tgtEl>
                                      </p:cBhvr>
                                    </p:animEffect>
                                  </p:childTnLst>
                                </p:cTn>
                              </p:par>
                              <p:par>
                                <p:cTn id="41" presetID="22" presetClass="entr" presetSubtype="8" fill="hold" nodeType="withEffect">
                                  <p:stCondLst>
                                    <p:cond delay="0"/>
                                  </p:stCondLst>
                                  <p:childTnLst>
                                    <p:set>
                                      <p:cBhvr>
                                        <p:cTn id="42" dur="1" fill="hold">
                                          <p:stCondLst>
                                            <p:cond delay="0"/>
                                          </p:stCondLst>
                                        </p:cTn>
                                        <p:tgtEl>
                                          <p:spTgt spid="211975"/>
                                        </p:tgtEl>
                                        <p:attrNameLst>
                                          <p:attrName>style.visibility</p:attrName>
                                        </p:attrNameLst>
                                      </p:cBhvr>
                                      <p:to>
                                        <p:strVal val="visible"/>
                                      </p:to>
                                    </p:set>
                                    <p:animEffect transition="in" filter="wipe(left)">
                                      <p:cBhvr>
                                        <p:cTn id="43" dur="500"/>
                                        <p:tgtEl>
                                          <p:spTgt spid="211975"/>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11976"/>
                                        </p:tgtEl>
                                        <p:attrNameLst>
                                          <p:attrName>style.visibility</p:attrName>
                                        </p:attrNameLst>
                                      </p:cBhvr>
                                      <p:to>
                                        <p:strVal val="visible"/>
                                      </p:to>
                                    </p:set>
                                    <p:animEffect transition="in" filter="wipe(left)">
                                      <p:cBhvr>
                                        <p:cTn id="48" dur="500"/>
                                        <p:tgtEl>
                                          <p:spTgt spid="211976"/>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wipe(left)">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wipe(left)">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1">
                                            <p:txEl>
                                              <p:pRg st="3" end="3"/>
                                            </p:txEl>
                                          </p:spTgt>
                                        </p:tgtEl>
                                        <p:attrNameLst>
                                          <p:attrName>style.visibility</p:attrName>
                                        </p:attrNameLst>
                                      </p:cBhvr>
                                      <p:to>
                                        <p:strVal val="visible"/>
                                      </p:to>
                                    </p:set>
                                    <p:animEffect transition="in" filter="wipe(left)">
                                      <p:cBhvr>
                                        <p:cTn id="63" dur="500"/>
                                        <p:tgtEl>
                                          <p:spTgt spid="11">
                                            <p:txEl>
                                              <p:pRg st="3" end="3"/>
                                            </p:txEl>
                                          </p:spTgt>
                                        </p:tgtEl>
                                      </p:cBhvr>
                                    </p:animEffect>
                                  </p:childTnLst>
                                </p:cTn>
                              </p:par>
                              <p:par>
                                <p:cTn id="64" presetID="22" presetClass="entr" presetSubtype="8" fill="hold" nodeType="with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wipe(left)">
                                      <p:cBhvr>
                                        <p:cTn id="66" dur="500"/>
                                        <p:tgtEl>
                                          <p:spTgt spid="14"/>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15"/>
                                        </p:tgtEl>
                                        <p:attrNameLst>
                                          <p:attrName>style.visibility</p:attrName>
                                        </p:attrNameLst>
                                      </p:cBhvr>
                                      <p:to>
                                        <p:strVal val="visible"/>
                                      </p:to>
                                    </p:set>
                                    <p:animEffect transition="in" filter="wipe(left)">
                                      <p:cBhvr>
                                        <p:cTn id="71" dur="500"/>
                                        <p:tgtEl>
                                          <p:spTgt spid="15"/>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18">
                                            <p:bg/>
                                          </p:spTgt>
                                        </p:tgtEl>
                                        <p:attrNameLst>
                                          <p:attrName>style.visibility</p:attrName>
                                        </p:attrNameLst>
                                      </p:cBhvr>
                                      <p:to>
                                        <p:strVal val="visible"/>
                                      </p:to>
                                    </p:set>
                                    <p:animEffect transition="in" filter="wipe(left)">
                                      <p:cBhvr>
                                        <p:cTn id="76" dur="500"/>
                                        <p:tgtEl>
                                          <p:spTgt spid="18">
                                            <p:bg/>
                                          </p:spTgt>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18">
                                            <p:txEl>
                                              <p:pRg st="0" end="0"/>
                                            </p:txEl>
                                          </p:spTgt>
                                        </p:tgtEl>
                                        <p:attrNameLst>
                                          <p:attrName>style.visibility</p:attrName>
                                        </p:attrNameLst>
                                      </p:cBhvr>
                                      <p:to>
                                        <p:strVal val="visible"/>
                                      </p:to>
                                    </p:set>
                                    <p:animEffect transition="in" filter="wipe(left)">
                                      <p:cBhvr>
                                        <p:cTn id="79" dur="500"/>
                                        <p:tgtEl>
                                          <p:spTgt spid="18">
                                            <p:txEl>
                                              <p:pRg st="0" end="0"/>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150538"/>
                                        </p:tgtEl>
                                        <p:attrNameLst>
                                          <p:attrName>style.visibility</p:attrName>
                                        </p:attrNameLst>
                                      </p:cBhvr>
                                      <p:to>
                                        <p:strVal val="visible"/>
                                      </p:to>
                                    </p:set>
                                    <p:animEffect transition="in" filter="wipe(left)">
                                      <p:cBhvr>
                                        <p:cTn id="84" dur="500"/>
                                        <p:tgtEl>
                                          <p:spTgt spid="150538"/>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nodeType="clickEffect">
                                  <p:stCondLst>
                                    <p:cond delay="0"/>
                                  </p:stCondLst>
                                  <p:childTnLst>
                                    <p:set>
                                      <p:cBhvr>
                                        <p:cTn id="88" dur="1" fill="hold">
                                          <p:stCondLst>
                                            <p:cond delay="0"/>
                                          </p:stCondLst>
                                        </p:cTn>
                                        <p:tgtEl>
                                          <p:spTgt spid="150539"/>
                                        </p:tgtEl>
                                        <p:attrNameLst>
                                          <p:attrName>style.visibility</p:attrName>
                                        </p:attrNameLst>
                                      </p:cBhvr>
                                      <p:to>
                                        <p:strVal val="visible"/>
                                      </p:to>
                                    </p:set>
                                    <p:animEffect transition="in" filter="wipe(left)">
                                      <p:cBhvr>
                                        <p:cTn id="89" dur="500"/>
                                        <p:tgtEl>
                                          <p:spTgt spid="150539"/>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nodeType="clickEffect">
                                  <p:stCondLst>
                                    <p:cond delay="0"/>
                                  </p:stCondLst>
                                  <p:childTnLst>
                                    <p:set>
                                      <p:cBhvr>
                                        <p:cTn id="93" dur="1" fill="hold">
                                          <p:stCondLst>
                                            <p:cond delay="0"/>
                                          </p:stCondLst>
                                        </p:cTn>
                                        <p:tgtEl>
                                          <p:spTgt spid="19"/>
                                        </p:tgtEl>
                                        <p:attrNameLst>
                                          <p:attrName>style.visibility</p:attrName>
                                        </p:attrNameLst>
                                      </p:cBhvr>
                                      <p:to>
                                        <p:strVal val="visible"/>
                                      </p:to>
                                    </p:set>
                                    <p:animEffect transition="in" filter="wipe(left)">
                                      <p:cBhvr>
                                        <p:cTn id="9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976" grpId="0"/>
      <p:bldP spid="15" grpId="0"/>
      <p:bldP spid="18" grpId="0" build="allAtOnce"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393" name="Object 9"/>
          <p:cNvGraphicFramePr>
            <a:graphicFrameLocks noChangeAspect="1"/>
          </p:cNvGraphicFramePr>
          <p:nvPr/>
        </p:nvGraphicFramePr>
        <p:xfrm>
          <a:off x="665163" y="1071546"/>
          <a:ext cx="3884612" cy="1658938"/>
        </p:xfrm>
        <a:graphic>
          <a:graphicData uri="http://schemas.openxmlformats.org/presentationml/2006/ole">
            <mc:AlternateContent xmlns:mc="http://schemas.openxmlformats.org/markup-compatibility/2006">
              <mc:Choice xmlns:v="urn:schemas-microsoft-com:vml" Requires="v">
                <p:oleObj name="Equation" r:id="rId3" imgW="2997000" imgH="1002960" progId="Equation.DSMT4">
                  <p:embed/>
                </p:oleObj>
              </mc:Choice>
              <mc:Fallback>
                <p:oleObj name="Equation" r:id="rId3" imgW="2997000" imgH="1002960" progId="Equation.DSMT4">
                  <p:embed/>
                  <p:pic>
                    <p:nvPicPr>
                      <p:cNvPr id="16393"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5163" y="1071546"/>
                        <a:ext cx="3884612" cy="16589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394" name="Object 10"/>
          <p:cNvGraphicFramePr>
            <a:graphicFrameLocks noChangeAspect="1"/>
          </p:cNvGraphicFramePr>
          <p:nvPr/>
        </p:nvGraphicFramePr>
        <p:xfrm>
          <a:off x="3963988" y="2305050"/>
          <a:ext cx="5216525" cy="527050"/>
        </p:xfrm>
        <a:graphic>
          <a:graphicData uri="http://schemas.openxmlformats.org/presentationml/2006/ole">
            <mc:AlternateContent xmlns:mc="http://schemas.openxmlformats.org/markup-compatibility/2006">
              <mc:Choice xmlns:v="urn:schemas-microsoft-com:vml" Requires="v">
                <p:oleObj name="Equation" r:id="rId5" imgW="3682800" imgH="317160" progId="Equation.DSMT4">
                  <p:embed/>
                </p:oleObj>
              </mc:Choice>
              <mc:Fallback>
                <p:oleObj name="Equation" r:id="rId5" imgW="3682800" imgH="317160" progId="Equation.DSMT4">
                  <p:embed/>
                  <p:pic>
                    <p:nvPicPr>
                      <p:cNvPr id="16394"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3988" y="2305050"/>
                        <a:ext cx="5216525" cy="527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395" name="Object 11"/>
          <p:cNvGraphicFramePr>
            <a:graphicFrameLocks noChangeAspect="1"/>
          </p:cNvGraphicFramePr>
          <p:nvPr/>
        </p:nvGraphicFramePr>
        <p:xfrm>
          <a:off x="4460875" y="1519238"/>
          <a:ext cx="4724400" cy="525462"/>
        </p:xfrm>
        <a:graphic>
          <a:graphicData uri="http://schemas.openxmlformats.org/presentationml/2006/ole">
            <mc:AlternateContent xmlns:mc="http://schemas.openxmlformats.org/markup-compatibility/2006">
              <mc:Choice xmlns:v="urn:schemas-microsoft-com:vml" Requires="v">
                <p:oleObj name="Equation" r:id="rId7" imgW="2958840" imgH="317160" progId="Equation.DSMT4">
                  <p:embed/>
                </p:oleObj>
              </mc:Choice>
              <mc:Fallback>
                <p:oleObj name="Equation" r:id="rId7" imgW="2958840" imgH="317160" progId="Equation.DSMT4">
                  <p:embed/>
                  <p:pic>
                    <p:nvPicPr>
                      <p:cNvPr id="16395"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60875" y="1519238"/>
                        <a:ext cx="4724400" cy="5254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396" name="Object 12"/>
          <p:cNvGraphicFramePr>
            <a:graphicFrameLocks noChangeAspect="1"/>
          </p:cNvGraphicFramePr>
          <p:nvPr/>
        </p:nvGraphicFramePr>
        <p:xfrm>
          <a:off x="704850" y="2801939"/>
          <a:ext cx="4535488" cy="841375"/>
        </p:xfrm>
        <a:graphic>
          <a:graphicData uri="http://schemas.openxmlformats.org/presentationml/2006/ole">
            <mc:AlternateContent xmlns:mc="http://schemas.openxmlformats.org/markup-compatibility/2006">
              <mc:Choice xmlns:v="urn:schemas-microsoft-com:vml" Requires="v">
                <p:oleObj name="Equation" r:id="rId9" imgW="2743200" imgH="507960" progId="Equation.DSMT4">
                  <p:embed/>
                </p:oleObj>
              </mc:Choice>
              <mc:Fallback>
                <p:oleObj name="Equation" r:id="rId9" imgW="2743200" imgH="507960" progId="Equation.DSMT4">
                  <p:embed/>
                  <p:pic>
                    <p:nvPicPr>
                      <p:cNvPr id="16396"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850" y="2801939"/>
                        <a:ext cx="4535488" cy="841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Rectangle 3"/>
          <p:cNvSpPr txBox="1">
            <a:spLocks noChangeArrowheads="1"/>
          </p:cNvSpPr>
          <p:nvPr/>
        </p:nvSpPr>
        <p:spPr>
          <a:xfrm>
            <a:off x="636588" y="928688"/>
            <a:ext cx="8507412" cy="407291"/>
          </a:xfrm>
          <a:prstGeom prst="rect">
            <a:avLst/>
          </a:prstGeom>
        </p:spPr>
        <p:txBody>
          <a:bodyPr>
            <a:spAutoFit/>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特征多项式  与  特征方程：</a:t>
            </a:r>
            <a:endParaRPr kumimoji="1" lang="en-US" altLang="zh-CN" sz="20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5" name="Text Box 8"/>
          <p:cNvSpPr txBox="1">
            <a:spLocks noChangeArrowheads="1"/>
          </p:cNvSpPr>
          <p:nvPr/>
        </p:nvSpPr>
        <p:spPr bwMode="auto">
          <a:xfrm>
            <a:off x="942975" y="1549400"/>
            <a:ext cx="7637463" cy="1985963"/>
          </a:xfrm>
          <a:prstGeom prst="rect">
            <a:avLst/>
          </a:prstGeom>
          <a:solidFill>
            <a:srgbClr val="FFFF99"/>
          </a:solidFill>
          <a:ln w="57150">
            <a:solidFill>
              <a:schemeClr val="bg2">
                <a:lumMod val="75000"/>
              </a:schemeClr>
            </a:solidFill>
            <a:miter lim="800000"/>
            <a:headEnd/>
            <a:tailEnd/>
          </a:ln>
        </p:spPr>
        <p:txBody>
          <a:bodyPr vert="eaVert" anchor="b"/>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080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特征方程</a:t>
            </a:r>
          </a:p>
        </p:txBody>
      </p:sp>
      <p:sp>
        <p:nvSpPr>
          <p:cNvPr id="16" name="Text Box 7"/>
          <p:cNvSpPr txBox="1">
            <a:spLocks noChangeArrowheads="1"/>
          </p:cNvSpPr>
          <p:nvPr/>
        </p:nvSpPr>
        <p:spPr bwMode="auto">
          <a:xfrm>
            <a:off x="1593850" y="1643063"/>
            <a:ext cx="6478588" cy="1808162"/>
          </a:xfrm>
          <a:prstGeom prst="rect">
            <a:avLst/>
          </a:prstGeom>
          <a:solidFill>
            <a:srgbClr val="006600"/>
          </a:solidFill>
          <a:ln w="28575">
            <a:solidFill>
              <a:srgbClr val="FF0000"/>
            </a:solidFill>
            <a:miter lim="800000"/>
            <a:headEnd/>
            <a:tailEnd/>
          </a:ln>
        </p:spPr>
        <p:txBody>
          <a:bodyPr vert="eaVert" anchor="b"/>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特征多项式</a:t>
            </a:r>
          </a:p>
        </p:txBody>
      </p:sp>
      <p:graphicFrame>
        <p:nvGraphicFramePr>
          <p:cNvPr id="16386" name="Object 2"/>
          <p:cNvGraphicFramePr>
            <a:graphicFrameLocks noChangeAspect="1"/>
          </p:cNvGraphicFramePr>
          <p:nvPr/>
        </p:nvGraphicFramePr>
        <p:xfrm>
          <a:off x="3071813" y="1663700"/>
          <a:ext cx="5511800" cy="1781175"/>
        </p:xfrm>
        <a:graphic>
          <a:graphicData uri="http://schemas.openxmlformats.org/presentationml/2006/ole">
            <mc:AlternateContent xmlns:mc="http://schemas.openxmlformats.org/markup-compatibility/2006">
              <mc:Choice xmlns:v="urn:schemas-microsoft-com:vml" Requires="v">
                <p:oleObj name="Equation" r:id="rId11" imgW="2908080" imgH="939600" progId="Equation.DSMT4">
                  <p:embed/>
                </p:oleObj>
              </mc:Choice>
              <mc:Fallback>
                <p:oleObj name="Equation" r:id="rId11" imgW="2908080" imgH="939600" progId="Equation.DSMT4">
                  <p:embed/>
                  <p:pic>
                    <p:nvPicPr>
                      <p:cNvPr id="16386" name="Object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71813" y="1663700"/>
                        <a:ext cx="5511800" cy="1781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3"/>
          <p:cNvGraphicFramePr>
            <a:graphicFrameLocks noChangeAspect="1"/>
          </p:cNvGraphicFramePr>
          <p:nvPr/>
        </p:nvGraphicFramePr>
        <p:xfrm>
          <a:off x="2143125" y="2306638"/>
          <a:ext cx="1011238" cy="481012"/>
        </p:xfrm>
        <a:graphic>
          <a:graphicData uri="http://schemas.openxmlformats.org/presentationml/2006/ole">
            <mc:AlternateContent xmlns:mc="http://schemas.openxmlformats.org/markup-compatibility/2006">
              <mc:Choice xmlns:v="urn:schemas-microsoft-com:vml" Requires="v">
                <p:oleObj name="Equation" r:id="rId13" imgW="533160" imgH="253800" progId="Equation.DSMT4">
                  <p:embed/>
                </p:oleObj>
              </mc:Choice>
              <mc:Fallback>
                <p:oleObj name="Equation" r:id="rId13" imgW="533160" imgH="253800" progId="Equation.DSMT4">
                  <p:embed/>
                  <p:pic>
                    <p:nvPicPr>
                      <p:cNvPr id="19" name="Object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43125" y="2306638"/>
                        <a:ext cx="1011238" cy="481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AutoShape 5"/>
          <p:cNvSpPr>
            <a:spLocks noChangeArrowheads="1"/>
          </p:cNvSpPr>
          <p:nvPr/>
        </p:nvSpPr>
        <p:spPr bwMode="auto">
          <a:xfrm>
            <a:off x="714348" y="3643314"/>
            <a:ext cx="8429652" cy="3214686"/>
          </a:xfrm>
          <a:prstGeom prst="roundRect">
            <a:avLst>
              <a:gd name="adj" fmla="val 4646"/>
            </a:avLst>
          </a:prstGeom>
          <a:solidFill>
            <a:schemeClr val="accent1"/>
          </a:solidFill>
          <a:ln w="28575">
            <a:solidFill>
              <a:schemeClr val="accent2"/>
            </a:solidFill>
            <a:round/>
            <a:headEnd/>
            <a:tailEnd/>
          </a:ln>
          <a:effectLst/>
        </p:spPr>
        <p:txBody>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性质：</a:t>
            </a:r>
            <a:endPar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特征多项式</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f(</a:t>
            </a:r>
            <a:r>
              <a:rPr kumimoji="1" lang="el-GR"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 λ</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为</a:t>
            </a: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n</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次多项式</a:t>
            </a: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在复数范围内 有 </a:t>
            </a: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n </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个特征值 </a:t>
            </a: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重根按重数计</a:t>
            </a: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p>
          <a:p>
            <a:pPr marL="0" marR="0" lvl="0" indent="0" algn="l" defTabSz="914400" rtl="0" eaLnBrk="1" fontAlgn="base" latinLnBrk="0" hangingPunct="1">
              <a:lnSpc>
                <a:spcPct val="110000"/>
              </a:lnSpc>
              <a:spcBef>
                <a:spcPct val="0"/>
              </a:spcBef>
              <a:spcAft>
                <a:spcPct val="0"/>
              </a:spcAft>
              <a:buClr>
                <a:srgbClr val="0000FF"/>
              </a:buClr>
              <a:buSzTx/>
              <a:buFontTx/>
              <a:buNone/>
              <a:tabLst/>
              <a:defRPr/>
            </a:pPr>
            <a:r>
              <a:rPr kumimoji="1" lang="en-US"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设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n </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阶矩阵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的特征值为 </a:t>
            </a:r>
            <a:r>
              <a:rPr kumimoji="1" lang="el-GR"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 </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l-GR" altLang="zh-CN" sz="18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 </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t>
            </a: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n</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，则</a:t>
            </a:r>
          </a:p>
          <a:p>
            <a:pPr marL="446088" marR="0" lvl="0" indent="-446088" algn="l" defTabSz="914400" rtl="0" eaLnBrk="1" fontAlgn="base" latinLnBrk="0" hangingPunct="1">
              <a:lnSpc>
                <a:spcPct val="110000"/>
              </a:lnSpc>
              <a:spcBef>
                <a:spcPct val="0"/>
              </a:spcBef>
              <a:spcAft>
                <a:spcPct val="0"/>
              </a:spcAft>
              <a:buClr>
                <a:srgbClr val="010199">
                  <a:lumMod val="75000"/>
                </a:srgbClr>
              </a:buClr>
              <a:buSzTx/>
              <a:buFont typeface="Wingdings" pitchFamily="2" charset="2"/>
              <a:buChar char="Ø"/>
              <a:tabLst/>
              <a:defRPr/>
            </a:pP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 </a:t>
            </a: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11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22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 </a:t>
            </a:r>
            <a:r>
              <a:rPr kumimoji="1" lang="en-US" altLang="zh-CN" sz="18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1800" b="1" i="0" u="none" strike="noStrike" kern="1200" cap="none" spc="0" normalizeH="0" baseline="-25000" noProof="0" dirty="0" err="1">
                <a:ln>
                  <a:noFill/>
                </a:ln>
                <a:solidFill>
                  <a:srgbClr val="010199">
                    <a:lumMod val="75000"/>
                  </a:srgbClr>
                </a:solidFill>
                <a:effectLst/>
                <a:uLnTx/>
                <a:uFillTx/>
                <a:latin typeface="微软雅黑" pitchFamily="34" charset="-122"/>
                <a:ea typeface="微软雅黑" pitchFamily="34" charset="-122"/>
                <a:cs typeface="+mn-cs"/>
              </a:rPr>
              <a:t>nn</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p>
          <a:p>
            <a:pPr marL="446088" marR="0" lvl="0" indent="-446088" algn="l" defTabSz="914400" rtl="0" eaLnBrk="1" fontAlgn="base" latinLnBrk="0" hangingPunct="1">
              <a:lnSpc>
                <a:spcPct val="110000"/>
              </a:lnSpc>
              <a:spcBef>
                <a:spcPct val="0"/>
              </a:spcBef>
              <a:spcAft>
                <a:spcPct val="0"/>
              </a:spcAft>
              <a:buClr>
                <a:srgbClr val="010199">
                  <a:lumMod val="75000"/>
                </a:srgbClr>
              </a:buClr>
              <a:buSzTx/>
              <a:buFont typeface="Wingdings" pitchFamily="2" charset="2"/>
              <a:buChar char="Ø"/>
              <a:tabLst/>
              <a:defRPr/>
            </a:pP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1 </a:t>
            </a: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2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l-GR"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a:ln>
                  <a:noFill/>
                </a:ln>
                <a:solidFill>
                  <a:srgbClr val="010199">
                    <a:lumMod val="75000"/>
                  </a:srgbClr>
                </a:solidFill>
                <a:effectLst/>
                <a:uLnTx/>
                <a:uFillTx/>
                <a:latin typeface="微软雅黑" pitchFamily="34" charset="-122"/>
                <a:ea typeface="微软雅黑" pitchFamily="34" charset="-122"/>
                <a:cs typeface="+mn-cs"/>
              </a:rPr>
              <a:t>n</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a:t>
            </a: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3、A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可逆</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的特征值   全       不    为零</a:t>
            </a: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不可逆</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t>
            </a: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a:t>
            </a:r>
            <a:r>
              <a:rPr kumimoji="1" lang="zh-CN" altLang="en-US"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的特征值  至少 有一个 为零</a:t>
            </a:r>
            <a:endPar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r>
              <a:rPr kumimoji="1" lang="en-US" altLang="zh-CN" sz="18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4、</a:t>
            </a: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3" name="矩形 12"/>
          <p:cNvSpPr/>
          <p:nvPr/>
        </p:nvSpPr>
        <p:spPr>
          <a:xfrm>
            <a:off x="2987824" y="4951444"/>
            <a:ext cx="1829346" cy="369332"/>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 </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f(</a:t>
            </a:r>
            <a:r>
              <a:rPr kumimoji="1" lang="el-GR"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 λ</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t>
            </a:r>
            <a:r>
              <a:rPr kumimoji="1" lang="zh-CN" altLang="en-US"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的常数项</a:t>
            </a:r>
            <a:endParaRPr kumimoji="1" lang="zh-CN" altLang="en-US" sz="1800" b="0" i="0" u="none" strike="noStrike" kern="1200" cap="none" spc="0" normalizeH="0" baseline="0" noProof="0" dirty="0">
              <a:ln>
                <a:noFill/>
              </a:ln>
              <a:solidFill>
                <a:srgbClr val="0000FF"/>
              </a:solidFill>
              <a:effectLst/>
              <a:uLnTx/>
              <a:uFillTx/>
              <a:latin typeface="Times New Roman" pitchFamily="18" charset="0"/>
              <a:ea typeface="宋体" pitchFamily="2" charset="-122"/>
              <a:cs typeface="+mn-cs"/>
            </a:endParaRPr>
          </a:p>
        </p:txBody>
      </p:sp>
      <p:graphicFrame>
        <p:nvGraphicFramePr>
          <p:cNvPr id="14" name="Object 2"/>
          <p:cNvGraphicFramePr>
            <a:graphicFrameLocks noChangeAspect="1"/>
          </p:cNvGraphicFramePr>
          <p:nvPr/>
        </p:nvGraphicFramePr>
        <p:xfrm>
          <a:off x="3275856" y="5877272"/>
          <a:ext cx="5087937" cy="1009650"/>
        </p:xfrm>
        <a:graphic>
          <a:graphicData uri="http://schemas.openxmlformats.org/presentationml/2006/ole">
            <mc:AlternateContent xmlns:mc="http://schemas.openxmlformats.org/markup-compatibility/2006">
              <mc:Choice xmlns:v="urn:schemas-microsoft-com:vml" Requires="v">
                <p:oleObj name="Equation" r:id="rId15" imgW="3720960" imgH="736560" progId="Equation.DSMT4">
                  <p:embed/>
                </p:oleObj>
              </mc:Choice>
              <mc:Fallback>
                <p:oleObj name="Equation" r:id="rId15" imgW="3720960" imgH="736560" progId="Equation.DSMT4">
                  <p:embed/>
                  <p:pic>
                    <p:nvPicPr>
                      <p:cNvPr id="14" name="Object 2"/>
                      <p:cNvPicPr>
                        <a:picLocks noChangeAspect="1" noChangeArrowheads="1"/>
                      </p:cNvPicPr>
                      <p:nvPr/>
                    </p:nvPicPr>
                    <p:blipFill>
                      <a:blip r:embed="rId16"/>
                      <a:srcRect/>
                      <a:stretch>
                        <a:fillRect/>
                      </a:stretch>
                    </p:blipFill>
                    <p:spPr bwMode="auto">
                      <a:xfrm>
                        <a:off x="3275856" y="5877272"/>
                        <a:ext cx="5087937" cy="1009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2"/>
          <p:cNvGraphicFramePr>
            <a:graphicFrameLocks noChangeAspect="1"/>
          </p:cNvGraphicFramePr>
          <p:nvPr/>
        </p:nvGraphicFramePr>
        <p:xfrm>
          <a:off x="1259632" y="6177681"/>
          <a:ext cx="2030413" cy="347663"/>
        </p:xfrm>
        <a:graphic>
          <a:graphicData uri="http://schemas.openxmlformats.org/presentationml/2006/ole">
            <mc:AlternateContent xmlns:mc="http://schemas.openxmlformats.org/markup-compatibility/2006">
              <mc:Choice xmlns:v="urn:schemas-microsoft-com:vml" Requires="v">
                <p:oleObj name="Equation" r:id="rId17" imgW="1485720" imgH="253800" progId="Equation.DSMT4">
                  <p:embed/>
                </p:oleObj>
              </mc:Choice>
              <mc:Fallback>
                <p:oleObj name="Equation" r:id="rId17" imgW="1485720" imgH="253800" progId="Equation.DSMT4">
                  <p:embed/>
                  <p:pic>
                    <p:nvPicPr>
                      <p:cNvPr id="21" name="Object 2"/>
                      <p:cNvPicPr>
                        <a:picLocks noChangeAspect="1" noChangeArrowheads="1"/>
                      </p:cNvPicPr>
                      <p:nvPr/>
                    </p:nvPicPr>
                    <p:blipFill>
                      <a:blip r:embed="rId18"/>
                      <a:srcRect/>
                      <a:stretch>
                        <a:fillRect/>
                      </a:stretch>
                    </p:blipFill>
                    <p:spPr bwMode="auto">
                      <a:xfrm>
                        <a:off x="1259632" y="6177681"/>
                        <a:ext cx="2030413" cy="3476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 name="文本框 3">
            <a:extLst>
              <a:ext uri="{FF2B5EF4-FFF2-40B4-BE49-F238E27FC236}">
                <a16:creationId xmlns:a16="http://schemas.microsoft.com/office/drawing/2014/main" id="{499DDD7C-C00C-0BC3-3A92-560718C47AB6}"/>
              </a:ext>
            </a:extLst>
          </p:cNvPr>
          <p:cNvSpPr txBox="1"/>
          <p:nvPr/>
        </p:nvSpPr>
        <p:spPr>
          <a:xfrm>
            <a:off x="5436096" y="4647944"/>
            <a:ext cx="1316474" cy="369332"/>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010199">
                    <a:lumMod val="75000"/>
                  </a:srgbClr>
                </a:solidFill>
                <a:effectLst/>
                <a:highlight>
                  <a:srgbClr val="FF0000"/>
                </a:highlight>
                <a:uLnTx/>
                <a:uFillTx/>
                <a:latin typeface="微软雅黑" pitchFamily="34" charset="-122"/>
                <a:ea typeface="微软雅黑" pitchFamily="34" charset="-122"/>
                <a:cs typeface="+mn-cs"/>
              </a:rPr>
              <a:t>= tr(A)</a:t>
            </a:r>
            <a:endParaRPr kumimoji="1" lang="zh-CN" altLang="en-US" sz="1800" b="0" i="0" u="none" strike="noStrike" kern="1200" cap="none" spc="0" normalizeH="0" baseline="0" noProof="0" dirty="0">
              <a:ln>
                <a:noFill/>
              </a:ln>
              <a:solidFill>
                <a:srgbClr val="FFFFCC"/>
              </a:solidFill>
              <a:effectLst/>
              <a:highlight>
                <a:srgbClr val="FF0000"/>
              </a:highlight>
              <a:uLnTx/>
              <a:uFillTx/>
              <a:latin typeface="Times New Roman" pitchFamily="18" charset="0"/>
              <a:ea typeface="宋体" pitchFamily="2" charset="-122"/>
              <a:cs typeface="+mn-cs"/>
            </a:endParaRPr>
          </a:p>
        </p:txBody>
      </p:sp>
      <p:sp>
        <p:nvSpPr>
          <p:cNvPr id="5" name="文本框 4">
            <a:extLst>
              <a:ext uri="{FF2B5EF4-FFF2-40B4-BE49-F238E27FC236}">
                <a16:creationId xmlns:a16="http://schemas.microsoft.com/office/drawing/2014/main" id="{1CB471AB-C9FA-AA19-84F3-E4A30B2FA2BB}"/>
              </a:ext>
            </a:extLst>
          </p:cNvPr>
          <p:cNvSpPr txBox="1"/>
          <p:nvPr/>
        </p:nvSpPr>
        <p:spPr>
          <a:xfrm>
            <a:off x="5728029" y="4399713"/>
            <a:ext cx="1944216" cy="369332"/>
          </a:xfrm>
          <a:prstGeom prst="rect">
            <a:avLst/>
          </a:prstGeom>
          <a:noFill/>
          <a:ln w="38100">
            <a:noFill/>
          </a:ln>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sym typeface="Wingdings"/>
              </a:rPr>
              <a:t> </a:t>
            </a:r>
            <a:r>
              <a:rPr kumimoji="1" lang="en-US" altLang="zh-CN"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rPr>
              <a:t>的迹</a:t>
            </a:r>
            <a:r>
              <a:rPr kumimoji="1" lang="en-US" altLang="zh-CN"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rPr>
              <a:t>trace</a:t>
            </a:r>
            <a:endParaRPr kumimoji="1" lang="zh-CN" altLang="en-US"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endParaRPr>
          </a:p>
        </p:txBody>
      </p:sp>
      <p:sp>
        <p:nvSpPr>
          <p:cNvPr id="2" name="矩形 1">
            <a:extLst>
              <a:ext uri="{FF2B5EF4-FFF2-40B4-BE49-F238E27FC236}">
                <a16:creationId xmlns:a16="http://schemas.microsoft.com/office/drawing/2014/main" id="{4136BC53-CB1D-0FFE-23B8-83D1C3A22945}"/>
              </a:ext>
            </a:extLst>
          </p:cNvPr>
          <p:cNvSpPr/>
          <p:nvPr/>
        </p:nvSpPr>
        <p:spPr>
          <a:xfrm>
            <a:off x="4791402" y="4941168"/>
            <a:ext cx="2257349" cy="369332"/>
          </a:xfrm>
          <a:prstGeom prst="rect">
            <a:avLst/>
          </a:prstGeom>
          <a:noFill/>
          <a:ln w="38100">
            <a:noFill/>
          </a:ln>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FFFFCC"/>
                </a:solidFill>
                <a:effectLst/>
                <a:highlight>
                  <a:srgbClr val="FF0000"/>
                </a:highlight>
                <a:uLnTx/>
                <a:uFillTx/>
                <a:latin typeface="微软雅黑" pitchFamily="34" charset="-122"/>
                <a:ea typeface="微软雅黑" pitchFamily="34" charset="-122"/>
                <a:cs typeface="+mn-cs"/>
              </a:rPr>
              <a:t>求行列式的新方法</a:t>
            </a:r>
          </a:p>
        </p:txBody>
      </p:sp>
      <p:sp>
        <p:nvSpPr>
          <p:cNvPr id="6" name="矩形 5">
            <a:extLst>
              <a:ext uri="{FF2B5EF4-FFF2-40B4-BE49-F238E27FC236}">
                <a16:creationId xmlns:a16="http://schemas.microsoft.com/office/drawing/2014/main" id="{A4082F5D-AAB4-46E6-4D3F-EB8121DF5A51}"/>
              </a:ext>
            </a:extLst>
          </p:cNvPr>
          <p:cNvSpPr/>
          <p:nvPr/>
        </p:nvSpPr>
        <p:spPr>
          <a:xfrm>
            <a:off x="6228184" y="4653136"/>
            <a:ext cx="2784646" cy="369332"/>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 </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f(</a:t>
            </a:r>
            <a:r>
              <a:rPr kumimoji="1" lang="el-GR"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 λ</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t>
            </a:r>
            <a:r>
              <a:rPr kumimoji="1" lang="zh-CN" altLang="en-US"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的</a:t>
            </a:r>
            <a:r>
              <a:rPr kumimoji="1" lang="en-US" altLang="zh-CN"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n-1</a:t>
            </a:r>
            <a:r>
              <a:rPr kumimoji="1" lang="zh-CN" altLang="en-US" sz="18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次项的系数</a:t>
            </a:r>
            <a:endParaRPr kumimoji="1" lang="zh-CN" altLang="en-US" sz="1800" b="0" i="0" u="none" strike="noStrike" kern="1200" cap="none" spc="0" normalizeH="0" baseline="0" noProof="0" dirty="0">
              <a:ln>
                <a:noFill/>
              </a:ln>
              <a:solidFill>
                <a:srgbClr val="0000FF"/>
              </a:solidFill>
              <a:effectLst/>
              <a:uLnTx/>
              <a:uFillTx/>
              <a:latin typeface="Times New Roman" pitchFamily="18" charset="0"/>
              <a:ea typeface="宋体" pitchFamily="2" charset="-122"/>
              <a:cs typeface="+mn-cs"/>
            </a:endParaRPr>
          </a:p>
        </p:txBody>
      </p:sp>
      <p:sp>
        <p:nvSpPr>
          <p:cNvPr id="7" name="WordArt 77">
            <a:extLst>
              <a:ext uri="{FF2B5EF4-FFF2-40B4-BE49-F238E27FC236}">
                <a16:creationId xmlns:a16="http://schemas.microsoft.com/office/drawing/2014/main" id="{23F03DCD-3D47-7C55-1135-64E8BA936EC2}"/>
              </a:ext>
            </a:extLst>
          </p:cNvPr>
          <p:cNvSpPr>
            <a:spLocks noChangeArrowheads="1" noChangeShapeType="1" noTextEdit="1"/>
          </p:cNvSpPr>
          <p:nvPr/>
        </p:nvSpPr>
        <p:spPr bwMode="auto">
          <a:xfrm>
            <a:off x="759090" y="-34894"/>
            <a:ext cx="835818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5-2 </a:t>
            </a: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特征值与特征向量的求解</a:t>
            </a:r>
            <a:endParaRPr kumimoji="1" lang="zh-CN" altLang="en-US" sz="4800" b="1" i="0" u="none" strike="noStrike" kern="10" cap="none" spc="0" normalizeH="0" baseline="0" noProof="0" dirty="0">
              <a:ln w="76200">
                <a:solidFill>
                  <a:srgbClr val="FFC000"/>
                </a:solidFill>
                <a:round/>
                <a:headEnd/>
                <a:tailEnd/>
              </a:ln>
              <a:blipFill>
                <a:blip r:embed="rId19"/>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left)">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0"/>
                                  </p:iterate>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0">
                                            <p:bg/>
                                          </p:spTgt>
                                        </p:tgtEl>
                                        <p:attrNameLst>
                                          <p:attrName>style.visibility</p:attrName>
                                        </p:attrNameLst>
                                      </p:cBhvr>
                                      <p:to>
                                        <p:strVal val="visible"/>
                                      </p:to>
                                    </p:set>
                                    <p:animEffect transition="in" filter="wipe(left)">
                                      <p:cBhvr>
                                        <p:cTn id="22" dur="500"/>
                                        <p:tgtEl>
                                          <p:spTgt spid="20">
                                            <p:bg/>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0">
                                            <p:txEl>
                                              <p:pRg st="0" end="0"/>
                                            </p:txEl>
                                          </p:spTgt>
                                        </p:tgtEl>
                                        <p:attrNameLst>
                                          <p:attrName>style.visibility</p:attrName>
                                        </p:attrNameLst>
                                      </p:cBhvr>
                                      <p:to>
                                        <p:strVal val="visible"/>
                                      </p:to>
                                    </p:set>
                                    <p:animEffect transition="in" filter="wipe(left)">
                                      <p:cBhvr>
                                        <p:cTn id="25" dur="500"/>
                                        <p:tgtEl>
                                          <p:spTgt spid="20">
                                            <p:txEl>
                                              <p:pRg st="0" end="0"/>
                                            </p:txEl>
                                          </p:spTgt>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20">
                                            <p:txEl>
                                              <p:pRg st="1" end="1"/>
                                            </p:txEl>
                                          </p:spTgt>
                                        </p:tgtEl>
                                        <p:attrNameLst>
                                          <p:attrName>style.visibility</p:attrName>
                                        </p:attrNameLst>
                                      </p:cBhvr>
                                      <p:to>
                                        <p:strVal val="visible"/>
                                      </p:to>
                                    </p:set>
                                    <p:animEffect transition="in" filter="wipe(left)">
                                      <p:cBhvr>
                                        <p:cTn id="28" dur="500"/>
                                        <p:tgtEl>
                                          <p:spTgt spid="20">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20">
                                            <p:txEl>
                                              <p:pRg st="2" end="2"/>
                                            </p:txEl>
                                          </p:spTgt>
                                        </p:tgtEl>
                                        <p:attrNameLst>
                                          <p:attrName>style.visibility</p:attrName>
                                        </p:attrNameLst>
                                      </p:cBhvr>
                                      <p:to>
                                        <p:strVal val="visible"/>
                                      </p:to>
                                    </p:set>
                                    <p:animEffect transition="in" filter="wipe(left)">
                                      <p:cBhvr>
                                        <p:cTn id="33" dur="500"/>
                                        <p:tgtEl>
                                          <p:spTgt spid="20">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20">
                                            <p:txEl>
                                              <p:pRg st="3" end="3"/>
                                            </p:txEl>
                                          </p:spTgt>
                                        </p:tgtEl>
                                        <p:attrNameLst>
                                          <p:attrName>style.visibility</p:attrName>
                                        </p:attrNameLst>
                                      </p:cBhvr>
                                      <p:to>
                                        <p:strVal val="visible"/>
                                      </p:to>
                                    </p:set>
                                    <p:animEffect transition="in" filter="wipe(left)">
                                      <p:cBhvr>
                                        <p:cTn id="38" dur="500"/>
                                        <p:tgtEl>
                                          <p:spTgt spid="20">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0">
                                            <p:txEl>
                                              <p:pRg st="4" end="4"/>
                                            </p:txEl>
                                          </p:spTgt>
                                        </p:tgtEl>
                                        <p:attrNameLst>
                                          <p:attrName>style.visibility</p:attrName>
                                        </p:attrNameLst>
                                      </p:cBhvr>
                                      <p:to>
                                        <p:strVal val="visible"/>
                                      </p:to>
                                    </p:set>
                                    <p:animEffect transition="in" filter="wipe(left)">
                                      <p:cBhvr>
                                        <p:cTn id="43" dur="500"/>
                                        <p:tgtEl>
                                          <p:spTgt spid="20">
                                            <p:txEl>
                                              <p:pRg st="4" end="4"/>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xit" presetSubtype="0" fill="hold" grpId="1" nodeType="clickEffect">
                                  <p:stCondLst>
                                    <p:cond delay="0"/>
                                  </p:stCondLst>
                                  <p:iterate type="lt">
                                    <p:tmAbs val="0"/>
                                  </p:iterate>
                                  <p:childTnLst>
                                    <p:set>
                                      <p:cBhvr>
                                        <p:cTn id="47" dur="1" fill="hold">
                                          <p:stCondLst>
                                            <p:cond delay="0"/>
                                          </p:stCondLst>
                                        </p:cTn>
                                        <p:tgtEl>
                                          <p:spTgt spid="15"/>
                                        </p:tgtEl>
                                        <p:attrNameLst>
                                          <p:attrName>style.visibility</p:attrName>
                                        </p:attrNameLst>
                                      </p:cBhvr>
                                      <p:to>
                                        <p:strVal val="hidden"/>
                                      </p:to>
                                    </p:set>
                                  </p:childTnLst>
                                </p:cTn>
                              </p:par>
                              <p:par>
                                <p:cTn id="48" presetID="1" presetClass="exit" presetSubtype="0" fill="hold" grpId="1" nodeType="withEffect">
                                  <p:stCondLst>
                                    <p:cond delay="0"/>
                                  </p:stCondLst>
                                  <p:childTnLst>
                                    <p:set>
                                      <p:cBhvr>
                                        <p:cTn id="49" dur="1" fill="hold">
                                          <p:stCondLst>
                                            <p:cond delay="0"/>
                                          </p:stCondLst>
                                        </p:cTn>
                                        <p:tgtEl>
                                          <p:spTgt spid="16"/>
                                        </p:tgtEl>
                                        <p:attrNameLst>
                                          <p:attrName>style.visibility</p:attrName>
                                        </p:attrNameLst>
                                      </p:cBhvr>
                                      <p:to>
                                        <p:strVal val="hidden"/>
                                      </p:to>
                                    </p:set>
                                  </p:childTnLst>
                                </p:cTn>
                              </p:par>
                              <p:par>
                                <p:cTn id="50" presetID="1" presetClass="exit" presetSubtype="0" fill="hold" nodeType="withEffect">
                                  <p:stCondLst>
                                    <p:cond delay="0"/>
                                  </p:stCondLst>
                                  <p:childTnLst>
                                    <p:set>
                                      <p:cBhvr>
                                        <p:cTn id="51" dur="1" fill="hold">
                                          <p:stCondLst>
                                            <p:cond delay="0"/>
                                          </p:stCondLst>
                                        </p:cTn>
                                        <p:tgtEl>
                                          <p:spTgt spid="16386"/>
                                        </p:tgtEl>
                                        <p:attrNameLst>
                                          <p:attrName>style.visibility</p:attrName>
                                        </p:attrNameLst>
                                      </p:cBhvr>
                                      <p:to>
                                        <p:strVal val="hidden"/>
                                      </p:to>
                                    </p:set>
                                  </p:childTnLst>
                                </p:cTn>
                              </p:par>
                              <p:par>
                                <p:cTn id="52" presetID="1" presetClass="exit" presetSubtype="0" fill="hold" nodeType="withEffect">
                                  <p:stCondLst>
                                    <p:cond delay="0"/>
                                  </p:stCondLst>
                                  <p:childTnLst>
                                    <p:set>
                                      <p:cBhvr>
                                        <p:cTn id="53" dur="1" fill="hold">
                                          <p:stCondLst>
                                            <p:cond delay="0"/>
                                          </p:stCondLst>
                                        </p:cTn>
                                        <p:tgtEl>
                                          <p:spTgt spid="19"/>
                                        </p:tgtEl>
                                        <p:attrNameLst>
                                          <p:attrName>style.visibility</p:attrName>
                                        </p:attrNameLst>
                                      </p:cBhvr>
                                      <p:to>
                                        <p:strVal val="hidden"/>
                                      </p:to>
                                    </p:set>
                                  </p:childTnLst>
                                </p:cTn>
                              </p:par>
                              <p:par>
                                <p:cTn id="54" presetID="1" presetClass="exit" presetSubtype="0" fill="hold" grpId="0" nodeType="withEffect">
                                  <p:stCondLst>
                                    <p:cond delay="0"/>
                                  </p:stCondLst>
                                  <p:childTnLst>
                                    <p:set>
                                      <p:cBhvr>
                                        <p:cTn id="55" dur="1" fill="hold">
                                          <p:stCondLst>
                                            <p:cond delay="0"/>
                                          </p:stCondLst>
                                        </p:cTn>
                                        <p:tgtEl>
                                          <p:spTgt spid="3"/>
                                        </p:tgtEl>
                                        <p:attrNameLst>
                                          <p:attrName>style.visibility</p:attrName>
                                        </p:attrNameLst>
                                      </p:cBhvr>
                                      <p:to>
                                        <p:strVal val="hidden"/>
                                      </p:to>
                                    </p:set>
                                  </p:childTnLst>
                                </p:cTn>
                              </p:par>
                              <p:par>
                                <p:cTn id="56" presetID="22" presetClass="entr" presetSubtype="8" fill="hold" nodeType="withEffect">
                                  <p:stCondLst>
                                    <p:cond delay="0"/>
                                  </p:stCondLst>
                                  <p:childTnLst>
                                    <p:set>
                                      <p:cBhvr>
                                        <p:cTn id="57" dur="1" fill="hold">
                                          <p:stCondLst>
                                            <p:cond delay="0"/>
                                          </p:stCondLst>
                                        </p:cTn>
                                        <p:tgtEl>
                                          <p:spTgt spid="16393"/>
                                        </p:tgtEl>
                                        <p:attrNameLst>
                                          <p:attrName>style.visibility</p:attrName>
                                        </p:attrNameLst>
                                      </p:cBhvr>
                                      <p:to>
                                        <p:strVal val="visible"/>
                                      </p:to>
                                    </p:set>
                                    <p:animEffect transition="in" filter="wipe(left)">
                                      <p:cBhvr>
                                        <p:cTn id="58" dur="500"/>
                                        <p:tgtEl>
                                          <p:spTgt spid="1639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6395"/>
                                        </p:tgtEl>
                                        <p:attrNameLst>
                                          <p:attrName>style.visibility</p:attrName>
                                        </p:attrNameLst>
                                      </p:cBhvr>
                                      <p:to>
                                        <p:strVal val="visible"/>
                                      </p:to>
                                    </p:set>
                                    <p:animEffect transition="in" filter="wipe(left)">
                                      <p:cBhvr>
                                        <p:cTn id="63" dur="500"/>
                                        <p:tgtEl>
                                          <p:spTgt spid="1639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16394"/>
                                        </p:tgtEl>
                                        <p:attrNameLst>
                                          <p:attrName>style.visibility</p:attrName>
                                        </p:attrNameLst>
                                      </p:cBhvr>
                                      <p:to>
                                        <p:strVal val="visible"/>
                                      </p:to>
                                    </p:set>
                                    <p:animEffect transition="in" filter="wipe(left)">
                                      <p:cBhvr>
                                        <p:cTn id="68" dur="500"/>
                                        <p:tgtEl>
                                          <p:spTgt spid="16394"/>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wipe(left)">
                                      <p:cBhvr>
                                        <p:cTn id="73" dur="500"/>
                                        <p:tgtEl>
                                          <p:spTgt spid="6"/>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4"/>
                                        </p:tgtEl>
                                        <p:attrNameLst>
                                          <p:attrName>style.visibility</p:attrName>
                                        </p:attrNameLst>
                                      </p:cBhvr>
                                      <p:to>
                                        <p:strVal val="visible"/>
                                      </p:to>
                                    </p:set>
                                    <p:animEffect transition="in" filter="wipe(left)">
                                      <p:cBhvr>
                                        <p:cTn id="78" dur="500"/>
                                        <p:tgtEl>
                                          <p:spTgt spid="4"/>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Effect transition="in" filter="wipe(left)">
                                      <p:cBhvr>
                                        <p:cTn id="83" dur="500"/>
                                        <p:tgtEl>
                                          <p:spTgt spid="5"/>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16396"/>
                                        </p:tgtEl>
                                        <p:attrNameLst>
                                          <p:attrName>style.visibility</p:attrName>
                                        </p:attrNameLst>
                                      </p:cBhvr>
                                      <p:to>
                                        <p:strVal val="visible"/>
                                      </p:to>
                                    </p:set>
                                    <p:animEffect transition="in" filter="wipe(left)">
                                      <p:cBhvr>
                                        <p:cTn id="88" dur="500"/>
                                        <p:tgtEl>
                                          <p:spTgt spid="16396"/>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13"/>
                                        </p:tgtEl>
                                        <p:attrNameLst>
                                          <p:attrName>style.visibility</p:attrName>
                                        </p:attrNameLst>
                                      </p:cBhvr>
                                      <p:to>
                                        <p:strVal val="visible"/>
                                      </p:to>
                                    </p:set>
                                    <p:animEffect transition="in" filter="wipe(left)">
                                      <p:cBhvr>
                                        <p:cTn id="93" dur="500"/>
                                        <p:tgtEl>
                                          <p:spTgt spid="13"/>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2"/>
                                        </p:tgtEl>
                                        <p:attrNameLst>
                                          <p:attrName>style.visibility</p:attrName>
                                        </p:attrNameLst>
                                      </p:cBhvr>
                                      <p:to>
                                        <p:strVal val="visible"/>
                                      </p:to>
                                    </p:set>
                                    <p:animEffect transition="in" filter="wipe(left)">
                                      <p:cBhvr>
                                        <p:cTn id="98" dur="500"/>
                                        <p:tgtEl>
                                          <p:spTgt spid="2"/>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grpId="0" nodeType="clickEffect">
                                  <p:stCondLst>
                                    <p:cond delay="0"/>
                                  </p:stCondLst>
                                  <p:childTnLst>
                                    <p:set>
                                      <p:cBhvr>
                                        <p:cTn id="102" dur="1" fill="hold">
                                          <p:stCondLst>
                                            <p:cond delay="0"/>
                                          </p:stCondLst>
                                        </p:cTn>
                                        <p:tgtEl>
                                          <p:spTgt spid="20">
                                            <p:txEl>
                                              <p:pRg st="5" end="5"/>
                                            </p:txEl>
                                          </p:spTgt>
                                        </p:tgtEl>
                                        <p:attrNameLst>
                                          <p:attrName>style.visibility</p:attrName>
                                        </p:attrNameLst>
                                      </p:cBhvr>
                                      <p:to>
                                        <p:strVal val="visible"/>
                                      </p:to>
                                    </p:set>
                                    <p:animEffect transition="in" filter="wipe(left)">
                                      <p:cBhvr>
                                        <p:cTn id="103" dur="500"/>
                                        <p:tgtEl>
                                          <p:spTgt spid="20">
                                            <p:txEl>
                                              <p:pRg st="5" end="5"/>
                                            </p:txEl>
                                          </p:spTgt>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20">
                                            <p:txEl>
                                              <p:pRg st="6" end="6"/>
                                            </p:txEl>
                                          </p:spTgt>
                                        </p:tgtEl>
                                        <p:attrNameLst>
                                          <p:attrName>style.visibility</p:attrName>
                                        </p:attrNameLst>
                                      </p:cBhvr>
                                      <p:to>
                                        <p:strVal val="visible"/>
                                      </p:to>
                                    </p:set>
                                    <p:animEffect transition="in" filter="wipe(left)">
                                      <p:cBhvr>
                                        <p:cTn id="108" dur="500"/>
                                        <p:tgtEl>
                                          <p:spTgt spid="20">
                                            <p:txEl>
                                              <p:pRg st="6" end="6"/>
                                            </p:txEl>
                                          </p:spTgt>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grpId="0" nodeType="clickEffect">
                                  <p:stCondLst>
                                    <p:cond delay="0"/>
                                  </p:stCondLst>
                                  <p:childTnLst>
                                    <p:set>
                                      <p:cBhvr>
                                        <p:cTn id="112" dur="1" fill="hold">
                                          <p:stCondLst>
                                            <p:cond delay="0"/>
                                          </p:stCondLst>
                                        </p:cTn>
                                        <p:tgtEl>
                                          <p:spTgt spid="20">
                                            <p:txEl>
                                              <p:pRg st="7" end="7"/>
                                            </p:txEl>
                                          </p:spTgt>
                                        </p:tgtEl>
                                        <p:attrNameLst>
                                          <p:attrName>style.visibility</p:attrName>
                                        </p:attrNameLst>
                                      </p:cBhvr>
                                      <p:to>
                                        <p:strVal val="visible"/>
                                      </p:to>
                                    </p:set>
                                    <p:animEffect transition="in" filter="wipe(left)">
                                      <p:cBhvr>
                                        <p:cTn id="113" dur="500"/>
                                        <p:tgtEl>
                                          <p:spTgt spid="20">
                                            <p:txEl>
                                              <p:pRg st="7" end="7"/>
                                            </p:txEl>
                                          </p:spTgt>
                                        </p:tgtEl>
                                      </p:cBhvr>
                                    </p:animEffect>
                                  </p:childTnLst>
                                </p:cTn>
                              </p:par>
                            </p:childTnLst>
                          </p:cTn>
                        </p:par>
                        <p:par>
                          <p:cTn id="114" fill="hold">
                            <p:stCondLst>
                              <p:cond delay="500"/>
                            </p:stCondLst>
                            <p:childTnLst>
                              <p:par>
                                <p:cTn id="115" presetID="22" presetClass="entr" presetSubtype="8" fill="hold" nodeType="afterEffect">
                                  <p:stCondLst>
                                    <p:cond delay="0"/>
                                  </p:stCondLst>
                                  <p:childTnLst>
                                    <p:set>
                                      <p:cBhvr>
                                        <p:cTn id="116" dur="1" fill="hold">
                                          <p:stCondLst>
                                            <p:cond delay="0"/>
                                          </p:stCondLst>
                                        </p:cTn>
                                        <p:tgtEl>
                                          <p:spTgt spid="21"/>
                                        </p:tgtEl>
                                        <p:attrNameLst>
                                          <p:attrName>style.visibility</p:attrName>
                                        </p:attrNameLst>
                                      </p:cBhvr>
                                      <p:to>
                                        <p:strVal val="visible"/>
                                      </p:to>
                                    </p:set>
                                    <p:animEffect transition="in" filter="wipe(left)">
                                      <p:cBhvr>
                                        <p:cTn id="117" dur="500"/>
                                        <p:tgtEl>
                                          <p:spTgt spid="21"/>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nodeType="clickEffect">
                                  <p:stCondLst>
                                    <p:cond delay="0"/>
                                  </p:stCondLst>
                                  <p:childTnLst>
                                    <p:set>
                                      <p:cBhvr>
                                        <p:cTn id="121" dur="1" fill="hold">
                                          <p:stCondLst>
                                            <p:cond delay="0"/>
                                          </p:stCondLst>
                                        </p:cTn>
                                        <p:tgtEl>
                                          <p:spTgt spid="14"/>
                                        </p:tgtEl>
                                        <p:attrNameLst>
                                          <p:attrName>style.visibility</p:attrName>
                                        </p:attrNameLst>
                                      </p:cBhvr>
                                      <p:to>
                                        <p:strVal val="visible"/>
                                      </p:to>
                                    </p:set>
                                    <p:animEffect transition="in" filter="wipe(left)">
                                      <p:cBhvr>
                                        <p:cTn id="12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p:bldP spid="15" grpId="0" animBg="1"/>
      <p:bldP spid="15" grpId="1" uiExpand="1" animBg="1"/>
      <p:bldP spid="16" grpId="0" animBg="1"/>
      <p:bldP spid="16" grpId="1" uiExpand="1" animBg="1"/>
      <p:bldP spid="20" grpId="0" uiExpand="1" build="allAtOnce" animBg="1"/>
      <p:bldP spid="13" grpId="0"/>
      <p:bldP spid="4" grpId="0"/>
      <p:bldP spid="5" grpId="0"/>
      <p:bldP spid="2" grpId="0"/>
      <p:bldP spid="6"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210" name="Group 2"/>
          <p:cNvGraphicFramePr>
            <a:graphicFrameLocks noGrp="1"/>
          </p:cNvGraphicFramePr>
          <p:nvPr>
            <p:ph/>
          </p:nvPr>
        </p:nvGraphicFramePr>
        <p:xfrm>
          <a:off x="714375" y="1000125"/>
          <a:ext cx="8429625" cy="1952055"/>
        </p:xfrm>
        <a:graphic>
          <a:graphicData uri="http://schemas.openxmlformats.org/drawingml/2006/table">
            <a:tbl>
              <a:tblPr/>
              <a:tblGrid>
                <a:gridCol w="1214438">
                  <a:extLst>
                    <a:ext uri="{9D8B030D-6E8A-4147-A177-3AD203B41FA5}">
                      <a16:colId xmlns:a16="http://schemas.microsoft.com/office/drawing/2014/main" val="20000"/>
                    </a:ext>
                  </a:extLst>
                </a:gridCol>
                <a:gridCol w="571500">
                  <a:extLst>
                    <a:ext uri="{9D8B030D-6E8A-4147-A177-3AD203B41FA5}">
                      <a16:colId xmlns:a16="http://schemas.microsoft.com/office/drawing/2014/main" val="20001"/>
                    </a:ext>
                  </a:extLst>
                </a:gridCol>
                <a:gridCol w="571500">
                  <a:extLst>
                    <a:ext uri="{9D8B030D-6E8A-4147-A177-3AD203B41FA5}">
                      <a16:colId xmlns:a16="http://schemas.microsoft.com/office/drawing/2014/main" val="20002"/>
                    </a:ext>
                  </a:extLst>
                </a:gridCol>
                <a:gridCol w="642937">
                  <a:extLst>
                    <a:ext uri="{9D8B030D-6E8A-4147-A177-3AD203B41FA5}">
                      <a16:colId xmlns:a16="http://schemas.microsoft.com/office/drawing/2014/main" val="20003"/>
                    </a:ext>
                  </a:extLst>
                </a:gridCol>
                <a:gridCol w="571500">
                  <a:extLst>
                    <a:ext uri="{9D8B030D-6E8A-4147-A177-3AD203B41FA5}">
                      <a16:colId xmlns:a16="http://schemas.microsoft.com/office/drawing/2014/main" val="20004"/>
                    </a:ext>
                  </a:extLst>
                </a:gridCol>
                <a:gridCol w="1000125">
                  <a:extLst>
                    <a:ext uri="{9D8B030D-6E8A-4147-A177-3AD203B41FA5}">
                      <a16:colId xmlns:a16="http://schemas.microsoft.com/office/drawing/2014/main" val="20005"/>
                    </a:ext>
                  </a:extLst>
                </a:gridCol>
                <a:gridCol w="500063">
                  <a:extLst>
                    <a:ext uri="{9D8B030D-6E8A-4147-A177-3AD203B41FA5}">
                      <a16:colId xmlns:a16="http://schemas.microsoft.com/office/drawing/2014/main" val="20006"/>
                    </a:ext>
                  </a:extLst>
                </a:gridCol>
                <a:gridCol w="2357437">
                  <a:extLst>
                    <a:ext uri="{9D8B030D-6E8A-4147-A177-3AD203B41FA5}">
                      <a16:colId xmlns:a16="http://schemas.microsoft.com/office/drawing/2014/main" val="20007"/>
                    </a:ext>
                  </a:extLst>
                </a:gridCol>
                <a:gridCol w="1000125">
                  <a:extLst>
                    <a:ext uri="{9D8B030D-6E8A-4147-A177-3AD203B41FA5}">
                      <a16:colId xmlns:a16="http://schemas.microsoft.com/office/drawing/2014/main" val="20008"/>
                    </a:ext>
                  </a:extLst>
                </a:gridCol>
              </a:tblGrid>
              <a:tr h="65563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dirty="0">
                          <a:ln>
                            <a:noFill/>
                          </a:ln>
                          <a:solidFill>
                            <a:srgbClr val="006600"/>
                          </a:solidFill>
                          <a:effectLst/>
                          <a:latin typeface="微软雅黑" pitchFamily="34" charset="-122"/>
                          <a:ea typeface="微软雅黑" pitchFamily="34" charset="-122"/>
                        </a:rPr>
                        <a:t>矩阵</a:t>
                      </a:r>
                      <a:endParaRPr kumimoji="0" lang="en-US" altLang="zh-CN" sz="2000" b="1" i="0" u="none" strike="noStrike" cap="none" normalizeH="0" baseline="0" dirty="0">
                        <a:ln>
                          <a:noFill/>
                        </a:ln>
                        <a:solidFill>
                          <a:srgbClr val="0066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008000"/>
                      </a:solidFill>
                      <a:prstDash val="solid"/>
                      <a:round/>
                      <a:headEnd type="none" w="med" len="med"/>
                      <a:tailEnd type="none" w="med" len="med"/>
                    </a:lnR>
                    <a:lnT w="38100" cap="flat" cmpd="sng" algn="ctr">
                      <a:solidFill>
                        <a:srgbClr val="008000"/>
                      </a:solidFill>
                      <a:prstDash val="solid"/>
                      <a:round/>
                      <a:headEnd type="none" w="med" len="med"/>
                      <a:tailEnd type="none" w="med" len="med"/>
                    </a:lnT>
                    <a:lnB w="38100" cap="flat" cmpd="sng" algn="ctr">
                      <a:solidFill>
                        <a:srgbClr val="008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latin typeface="微软雅黑" pitchFamily="34" charset="-122"/>
                          <a:ea typeface="微软雅黑" pitchFamily="34" charset="-122"/>
                        </a:rPr>
                        <a:t>A</a:t>
                      </a: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err="1">
                          <a:ln>
                            <a:noFill/>
                          </a:ln>
                          <a:solidFill>
                            <a:srgbClr val="006600"/>
                          </a:solidFill>
                          <a:effectLst/>
                          <a:latin typeface="微软雅黑" pitchFamily="34" charset="-122"/>
                          <a:ea typeface="微软雅黑" pitchFamily="34" charset="-122"/>
                        </a:rPr>
                        <a:t>A</a:t>
                      </a:r>
                      <a:r>
                        <a:rPr kumimoji="0" lang="en-US" altLang="zh-CN" sz="2000" b="1" i="0" u="none" strike="noStrike" cap="none" normalizeH="0" baseline="30000" dirty="0" err="1">
                          <a:ln>
                            <a:noFill/>
                          </a:ln>
                          <a:solidFill>
                            <a:srgbClr val="006600"/>
                          </a:solidFill>
                          <a:effectLst/>
                          <a:latin typeface="微软雅黑" pitchFamily="34" charset="-122"/>
                          <a:ea typeface="微软雅黑" pitchFamily="34" charset="-122"/>
                        </a:rPr>
                        <a:t>k</a:t>
                      </a:r>
                      <a:endParaRPr kumimoji="0" lang="en-US" altLang="zh-CN" sz="2000" b="1" i="0" u="none" strike="noStrike" cap="none" normalizeH="0" baseline="30000" dirty="0">
                        <a:ln>
                          <a:noFill/>
                        </a:ln>
                        <a:solidFill>
                          <a:srgbClr val="0066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latin typeface="微软雅黑" pitchFamily="34" charset="-122"/>
                          <a:ea typeface="微软雅黑" pitchFamily="34" charset="-122"/>
                        </a:rPr>
                        <a:t>A</a:t>
                      </a:r>
                      <a:r>
                        <a:rPr kumimoji="0" lang="en-US" altLang="zh-CN" sz="2000" b="1" i="0" u="none" strike="noStrike" cap="none" normalizeH="0" baseline="30000">
                          <a:ln>
                            <a:noFill/>
                          </a:ln>
                          <a:solidFill>
                            <a:srgbClr val="006600"/>
                          </a:solidFill>
                          <a:effectLst/>
                          <a:latin typeface="微软雅黑" pitchFamily="34" charset="-122"/>
                          <a:ea typeface="微软雅黑" pitchFamily="34" charset="-122"/>
                        </a:rPr>
                        <a:t>-1</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latin typeface="微软雅黑" pitchFamily="34" charset="-122"/>
                          <a:ea typeface="微软雅黑" pitchFamily="34" charset="-122"/>
                        </a:rPr>
                        <a:t>kA</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rgbClr val="006600"/>
                          </a:solidFill>
                          <a:effectLst/>
                          <a:latin typeface="微软雅黑" pitchFamily="34" charset="-122"/>
                          <a:ea typeface="微软雅黑" pitchFamily="34" charset="-122"/>
                        </a:rPr>
                        <a:t>A*</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200" b="1" i="0" u="none" strike="noStrike" cap="none" normalizeH="0" baseline="0" dirty="0">
                          <a:ln>
                            <a:noFill/>
                          </a:ln>
                          <a:solidFill>
                            <a:srgbClr val="006600"/>
                          </a:solidFill>
                          <a:effectLst/>
                          <a:latin typeface="微软雅黑" pitchFamily="34" charset="-122"/>
                          <a:ea typeface="微软雅黑" pitchFamily="34" charset="-122"/>
                        </a:rPr>
                        <a:t>=│A│A</a:t>
                      </a:r>
                      <a:r>
                        <a:rPr kumimoji="0" lang="en-US" altLang="zh-CN" sz="1200" b="1" i="0" u="none" strike="noStrike" cap="none" normalizeH="0" baseline="30000" dirty="0">
                          <a:ln>
                            <a:noFill/>
                          </a:ln>
                          <a:solidFill>
                            <a:srgbClr val="006600"/>
                          </a:solidFill>
                          <a:effectLst/>
                          <a:latin typeface="微软雅黑" pitchFamily="34" charset="-122"/>
                          <a:ea typeface="微软雅黑" pitchFamily="34" charset="-122"/>
                        </a:rPr>
                        <a:t>-1</a:t>
                      </a:r>
                      <a:endParaRPr kumimoji="0" lang="en-US" altLang="zh-CN" sz="1200" b="1" i="0" u="none" strike="noStrike" cap="none" normalizeH="0" baseline="0" dirty="0">
                        <a:ln>
                          <a:noFill/>
                        </a:ln>
                        <a:solidFill>
                          <a:srgbClr val="0066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latin typeface="微软雅黑" pitchFamily="34" charset="-122"/>
                          <a:ea typeface="微软雅黑" pitchFamily="34" charset="-122"/>
                        </a:rPr>
                        <a:t>A</a:t>
                      </a:r>
                      <a:r>
                        <a:rPr kumimoji="0" lang="en-US" altLang="zh-CN" sz="2000" b="1" i="0" u="none" strike="noStrike" cap="none" normalizeH="0" baseline="30000">
                          <a:ln>
                            <a:noFill/>
                          </a:ln>
                          <a:solidFill>
                            <a:srgbClr val="006600"/>
                          </a:solidFill>
                          <a:effectLst/>
                          <a:latin typeface="微软雅黑" pitchFamily="34" charset="-122"/>
                          <a:ea typeface="微软雅黑" pitchFamily="34" charset="-122"/>
                        </a:rPr>
                        <a:t>T</a:t>
                      </a: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dirty="0">
                          <a:ln>
                            <a:noFill/>
                          </a:ln>
                          <a:solidFill>
                            <a:srgbClr val="009900"/>
                          </a:solidFill>
                          <a:effectLst/>
                          <a:latin typeface="Symbol" pitchFamily="18" charset="2"/>
                          <a:ea typeface="宋体" pitchFamily="2" charset="-122"/>
                        </a:rPr>
                        <a:t>j </a:t>
                      </a:r>
                      <a:r>
                        <a:rPr kumimoji="0" lang="en-US" altLang="zh-CN" sz="1800" b="1" i="0" u="none" strike="noStrike" cap="none" normalizeH="0" baseline="0" dirty="0">
                          <a:ln>
                            <a:noFill/>
                          </a:ln>
                          <a:solidFill>
                            <a:srgbClr val="009900"/>
                          </a:solidFill>
                          <a:effectLst/>
                          <a:latin typeface="Tahoma" pitchFamily="34" charset="0"/>
                          <a:ea typeface="宋体" pitchFamily="2" charset="-122"/>
                        </a:rPr>
                        <a:t>(A)</a:t>
                      </a:r>
                      <a:r>
                        <a:rPr kumimoji="0" lang="en-US" altLang="zh-CN" sz="1600" b="1" i="0" u="none" strike="noStrike" cap="none" normalizeH="0" baseline="0" dirty="0">
                          <a:ln>
                            <a:noFill/>
                          </a:ln>
                          <a:solidFill>
                            <a:srgbClr val="008000"/>
                          </a:solidFill>
                          <a:effectLst/>
                          <a:latin typeface="Tahoma" pitchFamily="34" charset="0"/>
                          <a:ea typeface="宋体" pitchFamily="2" charset="-122"/>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200" b="1" i="0" u="none" strike="noStrike" cap="none" normalizeH="0" baseline="0" dirty="0">
                          <a:ln>
                            <a:noFill/>
                          </a:ln>
                          <a:solidFill>
                            <a:srgbClr val="008000"/>
                          </a:solidFill>
                          <a:effectLst/>
                          <a:latin typeface="Tahoma" pitchFamily="34" charset="0"/>
                          <a:ea typeface="宋体" pitchFamily="2" charset="-122"/>
                        </a:rPr>
                        <a:t>= a</a:t>
                      </a:r>
                      <a:r>
                        <a:rPr kumimoji="0" lang="en-US" altLang="zh-CN" sz="1200" b="1" i="0" u="none" strike="noStrike" cap="none" normalizeH="0" baseline="-25000" dirty="0">
                          <a:ln>
                            <a:noFill/>
                          </a:ln>
                          <a:solidFill>
                            <a:srgbClr val="008000"/>
                          </a:solidFill>
                          <a:effectLst/>
                          <a:latin typeface="Tahoma" pitchFamily="34" charset="0"/>
                          <a:ea typeface="宋体" pitchFamily="2" charset="-122"/>
                        </a:rPr>
                        <a:t>0</a:t>
                      </a:r>
                      <a:r>
                        <a:rPr kumimoji="0" lang="en-US" altLang="zh-CN" sz="1200" b="1" i="0" u="none" strike="noStrike" cap="none" normalizeH="0" baseline="0" dirty="0">
                          <a:ln>
                            <a:noFill/>
                          </a:ln>
                          <a:solidFill>
                            <a:srgbClr val="008000"/>
                          </a:solidFill>
                          <a:effectLst/>
                          <a:latin typeface="Tahoma" pitchFamily="34" charset="0"/>
                          <a:ea typeface="宋体" pitchFamily="2" charset="-122"/>
                        </a:rPr>
                        <a:t>E + a</a:t>
                      </a:r>
                      <a:r>
                        <a:rPr kumimoji="0" lang="en-US" altLang="zh-CN" sz="1200" b="1" i="0" u="none" strike="noStrike" cap="none" normalizeH="0" baseline="-25000" dirty="0">
                          <a:ln>
                            <a:noFill/>
                          </a:ln>
                          <a:solidFill>
                            <a:srgbClr val="008000"/>
                          </a:solidFill>
                          <a:effectLst/>
                          <a:latin typeface="Tahoma" pitchFamily="34" charset="0"/>
                          <a:ea typeface="宋体" pitchFamily="2" charset="-122"/>
                        </a:rPr>
                        <a:t>1 </a:t>
                      </a:r>
                      <a:r>
                        <a:rPr kumimoji="0" lang="en-US" altLang="zh-CN" sz="1200" b="1" i="0" u="none" strike="noStrike" cap="none" normalizeH="0" baseline="0" dirty="0">
                          <a:ln>
                            <a:noFill/>
                          </a:ln>
                          <a:solidFill>
                            <a:srgbClr val="008000"/>
                          </a:solidFill>
                          <a:effectLst/>
                          <a:latin typeface="Tahoma" pitchFamily="34" charset="0"/>
                          <a:ea typeface="宋体" pitchFamily="2" charset="-122"/>
                        </a:rPr>
                        <a:t>A + … + a</a:t>
                      </a:r>
                      <a:r>
                        <a:rPr kumimoji="0" lang="en-US" altLang="zh-CN" sz="1200" b="1" i="0" u="none" strike="noStrike" cap="none" normalizeH="0" baseline="-25000" dirty="0">
                          <a:ln>
                            <a:noFill/>
                          </a:ln>
                          <a:solidFill>
                            <a:srgbClr val="008000"/>
                          </a:solidFill>
                          <a:effectLst/>
                          <a:latin typeface="Tahoma" pitchFamily="34" charset="0"/>
                          <a:ea typeface="宋体" pitchFamily="2" charset="-122"/>
                        </a:rPr>
                        <a:t>m </a:t>
                      </a:r>
                      <a:r>
                        <a:rPr kumimoji="0" lang="en-US" altLang="zh-CN" sz="1200" b="1" i="0" u="none" strike="noStrike" cap="none" normalizeH="0" baseline="0" dirty="0">
                          <a:ln>
                            <a:noFill/>
                          </a:ln>
                          <a:solidFill>
                            <a:srgbClr val="008000"/>
                          </a:solidFill>
                          <a:effectLst/>
                          <a:latin typeface="Tahoma" pitchFamily="34" charset="0"/>
                          <a:ea typeface="宋体" pitchFamily="2" charset="-122"/>
                        </a:rPr>
                        <a:t>A</a:t>
                      </a:r>
                      <a:r>
                        <a:rPr kumimoji="0" lang="en-US" altLang="zh-CN" sz="1200" b="1" i="0" u="none" strike="noStrike" cap="none" normalizeH="0" baseline="-25000" dirty="0">
                          <a:ln>
                            <a:noFill/>
                          </a:ln>
                          <a:solidFill>
                            <a:srgbClr val="008000"/>
                          </a:solidFill>
                          <a:effectLst/>
                          <a:latin typeface="Tahoma" pitchFamily="34" charset="0"/>
                          <a:ea typeface="宋体" pitchFamily="2" charset="-122"/>
                        </a:rPr>
                        <a:t> </a:t>
                      </a:r>
                      <a:r>
                        <a:rPr kumimoji="0" lang="en-US" altLang="zh-CN" sz="1200" b="1" i="0" u="none" strike="noStrike" cap="none" normalizeH="0" baseline="30000" dirty="0">
                          <a:ln>
                            <a:noFill/>
                          </a:ln>
                          <a:solidFill>
                            <a:srgbClr val="008000"/>
                          </a:solidFill>
                          <a:effectLst/>
                          <a:latin typeface="Tahoma" pitchFamily="34" charset="0"/>
                          <a:ea typeface="宋体" pitchFamily="2" charset="-122"/>
                        </a:rPr>
                        <a:t>m</a:t>
                      </a:r>
                      <a:r>
                        <a:rPr kumimoji="0" lang="en-US" altLang="zh-CN" sz="1200" b="1" i="0" u="none" strike="noStrike" cap="none" normalizeH="0" baseline="0" dirty="0">
                          <a:ln>
                            <a:noFill/>
                          </a:ln>
                          <a:solidFill>
                            <a:srgbClr val="008000"/>
                          </a:solidFill>
                          <a:effectLst/>
                          <a:latin typeface="Tahoma" pitchFamily="34" charset="0"/>
                          <a:ea typeface="宋体" pitchFamily="2" charset="-122"/>
                        </a:rPr>
                        <a:t> </a:t>
                      </a:r>
                      <a:endParaRPr kumimoji="0" lang="zh-CN" altLang="en-US" sz="1200" b="1" i="0" u="none" strike="noStrike" cap="none" normalizeH="0" baseline="0" dirty="0">
                        <a:ln>
                          <a:noFill/>
                        </a:ln>
                        <a:solidFill>
                          <a:srgbClr val="008000"/>
                        </a:solidFill>
                        <a:effectLst/>
                        <a:latin typeface="Tahoma" pitchFamily="34" charset="0"/>
                        <a:ea typeface="宋体" pitchFamily="2"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dirty="0">
                          <a:ln>
                            <a:noFill/>
                          </a:ln>
                          <a:solidFill>
                            <a:srgbClr val="006600"/>
                          </a:solidFill>
                          <a:effectLst/>
                          <a:latin typeface="黑体" pitchFamily="2" charset="-122"/>
                          <a:ea typeface="黑体" pitchFamily="2" charset="-122"/>
                        </a:rPr>
                        <a:t>Λ</a:t>
                      </a:r>
                      <a:r>
                        <a:rPr kumimoji="0" lang="zh-CN" altLang="en-US" sz="1400" b="1" i="0" u="none" strike="noStrike" cap="none" normalizeH="0" baseline="0" dirty="0">
                          <a:ln>
                            <a:noFill/>
                          </a:ln>
                          <a:solidFill>
                            <a:srgbClr val="006600"/>
                          </a:solidFill>
                          <a:effectLst/>
                          <a:latin typeface="黑体" pitchFamily="2" charset="-122"/>
                          <a:ea typeface="黑体" pitchFamily="2" charset="-122"/>
                        </a:rPr>
                        <a:t>◥ ◣</a:t>
                      </a:r>
                      <a:endParaRPr kumimoji="0" lang="en-US" altLang="zh-CN" sz="1400" b="1" i="0" u="none" strike="noStrike" cap="none" normalizeH="0" baseline="0" dirty="0">
                        <a:ln>
                          <a:noFill/>
                        </a:ln>
                        <a:solidFill>
                          <a:srgbClr val="006600"/>
                        </a:solidFill>
                        <a:effectLst/>
                        <a:latin typeface="黑体" pitchFamily="2" charset="-122"/>
                        <a:ea typeface="黑体" pitchFamily="2" charset="-122"/>
                      </a:endParaRPr>
                    </a:p>
                  </a:txBody>
                  <a:tcPr marL="90000" marR="90000" marT="46800" marB="46800" anchor="ctr" anchorCtr="1" horzOverflow="overflow">
                    <a:lnL w="38100" cap="flat" cmpd="sng" algn="ctr">
                      <a:solidFill>
                        <a:srgbClr val="006600"/>
                      </a:solidFill>
                      <a:prstDash val="solid"/>
                      <a:round/>
                      <a:headEnd type="none" w="med" len="med"/>
                      <a:tailEnd type="none" w="med" len="med"/>
                    </a:lnL>
                    <a:lnR w="38100" cap="flat" cmpd="sng" algn="ctr">
                      <a:solidFill>
                        <a:srgbClr val="0066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50482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latin typeface="微软雅黑" pitchFamily="34" charset="-122"/>
                          <a:ea typeface="微软雅黑" pitchFamily="34" charset="-122"/>
                        </a:rPr>
                        <a:t>特征值</a:t>
                      </a: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008000"/>
                      </a:solidFill>
                      <a:prstDash val="solid"/>
                      <a:round/>
                      <a:headEnd type="none" w="med" len="med"/>
                      <a:tailEnd type="none" w="med" len="med"/>
                    </a:lnR>
                    <a:lnT w="38100" cap="flat" cmpd="sng" algn="ctr">
                      <a:solidFill>
                        <a:srgbClr val="008000"/>
                      </a:solidFill>
                      <a:prstDash val="solid"/>
                      <a:round/>
                      <a:headEnd type="none" w="med" len="med"/>
                      <a:tailEnd type="none" w="med" len="med"/>
                    </a:lnT>
                    <a:lnB w="38100" cap="flat" cmpd="sng" algn="ctr">
                      <a:solidFill>
                        <a:srgbClr val="008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l-GR" altLang="zh-CN" sz="2000" b="1" i="0" u="none" strike="noStrike" cap="none" normalizeH="0" baseline="0">
                          <a:ln>
                            <a:noFill/>
                          </a:ln>
                          <a:solidFill>
                            <a:srgbClr val="006600"/>
                          </a:solidFill>
                          <a:effectLst/>
                          <a:latin typeface="微软雅黑" pitchFamily="34" charset="-122"/>
                          <a:ea typeface="微软雅黑" pitchFamily="34" charset="-122"/>
                        </a:rPr>
                        <a:t>λ</a:t>
                      </a:r>
                      <a:endParaRPr kumimoji="0" lang="zh-CN" altLang="en-US" sz="2000" b="1" i="0" u="none" strike="noStrike" cap="none" normalizeH="0" baseline="0">
                        <a:ln>
                          <a:noFill/>
                        </a:ln>
                        <a:solidFill>
                          <a:srgbClr val="0066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l-GR" altLang="zh-CN" sz="2000" b="1" i="0" u="none" strike="noStrike" cap="none" normalizeH="0" baseline="0" dirty="0">
                          <a:ln>
                            <a:noFill/>
                          </a:ln>
                          <a:solidFill>
                            <a:srgbClr val="FFFF00"/>
                          </a:solidFill>
                          <a:effectLst/>
                          <a:latin typeface="微软雅黑" pitchFamily="34" charset="-122"/>
                          <a:ea typeface="微软雅黑" pitchFamily="34" charset="-122"/>
                        </a:rPr>
                        <a:t>λ</a:t>
                      </a:r>
                      <a:r>
                        <a:rPr kumimoji="0" lang="en-US" altLang="zh-CN" sz="2000" b="1" i="0" u="none" strike="noStrike" cap="none" normalizeH="0" baseline="30000" dirty="0">
                          <a:ln>
                            <a:noFill/>
                          </a:ln>
                          <a:solidFill>
                            <a:srgbClr val="FFFF00"/>
                          </a:solidFill>
                          <a:effectLst/>
                          <a:latin typeface="微软雅黑" pitchFamily="34" charset="-122"/>
                          <a:ea typeface="微软雅黑" pitchFamily="34" charset="-122"/>
                        </a:rPr>
                        <a:t>k</a:t>
                      </a: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l-GR" altLang="zh-CN" sz="2000" b="1" i="0" u="none" strike="noStrike" cap="none" normalizeH="0" baseline="0">
                          <a:ln>
                            <a:noFill/>
                          </a:ln>
                          <a:solidFill>
                            <a:srgbClr val="FFFF00"/>
                          </a:solidFill>
                          <a:effectLst/>
                          <a:latin typeface="微软雅黑" pitchFamily="34" charset="-122"/>
                          <a:ea typeface="微软雅黑" pitchFamily="34" charset="-122"/>
                        </a:rPr>
                        <a:t>λ</a:t>
                      </a:r>
                      <a:r>
                        <a:rPr kumimoji="0" lang="en-US" altLang="zh-CN" sz="2000" b="1" i="0" u="none" strike="noStrike" cap="none" normalizeH="0" baseline="30000">
                          <a:ln>
                            <a:noFill/>
                          </a:ln>
                          <a:solidFill>
                            <a:srgbClr val="FFFF00"/>
                          </a:solidFill>
                          <a:effectLst/>
                          <a:latin typeface="微软雅黑" pitchFamily="34" charset="-122"/>
                          <a:ea typeface="微软雅黑" pitchFamily="34" charset="-122"/>
                        </a:rPr>
                        <a:t>-1</a:t>
                      </a: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FFFF00"/>
                          </a:solidFill>
                          <a:effectLst/>
                          <a:latin typeface="微软雅黑" pitchFamily="34" charset="-122"/>
                          <a:ea typeface="微软雅黑" pitchFamily="34" charset="-122"/>
                        </a:rPr>
                        <a:t>k</a:t>
                      </a:r>
                      <a:r>
                        <a:rPr kumimoji="0" lang="el-GR" altLang="zh-CN" sz="2000" b="1" i="0" u="none" strike="noStrike" cap="none" normalizeH="0" baseline="0">
                          <a:ln>
                            <a:noFill/>
                          </a:ln>
                          <a:solidFill>
                            <a:srgbClr val="FFFF00"/>
                          </a:solidFill>
                          <a:effectLst/>
                          <a:latin typeface="微软雅黑" pitchFamily="34" charset="-122"/>
                          <a:ea typeface="微软雅黑" pitchFamily="34" charset="-122"/>
                        </a:rPr>
                        <a:t>λ</a:t>
                      </a:r>
                      <a:endParaRPr kumimoji="0" lang="en-US" altLang="zh-CN" sz="2000" b="1" i="0" u="none" strike="noStrike" cap="none" normalizeH="0" baseline="0">
                        <a:ln>
                          <a:noFill/>
                        </a:ln>
                        <a:solidFill>
                          <a:srgbClr val="FFFF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a:ln>
                            <a:noFill/>
                          </a:ln>
                          <a:solidFill>
                            <a:srgbClr val="FFFF00"/>
                          </a:solidFill>
                          <a:effectLst/>
                          <a:latin typeface="微软雅黑" pitchFamily="34" charset="-122"/>
                          <a:ea typeface="微软雅黑" pitchFamily="34" charset="-122"/>
                        </a:rPr>
                        <a:t>│A│</a:t>
                      </a:r>
                      <a:r>
                        <a:rPr kumimoji="0" lang="el-GR" altLang="zh-CN" sz="1800" b="1" i="0" u="none" strike="noStrike" cap="none" normalizeH="0" baseline="0">
                          <a:ln>
                            <a:noFill/>
                          </a:ln>
                          <a:solidFill>
                            <a:srgbClr val="FFFF00"/>
                          </a:solidFill>
                          <a:effectLst/>
                          <a:latin typeface="微软雅黑" pitchFamily="34" charset="-122"/>
                          <a:ea typeface="微软雅黑" pitchFamily="34" charset="-122"/>
                        </a:rPr>
                        <a:t>λ</a:t>
                      </a:r>
                      <a:r>
                        <a:rPr kumimoji="0" lang="en-US" altLang="zh-CN" sz="1800" b="1" i="0" u="none" strike="noStrike" cap="none" normalizeH="0" baseline="30000">
                          <a:ln>
                            <a:noFill/>
                          </a:ln>
                          <a:solidFill>
                            <a:srgbClr val="FFFF00"/>
                          </a:solidFill>
                          <a:effectLst/>
                          <a:latin typeface="微软雅黑" pitchFamily="34" charset="-122"/>
                          <a:ea typeface="微软雅黑" pitchFamily="34" charset="-122"/>
                        </a:rPr>
                        <a:t>-1</a:t>
                      </a:r>
                      <a:endParaRPr kumimoji="0" lang="en-US" altLang="zh-CN" sz="1200" b="1" i="0" u="none" strike="noStrike" cap="none" normalizeH="0" baseline="0">
                        <a:ln>
                          <a:noFill/>
                        </a:ln>
                        <a:solidFill>
                          <a:srgbClr val="FFFF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l-GR" altLang="zh-CN" sz="2000" b="1" i="0" u="none" strike="noStrike" cap="none" normalizeH="0" baseline="0">
                          <a:ln>
                            <a:noFill/>
                          </a:ln>
                          <a:solidFill>
                            <a:srgbClr val="FFFF00"/>
                          </a:solidFill>
                          <a:effectLst/>
                          <a:latin typeface="微软雅黑" pitchFamily="34" charset="-122"/>
                          <a:ea typeface="微软雅黑" pitchFamily="34" charset="-122"/>
                        </a:rPr>
                        <a:t>λ</a:t>
                      </a:r>
                      <a:endParaRPr kumimoji="0" lang="en-US" altLang="zh-CN" sz="2000" b="1" i="0" u="none" strike="noStrike" cap="none" normalizeH="0" baseline="30000">
                        <a:ln>
                          <a:noFill/>
                        </a:ln>
                        <a:solidFill>
                          <a:srgbClr val="FFFF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400" b="1" i="0" u="none" strike="noStrike" cap="none" normalizeH="0" baseline="0">
                          <a:ln>
                            <a:noFill/>
                          </a:ln>
                          <a:solidFill>
                            <a:srgbClr val="FFFF00"/>
                          </a:solidFill>
                          <a:effectLst/>
                          <a:latin typeface="Symbol" pitchFamily="18" charset="2"/>
                          <a:ea typeface="宋体" pitchFamily="2" charset="-122"/>
                        </a:rPr>
                        <a:t>j </a:t>
                      </a:r>
                      <a:r>
                        <a:rPr kumimoji="0" lang="en-US" altLang="zh-CN" sz="2400" b="1" i="0" u="none" strike="noStrike" cap="none" normalizeH="0" baseline="0">
                          <a:ln>
                            <a:noFill/>
                          </a:ln>
                          <a:solidFill>
                            <a:srgbClr val="FFFF00"/>
                          </a:solidFill>
                          <a:effectLst/>
                          <a:latin typeface="Tahoma" pitchFamily="34" charset="0"/>
                          <a:ea typeface="宋体" pitchFamily="2" charset="-122"/>
                        </a:rPr>
                        <a:t>(</a:t>
                      </a:r>
                      <a:r>
                        <a:rPr kumimoji="0" lang="en-US" altLang="zh-CN" sz="2400" b="1" i="0" u="none" strike="noStrike" cap="none" normalizeH="0" baseline="0">
                          <a:ln>
                            <a:noFill/>
                          </a:ln>
                          <a:solidFill>
                            <a:srgbClr val="FFFF00"/>
                          </a:solidFill>
                          <a:effectLst/>
                          <a:latin typeface="Symbol" pitchFamily="18" charset="2"/>
                          <a:ea typeface="宋体" pitchFamily="2" charset="-122"/>
                        </a:rPr>
                        <a:t>l</a:t>
                      </a:r>
                      <a:r>
                        <a:rPr kumimoji="0" lang="en-US" altLang="zh-CN" sz="2400" b="1" i="0" u="none" strike="noStrike" cap="none" normalizeH="0" baseline="0">
                          <a:ln>
                            <a:noFill/>
                          </a:ln>
                          <a:solidFill>
                            <a:srgbClr val="FFFF00"/>
                          </a:solidFill>
                          <a:effectLst/>
                          <a:latin typeface="Tahoma" pitchFamily="34" charset="0"/>
                          <a:ea typeface="宋体" pitchFamily="2" charset="-122"/>
                        </a:rPr>
                        <a:t>) </a:t>
                      </a:r>
                    </a:p>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400" b="1" i="0" u="none" strike="noStrike" cap="none" normalizeH="0" baseline="0">
                          <a:ln>
                            <a:noFill/>
                          </a:ln>
                          <a:solidFill>
                            <a:srgbClr val="FFFF00"/>
                          </a:solidFill>
                          <a:effectLst/>
                          <a:latin typeface="Tahoma" pitchFamily="34" charset="0"/>
                          <a:ea typeface="宋体" pitchFamily="2" charset="-122"/>
                        </a:rPr>
                        <a:t>= a</a:t>
                      </a:r>
                      <a:r>
                        <a:rPr kumimoji="0" lang="en-US" altLang="zh-CN" sz="1400" b="1" i="0" u="none" strike="noStrike" cap="none" normalizeH="0" baseline="-25000">
                          <a:ln>
                            <a:noFill/>
                          </a:ln>
                          <a:solidFill>
                            <a:srgbClr val="FFFF00"/>
                          </a:solidFill>
                          <a:effectLst/>
                          <a:latin typeface="Tahoma" pitchFamily="34" charset="0"/>
                          <a:ea typeface="宋体" pitchFamily="2" charset="-122"/>
                        </a:rPr>
                        <a:t>0</a:t>
                      </a:r>
                      <a:r>
                        <a:rPr kumimoji="0" lang="en-US" altLang="zh-CN" sz="1400" b="1" i="0" u="none" strike="noStrike" cap="none" normalizeH="0" baseline="0">
                          <a:ln>
                            <a:noFill/>
                          </a:ln>
                          <a:solidFill>
                            <a:srgbClr val="FFFF00"/>
                          </a:solidFill>
                          <a:effectLst/>
                          <a:latin typeface="Tahoma" pitchFamily="34" charset="0"/>
                          <a:ea typeface="宋体" pitchFamily="2" charset="-122"/>
                        </a:rPr>
                        <a:t> + a</a:t>
                      </a:r>
                      <a:r>
                        <a:rPr kumimoji="0" lang="en-US" altLang="zh-CN" sz="1400" b="1" i="0" u="none" strike="noStrike" cap="none" normalizeH="0" baseline="-25000">
                          <a:ln>
                            <a:noFill/>
                          </a:ln>
                          <a:solidFill>
                            <a:srgbClr val="FFFF00"/>
                          </a:solidFill>
                          <a:effectLst/>
                          <a:latin typeface="Tahoma" pitchFamily="34" charset="0"/>
                          <a:ea typeface="宋体" pitchFamily="2" charset="-122"/>
                        </a:rPr>
                        <a:t>1 </a:t>
                      </a:r>
                      <a:r>
                        <a:rPr kumimoji="0" lang="en-US" altLang="zh-CN" sz="1400" b="1" i="0" u="none" strike="noStrike" cap="none" normalizeH="0" baseline="0">
                          <a:ln>
                            <a:noFill/>
                          </a:ln>
                          <a:solidFill>
                            <a:srgbClr val="FFFF00"/>
                          </a:solidFill>
                          <a:effectLst/>
                          <a:latin typeface="Symbol" pitchFamily="18" charset="2"/>
                          <a:ea typeface="宋体" pitchFamily="2" charset="-122"/>
                        </a:rPr>
                        <a:t>l</a:t>
                      </a:r>
                      <a:r>
                        <a:rPr kumimoji="0" lang="en-US" altLang="zh-CN" sz="1400" b="1" i="0" u="none" strike="noStrike" cap="none" normalizeH="0" baseline="0">
                          <a:ln>
                            <a:noFill/>
                          </a:ln>
                          <a:solidFill>
                            <a:srgbClr val="FFFF00"/>
                          </a:solidFill>
                          <a:effectLst/>
                          <a:latin typeface="Tahoma" pitchFamily="34" charset="0"/>
                          <a:ea typeface="宋体" pitchFamily="2" charset="-122"/>
                        </a:rPr>
                        <a:t> + … + a</a:t>
                      </a:r>
                      <a:r>
                        <a:rPr kumimoji="0" lang="en-US" altLang="zh-CN" sz="1400" b="1" i="0" u="none" strike="noStrike" cap="none" normalizeH="0" baseline="-25000">
                          <a:ln>
                            <a:noFill/>
                          </a:ln>
                          <a:solidFill>
                            <a:srgbClr val="FFFF00"/>
                          </a:solidFill>
                          <a:effectLst/>
                          <a:latin typeface="Tahoma" pitchFamily="34" charset="0"/>
                          <a:ea typeface="宋体" pitchFamily="2" charset="-122"/>
                        </a:rPr>
                        <a:t>m </a:t>
                      </a:r>
                      <a:r>
                        <a:rPr kumimoji="0" lang="en-US" altLang="zh-CN" sz="1400" b="1" i="0" u="none" strike="noStrike" cap="none" normalizeH="0" baseline="0">
                          <a:ln>
                            <a:noFill/>
                          </a:ln>
                          <a:solidFill>
                            <a:srgbClr val="FFFF00"/>
                          </a:solidFill>
                          <a:effectLst/>
                          <a:latin typeface="Symbol" pitchFamily="18" charset="2"/>
                          <a:ea typeface="宋体" pitchFamily="2" charset="-122"/>
                        </a:rPr>
                        <a:t>l</a:t>
                      </a:r>
                      <a:r>
                        <a:rPr kumimoji="0" lang="en-US" altLang="zh-CN" sz="1400" b="1" i="0" u="none" strike="noStrike" cap="none" normalizeH="0" baseline="-25000">
                          <a:ln>
                            <a:noFill/>
                          </a:ln>
                          <a:solidFill>
                            <a:srgbClr val="FFFF00"/>
                          </a:solidFill>
                          <a:effectLst/>
                          <a:latin typeface="Tahoma" pitchFamily="34" charset="0"/>
                          <a:ea typeface="宋体" pitchFamily="2" charset="-122"/>
                        </a:rPr>
                        <a:t> </a:t>
                      </a:r>
                      <a:r>
                        <a:rPr kumimoji="0" lang="en-US" altLang="zh-CN" sz="1400" b="1" i="0" u="none" strike="noStrike" cap="none" normalizeH="0" baseline="30000">
                          <a:ln>
                            <a:noFill/>
                          </a:ln>
                          <a:solidFill>
                            <a:srgbClr val="FFFF00"/>
                          </a:solidFill>
                          <a:effectLst/>
                          <a:latin typeface="Tahoma" pitchFamily="34" charset="0"/>
                          <a:ea typeface="宋体" pitchFamily="2" charset="-122"/>
                        </a:rPr>
                        <a:t>m</a:t>
                      </a:r>
                      <a:endParaRPr kumimoji="0" lang="en-US" altLang="zh-CN" sz="1400" b="1" i="0" u="none" strike="noStrike" cap="none" normalizeH="0" baseline="0">
                        <a:ln>
                          <a:noFill/>
                        </a:ln>
                        <a:solidFill>
                          <a:srgbClr val="FFFF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a:ln>
                            <a:noFill/>
                          </a:ln>
                          <a:solidFill>
                            <a:srgbClr val="FFFF00"/>
                          </a:solidFill>
                          <a:effectLst/>
                          <a:latin typeface="微软雅黑" pitchFamily="34" charset="-122"/>
                          <a:ea typeface="微软雅黑" pitchFamily="34" charset="-122"/>
                        </a:rPr>
                        <a:t>对角元</a:t>
                      </a:r>
                      <a:endParaRPr kumimoji="0" lang="en-US" altLang="zh-CN" sz="1800" b="1" i="0" u="none" strike="noStrike" cap="none" normalizeH="0" baseline="0">
                        <a:ln>
                          <a:noFill/>
                        </a:ln>
                        <a:solidFill>
                          <a:srgbClr val="FFFF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extLst>
                  <a:ext uri="{0D108BD9-81ED-4DB2-BD59-A6C34878D82A}">
                    <a16:rowId xmlns:a16="http://schemas.microsoft.com/office/drawing/2014/main" val="10001"/>
                  </a:ext>
                </a:extLst>
              </a:tr>
              <a:tr h="58102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2000" b="1" i="0" u="none" strike="noStrike" cap="none" normalizeH="0" baseline="0">
                          <a:ln>
                            <a:noFill/>
                          </a:ln>
                          <a:solidFill>
                            <a:srgbClr val="006600"/>
                          </a:solidFill>
                          <a:effectLst/>
                          <a:latin typeface="微软雅黑" pitchFamily="34" charset="-122"/>
                          <a:ea typeface="微软雅黑" pitchFamily="34" charset="-122"/>
                        </a:rPr>
                        <a:t>特征向量</a:t>
                      </a: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008000"/>
                      </a:solidFill>
                      <a:prstDash val="solid"/>
                      <a:round/>
                      <a:headEnd type="none" w="med" len="med"/>
                      <a:tailEnd type="none" w="med" len="med"/>
                    </a:lnR>
                    <a:lnT w="38100" cap="flat" cmpd="sng" algn="ctr">
                      <a:solidFill>
                        <a:srgbClr val="008000"/>
                      </a:solidFill>
                      <a:prstDash val="solid"/>
                      <a:round/>
                      <a:headEnd type="none" w="med" len="med"/>
                      <a:tailEnd type="none" w="med" len="med"/>
                    </a:lnT>
                    <a:lnB w="38100" cap="flat" cmpd="sng" algn="ctr">
                      <a:solidFill>
                        <a:srgbClr val="008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2000" b="1" i="0" u="none" strike="noStrike" cap="none" normalizeH="0" baseline="0">
                          <a:ln>
                            <a:noFill/>
                          </a:ln>
                          <a:solidFill>
                            <a:srgbClr val="006600"/>
                          </a:solidFill>
                          <a:effectLst/>
                          <a:latin typeface="微软雅黑" pitchFamily="34" charset="-122"/>
                          <a:ea typeface="微软雅黑" pitchFamily="34" charset="-122"/>
                        </a:rPr>
                        <a:t>P</a:t>
                      </a:r>
                      <a:endParaRPr kumimoji="0" lang="zh-CN" altLang="en-US" sz="2000" b="1" i="0" u="none" strike="noStrike" cap="none" normalizeH="0" baseline="0">
                        <a:ln>
                          <a:noFill/>
                        </a:ln>
                        <a:solidFill>
                          <a:srgbClr val="0066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0080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006600"/>
                      </a:solidFill>
                      <a:prstDash val="solid"/>
                      <a:round/>
                      <a:headEnd type="none" w="med" len="med"/>
                      <a:tailEnd type="none" w="med" len="med"/>
                    </a:lnT>
                    <a:lnB w="38100" cap="flat" cmpd="sng" algn="ctr">
                      <a:solidFill>
                        <a:srgbClr val="006600"/>
                      </a:solidFill>
                      <a:prstDash val="solid"/>
                      <a:round/>
                      <a:headEnd type="none" w="med" len="med"/>
                      <a:tailEnd type="none" w="med" len="med"/>
                    </a:lnB>
                    <a:lnTlToBr>
                      <a:noFill/>
                    </a:lnTlToBr>
                    <a:lnBlToTr>
                      <a:noFill/>
                    </a:lnBlToTr>
                    <a:solidFill>
                      <a:srgbClr val="FFFF00"/>
                    </a:solidFill>
                  </a:tcPr>
                </a:tc>
                <a:tc gridSpan="6">
                  <a:txBody>
                    <a:bodyPr/>
                    <a:lstStyle/>
                    <a:p>
                      <a:pPr marL="0" marR="0" lvl="0" indent="0" algn="l" defTabSz="914400" rtl="0" eaLnBrk="1" fontAlgn="base" latinLnBrk="0" hangingPunct="1">
                        <a:lnSpc>
                          <a:spcPct val="100000"/>
                        </a:lnSpc>
                        <a:spcBef>
                          <a:spcPct val="20000"/>
                        </a:spcBef>
                        <a:spcAft>
                          <a:spcPct val="0"/>
                        </a:spcAft>
                        <a:buClr>
                          <a:schemeClr val="hlink"/>
                        </a:buClr>
                        <a:buSzPct val="120000"/>
                        <a:buFontTx/>
                        <a:buNone/>
                        <a:tabLst/>
                      </a:pPr>
                      <a:r>
                        <a:rPr kumimoji="0" lang="en-US" altLang="zh-CN" sz="1800" b="1" i="0" u="none" strike="noStrike" cap="none" normalizeH="0" baseline="0" dirty="0">
                          <a:ln>
                            <a:noFill/>
                          </a:ln>
                          <a:solidFill>
                            <a:srgbClr val="FFFF00"/>
                          </a:solidFill>
                          <a:effectLst/>
                          <a:latin typeface="微软雅黑" pitchFamily="34" charset="-122"/>
                          <a:ea typeface="微软雅黑" pitchFamily="34" charset="-122"/>
                        </a:rPr>
                        <a:t>P</a:t>
                      </a: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00660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zh-CN" altLang="en-US" sz="1800" b="1" i="0" u="none" strike="noStrike" cap="none" normalizeH="0" baseline="0" dirty="0">
                          <a:ln>
                            <a:noFill/>
                          </a:ln>
                          <a:solidFill>
                            <a:srgbClr val="008000"/>
                          </a:solidFill>
                          <a:effectLst/>
                          <a:latin typeface="微软雅黑" pitchFamily="34" charset="-122"/>
                          <a:ea typeface="微软雅黑" pitchFamily="34" charset="-122"/>
                        </a:rPr>
                        <a:t>具体求</a:t>
                      </a:r>
                      <a:endParaRPr kumimoji="0" lang="en-US" altLang="zh-CN" sz="1800" b="1" i="0" u="none" strike="noStrike" cap="none" normalizeH="0" baseline="0" dirty="0">
                        <a:ln>
                          <a:noFill/>
                        </a:ln>
                        <a:solidFill>
                          <a:srgbClr val="008000"/>
                        </a:solidFill>
                        <a:effectLst/>
                        <a:latin typeface="微软雅黑" pitchFamily="34" charset="-122"/>
                        <a:ea typeface="微软雅黑" pitchFamily="34" charset="-122"/>
                      </a:endParaRPr>
                    </a:p>
                  </a:txBody>
                  <a:tcPr marL="90000" marR="90000" marT="46800" marB="46800" anchor="ctr" anchorCtr="1" horzOverflow="overflow">
                    <a:lnL w="38100" cap="flat" cmpd="sng" algn="ctr">
                      <a:solidFill>
                        <a:srgbClr val="FFFF00"/>
                      </a:solidFill>
                      <a:prstDash val="solid"/>
                      <a:round/>
                      <a:headEnd type="none" w="med" len="med"/>
                      <a:tailEnd type="none" w="med" len="med"/>
                    </a:lnL>
                    <a:lnR w="38100" cap="flat" cmpd="sng" algn="ctr">
                      <a:solidFill>
                        <a:srgbClr val="FFFF00"/>
                      </a:solidFill>
                      <a:prstDash val="solid"/>
                      <a:round/>
                      <a:headEnd type="none" w="med" len="med"/>
                      <a:tailEnd type="none" w="med" len="med"/>
                    </a:lnR>
                    <a:lnT w="38100" cap="flat" cmpd="sng" algn="ctr">
                      <a:solidFill>
                        <a:srgbClr val="FFFF00"/>
                      </a:solidFill>
                      <a:prstDash val="solid"/>
                      <a:round/>
                      <a:headEnd type="none" w="med" len="med"/>
                      <a:tailEnd type="none" w="med" len="med"/>
                    </a:lnT>
                    <a:lnB w="38100" cap="flat" cmpd="sng" algn="ctr">
                      <a:solidFill>
                        <a:srgbClr val="FFFF00"/>
                      </a:solidFill>
                      <a:prstDash val="solid"/>
                      <a:round/>
                      <a:headEnd type="none" w="med" len="med"/>
                      <a:tailEnd type="none" w="med" len="med"/>
                    </a:lnB>
                    <a:lnTlToBr>
                      <a:noFill/>
                    </a:lnTlToBr>
                    <a:lnBlToTr>
                      <a:noFill/>
                    </a:lnBlToTr>
                    <a:solidFill>
                      <a:srgbClr val="FFFF59"/>
                    </a:solidFill>
                  </a:tcPr>
                </a:tc>
                <a:extLst>
                  <a:ext uri="{0D108BD9-81ED-4DB2-BD59-A6C34878D82A}">
                    <a16:rowId xmlns:a16="http://schemas.microsoft.com/office/drawing/2014/main" val="10002"/>
                  </a:ext>
                </a:extLst>
              </a:tr>
            </a:tbl>
          </a:graphicData>
        </a:graphic>
      </p:graphicFrame>
      <p:sp>
        <p:nvSpPr>
          <p:cNvPr id="4" name="AutoShape 5"/>
          <p:cNvSpPr>
            <a:spLocks noChangeArrowheads="1"/>
          </p:cNvSpPr>
          <p:nvPr/>
        </p:nvSpPr>
        <p:spPr bwMode="auto">
          <a:xfrm>
            <a:off x="785813" y="3071813"/>
            <a:ext cx="8358187" cy="1785937"/>
          </a:xfrm>
          <a:prstGeom prst="roundRect">
            <a:avLst>
              <a:gd name="adj" fmla="val 4646"/>
            </a:avLst>
          </a:prstGeom>
          <a:solidFill>
            <a:schemeClr val="accent1"/>
          </a:solidFill>
          <a:ln w="28575">
            <a:solidFill>
              <a:schemeClr val="accent2"/>
            </a:solidFill>
            <a:round/>
            <a:headEnd/>
            <a:tailEnd/>
          </a:ln>
          <a:effectLst/>
        </p:spPr>
        <p:txBody>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说明：</a:t>
            </a: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5" name="AutoShape 5"/>
          <p:cNvSpPr>
            <a:spLocks noChangeArrowheads="1"/>
          </p:cNvSpPr>
          <p:nvPr/>
        </p:nvSpPr>
        <p:spPr bwMode="auto">
          <a:xfrm>
            <a:off x="785813" y="5000625"/>
            <a:ext cx="8358187" cy="1857375"/>
          </a:xfrm>
          <a:prstGeom prst="roundRect">
            <a:avLst>
              <a:gd name="adj" fmla="val 4646"/>
            </a:avLst>
          </a:prstGeom>
          <a:solidFill>
            <a:schemeClr val="accent1"/>
          </a:solidFill>
          <a:ln w="28575">
            <a:solidFill>
              <a:schemeClr val="accent2"/>
            </a:solidFill>
            <a:round/>
            <a:headEnd/>
            <a:tailEnd/>
          </a:ln>
          <a:effectLst/>
        </p:spPr>
        <p:txBody>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举例：设</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3 </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阶方阵 </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的特征值为</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 −1, 2</a:t>
            </a: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求  </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+3A−2E  </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 及  </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+3A−2E|</a:t>
            </a:r>
            <a:endPar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解：</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 = 1×(−1) ×2 = −2 </a:t>
            </a: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 +3A−2E| = (−1) ×(−3) ×3 =9</a:t>
            </a: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219139" name="Object 2"/>
          <p:cNvGraphicFramePr>
            <a:graphicFrameLocks noChangeAspect="1"/>
          </p:cNvGraphicFramePr>
          <p:nvPr/>
        </p:nvGraphicFramePr>
        <p:xfrm>
          <a:off x="4429124" y="5630091"/>
          <a:ext cx="2003425" cy="812800"/>
        </p:xfrm>
        <a:graphic>
          <a:graphicData uri="http://schemas.openxmlformats.org/presentationml/2006/ole">
            <mc:AlternateContent xmlns:mc="http://schemas.openxmlformats.org/markup-compatibility/2006">
              <mc:Choice xmlns:v="urn:schemas-microsoft-com:vml" Requires="v">
                <p:oleObj name="Equation" r:id="rId3" imgW="1002960" imgH="406080" progId="Equation.DSMT4">
                  <p:embed/>
                </p:oleObj>
              </mc:Choice>
              <mc:Fallback>
                <p:oleObj name="Equation" r:id="rId3" imgW="1002960" imgH="406080" progId="Equation.DSMT4">
                  <p:embed/>
                  <p:pic>
                    <p:nvPicPr>
                      <p:cNvPr id="219139"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29124" y="5630091"/>
                        <a:ext cx="2003425" cy="812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3"/>
          <p:cNvGraphicFramePr>
            <a:graphicFrameLocks noChangeAspect="1"/>
          </p:cNvGraphicFramePr>
          <p:nvPr/>
        </p:nvGraphicFramePr>
        <p:xfrm>
          <a:off x="7267575" y="5357835"/>
          <a:ext cx="1876425" cy="1357313"/>
        </p:xfrm>
        <a:graphic>
          <a:graphicData uri="http://schemas.openxmlformats.org/presentationml/2006/ole">
            <mc:AlternateContent xmlns:mc="http://schemas.openxmlformats.org/markup-compatibility/2006">
              <mc:Choice xmlns:v="urn:schemas-microsoft-com:vml" Requires="v">
                <p:oleObj name="Equation" r:id="rId5" imgW="939600" imgH="698400" progId="Equation.DSMT4">
                  <p:embed/>
                </p:oleObj>
              </mc:Choice>
              <mc:Fallback>
                <p:oleObj name="Equation" r:id="rId5" imgW="939600" imgH="698400" progId="Equation.DSMT4">
                  <p:embed/>
                  <p:pic>
                    <p:nvPicPr>
                      <p:cNvPr id="7"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67575" y="5357835"/>
                        <a:ext cx="1876425" cy="1357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59"/>
          <p:cNvGraphicFramePr>
            <a:graphicFrameLocks noChangeAspect="1"/>
          </p:cNvGraphicFramePr>
          <p:nvPr/>
        </p:nvGraphicFramePr>
        <p:xfrm>
          <a:off x="3817938" y="4000500"/>
          <a:ext cx="968375" cy="449263"/>
        </p:xfrm>
        <a:graphic>
          <a:graphicData uri="http://schemas.openxmlformats.org/presentationml/2006/ole">
            <mc:AlternateContent xmlns:mc="http://schemas.openxmlformats.org/markup-compatibility/2006">
              <mc:Choice xmlns:v="urn:schemas-microsoft-com:vml" Requires="v">
                <p:oleObj name="Equation" r:id="rId7" imgW="609480" imgH="253800" progId="Equation.DSMT4">
                  <p:embed/>
                </p:oleObj>
              </mc:Choice>
              <mc:Fallback>
                <p:oleObj name="Equation" r:id="rId7" imgW="609480" imgH="253800" progId="Equation.DSMT4">
                  <p:embed/>
                  <p:pic>
                    <p:nvPicPr>
                      <p:cNvPr id="8" name="Object 5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7938" y="4000500"/>
                        <a:ext cx="968375" cy="449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396" name="Object 12"/>
          <p:cNvGraphicFramePr>
            <a:graphicFrameLocks noChangeAspect="1"/>
          </p:cNvGraphicFramePr>
          <p:nvPr/>
        </p:nvGraphicFramePr>
        <p:xfrm>
          <a:off x="4883150" y="3149600"/>
          <a:ext cx="4051300" cy="1177925"/>
        </p:xfrm>
        <a:graphic>
          <a:graphicData uri="http://schemas.openxmlformats.org/presentationml/2006/ole">
            <mc:AlternateContent xmlns:mc="http://schemas.openxmlformats.org/markup-compatibility/2006">
              <mc:Choice xmlns:v="urn:schemas-microsoft-com:vml" Requires="v">
                <p:oleObj name="Equation" r:id="rId9" imgW="2450880" imgH="711000" progId="Equation.DSMT4">
                  <p:embed/>
                </p:oleObj>
              </mc:Choice>
              <mc:Fallback>
                <p:oleObj name="Equation" r:id="rId9" imgW="2450880" imgH="711000" progId="Equation.DSMT4">
                  <p:embed/>
                  <p:pic>
                    <p:nvPicPr>
                      <p:cNvPr id="16396" name="Object 12"/>
                      <p:cNvPicPr>
                        <a:picLocks noChangeAspect="1" noChangeArrowheads="1"/>
                      </p:cNvPicPr>
                      <p:nvPr/>
                    </p:nvPicPr>
                    <p:blipFill>
                      <a:blip r:embed="rId10"/>
                      <a:srcRect/>
                      <a:stretch>
                        <a:fillRect/>
                      </a:stretch>
                    </p:blipFill>
                    <p:spPr bwMode="auto">
                      <a:xfrm>
                        <a:off x="4883150" y="3149600"/>
                        <a:ext cx="4051300" cy="1177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6"/>
          <p:cNvGraphicFramePr>
            <a:graphicFrameLocks noChangeAspect="1"/>
          </p:cNvGraphicFramePr>
          <p:nvPr/>
        </p:nvGraphicFramePr>
        <p:xfrm>
          <a:off x="1857375" y="3479800"/>
          <a:ext cx="1755775" cy="449263"/>
        </p:xfrm>
        <a:graphic>
          <a:graphicData uri="http://schemas.openxmlformats.org/presentationml/2006/ole">
            <mc:AlternateContent xmlns:mc="http://schemas.openxmlformats.org/markup-compatibility/2006">
              <mc:Choice xmlns:v="urn:schemas-microsoft-com:vml" Requires="v">
                <p:oleObj name="Equation" r:id="rId11" imgW="1104840" imgH="253800" progId="Equation.DSMT4">
                  <p:embed/>
                </p:oleObj>
              </mc:Choice>
              <mc:Fallback>
                <p:oleObj name="Equation" r:id="rId11" imgW="1104840" imgH="253800" progId="Equation.DSMT4">
                  <p:embed/>
                  <p:pic>
                    <p:nvPicPr>
                      <p:cNvPr id="11"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57375" y="3479800"/>
                        <a:ext cx="1755775" cy="4492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7"/>
          <p:cNvGraphicFramePr>
            <a:graphicFrameLocks noChangeAspect="1"/>
          </p:cNvGraphicFramePr>
          <p:nvPr/>
        </p:nvGraphicFramePr>
        <p:xfrm>
          <a:off x="785813" y="3500438"/>
          <a:ext cx="949325" cy="358775"/>
        </p:xfrm>
        <a:graphic>
          <a:graphicData uri="http://schemas.openxmlformats.org/presentationml/2006/ole">
            <mc:AlternateContent xmlns:mc="http://schemas.openxmlformats.org/markup-compatibility/2006">
              <mc:Choice xmlns:v="urn:schemas-microsoft-com:vml" Requires="v">
                <p:oleObj name="Equation" r:id="rId13" imgW="596880" imgH="203040" progId="Equation.DSMT4">
                  <p:embed/>
                </p:oleObj>
              </mc:Choice>
              <mc:Fallback>
                <p:oleObj name="Equation" r:id="rId13" imgW="596880" imgH="203040" progId="Equation.DSMT4">
                  <p:embed/>
                  <p:pic>
                    <p:nvPicPr>
                      <p:cNvPr id="12"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85813" y="3500438"/>
                        <a:ext cx="949325" cy="358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8"/>
          <p:cNvGraphicFramePr>
            <a:graphicFrameLocks noChangeAspect="1"/>
          </p:cNvGraphicFramePr>
          <p:nvPr/>
        </p:nvGraphicFramePr>
        <p:xfrm>
          <a:off x="3714750" y="3500438"/>
          <a:ext cx="990600" cy="449262"/>
        </p:xfrm>
        <a:graphic>
          <a:graphicData uri="http://schemas.openxmlformats.org/presentationml/2006/ole">
            <mc:AlternateContent xmlns:mc="http://schemas.openxmlformats.org/markup-compatibility/2006">
              <mc:Choice xmlns:v="urn:schemas-microsoft-com:vml" Requires="v">
                <p:oleObj name="Equation" r:id="rId15" imgW="622080" imgH="253800" progId="Equation.DSMT4">
                  <p:embed/>
                </p:oleObj>
              </mc:Choice>
              <mc:Fallback>
                <p:oleObj name="Equation" r:id="rId15" imgW="622080" imgH="253800" progId="Equation.DSMT4">
                  <p:embed/>
                  <p:pic>
                    <p:nvPicPr>
                      <p:cNvPr id="13" name="Object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14750" y="3500438"/>
                        <a:ext cx="990600"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9"/>
          <p:cNvGraphicFramePr>
            <a:graphicFrameLocks noChangeAspect="1"/>
          </p:cNvGraphicFramePr>
          <p:nvPr/>
        </p:nvGraphicFramePr>
        <p:xfrm>
          <a:off x="2816225" y="3979863"/>
          <a:ext cx="969963" cy="449262"/>
        </p:xfrm>
        <a:graphic>
          <a:graphicData uri="http://schemas.openxmlformats.org/presentationml/2006/ole">
            <mc:AlternateContent xmlns:mc="http://schemas.openxmlformats.org/markup-compatibility/2006">
              <mc:Choice xmlns:v="urn:schemas-microsoft-com:vml" Requires="v">
                <p:oleObj name="Equation" r:id="rId17" imgW="609480" imgH="253800" progId="Equation.DSMT4">
                  <p:embed/>
                </p:oleObj>
              </mc:Choice>
              <mc:Fallback>
                <p:oleObj name="Equation" r:id="rId17" imgW="609480" imgH="253800" progId="Equation.DSMT4">
                  <p:embed/>
                  <p:pic>
                    <p:nvPicPr>
                      <p:cNvPr id="14" name="Object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816225" y="3979863"/>
                        <a:ext cx="969963"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10"/>
          <p:cNvGraphicFramePr>
            <a:graphicFrameLocks noChangeAspect="1"/>
          </p:cNvGraphicFramePr>
          <p:nvPr/>
        </p:nvGraphicFramePr>
        <p:xfrm>
          <a:off x="2192338" y="4000500"/>
          <a:ext cx="665162" cy="404813"/>
        </p:xfrm>
        <a:graphic>
          <a:graphicData uri="http://schemas.openxmlformats.org/presentationml/2006/ole">
            <mc:AlternateContent xmlns:mc="http://schemas.openxmlformats.org/markup-compatibility/2006">
              <mc:Choice xmlns:v="urn:schemas-microsoft-com:vml" Requires="v">
                <p:oleObj name="Equation" r:id="rId19" imgW="419040" imgH="228600" progId="Equation.DSMT4">
                  <p:embed/>
                </p:oleObj>
              </mc:Choice>
              <mc:Fallback>
                <p:oleObj name="Equation" r:id="rId19" imgW="419040" imgH="228600" progId="Equation.DSMT4">
                  <p:embed/>
                  <p:pic>
                    <p:nvPicPr>
                      <p:cNvPr id="15" name="Object 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92338" y="4000500"/>
                        <a:ext cx="665162" cy="404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11"/>
          <p:cNvGraphicFramePr>
            <a:graphicFrameLocks noChangeAspect="1"/>
          </p:cNvGraphicFramePr>
          <p:nvPr/>
        </p:nvGraphicFramePr>
        <p:xfrm>
          <a:off x="5868988" y="4365625"/>
          <a:ext cx="3275012" cy="420688"/>
        </p:xfrm>
        <a:graphic>
          <a:graphicData uri="http://schemas.openxmlformats.org/presentationml/2006/ole">
            <mc:AlternateContent xmlns:mc="http://schemas.openxmlformats.org/markup-compatibility/2006">
              <mc:Choice xmlns:v="urn:schemas-microsoft-com:vml" Requires="v">
                <p:oleObj name="Equation" r:id="rId21" imgW="1981080" imgH="253800" progId="Equation.DSMT4">
                  <p:embed/>
                </p:oleObj>
              </mc:Choice>
              <mc:Fallback>
                <p:oleObj name="Equation" r:id="rId21" imgW="1981080" imgH="253800" progId="Equation.DSMT4">
                  <p:embed/>
                  <p:pic>
                    <p:nvPicPr>
                      <p:cNvPr id="16" name="Object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868988" y="4365625"/>
                        <a:ext cx="3275012" cy="4206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481" name="Rectangle 73"/>
          <p:cNvSpPr>
            <a:spLocks noChangeArrowheads="1"/>
          </p:cNvSpPr>
          <p:nvPr/>
        </p:nvSpPr>
        <p:spPr bwMode="auto">
          <a:xfrm>
            <a:off x="2543175" y="1000108"/>
            <a:ext cx="571500"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2" name="Rectangle 74"/>
          <p:cNvSpPr>
            <a:spLocks noChangeArrowheads="1"/>
          </p:cNvSpPr>
          <p:nvPr/>
        </p:nvSpPr>
        <p:spPr bwMode="auto">
          <a:xfrm>
            <a:off x="3114675" y="1000108"/>
            <a:ext cx="638175"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3" name="Rectangle 75"/>
          <p:cNvSpPr>
            <a:spLocks noChangeArrowheads="1"/>
          </p:cNvSpPr>
          <p:nvPr/>
        </p:nvSpPr>
        <p:spPr bwMode="auto">
          <a:xfrm>
            <a:off x="3752850" y="1000108"/>
            <a:ext cx="571500"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4" name="Rectangle 76"/>
          <p:cNvSpPr>
            <a:spLocks noChangeArrowheads="1"/>
          </p:cNvSpPr>
          <p:nvPr/>
        </p:nvSpPr>
        <p:spPr bwMode="auto">
          <a:xfrm>
            <a:off x="4286248" y="1000108"/>
            <a:ext cx="1000125"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5" name="Rectangle 77"/>
          <p:cNvSpPr>
            <a:spLocks noChangeArrowheads="1"/>
          </p:cNvSpPr>
          <p:nvPr/>
        </p:nvSpPr>
        <p:spPr bwMode="auto">
          <a:xfrm>
            <a:off x="5286380" y="1000108"/>
            <a:ext cx="504825"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6" name="Rectangle 78"/>
          <p:cNvSpPr>
            <a:spLocks noChangeArrowheads="1"/>
          </p:cNvSpPr>
          <p:nvPr/>
        </p:nvSpPr>
        <p:spPr bwMode="auto">
          <a:xfrm>
            <a:off x="5786446" y="1000108"/>
            <a:ext cx="2352675"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87" name="Rectangle 79"/>
          <p:cNvSpPr>
            <a:spLocks noChangeArrowheads="1"/>
          </p:cNvSpPr>
          <p:nvPr/>
        </p:nvSpPr>
        <p:spPr bwMode="auto">
          <a:xfrm>
            <a:off x="8201025" y="980728"/>
            <a:ext cx="1000125" cy="657225"/>
          </a:xfrm>
          <a:prstGeom prst="rect">
            <a:avLst/>
          </a:prstGeom>
          <a:solidFill>
            <a:srgbClr val="FFFF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0" name="Rectangle 82"/>
          <p:cNvSpPr>
            <a:spLocks noChangeArrowheads="1"/>
          </p:cNvSpPr>
          <p:nvPr/>
        </p:nvSpPr>
        <p:spPr bwMode="auto">
          <a:xfrm>
            <a:off x="2500298" y="1643050"/>
            <a:ext cx="571500"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1" name="Rectangle 83"/>
          <p:cNvSpPr>
            <a:spLocks noChangeArrowheads="1"/>
          </p:cNvSpPr>
          <p:nvPr/>
        </p:nvSpPr>
        <p:spPr bwMode="auto">
          <a:xfrm>
            <a:off x="3114675" y="1643050"/>
            <a:ext cx="638175"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2" name="Rectangle 84"/>
          <p:cNvSpPr>
            <a:spLocks noChangeArrowheads="1"/>
          </p:cNvSpPr>
          <p:nvPr/>
        </p:nvSpPr>
        <p:spPr bwMode="auto">
          <a:xfrm>
            <a:off x="3752850" y="1643050"/>
            <a:ext cx="571500"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3" name="Rectangle 85"/>
          <p:cNvSpPr>
            <a:spLocks noChangeArrowheads="1"/>
          </p:cNvSpPr>
          <p:nvPr/>
        </p:nvSpPr>
        <p:spPr bwMode="auto">
          <a:xfrm>
            <a:off x="4324350" y="1643050"/>
            <a:ext cx="1000125"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4" name="Rectangle 86"/>
          <p:cNvSpPr>
            <a:spLocks noChangeArrowheads="1"/>
          </p:cNvSpPr>
          <p:nvPr/>
        </p:nvSpPr>
        <p:spPr bwMode="auto">
          <a:xfrm>
            <a:off x="5324475" y="1643050"/>
            <a:ext cx="504825"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5" name="Rectangle 87"/>
          <p:cNvSpPr>
            <a:spLocks noChangeArrowheads="1"/>
          </p:cNvSpPr>
          <p:nvPr/>
        </p:nvSpPr>
        <p:spPr bwMode="auto">
          <a:xfrm>
            <a:off x="5829300" y="1643050"/>
            <a:ext cx="2352675"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6" name="Rectangle 88"/>
          <p:cNvSpPr>
            <a:spLocks noChangeArrowheads="1"/>
          </p:cNvSpPr>
          <p:nvPr/>
        </p:nvSpPr>
        <p:spPr bwMode="auto">
          <a:xfrm>
            <a:off x="8181975" y="1695450"/>
            <a:ext cx="1000125" cy="695325"/>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9" name="Rectangle 91"/>
          <p:cNvSpPr>
            <a:spLocks noChangeArrowheads="1"/>
          </p:cNvSpPr>
          <p:nvPr/>
        </p:nvSpPr>
        <p:spPr bwMode="auto">
          <a:xfrm>
            <a:off x="4429125" y="2428868"/>
            <a:ext cx="1214438" cy="471487"/>
          </a:xfrm>
          <a:prstGeom prst="rect">
            <a:avLst/>
          </a:prstGeom>
          <a:solidFill>
            <a:srgbClr val="006600"/>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500" name="Rectangle 92"/>
          <p:cNvSpPr>
            <a:spLocks noChangeArrowheads="1"/>
          </p:cNvSpPr>
          <p:nvPr/>
        </p:nvSpPr>
        <p:spPr bwMode="auto">
          <a:xfrm>
            <a:off x="8181975" y="2390775"/>
            <a:ext cx="1000125" cy="581025"/>
          </a:xfrm>
          <a:prstGeom prst="rect">
            <a:avLst/>
          </a:prstGeom>
          <a:solidFill>
            <a:srgbClr val="FFFF59"/>
          </a:solid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 name="Rectangle 97"/>
          <p:cNvSpPr>
            <a:spLocks noChangeArrowheads="1"/>
          </p:cNvSpPr>
          <p:nvPr/>
        </p:nvSpPr>
        <p:spPr bwMode="auto">
          <a:xfrm>
            <a:off x="3095625" y="1643050"/>
            <a:ext cx="38100" cy="714375"/>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6" name="Rectangle 99"/>
          <p:cNvSpPr>
            <a:spLocks noChangeArrowheads="1"/>
          </p:cNvSpPr>
          <p:nvPr/>
        </p:nvSpPr>
        <p:spPr bwMode="auto">
          <a:xfrm>
            <a:off x="3733800" y="1643050"/>
            <a:ext cx="38100" cy="714375"/>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9" name="Rectangle 101"/>
          <p:cNvSpPr>
            <a:spLocks noChangeArrowheads="1"/>
          </p:cNvSpPr>
          <p:nvPr/>
        </p:nvSpPr>
        <p:spPr bwMode="auto">
          <a:xfrm>
            <a:off x="4305300" y="1643050"/>
            <a:ext cx="38100" cy="714375"/>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0" name="Rectangle 103"/>
          <p:cNvSpPr>
            <a:spLocks noChangeArrowheads="1"/>
          </p:cNvSpPr>
          <p:nvPr/>
        </p:nvSpPr>
        <p:spPr bwMode="auto">
          <a:xfrm>
            <a:off x="5305425" y="1643050"/>
            <a:ext cx="38100" cy="714375"/>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 name="Rectangle 105"/>
          <p:cNvSpPr>
            <a:spLocks noChangeArrowheads="1"/>
          </p:cNvSpPr>
          <p:nvPr/>
        </p:nvSpPr>
        <p:spPr bwMode="auto">
          <a:xfrm>
            <a:off x="5810250" y="1643050"/>
            <a:ext cx="38100" cy="714375"/>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8" name="Rectangle 106"/>
          <p:cNvSpPr>
            <a:spLocks noChangeArrowheads="1"/>
          </p:cNvSpPr>
          <p:nvPr/>
        </p:nvSpPr>
        <p:spPr bwMode="auto">
          <a:xfrm>
            <a:off x="8162925" y="1019175"/>
            <a:ext cx="38100" cy="676275"/>
          </a:xfrm>
          <a:prstGeom prst="rect">
            <a:avLst/>
          </a:prstGeom>
          <a:solidFill>
            <a:srgbClr val="006600"/>
          </a:solidFill>
          <a:ln w="0">
            <a:solidFill>
              <a:srgbClr val="0066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17497" name="Rectangle 107"/>
          <p:cNvSpPr>
            <a:spLocks noChangeArrowheads="1"/>
          </p:cNvSpPr>
          <p:nvPr/>
        </p:nvSpPr>
        <p:spPr bwMode="auto">
          <a:xfrm>
            <a:off x="8162925" y="1643050"/>
            <a:ext cx="38100" cy="1295400"/>
          </a:xfrm>
          <a:prstGeom prst="rect">
            <a:avLst/>
          </a:prstGeom>
          <a:solidFill>
            <a:srgbClr val="FFFF00"/>
          </a:solidFill>
          <a:ln w="0">
            <a:solidFill>
              <a:srgbClr val="FFFF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39" name="Line 15"/>
          <p:cNvSpPr>
            <a:spLocks noChangeShapeType="1"/>
          </p:cNvSpPr>
          <p:nvPr/>
        </p:nvSpPr>
        <p:spPr bwMode="auto">
          <a:xfrm flipH="1" flipV="1">
            <a:off x="4786314" y="3086100"/>
            <a:ext cx="6352" cy="177166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aphicFrame>
        <p:nvGraphicFramePr>
          <p:cNvPr id="40" name="Object 2"/>
          <p:cNvGraphicFramePr>
            <a:graphicFrameLocks noChangeAspect="1"/>
          </p:cNvGraphicFramePr>
          <p:nvPr/>
        </p:nvGraphicFramePr>
        <p:xfrm>
          <a:off x="6429374" y="5858691"/>
          <a:ext cx="457200" cy="355600"/>
        </p:xfrm>
        <a:graphic>
          <a:graphicData uri="http://schemas.openxmlformats.org/presentationml/2006/ole">
            <mc:AlternateContent xmlns:mc="http://schemas.openxmlformats.org/markup-compatibility/2006">
              <mc:Choice xmlns:v="urn:schemas-microsoft-com:vml" Requires="v">
                <p:oleObj name="Equation" r:id="rId23" imgW="228600" imgH="177480" progId="Equation.DSMT4">
                  <p:embed/>
                </p:oleObj>
              </mc:Choice>
              <mc:Fallback>
                <p:oleObj name="Equation" r:id="rId23" imgW="228600" imgH="177480" progId="Equation.DSMT4">
                  <p:embed/>
                  <p:pic>
                    <p:nvPicPr>
                      <p:cNvPr id="40" name="Object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429374" y="5858691"/>
                        <a:ext cx="457200"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Object 2"/>
          <p:cNvGraphicFramePr>
            <a:graphicFrameLocks noChangeAspect="1"/>
          </p:cNvGraphicFramePr>
          <p:nvPr/>
        </p:nvGraphicFramePr>
        <p:xfrm>
          <a:off x="6883400" y="5871391"/>
          <a:ext cx="406400" cy="330200"/>
        </p:xfrm>
        <a:graphic>
          <a:graphicData uri="http://schemas.openxmlformats.org/presentationml/2006/ole">
            <mc:AlternateContent xmlns:mc="http://schemas.openxmlformats.org/markup-compatibility/2006">
              <mc:Choice xmlns:v="urn:schemas-microsoft-com:vml" Requires="v">
                <p:oleObj name="Equation" r:id="rId25" imgW="203040" imgH="164880" progId="Equation.DSMT4">
                  <p:embed/>
                </p:oleObj>
              </mc:Choice>
              <mc:Fallback>
                <p:oleObj name="Equation" r:id="rId25" imgW="203040" imgH="164880" progId="Equation.DSMT4">
                  <p:embed/>
                  <p:pic>
                    <p:nvPicPr>
                      <p:cNvPr id="41" name="Object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883400" y="5871391"/>
                        <a:ext cx="406400"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矩形 41"/>
          <p:cNvSpPr/>
          <p:nvPr/>
        </p:nvSpPr>
        <p:spPr>
          <a:xfrm>
            <a:off x="1571604" y="5029154"/>
            <a:ext cx="5143536" cy="400110"/>
          </a:xfrm>
          <a:prstGeom prst="rect">
            <a:avLst/>
          </a:prstGeom>
          <a:solidFill>
            <a:srgbClr val="FFFFCC"/>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设</a:t>
            </a:r>
            <a:r>
              <a:rPr kumimoji="1"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3 </a:t>
            </a:r>
            <a:r>
              <a:rPr kumimoji="1"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阶方阵 </a:t>
            </a:r>
            <a:r>
              <a:rPr kumimoji="1"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 </a:t>
            </a:r>
            <a:r>
              <a:rPr kumimoji="1"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满足</a:t>
            </a:r>
            <a:r>
              <a:rPr kumimoji="1"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mn-cs"/>
              </a:rPr>
              <a:t>|A+E|=|A-E|=|A-2E|=0 </a:t>
            </a:r>
            <a:endParaRPr kumimoji="1" lang="zh-CN" altLang="en-US" sz="2000" b="0" i="0" u="none" strike="noStrike" kern="1200" cap="none" spc="0" normalizeH="0" baseline="0" noProof="0" dirty="0">
              <a:ln>
                <a:noFill/>
              </a:ln>
              <a:solidFill>
                <a:srgbClr val="0000FF"/>
              </a:solidFill>
              <a:effectLst/>
              <a:uLnTx/>
              <a:uFillTx/>
              <a:latin typeface="Times New Roman" pitchFamily="18" charset="0"/>
              <a:ea typeface="宋体" pitchFamily="2" charset="-122"/>
              <a:cs typeface="+mn-cs"/>
            </a:endParaRPr>
          </a:p>
        </p:txBody>
      </p:sp>
      <p:sp>
        <p:nvSpPr>
          <p:cNvPr id="19" name="WordArt 77">
            <a:extLst>
              <a:ext uri="{FF2B5EF4-FFF2-40B4-BE49-F238E27FC236}">
                <a16:creationId xmlns:a16="http://schemas.microsoft.com/office/drawing/2014/main" id="{4357FE49-C4BC-1A64-7FBB-69D1F261C578}"/>
              </a:ext>
            </a:extLst>
          </p:cNvPr>
          <p:cNvSpPr>
            <a:spLocks noChangeArrowheads="1" noChangeShapeType="1" noTextEdit="1"/>
          </p:cNvSpPr>
          <p:nvPr/>
        </p:nvSpPr>
        <p:spPr bwMode="auto">
          <a:xfrm>
            <a:off x="759090" y="-34894"/>
            <a:ext cx="835818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5-2 </a:t>
            </a: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特征值与特征向量的求解</a:t>
            </a:r>
            <a:endParaRPr kumimoji="1" lang="zh-CN" altLang="en-US" sz="4800" b="1" i="0" u="none" strike="noStrike" kern="10" cap="none" spc="0" normalizeH="0" baseline="0" noProof="0" dirty="0">
              <a:ln w="76200">
                <a:solidFill>
                  <a:srgbClr val="FFC000"/>
                </a:solidFill>
                <a:round/>
                <a:headEnd/>
                <a:tailEnd/>
              </a:ln>
              <a:blipFill>
                <a:blip r:embed="rId2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17481"/>
                                        </p:tgtEl>
                                      </p:cBhvr>
                                    </p:animEffect>
                                    <p:set>
                                      <p:cBhvr>
                                        <p:cTn id="7" dur="1" fill="hold">
                                          <p:stCondLst>
                                            <p:cond delay="499"/>
                                          </p:stCondLst>
                                        </p:cTn>
                                        <p:tgtEl>
                                          <p:spTgt spid="17481"/>
                                        </p:tgtEl>
                                        <p:attrNameLst>
                                          <p:attrName>style.visibility</p:attrName>
                                        </p:attrNameLst>
                                      </p:cBhvr>
                                      <p:to>
                                        <p:strVal val="hidden"/>
                                      </p:to>
                                    </p:set>
                                  </p:childTnLst>
                                </p:cTn>
                              </p:par>
                              <p:par>
                                <p:cTn id="8" presetID="22" presetClass="exit" presetSubtype="8" fill="hold" grpId="0" nodeType="withEffect">
                                  <p:stCondLst>
                                    <p:cond delay="0"/>
                                  </p:stCondLst>
                                  <p:childTnLst>
                                    <p:animEffect transition="out" filter="wipe(left)">
                                      <p:cBhvr>
                                        <p:cTn id="9" dur="500"/>
                                        <p:tgtEl>
                                          <p:spTgt spid="17482"/>
                                        </p:tgtEl>
                                      </p:cBhvr>
                                    </p:animEffect>
                                    <p:set>
                                      <p:cBhvr>
                                        <p:cTn id="10" dur="1" fill="hold">
                                          <p:stCondLst>
                                            <p:cond delay="499"/>
                                          </p:stCondLst>
                                        </p:cTn>
                                        <p:tgtEl>
                                          <p:spTgt spid="17482"/>
                                        </p:tgtEl>
                                        <p:attrNameLst>
                                          <p:attrName>style.visibility</p:attrName>
                                        </p:attrNameLst>
                                      </p:cBhvr>
                                      <p:to>
                                        <p:strVal val="hidden"/>
                                      </p:to>
                                    </p:set>
                                  </p:childTnLst>
                                </p:cTn>
                              </p:par>
                              <p:par>
                                <p:cTn id="11" presetID="22" presetClass="exit" presetSubtype="8" fill="hold" grpId="0" nodeType="withEffect">
                                  <p:stCondLst>
                                    <p:cond delay="0"/>
                                  </p:stCondLst>
                                  <p:childTnLst>
                                    <p:animEffect transition="out" filter="wipe(left)">
                                      <p:cBhvr>
                                        <p:cTn id="12" dur="500"/>
                                        <p:tgtEl>
                                          <p:spTgt spid="17483"/>
                                        </p:tgtEl>
                                      </p:cBhvr>
                                    </p:animEffect>
                                    <p:set>
                                      <p:cBhvr>
                                        <p:cTn id="13" dur="1" fill="hold">
                                          <p:stCondLst>
                                            <p:cond delay="499"/>
                                          </p:stCondLst>
                                        </p:cTn>
                                        <p:tgtEl>
                                          <p:spTgt spid="17483"/>
                                        </p:tgtEl>
                                        <p:attrNameLst>
                                          <p:attrName>style.visibility</p:attrName>
                                        </p:attrNameLst>
                                      </p:cBhvr>
                                      <p:to>
                                        <p:strVal val="hidden"/>
                                      </p:to>
                                    </p:set>
                                  </p:childTnLst>
                                </p:cTn>
                              </p:par>
                              <p:par>
                                <p:cTn id="14" presetID="22" presetClass="exit" presetSubtype="8" fill="hold" grpId="0" nodeType="withEffect">
                                  <p:stCondLst>
                                    <p:cond delay="0"/>
                                  </p:stCondLst>
                                  <p:childTnLst>
                                    <p:animEffect transition="out" filter="wipe(left)">
                                      <p:cBhvr>
                                        <p:cTn id="15" dur="500"/>
                                        <p:tgtEl>
                                          <p:spTgt spid="17484"/>
                                        </p:tgtEl>
                                      </p:cBhvr>
                                    </p:animEffect>
                                    <p:set>
                                      <p:cBhvr>
                                        <p:cTn id="16" dur="1" fill="hold">
                                          <p:stCondLst>
                                            <p:cond delay="499"/>
                                          </p:stCondLst>
                                        </p:cTn>
                                        <p:tgtEl>
                                          <p:spTgt spid="17484"/>
                                        </p:tgtEl>
                                        <p:attrNameLst>
                                          <p:attrName>style.visibility</p:attrName>
                                        </p:attrNameLst>
                                      </p:cBhvr>
                                      <p:to>
                                        <p:strVal val="hidden"/>
                                      </p:to>
                                    </p:set>
                                  </p:childTnLst>
                                </p:cTn>
                              </p:par>
                              <p:par>
                                <p:cTn id="17" presetID="22" presetClass="exit" presetSubtype="8" fill="hold" grpId="0" nodeType="withEffect">
                                  <p:stCondLst>
                                    <p:cond delay="0"/>
                                  </p:stCondLst>
                                  <p:childTnLst>
                                    <p:animEffect transition="out" filter="wipe(left)">
                                      <p:cBhvr>
                                        <p:cTn id="18" dur="500"/>
                                        <p:tgtEl>
                                          <p:spTgt spid="17485"/>
                                        </p:tgtEl>
                                      </p:cBhvr>
                                    </p:animEffect>
                                    <p:set>
                                      <p:cBhvr>
                                        <p:cTn id="19" dur="1" fill="hold">
                                          <p:stCondLst>
                                            <p:cond delay="499"/>
                                          </p:stCondLst>
                                        </p:cTn>
                                        <p:tgtEl>
                                          <p:spTgt spid="17485"/>
                                        </p:tgtEl>
                                        <p:attrNameLst>
                                          <p:attrName>style.visibility</p:attrName>
                                        </p:attrNameLst>
                                      </p:cBhvr>
                                      <p:to>
                                        <p:strVal val="hidden"/>
                                      </p:to>
                                    </p:set>
                                  </p:childTnLst>
                                </p:cTn>
                              </p:par>
                              <p:par>
                                <p:cTn id="20" presetID="22" presetClass="exit" presetSubtype="8" fill="hold" grpId="0" nodeType="withEffect">
                                  <p:stCondLst>
                                    <p:cond delay="0"/>
                                  </p:stCondLst>
                                  <p:childTnLst>
                                    <p:animEffect transition="out" filter="wipe(left)">
                                      <p:cBhvr>
                                        <p:cTn id="21" dur="500"/>
                                        <p:tgtEl>
                                          <p:spTgt spid="17486"/>
                                        </p:tgtEl>
                                      </p:cBhvr>
                                    </p:animEffect>
                                    <p:set>
                                      <p:cBhvr>
                                        <p:cTn id="22" dur="1" fill="hold">
                                          <p:stCondLst>
                                            <p:cond delay="499"/>
                                          </p:stCondLst>
                                        </p:cTn>
                                        <p:tgtEl>
                                          <p:spTgt spid="17486"/>
                                        </p:tgtEl>
                                        <p:attrNameLst>
                                          <p:attrName>style.visibility</p:attrName>
                                        </p:attrNameLst>
                                      </p:cBhvr>
                                      <p:to>
                                        <p:strVal val="hidden"/>
                                      </p:to>
                                    </p:set>
                                  </p:childTnLst>
                                </p:cTn>
                              </p:par>
                              <p:par>
                                <p:cTn id="23" presetID="22" presetClass="exit" presetSubtype="8" fill="hold" grpId="0" nodeType="withEffect">
                                  <p:stCondLst>
                                    <p:cond delay="0"/>
                                  </p:stCondLst>
                                  <p:childTnLst>
                                    <p:animEffect transition="out" filter="wipe(left)">
                                      <p:cBhvr>
                                        <p:cTn id="24" dur="500"/>
                                        <p:tgtEl>
                                          <p:spTgt spid="17487"/>
                                        </p:tgtEl>
                                      </p:cBhvr>
                                    </p:animEffect>
                                    <p:set>
                                      <p:cBhvr>
                                        <p:cTn id="25" dur="1" fill="hold">
                                          <p:stCondLst>
                                            <p:cond delay="499"/>
                                          </p:stCondLst>
                                        </p:cTn>
                                        <p:tgtEl>
                                          <p:spTgt spid="17487"/>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xit" presetSubtype="8" fill="hold" grpId="0" nodeType="clickEffect">
                                  <p:stCondLst>
                                    <p:cond delay="0"/>
                                  </p:stCondLst>
                                  <p:childTnLst>
                                    <p:animEffect transition="out" filter="wipe(left)">
                                      <p:cBhvr>
                                        <p:cTn id="29" dur="500"/>
                                        <p:tgtEl>
                                          <p:spTgt spid="17490"/>
                                        </p:tgtEl>
                                      </p:cBhvr>
                                    </p:animEffect>
                                    <p:set>
                                      <p:cBhvr>
                                        <p:cTn id="30" dur="1" fill="hold">
                                          <p:stCondLst>
                                            <p:cond delay="499"/>
                                          </p:stCondLst>
                                        </p:cTn>
                                        <p:tgtEl>
                                          <p:spTgt spid="17490"/>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4">
                                            <p:bg/>
                                          </p:spTgt>
                                        </p:tgtEl>
                                        <p:attrNameLst>
                                          <p:attrName>style.visibility</p:attrName>
                                        </p:attrNameLst>
                                      </p:cBhvr>
                                      <p:to>
                                        <p:strVal val="visible"/>
                                      </p:to>
                                    </p:set>
                                    <p:animEffect transition="in" filter="wipe(left)">
                                      <p:cBhvr>
                                        <p:cTn id="35" dur="500"/>
                                        <p:tgtEl>
                                          <p:spTgt spid="4">
                                            <p:bg/>
                                          </p:spTgt>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4">
                                            <p:txEl>
                                              <p:pRg st="0" end="0"/>
                                            </p:txEl>
                                          </p:spTgt>
                                        </p:tgtEl>
                                        <p:attrNameLst>
                                          <p:attrName>style.visibility</p:attrName>
                                        </p:attrNameLst>
                                      </p:cBhvr>
                                      <p:to>
                                        <p:strVal val="visible"/>
                                      </p:to>
                                    </p:set>
                                    <p:animEffect transition="in" filter="wipe(left)">
                                      <p:cBhvr>
                                        <p:cTn id="38" dur="500"/>
                                        <p:tgtEl>
                                          <p:spTgt spid="4">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left)">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wipe(left)">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left)">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8"/>
                                        </p:tgtEl>
                                        <p:attrNameLst>
                                          <p:attrName>style.visibility</p:attrName>
                                        </p:attrNameLst>
                                      </p:cBhvr>
                                      <p:to>
                                        <p:strVal val="visible"/>
                                      </p:to>
                                    </p:set>
                                    <p:animEffect transition="in" filter="wipe(right)">
                                      <p:cBhvr>
                                        <p:cTn id="58" dur="500"/>
                                        <p:tgtEl>
                                          <p:spTgt spid="8"/>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2" fill="hold" nodeType="click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wipe(right)">
                                      <p:cBhvr>
                                        <p:cTn id="63" dur="500"/>
                                        <p:tgtEl>
                                          <p:spTgt spid="14"/>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2" fill="hold" nodeType="click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wipe(right)">
                                      <p:cBhvr>
                                        <p:cTn id="68" dur="500"/>
                                        <p:tgtEl>
                                          <p:spTgt spid="15"/>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xit" presetSubtype="8" fill="hold" grpId="0" nodeType="clickEffect">
                                  <p:stCondLst>
                                    <p:cond delay="0"/>
                                  </p:stCondLst>
                                  <p:childTnLst>
                                    <p:animEffect transition="out" filter="wipe(left)">
                                      <p:cBhvr>
                                        <p:cTn id="72" dur="500"/>
                                        <p:tgtEl>
                                          <p:spTgt spid="17499"/>
                                        </p:tgtEl>
                                      </p:cBhvr>
                                    </p:animEffect>
                                    <p:set>
                                      <p:cBhvr>
                                        <p:cTn id="73" dur="1" fill="hold">
                                          <p:stCondLst>
                                            <p:cond delay="499"/>
                                          </p:stCondLst>
                                        </p:cTn>
                                        <p:tgtEl>
                                          <p:spTgt spid="17499"/>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22" presetClass="exit" presetSubtype="8" fill="hold" grpId="0" nodeType="clickEffect">
                                  <p:stCondLst>
                                    <p:cond delay="0"/>
                                  </p:stCondLst>
                                  <p:childTnLst>
                                    <p:animEffect transition="out" filter="wipe(left)">
                                      <p:cBhvr>
                                        <p:cTn id="77" dur="500"/>
                                        <p:tgtEl>
                                          <p:spTgt spid="17491"/>
                                        </p:tgtEl>
                                      </p:cBhvr>
                                    </p:animEffect>
                                    <p:set>
                                      <p:cBhvr>
                                        <p:cTn id="78" dur="1" fill="hold">
                                          <p:stCondLst>
                                            <p:cond delay="499"/>
                                          </p:stCondLst>
                                        </p:cTn>
                                        <p:tgtEl>
                                          <p:spTgt spid="17491"/>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2" presetClass="exit" presetSubtype="8" fill="hold" grpId="0" nodeType="clickEffect">
                                  <p:stCondLst>
                                    <p:cond delay="0"/>
                                  </p:stCondLst>
                                  <p:childTnLst>
                                    <p:animEffect transition="out" filter="wipe(left)">
                                      <p:cBhvr>
                                        <p:cTn id="82" dur="500"/>
                                        <p:tgtEl>
                                          <p:spTgt spid="17492"/>
                                        </p:tgtEl>
                                      </p:cBhvr>
                                    </p:animEffect>
                                    <p:set>
                                      <p:cBhvr>
                                        <p:cTn id="83" dur="1" fill="hold">
                                          <p:stCondLst>
                                            <p:cond delay="499"/>
                                          </p:stCondLst>
                                        </p:cTn>
                                        <p:tgtEl>
                                          <p:spTgt spid="17492"/>
                                        </p:tgtEl>
                                        <p:attrNameLst>
                                          <p:attrName>style.visibility</p:attrName>
                                        </p:attrNameLst>
                                      </p:cBhvr>
                                      <p:to>
                                        <p:strVal val="hidden"/>
                                      </p:to>
                                    </p:set>
                                  </p:childTnLst>
                                </p:cTn>
                              </p:par>
                            </p:childTnLst>
                          </p:cTn>
                        </p:par>
                      </p:childTnLst>
                    </p:cTn>
                  </p:par>
                  <p:par>
                    <p:cTn id="84" fill="hold">
                      <p:stCondLst>
                        <p:cond delay="indefinite"/>
                      </p:stCondLst>
                      <p:childTnLst>
                        <p:par>
                          <p:cTn id="85" fill="hold">
                            <p:stCondLst>
                              <p:cond delay="0"/>
                            </p:stCondLst>
                            <p:childTnLst>
                              <p:par>
                                <p:cTn id="86" presetID="22" presetClass="exit" presetSubtype="8" fill="hold" grpId="0" nodeType="clickEffect">
                                  <p:stCondLst>
                                    <p:cond delay="0"/>
                                  </p:stCondLst>
                                  <p:childTnLst>
                                    <p:animEffect transition="out" filter="wipe(left)">
                                      <p:cBhvr>
                                        <p:cTn id="87" dur="500"/>
                                        <p:tgtEl>
                                          <p:spTgt spid="17493"/>
                                        </p:tgtEl>
                                      </p:cBhvr>
                                    </p:animEffect>
                                    <p:set>
                                      <p:cBhvr>
                                        <p:cTn id="88" dur="1" fill="hold">
                                          <p:stCondLst>
                                            <p:cond delay="499"/>
                                          </p:stCondLst>
                                        </p:cTn>
                                        <p:tgtEl>
                                          <p:spTgt spid="17493"/>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2" presetClass="exit" presetSubtype="8" fill="hold" grpId="0" nodeType="clickEffect">
                                  <p:stCondLst>
                                    <p:cond delay="0"/>
                                  </p:stCondLst>
                                  <p:childTnLst>
                                    <p:animEffect transition="out" filter="wipe(left)">
                                      <p:cBhvr>
                                        <p:cTn id="92" dur="500"/>
                                        <p:tgtEl>
                                          <p:spTgt spid="17494"/>
                                        </p:tgtEl>
                                      </p:cBhvr>
                                    </p:animEffect>
                                    <p:set>
                                      <p:cBhvr>
                                        <p:cTn id="93" dur="1" fill="hold">
                                          <p:stCondLst>
                                            <p:cond delay="499"/>
                                          </p:stCondLst>
                                        </p:cTn>
                                        <p:tgtEl>
                                          <p:spTgt spid="17494"/>
                                        </p:tgtEl>
                                        <p:attrNameLst>
                                          <p:attrName>style.visibility</p:attrName>
                                        </p:attrNameLst>
                                      </p:cBhvr>
                                      <p:to>
                                        <p:strVal val="hidden"/>
                                      </p:to>
                                    </p:set>
                                  </p:childTnLst>
                                </p:cTn>
                              </p:par>
                            </p:childTnLst>
                          </p:cTn>
                        </p:par>
                      </p:childTnLst>
                    </p:cTn>
                  </p:par>
                  <p:par>
                    <p:cTn id="94" fill="hold">
                      <p:stCondLst>
                        <p:cond delay="indefinite"/>
                      </p:stCondLst>
                      <p:childTnLst>
                        <p:par>
                          <p:cTn id="95" fill="hold">
                            <p:stCondLst>
                              <p:cond delay="0"/>
                            </p:stCondLst>
                            <p:childTnLst>
                              <p:par>
                                <p:cTn id="96" presetID="22" presetClass="exit" presetSubtype="8" fill="hold" grpId="0" nodeType="clickEffect">
                                  <p:stCondLst>
                                    <p:cond delay="0"/>
                                  </p:stCondLst>
                                  <p:childTnLst>
                                    <p:animEffect transition="out" filter="wipe(left)">
                                      <p:cBhvr>
                                        <p:cTn id="97" dur="500"/>
                                        <p:tgtEl>
                                          <p:spTgt spid="17495"/>
                                        </p:tgtEl>
                                      </p:cBhvr>
                                    </p:animEffect>
                                    <p:set>
                                      <p:cBhvr>
                                        <p:cTn id="98" dur="1" fill="hold">
                                          <p:stCondLst>
                                            <p:cond delay="499"/>
                                          </p:stCondLst>
                                        </p:cTn>
                                        <p:tgtEl>
                                          <p:spTgt spid="17495"/>
                                        </p:tgtEl>
                                        <p:attrNameLst>
                                          <p:attrName>style.visibility</p:attrName>
                                        </p:attrNameLst>
                                      </p:cBhvr>
                                      <p:to>
                                        <p:strVal val="hidden"/>
                                      </p:to>
                                    </p:se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grpId="0" nodeType="clickEffect">
                                  <p:stCondLst>
                                    <p:cond delay="0"/>
                                  </p:stCondLst>
                                  <p:childTnLst>
                                    <p:set>
                                      <p:cBhvr>
                                        <p:cTn id="102" dur="1" fill="hold">
                                          <p:stCondLst>
                                            <p:cond delay="0"/>
                                          </p:stCondLst>
                                        </p:cTn>
                                        <p:tgtEl>
                                          <p:spTgt spid="5">
                                            <p:bg/>
                                          </p:spTgt>
                                        </p:tgtEl>
                                        <p:attrNameLst>
                                          <p:attrName>style.visibility</p:attrName>
                                        </p:attrNameLst>
                                      </p:cBhvr>
                                      <p:to>
                                        <p:strVal val="visible"/>
                                      </p:to>
                                    </p:set>
                                    <p:animEffect transition="in" filter="wipe(left)">
                                      <p:cBhvr>
                                        <p:cTn id="103" dur="500"/>
                                        <p:tgtEl>
                                          <p:spTgt spid="5">
                                            <p:bg/>
                                          </p:spTgt>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5">
                                            <p:txEl>
                                              <p:pRg st="0" end="0"/>
                                            </p:txEl>
                                          </p:spTgt>
                                        </p:tgtEl>
                                        <p:attrNameLst>
                                          <p:attrName>style.visibility</p:attrName>
                                        </p:attrNameLst>
                                      </p:cBhvr>
                                      <p:to>
                                        <p:strVal val="visible"/>
                                      </p:to>
                                    </p:set>
                                    <p:animEffect transition="in" filter="wipe(left)">
                                      <p:cBhvr>
                                        <p:cTn id="106" dur="500"/>
                                        <p:tgtEl>
                                          <p:spTgt spid="5">
                                            <p:txEl>
                                              <p:pRg st="0" end="0"/>
                                            </p:txEl>
                                          </p:spTgt>
                                        </p:tgtEl>
                                      </p:cBhvr>
                                    </p:animEffect>
                                  </p:childTnLst>
                                </p:cTn>
                              </p:par>
                              <p:par>
                                <p:cTn id="107" presetID="22" presetClass="entr" presetSubtype="8" fill="hold" grpId="0" nodeType="withEffect">
                                  <p:stCondLst>
                                    <p:cond delay="0"/>
                                  </p:stCondLst>
                                  <p:childTnLst>
                                    <p:set>
                                      <p:cBhvr>
                                        <p:cTn id="108" dur="1" fill="hold">
                                          <p:stCondLst>
                                            <p:cond delay="0"/>
                                          </p:stCondLst>
                                        </p:cTn>
                                        <p:tgtEl>
                                          <p:spTgt spid="5">
                                            <p:txEl>
                                              <p:pRg st="1" end="1"/>
                                            </p:txEl>
                                          </p:spTgt>
                                        </p:tgtEl>
                                        <p:attrNameLst>
                                          <p:attrName>style.visibility</p:attrName>
                                        </p:attrNameLst>
                                      </p:cBhvr>
                                      <p:to>
                                        <p:strVal val="visible"/>
                                      </p:to>
                                    </p:set>
                                    <p:animEffect transition="in" filter="wipe(left)">
                                      <p:cBhvr>
                                        <p:cTn id="109" dur="500"/>
                                        <p:tgtEl>
                                          <p:spTgt spid="5">
                                            <p:txEl>
                                              <p:pRg st="1" end="1"/>
                                            </p:txEl>
                                          </p:spTgt>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8" fill="hold" grpId="0" nodeType="clickEffect">
                                  <p:stCondLst>
                                    <p:cond delay="0"/>
                                  </p:stCondLst>
                                  <p:childTnLst>
                                    <p:set>
                                      <p:cBhvr>
                                        <p:cTn id="113" dur="1" fill="hold">
                                          <p:stCondLst>
                                            <p:cond delay="0"/>
                                          </p:stCondLst>
                                        </p:cTn>
                                        <p:tgtEl>
                                          <p:spTgt spid="5">
                                            <p:txEl>
                                              <p:pRg st="2" end="2"/>
                                            </p:txEl>
                                          </p:spTgt>
                                        </p:tgtEl>
                                        <p:attrNameLst>
                                          <p:attrName>style.visibility</p:attrName>
                                        </p:attrNameLst>
                                      </p:cBhvr>
                                      <p:to>
                                        <p:strVal val="visible"/>
                                      </p:to>
                                    </p:set>
                                    <p:animEffect transition="in" filter="wipe(left)">
                                      <p:cBhvr>
                                        <p:cTn id="114" dur="500"/>
                                        <p:tgtEl>
                                          <p:spTgt spid="5">
                                            <p:txEl>
                                              <p:pRg st="2" end="2"/>
                                            </p:txEl>
                                          </p:spTgt>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nodeType="clickEffect">
                                  <p:stCondLst>
                                    <p:cond delay="0"/>
                                  </p:stCondLst>
                                  <p:childTnLst>
                                    <p:set>
                                      <p:cBhvr>
                                        <p:cTn id="118" dur="1" fill="hold">
                                          <p:stCondLst>
                                            <p:cond delay="0"/>
                                          </p:stCondLst>
                                        </p:cTn>
                                        <p:tgtEl>
                                          <p:spTgt spid="219139"/>
                                        </p:tgtEl>
                                        <p:attrNameLst>
                                          <p:attrName>style.visibility</p:attrName>
                                        </p:attrNameLst>
                                      </p:cBhvr>
                                      <p:to>
                                        <p:strVal val="visible"/>
                                      </p:to>
                                    </p:set>
                                    <p:animEffect transition="in" filter="wipe(left)">
                                      <p:cBhvr>
                                        <p:cTn id="119" dur="500"/>
                                        <p:tgtEl>
                                          <p:spTgt spid="219139"/>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nodeType="clickEffect">
                                  <p:stCondLst>
                                    <p:cond delay="0"/>
                                  </p:stCondLst>
                                  <p:childTnLst>
                                    <p:set>
                                      <p:cBhvr>
                                        <p:cTn id="123" dur="1" fill="hold">
                                          <p:stCondLst>
                                            <p:cond delay="0"/>
                                          </p:stCondLst>
                                        </p:cTn>
                                        <p:tgtEl>
                                          <p:spTgt spid="40"/>
                                        </p:tgtEl>
                                        <p:attrNameLst>
                                          <p:attrName>style.visibility</p:attrName>
                                        </p:attrNameLst>
                                      </p:cBhvr>
                                      <p:to>
                                        <p:strVal val="visible"/>
                                      </p:to>
                                    </p:set>
                                    <p:animEffect transition="in" filter="wipe(left)">
                                      <p:cBhvr>
                                        <p:cTn id="124" dur="500"/>
                                        <p:tgtEl>
                                          <p:spTgt spid="40"/>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8" fill="hold" nodeType="clickEffect">
                                  <p:stCondLst>
                                    <p:cond delay="0"/>
                                  </p:stCondLst>
                                  <p:childTnLst>
                                    <p:set>
                                      <p:cBhvr>
                                        <p:cTn id="128" dur="1" fill="hold">
                                          <p:stCondLst>
                                            <p:cond delay="0"/>
                                          </p:stCondLst>
                                        </p:cTn>
                                        <p:tgtEl>
                                          <p:spTgt spid="41"/>
                                        </p:tgtEl>
                                        <p:attrNameLst>
                                          <p:attrName>style.visibility</p:attrName>
                                        </p:attrNameLst>
                                      </p:cBhvr>
                                      <p:to>
                                        <p:strVal val="visible"/>
                                      </p:to>
                                    </p:set>
                                    <p:animEffect transition="in" filter="wipe(left)">
                                      <p:cBhvr>
                                        <p:cTn id="129" dur="500"/>
                                        <p:tgtEl>
                                          <p:spTgt spid="41"/>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8" fill="hold" nodeType="clickEffect">
                                  <p:stCondLst>
                                    <p:cond delay="0"/>
                                  </p:stCondLst>
                                  <p:childTnLst>
                                    <p:set>
                                      <p:cBhvr>
                                        <p:cTn id="133" dur="1" fill="hold">
                                          <p:stCondLst>
                                            <p:cond delay="0"/>
                                          </p:stCondLst>
                                        </p:cTn>
                                        <p:tgtEl>
                                          <p:spTgt spid="7"/>
                                        </p:tgtEl>
                                        <p:attrNameLst>
                                          <p:attrName>style.visibility</p:attrName>
                                        </p:attrNameLst>
                                      </p:cBhvr>
                                      <p:to>
                                        <p:strVal val="visible"/>
                                      </p:to>
                                    </p:set>
                                    <p:animEffect transition="in" filter="wipe(left)">
                                      <p:cBhvr>
                                        <p:cTn id="134" dur="500"/>
                                        <p:tgtEl>
                                          <p:spTgt spid="7"/>
                                        </p:tgtEl>
                                      </p:cBhvr>
                                    </p:animEffect>
                                  </p:childTnLst>
                                </p:cTn>
                              </p:par>
                            </p:childTnLst>
                          </p:cTn>
                        </p:par>
                      </p:childTnLst>
                    </p:cTn>
                  </p:par>
                  <p:par>
                    <p:cTn id="135" fill="hold">
                      <p:stCondLst>
                        <p:cond delay="indefinite"/>
                      </p:stCondLst>
                      <p:childTnLst>
                        <p:par>
                          <p:cTn id="136" fill="hold">
                            <p:stCondLst>
                              <p:cond delay="0"/>
                            </p:stCondLst>
                            <p:childTnLst>
                              <p:par>
                                <p:cTn id="137" presetID="22" presetClass="entr" presetSubtype="8" fill="hold" grpId="0" nodeType="clickEffect">
                                  <p:stCondLst>
                                    <p:cond delay="0"/>
                                  </p:stCondLst>
                                  <p:childTnLst>
                                    <p:set>
                                      <p:cBhvr>
                                        <p:cTn id="138" dur="1" fill="hold">
                                          <p:stCondLst>
                                            <p:cond delay="0"/>
                                          </p:stCondLst>
                                        </p:cTn>
                                        <p:tgtEl>
                                          <p:spTgt spid="5">
                                            <p:txEl>
                                              <p:pRg st="3" end="3"/>
                                            </p:txEl>
                                          </p:spTgt>
                                        </p:tgtEl>
                                        <p:attrNameLst>
                                          <p:attrName>style.visibility</p:attrName>
                                        </p:attrNameLst>
                                      </p:cBhvr>
                                      <p:to>
                                        <p:strVal val="visible"/>
                                      </p:to>
                                    </p:set>
                                    <p:animEffect transition="in" filter="wipe(left)">
                                      <p:cBhvr>
                                        <p:cTn id="139" dur="500"/>
                                        <p:tgtEl>
                                          <p:spTgt spid="5">
                                            <p:txEl>
                                              <p:pRg st="3" end="3"/>
                                            </p:txEl>
                                          </p:spTgt>
                                        </p:tgtEl>
                                      </p:cBhvr>
                                    </p:animEffect>
                                  </p:childTnLst>
                                </p:cTn>
                              </p:par>
                            </p:childTnLst>
                          </p:cTn>
                        </p:par>
                      </p:childTnLst>
                    </p:cTn>
                  </p:par>
                  <p:par>
                    <p:cTn id="140" fill="hold">
                      <p:stCondLst>
                        <p:cond delay="indefinite"/>
                      </p:stCondLst>
                      <p:childTnLst>
                        <p:par>
                          <p:cTn id="141" fill="hold">
                            <p:stCondLst>
                              <p:cond delay="0"/>
                            </p:stCondLst>
                            <p:childTnLst>
                              <p:par>
                                <p:cTn id="142" presetID="22" presetClass="entr" presetSubtype="8" fill="hold" grpId="0" nodeType="clickEffect">
                                  <p:stCondLst>
                                    <p:cond delay="0"/>
                                  </p:stCondLst>
                                  <p:childTnLst>
                                    <p:set>
                                      <p:cBhvr>
                                        <p:cTn id="143" dur="1" fill="hold">
                                          <p:stCondLst>
                                            <p:cond delay="0"/>
                                          </p:stCondLst>
                                        </p:cTn>
                                        <p:tgtEl>
                                          <p:spTgt spid="42"/>
                                        </p:tgtEl>
                                        <p:attrNameLst>
                                          <p:attrName>style.visibility</p:attrName>
                                        </p:attrNameLst>
                                      </p:cBhvr>
                                      <p:to>
                                        <p:strVal val="visible"/>
                                      </p:to>
                                    </p:set>
                                    <p:animEffect transition="in" filter="wipe(left)">
                                      <p:cBhvr>
                                        <p:cTn id="144" dur="500"/>
                                        <p:tgtEl>
                                          <p:spTgt spid="42"/>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xit" presetSubtype="8" fill="hold" grpId="0" nodeType="clickEffect">
                                  <p:stCondLst>
                                    <p:cond delay="0"/>
                                  </p:stCondLst>
                                  <p:childTnLst>
                                    <p:animEffect transition="out" filter="wipe(left)">
                                      <p:cBhvr>
                                        <p:cTn id="148" dur="500"/>
                                        <p:tgtEl>
                                          <p:spTgt spid="17496"/>
                                        </p:tgtEl>
                                      </p:cBhvr>
                                    </p:animEffect>
                                    <p:set>
                                      <p:cBhvr>
                                        <p:cTn id="149" dur="1" fill="hold">
                                          <p:stCondLst>
                                            <p:cond delay="499"/>
                                          </p:stCondLst>
                                        </p:cTn>
                                        <p:tgtEl>
                                          <p:spTgt spid="17496"/>
                                        </p:tgtEl>
                                        <p:attrNameLst>
                                          <p:attrName>style.visibility</p:attrName>
                                        </p:attrNameLst>
                                      </p:cBhvr>
                                      <p:to>
                                        <p:strVal val="hidden"/>
                                      </p:to>
                                    </p:set>
                                  </p:childTnLst>
                                </p:cTn>
                              </p:par>
                            </p:childTnLst>
                          </p:cTn>
                        </p:par>
                      </p:childTnLst>
                    </p:cTn>
                  </p:par>
                  <p:par>
                    <p:cTn id="150" fill="hold">
                      <p:stCondLst>
                        <p:cond delay="indefinite"/>
                      </p:stCondLst>
                      <p:childTnLst>
                        <p:par>
                          <p:cTn id="151" fill="hold">
                            <p:stCondLst>
                              <p:cond delay="0"/>
                            </p:stCondLst>
                            <p:childTnLst>
                              <p:par>
                                <p:cTn id="152" presetID="22" presetClass="exit" presetSubtype="8" fill="hold" grpId="0" nodeType="clickEffect">
                                  <p:stCondLst>
                                    <p:cond delay="0"/>
                                  </p:stCondLst>
                                  <p:childTnLst>
                                    <p:animEffect transition="out" filter="wipe(left)">
                                      <p:cBhvr>
                                        <p:cTn id="153" dur="500"/>
                                        <p:tgtEl>
                                          <p:spTgt spid="17500"/>
                                        </p:tgtEl>
                                      </p:cBhvr>
                                    </p:animEffect>
                                    <p:set>
                                      <p:cBhvr>
                                        <p:cTn id="154" dur="1" fill="hold">
                                          <p:stCondLst>
                                            <p:cond delay="499"/>
                                          </p:stCondLst>
                                        </p:cTn>
                                        <p:tgtEl>
                                          <p:spTgt spid="17500"/>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22" presetClass="entr" presetSubtype="1" fill="hold" grpId="0" nodeType="clickEffect">
                                  <p:stCondLst>
                                    <p:cond delay="0"/>
                                  </p:stCondLst>
                                  <p:childTnLst>
                                    <p:set>
                                      <p:cBhvr>
                                        <p:cTn id="158" dur="1" fill="hold">
                                          <p:stCondLst>
                                            <p:cond delay="0"/>
                                          </p:stCondLst>
                                        </p:cTn>
                                        <p:tgtEl>
                                          <p:spTgt spid="39"/>
                                        </p:tgtEl>
                                        <p:attrNameLst>
                                          <p:attrName>style.visibility</p:attrName>
                                        </p:attrNameLst>
                                      </p:cBhvr>
                                      <p:to>
                                        <p:strVal val="visible"/>
                                      </p:to>
                                    </p:set>
                                    <p:animEffect transition="in" filter="wipe(up)">
                                      <p:cBhvr>
                                        <p:cTn id="159" dur="500"/>
                                        <p:tgtEl>
                                          <p:spTgt spid="39"/>
                                        </p:tgtEl>
                                      </p:cBhvr>
                                    </p:animEffect>
                                  </p:childTnLst>
                                </p:cTn>
                              </p:par>
                            </p:childTnLst>
                          </p:cTn>
                        </p:par>
                        <p:par>
                          <p:cTn id="160" fill="hold">
                            <p:stCondLst>
                              <p:cond delay="500"/>
                            </p:stCondLst>
                            <p:childTnLst>
                              <p:par>
                                <p:cTn id="161" presetID="22" presetClass="entr" presetSubtype="8" fill="hold" nodeType="afterEffect">
                                  <p:stCondLst>
                                    <p:cond delay="0"/>
                                  </p:stCondLst>
                                  <p:childTnLst>
                                    <p:set>
                                      <p:cBhvr>
                                        <p:cTn id="162" dur="1" fill="hold">
                                          <p:stCondLst>
                                            <p:cond delay="0"/>
                                          </p:stCondLst>
                                        </p:cTn>
                                        <p:tgtEl>
                                          <p:spTgt spid="16396"/>
                                        </p:tgtEl>
                                        <p:attrNameLst>
                                          <p:attrName>style.visibility</p:attrName>
                                        </p:attrNameLst>
                                      </p:cBhvr>
                                      <p:to>
                                        <p:strVal val="visible"/>
                                      </p:to>
                                    </p:set>
                                    <p:animEffect transition="in" filter="wipe(left)">
                                      <p:cBhvr>
                                        <p:cTn id="163" dur="500"/>
                                        <p:tgtEl>
                                          <p:spTgt spid="16396"/>
                                        </p:tgtEl>
                                      </p:cBhvr>
                                    </p:animEffect>
                                  </p:childTnLst>
                                </p:cTn>
                              </p:par>
                            </p:childTnLst>
                          </p:cTn>
                        </p:par>
                      </p:childTnLst>
                    </p:cTn>
                  </p:par>
                  <p:par>
                    <p:cTn id="164" fill="hold">
                      <p:stCondLst>
                        <p:cond delay="indefinite"/>
                      </p:stCondLst>
                      <p:childTnLst>
                        <p:par>
                          <p:cTn id="165" fill="hold">
                            <p:stCondLst>
                              <p:cond delay="0"/>
                            </p:stCondLst>
                            <p:childTnLst>
                              <p:par>
                                <p:cTn id="166" presetID="22" presetClass="entr" presetSubtype="8" fill="hold" nodeType="clickEffect">
                                  <p:stCondLst>
                                    <p:cond delay="0"/>
                                  </p:stCondLst>
                                  <p:childTnLst>
                                    <p:set>
                                      <p:cBhvr>
                                        <p:cTn id="167" dur="1" fill="hold">
                                          <p:stCondLst>
                                            <p:cond delay="0"/>
                                          </p:stCondLst>
                                        </p:cTn>
                                        <p:tgtEl>
                                          <p:spTgt spid="16"/>
                                        </p:tgtEl>
                                        <p:attrNameLst>
                                          <p:attrName>style.visibility</p:attrName>
                                        </p:attrNameLst>
                                      </p:cBhvr>
                                      <p:to>
                                        <p:strVal val="visible"/>
                                      </p:to>
                                    </p:set>
                                    <p:animEffect transition="in" filter="wipe(left)">
                                      <p:cBhvr>
                                        <p:cTn id="16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allAtOnce" animBg="1"/>
      <p:bldP spid="5" grpId="0" uiExpand="1" build="allAtOnce" animBg="1"/>
      <p:bldP spid="17481" grpId="0" animBg="1"/>
      <p:bldP spid="17482" grpId="0" animBg="1"/>
      <p:bldP spid="17483" grpId="0" animBg="1"/>
      <p:bldP spid="17484" grpId="0" animBg="1"/>
      <p:bldP spid="17485" grpId="0" animBg="1"/>
      <p:bldP spid="17486" grpId="0" animBg="1"/>
      <p:bldP spid="17487" grpId="0" animBg="1"/>
      <p:bldP spid="17490" grpId="0" animBg="1"/>
      <p:bldP spid="17491" grpId="0" animBg="1"/>
      <p:bldP spid="17492" grpId="0" animBg="1"/>
      <p:bldP spid="17493" grpId="0" animBg="1"/>
      <p:bldP spid="17494" grpId="0" animBg="1"/>
      <p:bldP spid="17495" grpId="0" animBg="1"/>
      <p:bldP spid="17496" grpId="0" animBg="1"/>
      <p:bldP spid="17499" grpId="0" animBg="1"/>
      <p:bldP spid="17500" grpId="0" animBg="1"/>
      <p:bldP spid="39" grpId="0" animBg="1"/>
      <p:bldP spid="42"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785813" y="2500313"/>
            <a:ext cx="8358187" cy="4143375"/>
          </a:xfrm>
          <a:prstGeom prst="roundRect">
            <a:avLst>
              <a:gd name="adj" fmla="val 4646"/>
            </a:avLst>
          </a:prstGeom>
          <a:solidFill>
            <a:schemeClr val="accent1"/>
          </a:solidFill>
          <a:ln w="28575">
            <a:solidFill>
              <a:schemeClr val="accent2"/>
            </a:solidFill>
            <a:round/>
            <a:headEnd/>
            <a:tailEnd/>
          </a:ln>
          <a:effectLst/>
        </p:spPr>
        <p:txBody>
          <a:bodyPr/>
          <a:lstStyle/>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说明：</a:t>
            </a:r>
            <a:r>
              <a:rPr kumimoji="1" lang="zh-CN" altLang="en-US" sz="2000" b="1" i="0" u="none" strike="noStrike" kern="0" cap="none" spc="0" normalizeH="0" baseline="0" noProof="0" dirty="0">
                <a:ln>
                  <a:noFill/>
                </a:ln>
                <a:solidFill>
                  <a:srgbClr val="FF33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不同</a:t>
            </a:r>
            <a:r>
              <a:rPr kumimoji="1" lang="zh-CN" altLang="en-US" sz="20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特征值</a:t>
            </a:r>
            <a:r>
              <a:rPr kumimoji="1" lang="zh-CN" altLang="en-US" sz="2000" b="1" i="0" u="none" strike="noStrike" kern="0" cap="none" spc="0" normalizeH="0" baseline="0" noProof="0" dirty="0">
                <a:ln>
                  <a:noFill/>
                </a:ln>
                <a:solidFill>
                  <a:srgbClr val="FF33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对应</a:t>
            </a:r>
            <a:r>
              <a:rPr kumimoji="1" lang="zh-CN" altLang="en-US" sz="20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a:t>
            </a:r>
            <a:r>
              <a:rPr kumimoji="1" lang="zh-CN" altLang="en-US" sz="2000" b="1" i="0" u="none" strike="noStrike" kern="0" cap="none" spc="0" normalizeH="0" baseline="0" noProof="0" dirty="0">
                <a:ln>
                  <a:noFill/>
                </a:ln>
                <a:solidFill>
                  <a:srgbClr val="FF33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特征向量</a:t>
            </a:r>
            <a:r>
              <a:rPr kumimoji="1" lang="zh-CN" altLang="en-US" sz="2000" b="1" i="0" u="none" strike="noStrike" kern="0" cap="none" spc="0" normalizeH="0" baseline="0" noProof="0" dirty="0">
                <a:ln>
                  <a:noFill/>
                </a:ln>
                <a:solidFill>
                  <a:srgbClr val="010199">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必</a:t>
            </a:r>
            <a:r>
              <a:rPr kumimoji="1" lang="zh-CN" altLang="en-US" sz="2000" b="1" i="0" u="none" strike="noStrike" kern="0" cap="none" spc="0" normalizeH="0" baseline="0" noProof="0" dirty="0">
                <a:ln>
                  <a:noFill/>
                </a:ln>
                <a:solidFill>
                  <a:srgbClr val="FF33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无关</a:t>
            </a:r>
            <a:endParaRPr kumimoji="1" lang="en-US" altLang="zh-CN" sz="2000" b="1" i="0" u="none" strike="noStrike" kern="0" cap="none" spc="0" normalizeH="0" baseline="0" noProof="0" dirty="0">
              <a:ln>
                <a:noFill/>
              </a:ln>
              <a:solidFill>
                <a:srgbClr val="FF3300"/>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0" marR="0" lvl="0" indent="0" algn="l" defTabSz="914400" rtl="0" eaLnBrk="1" fontAlgn="base" latinLnBrk="0" hangingPunct="1">
              <a:lnSpc>
                <a:spcPct val="110000"/>
              </a:lnSpc>
              <a:spcBef>
                <a:spcPct val="0"/>
              </a:spcBef>
              <a:spcAft>
                <a:spcPct val="0"/>
              </a:spcAft>
              <a:buClr>
                <a:srgbClr val="FF0000"/>
              </a:buClr>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10000"/>
              </a:lnSpc>
              <a:spcBef>
                <a:spcPct val="20000"/>
              </a:spcBef>
              <a:spcAft>
                <a:spcPct val="0"/>
              </a:spcAft>
              <a:buClr>
                <a:srgbClr val="FFCC00"/>
              </a:buClr>
              <a:buSzPct val="120000"/>
              <a:buFontTx/>
              <a:buNone/>
              <a:tabLst/>
              <a:defRPr/>
            </a:pPr>
            <a:endPar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graphicFrame>
        <p:nvGraphicFramePr>
          <p:cNvPr id="161801" name="Object 9"/>
          <p:cNvGraphicFramePr>
            <a:graphicFrameLocks noChangeAspect="1"/>
          </p:cNvGraphicFramePr>
          <p:nvPr/>
        </p:nvGraphicFramePr>
        <p:xfrm>
          <a:off x="4572000" y="3429000"/>
          <a:ext cx="4572000" cy="1928813"/>
        </p:xfrm>
        <a:graphic>
          <a:graphicData uri="http://schemas.openxmlformats.org/presentationml/2006/ole">
            <mc:AlternateContent xmlns:mc="http://schemas.openxmlformats.org/markup-compatibility/2006">
              <mc:Choice xmlns:v="urn:schemas-microsoft-com:vml" Requires="v">
                <p:oleObj name="Equation" r:id="rId3" imgW="3479760" imgH="1384200" progId="Equation.DSMT4">
                  <p:embed/>
                </p:oleObj>
              </mc:Choice>
              <mc:Fallback>
                <p:oleObj name="Equation" r:id="rId3" imgW="3479760" imgH="1384200" progId="Equation.DSMT4">
                  <p:embed/>
                  <p:pic>
                    <p:nvPicPr>
                      <p:cNvPr id="161801"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3429000"/>
                        <a:ext cx="4572000"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矩形 8"/>
          <p:cNvSpPr/>
          <p:nvPr/>
        </p:nvSpPr>
        <p:spPr>
          <a:xfrm>
            <a:off x="785813" y="1000125"/>
            <a:ext cx="8143875" cy="1458913"/>
          </a:xfrm>
          <a:prstGeom prst="rect">
            <a:avLst/>
          </a:prstGeom>
        </p:spPr>
        <p:txBody>
          <a:bodyPr>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定理：设</a:t>
            </a:r>
            <a:r>
              <a:rPr kumimoji="1" lang="zh-CN" altLang="en-US"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1</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2</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 </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1"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m</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是方阵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的特征值，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1</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2</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1"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m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依</a:t>
            </a: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次是与之</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对应</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的特征向量，如果</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1</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2</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 </a:t>
            </a:r>
            <a:r>
              <a:rPr kumimoji="1" lang="en-US" altLang="zh-CN" sz="2400" b="1" i="1" u="none" strike="noStrike" kern="1200" cap="none" spc="0" normalizeH="0" baseline="0" noProof="0" dirty="0">
                <a:ln>
                  <a:noFill/>
                </a:ln>
                <a:solidFill>
                  <a:srgbClr val="FFFFCC"/>
                </a:solidFill>
                <a:effectLst/>
                <a:uLnTx/>
                <a:uFillTx/>
                <a:latin typeface="Symbol" pitchFamily="18" charset="2"/>
                <a:ea typeface="楷体_GB2312"/>
                <a:cs typeface="楷体_GB2312"/>
              </a:rPr>
              <a:t>l</a:t>
            </a:r>
            <a:r>
              <a:rPr kumimoji="1" lang="en-US" altLang="zh-CN" sz="2400" b="1" i="1"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m</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各不相同</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，则</a:t>
            </a: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1</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2</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楷体_GB2312"/>
                <a:cs typeface="楷体_GB2312"/>
              </a:rPr>
              <a:t>p</a:t>
            </a:r>
            <a:r>
              <a:rPr kumimoji="1" lang="en-US" altLang="zh-CN" sz="2400" b="1" i="1" u="none" strike="noStrike" kern="1200" cap="none" spc="0" normalizeH="0" baseline="-25000" noProof="0" dirty="0">
                <a:ln>
                  <a:noFill/>
                </a:ln>
                <a:solidFill>
                  <a:srgbClr val="FFFFCC"/>
                </a:solidFill>
                <a:effectLst/>
                <a:uLnTx/>
                <a:uFillTx/>
                <a:latin typeface="Times New Roman" pitchFamily="18" charset="0"/>
                <a:ea typeface="楷体_GB2312"/>
                <a:cs typeface="楷体_GB2312"/>
              </a:rPr>
              <a:t>m</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楷体_GB2312"/>
                <a:cs typeface="楷体_GB2312"/>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线性无关</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a:t>
            </a:r>
          </a:p>
        </p:txBody>
      </p:sp>
      <p:graphicFrame>
        <p:nvGraphicFramePr>
          <p:cNvPr id="161796" name="Object 4"/>
          <p:cNvGraphicFramePr>
            <a:graphicFrameLocks noChangeAspect="1"/>
          </p:cNvGraphicFramePr>
          <p:nvPr/>
        </p:nvGraphicFramePr>
        <p:xfrm>
          <a:off x="1714500" y="3000375"/>
          <a:ext cx="2881313" cy="376238"/>
        </p:xfrm>
        <a:graphic>
          <a:graphicData uri="http://schemas.openxmlformats.org/presentationml/2006/ole">
            <mc:AlternateContent xmlns:mc="http://schemas.openxmlformats.org/markup-compatibility/2006">
              <mc:Choice xmlns:v="urn:schemas-microsoft-com:vml" Requires="v">
                <p:oleObj name="Equation" r:id="rId5" imgW="1854000" imgH="241200" progId="Equation.DSMT4">
                  <p:embed/>
                </p:oleObj>
              </mc:Choice>
              <mc:Fallback>
                <p:oleObj name="Equation" r:id="rId5" imgW="1854000" imgH="241200" progId="Equation.DSMT4">
                  <p:embed/>
                  <p:pic>
                    <p:nvPicPr>
                      <p:cNvPr id="161796"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14500" y="3000375"/>
                        <a:ext cx="2881313" cy="376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797" name="Object 5"/>
          <p:cNvGraphicFramePr>
            <a:graphicFrameLocks noChangeAspect="1"/>
          </p:cNvGraphicFramePr>
          <p:nvPr/>
        </p:nvGraphicFramePr>
        <p:xfrm>
          <a:off x="1500188" y="3378200"/>
          <a:ext cx="2968625" cy="422275"/>
        </p:xfrm>
        <a:graphic>
          <a:graphicData uri="http://schemas.openxmlformats.org/presentationml/2006/ole">
            <mc:AlternateContent xmlns:mc="http://schemas.openxmlformats.org/markup-compatibility/2006">
              <mc:Choice xmlns:v="urn:schemas-microsoft-com:vml" Requires="v">
                <p:oleObj name="Equation" r:id="rId7" imgW="1765080" imgH="228600" progId="Equation.DSMT4">
                  <p:embed/>
                </p:oleObj>
              </mc:Choice>
              <mc:Fallback>
                <p:oleObj name="Equation" r:id="rId7" imgW="1765080" imgH="228600" progId="Equation.DSMT4">
                  <p:embed/>
                  <p:pic>
                    <p:nvPicPr>
                      <p:cNvPr id="161797"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0188" y="3378200"/>
                        <a:ext cx="2968625" cy="422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798" name="Object 6"/>
          <p:cNvGraphicFramePr>
            <a:graphicFrameLocks noChangeAspect="1"/>
          </p:cNvGraphicFramePr>
          <p:nvPr/>
        </p:nvGraphicFramePr>
        <p:xfrm>
          <a:off x="4929188" y="3429000"/>
          <a:ext cx="3868737" cy="428625"/>
        </p:xfrm>
        <a:graphic>
          <a:graphicData uri="http://schemas.openxmlformats.org/presentationml/2006/ole">
            <mc:AlternateContent xmlns:mc="http://schemas.openxmlformats.org/markup-compatibility/2006">
              <mc:Choice xmlns:v="urn:schemas-microsoft-com:vml" Requires="v">
                <p:oleObj name="Equation" r:id="rId9" imgW="2209680" imgH="253800" progId="Equation.DSMT4">
                  <p:embed/>
                </p:oleObj>
              </mc:Choice>
              <mc:Fallback>
                <p:oleObj name="Equation" r:id="rId9" imgW="2209680" imgH="253800" progId="Equation.DSMT4">
                  <p:embed/>
                  <p:pic>
                    <p:nvPicPr>
                      <p:cNvPr id="161798"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29188" y="3429000"/>
                        <a:ext cx="3868737"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799" name="Object 7"/>
          <p:cNvGraphicFramePr>
            <a:graphicFrameLocks noChangeAspect="1"/>
          </p:cNvGraphicFramePr>
          <p:nvPr/>
        </p:nvGraphicFramePr>
        <p:xfrm>
          <a:off x="804863" y="3786188"/>
          <a:ext cx="3843337" cy="433387"/>
        </p:xfrm>
        <a:graphic>
          <a:graphicData uri="http://schemas.openxmlformats.org/presentationml/2006/ole">
            <mc:AlternateContent xmlns:mc="http://schemas.openxmlformats.org/markup-compatibility/2006">
              <mc:Choice xmlns:v="urn:schemas-microsoft-com:vml" Requires="v">
                <p:oleObj name="Equation" r:id="rId11" imgW="2387520" imgH="228600" progId="Equation.DSMT4">
                  <p:embed/>
                </p:oleObj>
              </mc:Choice>
              <mc:Fallback>
                <p:oleObj name="Equation" r:id="rId11" imgW="2387520" imgH="228600" progId="Equation.DSMT4">
                  <p:embed/>
                  <p:pic>
                    <p:nvPicPr>
                      <p:cNvPr id="161799"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4863" y="3786188"/>
                        <a:ext cx="3843337" cy="4333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00" name="Object 8"/>
          <p:cNvGraphicFramePr>
            <a:graphicFrameLocks noChangeAspect="1"/>
          </p:cNvGraphicFramePr>
          <p:nvPr/>
        </p:nvGraphicFramePr>
        <p:xfrm>
          <a:off x="804863" y="4214818"/>
          <a:ext cx="3449638" cy="390525"/>
        </p:xfrm>
        <a:graphic>
          <a:graphicData uri="http://schemas.openxmlformats.org/presentationml/2006/ole">
            <mc:AlternateContent xmlns:mc="http://schemas.openxmlformats.org/markup-compatibility/2006">
              <mc:Choice xmlns:v="urn:schemas-microsoft-com:vml" Requires="v">
                <p:oleObj name="Equation" r:id="rId13" imgW="2514600" imgH="241200" progId="Equation.DSMT4">
                  <p:embed/>
                </p:oleObj>
              </mc:Choice>
              <mc:Fallback>
                <p:oleObj name="Equation" r:id="rId13" imgW="2514600" imgH="241200" progId="Equation.DSMT4">
                  <p:embed/>
                  <p:pic>
                    <p:nvPicPr>
                      <p:cNvPr id="16180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4863" y="4214818"/>
                        <a:ext cx="3449638" cy="390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8"/>
          <p:cNvGraphicFramePr>
            <a:graphicFrameLocks noChangeAspect="1"/>
          </p:cNvGraphicFramePr>
          <p:nvPr/>
        </p:nvGraphicFramePr>
        <p:xfrm>
          <a:off x="787400" y="5357813"/>
          <a:ext cx="4856163" cy="1276350"/>
        </p:xfrm>
        <a:graphic>
          <a:graphicData uri="http://schemas.openxmlformats.org/presentationml/2006/ole">
            <mc:AlternateContent xmlns:mc="http://schemas.openxmlformats.org/markup-compatibility/2006">
              <mc:Choice xmlns:v="urn:schemas-microsoft-com:vml" Requires="v">
                <p:oleObj name="Equation" r:id="rId15" imgW="3632040" imgH="952200" progId="Equation.DSMT4">
                  <p:embed/>
                </p:oleObj>
              </mc:Choice>
              <mc:Fallback>
                <p:oleObj name="Equation" r:id="rId15" imgW="3632040" imgH="952200" progId="Equation.DSMT4">
                  <p:embed/>
                  <p:pic>
                    <p:nvPicPr>
                      <p:cNvPr id="17" name="Object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87400" y="5357813"/>
                        <a:ext cx="4856163" cy="1276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9"/>
          <p:cNvGraphicFramePr>
            <a:graphicFrameLocks noChangeAspect="1"/>
          </p:cNvGraphicFramePr>
          <p:nvPr/>
        </p:nvGraphicFramePr>
        <p:xfrm>
          <a:off x="5845175" y="5786438"/>
          <a:ext cx="2655888" cy="339725"/>
        </p:xfrm>
        <a:graphic>
          <a:graphicData uri="http://schemas.openxmlformats.org/presentationml/2006/ole">
            <mc:AlternateContent xmlns:mc="http://schemas.openxmlformats.org/markup-compatibility/2006">
              <mc:Choice xmlns:v="urn:schemas-microsoft-com:vml" Requires="v">
                <p:oleObj name="Equation" r:id="rId17" imgW="1981080" imgH="253800" progId="Equation.DSMT4">
                  <p:embed/>
                </p:oleObj>
              </mc:Choice>
              <mc:Fallback>
                <p:oleObj name="Equation" r:id="rId17" imgW="1981080" imgH="253800" progId="Equation.DSMT4">
                  <p:embed/>
                  <p:pic>
                    <p:nvPicPr>
                      <p:cNvPr id="18" name="Object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45175" y="5786438"/>
                        <a:ext cx="2655888" cy="339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08" name="Object 16"/>
          <p:cNvGraphicFramePr>
            <a:graphicFrameLocks noChangeAspect="1"/>
          </p:cNvGraphicFramePr>
          <p:nvPr/>
        </p:nvGraphicFramePr>
        <p:xfrm>
          <a:off x="5857875" y="6215063"/>
          <a:ext cx="928688" cy="357187"/>
        </p:xfrm>
        <a:graphic>
          <a:graphicData uri="http://schemas.openxmlformats.org/presentationml/2006/ole">
            <mc:AlternateContent xmlns:mc="http://schemas.openxmlformats.org/markup-compatibility/2006">
              <mc:Choice xmlns:v="urn:schemas-microsoft-com:vml" Requires="v">
                <p:oleObj name="Equation" r:id="rId19" imgW="749160" imgH="241200" progId="Equation.DSMT4">
                  <p:embed/>
                </p:oleObj>
              </mc:Choice>
              <mc:Fallback>
                <p:oleObj name="Equation" r:id="rId19" imgW="749160" imgH="241200" progId="Equation.DSMT4">
                  <p:embed/>
                  <p:pic>
                    <p:nvPicPr>
                      <p:cNvPr id="161808" name="Object 1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857875" y="6215063"/>
                        <a:ext cx="928688"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09" name="Object 17"/>
          <p:cNvGraphicFramePr>
            <a:graphicFrameLocks noChangeAspect="1"/>
          </p:cNvGraphicFramePr>
          <p:nvPr/>
        </p:nvGraphicFramePr>
        <p:xfrm>
          <a:off x="6881813" y="6215063"/>
          <a:ext cx="982662" cy="357187"/>
        </p:xfrm>
        <a:graphic>
          <a:graphicData uri="http://schemas.openxmlformats.org/presentationml/2006/ole">
            <mc:AlternateContent xmlns:mc="http://schemas.openxmlformats.org/markup-compatibility/2006">
              <mc:Choice xmlns:v="urn:schemas-microsoft-com:vml" Requires="v">
                <p:oleObj name="Equation" r:id="rId21" imgW="787320" imgH="241200" progId="Equation.DSMT4">
                  <p:embed/>
                </p:oleObj>
              </mc:Choice>
              <mc:Fallback>
                <p:oleObj name="Equation" r:id="rId21" imgW="787320" imgH="241200" progId="Equation.DSMT4">
                  <p:embed/>
                  <p:pic>
                    <p:nvPicPr>
                      <p:cNvPr id="161809" name="Object 1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881813" y="6215063"/>
                        <a:ext cx="982662"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10" name="Object 18"/>
          <p:cNvGraphicFramePr>
            <a:graphicFrameLocks noChangeAspect="1"/>
          </p:cNvGraphicFramePr>
          <p:nvPr/>
        </p:nvGraphicFramePr>
        <p:xfrm>
          <a:off x="8037513" y="6215063"/>
          <a:ext cx="749300" cy="357187"/>
        </p:xfrm>
        <a:graphic>
          <a:graphicData uri="http://schemas.openxmlformats.org/presentationml/2006/ole">
            <mc:AlternateContent xmlns:mc="http://schemas.openxmlformats.org/markup-compatibility/2006">
              <mc:Choice xmlns:v="urn:schemas-microsoft-com:vml" Requires="v">
                <p:oleObj name="Equation" r:id="rId23" imgW="558720" imgH="241200" progId="Equation.DSMT4">
                  <p:embed/>
                </p:oleObj>
              </mc:Choice>
              <mc:Fallback>
                <p:oleObj name="Equation" r:id="rId23" imgW="558720" imgH="241200" progId="Equation.DSMT4">
                  <p:embed/>
                  <p:pic>
                    <p:nvPicPr>
                      <p:cNvPr id="161810" name="Object 1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8037513" y="6215063"/>
                        <a:ext cx="749300" cy="357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Text Box 28"/>
          <p:cNvSpPr txBox="1">
            <a:spLocks noChangeArrowheads="1"/>
          </p:cNvSpPr>
          <p:nvPr/>
        </p:nvSpPr>
        <p:spPr bwMode="auto">
          <a:xfrm>
            <a:off x="714348" y="2967335"/>
            <a:ext cx="8429652" cy="1015663"/>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Q：</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那么相同的特征值对应的特征向量相关还是无关？</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即特征值为</a:t>
            </a:r>
            <a:r>
              <a:rPr kumimoji="1" lang="en-US" altLang="zh-CN" sz="24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4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重根</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是，有没有对应的</a:t>
            </a:r>
            <a:r>
              <a:rPr kumimoji="1" lang="en-US" altLang="zh-CN" sz="24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4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个线性无关</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的向量</a:t>
            </a:r>
          </a:p>
        </p:txBody>
      </p:sp>
      <p:graphicFrame>
        <p:nvGraphicFramePr>
          <p:cNvPr id="19" name="Object 8"/>
          <p:cNvGraphicFramePr>
            <a:graphicFrameLocks noChangeAspect="1"/>
          </p:cNvGraphicFramePr>
          <p:nvPr/>
        </p:nvGraphicFramePr>
        <p:xfrm>
          <a:off x="804863" y="4735513"/>
          <a:ext cx="3938587" cy="698500"/>
        </p:xfrm>
        <a:graphic>
          <a:graphicData uri="http://schemas.openxmlformats.org/presentationml/2006/ole">
            <mc:AlternateContent xmlns:mc="http://schemas.openxmlformats.org/markup-compatibility/2006">
              <mc:Choice xmlns:v="urn:schemas-microsoft-com:vml" Requires="v">
                <p:oleObj name="Equation" r:id="rId25" imgW="2869920" imgH="431640" progId="Equation.DSMT4">
                  <p:embed/>
                </p:oleObj>
              </mc:Choice>
              <mc:Fallback>
                <p:oleObj name="Equation" r:id="rId25" imgW="2869920" imgH="431640" progId="Equation.DSMT4">
                  <p:embed/>
                  <p:pic>
                    <p:nvPicPr>
                      <p:cNvPr id="19" name="Object 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04863" y="4735513"/>
                        <a:ext cx="3938587" cy="698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WordArt 77">
            <a:extLst>
              <a:ext uri="{FF2B5EF4-FFF2-40B4-BE49-F238E27FC236}">
                <a16:creationId xmlns:a16="http://schemas.microsoft.com/office/drawing/2014/main" id="{D4A3F71D-AAEA-35A1-F7A5-57C396A498F1}"/>
              </a:ext>
            </a:extLst>
          </p:cNvPr>
          <p:cNvSpPr>
            <a:spLocks noChangeArrowheads="1" noChangeShapeType="1" noTextEdit="1"/>
          </p:cNvSpPr>
          <p:nvPr/>
        </p:nvSpPr>
        <p:spPr bwMode="auto">
          <a:xfrm>
            <a:off x="759090" y="-34894"/>
            <a:ext cx="835818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5-2 </a:t>
            </a:r>
            <a:r>
              <a:rPr kumimoji="1" lang="zh-CN" altLang="en-US" sz="4800" b="1" i="0" u="none" strike="noStrike" kern="10" cap="none" spc="0" normalizeH="0" baseline="0" noProof="0" dirty="0">
                <a:ln w="76200">
                  <a:solidFill>
                    <a:srgbClr val="FFC000"/>
                  </a:solidFill>
                  <a:round/>
                  <a:headEnd/>
                  <a:tailEnd/>
                </a:ln>
                <a:gradFill flip="none" rotWithShape="1">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tileRect r="-100000" b="-100000"/>
                </a:gradFill>
                <a:effectLst>
                  <a:glow rad="101600">
                    <a:srgbClr val="010199">
                      <a:lumMod val="75000"/>
                      <a:alpha val="60000"/>
                    </a:srgbClr>
                  </a:glow>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特征值与特征向量的求解</a:t>
            </a:r>
            <a:endParaRPr kumimoji="1" lang="zh-CN" altLang="en-US" sz="4800" b="1" i="0" u="none" strike="noStrike" kern="10" cap="none" spc="0" normalizeH="0" baseline="0" noProof="0" dirty="0">
              <a:ln w="76200">
                <a:solidFill>
                  <a:srgbClr val="FFC000"/>
                </a:solidFill>
                <a:round/>
                <a:headEnd/>
                <a:tailEnd/>
              </a:ln>
              <a:blipFill>
                <a:blip r:embed="rId2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animEffect transition="in" filter="wipe(left)">
                                      <p:cBhvr>
                                        <p:cTn id="7" dur="500"/>
                                        <p:tgtEl>
                                          <p:spTgt spid="4">
                                            <p:bg/>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wipe(left)">
                                      <p:cBhvr>
                                        <p:cTn id="10" dur="500"/>
                                        <p:tgtEl>
                                          <p:spTgt spid="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Effect transition="in" filter="wipe(left)">
                                      <p:cBhvr>
                                        <p:cTn id="15" dur="500"/>
                                        <p:tgtEl>
                                          <p:spTgt spid="4">
                                            <p:txEl>
                                              <p:pRg st="1" end="1"/>
                                            </p:txEl>
                                          </p:spTgt>
                                        </p:tgtEl>
                                      </p:cBhvr>
                                    </p:animEffect>
                                  </p:childTnLst>
                                </p:cTn>
                              </p:par>
                              <p:par>
                                <p:cTn id="16" presetID="22" presetClass="entr" presetSubtype="8" fill="hold" nodeType="withEffect">
                                  <p:stCondLst>
                                    <p:cond delay="0"/>
                                  </p:stCondLst>
                                  <p:childTnLst>
                                    <p:set>
                                      <p:cBhvr>
                                        <p:cTn id="17" dur="1" fill="hold">
                                          <p:stCondLst>
                                            <p:cond delay="0"/>
                                          </p:stCondLst>
                                        </p:cTn>
                                        <p:tgtEl>
                                          <p:spTgt spid="161796"/>
                                        </p:tgtEl>
                                        <p:attrNameLst>
                                          <p:attrName>style.visibility</p:attrName>
                                        </p:attrNameLst>
                                      </p:cBhvr>
                                      <p:to>
                                        <p:strVal val="visible"/>
                                      </p:to>
                                    </p:set>
                                    <p:animEffect transition="in" filter="wipe(left)">
                                      <p:cBhvr>
                                        <p:cTn id="18" dur="500"/>
                                        <p:tgtEl>
                                          <p:spTgt spid="16179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61797"/>
                                        </p:tgtEl>
                                        <p:attrNameLst>
                                          <p:attrName>style.visibility</p:attrName>
                                        </p:attrNameLst>
                                      </p:cBhvr>
                                      <p:to>
                                        <p:strVal val="visible"/>
                                      </p:to>
                                    </p:set>
                                    <p:animEffect transition="in" filter="wipe(left)">
                                      <p:cBhvr>
                                        <p:cTn id="23" dur="500"/>
                                        <p:tgtEl>
                                          <p:spTgt spid="161797"/>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61810"/>
                                        </p:tgtEl>
                                        <p:attrNameLst>
                                          <p:attrName>style.visibility</p:attrName>
                                        </p:attrNameLst>
                                      </p:cBhvr>
                                      <p:to>
                                        <p:strVal val="visible"/>
                                      </p:to>
                                    </p:set>
                                    <p:animEffect transition="in" filter="wipe(left)">
                                      <p:cBhvr>
                                        <p:cTn id="28" dur="500"/>
                                        <p:tgtEl>
                                          <p:spTgt spid="161810"/>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61798"/>
                                        </p:tgtEl>
                                        <p:attrNameLst>
                                          <p:attrName>style.visibility</p:attrName>
                                        </p:attrNameLst>
                                      </p:cBhvr>
                                      <p:to>
                                        <p:strVal val="visible"/>
                                      </p:to>
                                    </p:set>
                                    <p:animEffect transition="in" filter="wipe(left)">
                                      <p:cBhvr>
                                        <p:cTn id="33" dur="500"/>
                                        <p:tgtEl>
                                          <p:spTgt spid="16179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1799"/>
                                        </p:tgtEl>
                                        <p:attrNameLst>
                                          <p:attrName>style.visibility</p:attrName>
                                        </p:attrNameLst>
                                      </p:cBhvr>
                                      <p:to>
                                        <p:strVal val="visible"/>
                                      </p:to>
                                    </p:set>
                                    <p:animEffect transition="in" filter="wipe(left)">
                                      <p:cBhvr>
                                        <p:cTn id="38" dur="500"/>
                                        <p:tgtEl>
                                          <p:spTgt spid="161799"/>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61800"/>
                                        </p:tgtEl>
                                        <p:attrNameLst>
                                          <p:attrName>style.visibility</p:attrName>
                                        </p:attrNameLst>
                                      </p:cBhvr>
                                      <p:to>
                                        <p:strVal val="visible"/>
                                      </p:to>
                                    </p:set>
                                    <p:animEffect transition="in" filter="wipe(left)">
                                      <p:cBhvr>
                                        <p:cTn id="43" dur="500"/>
                                        <p:tgtEl>
                                          <p:spTgt spid="161800"/>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wipe(left)">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xit" presetSubtype="2" fill="hold" nodeType="clickEffect">
                                  <p:stCondLst>
                                    <p:cond delay="0"/>
                                  </p:stCondLst>
                                  <p:childTnLst>
                                    <p:animEffect transition="out" filter="wipe(right)">
                                      <p:cBhvr>
                                        <p:cTn id="52" dur="500"/>
                                        <p:tgtEl>
                                          <p:spTgt spid="161798"/>
                                        </p:tgtEl>
                                      </p:cBhvr>
                                    </p:animEffect>
                                    <p:set>
                                      <p:cBhvr>
                                        <p:cTn id="53" dur="1" fill="hold">
                                          <p:stCondLst>
                                            <p:cond delay="499"/>
                                          </p:stCondLst>
                                        </p:cTn>
                                        <p:tgtEl>
                                          <p:spTgt spid="161798"/>
                                        </p:tgtEl>
                                        <p:attrNameLst>
                                          <p:attrName>style.visibility</p:attrName>
                                        </p:attrNameLst>
                                      </p:cBhvr>
                                      <p:to>
                                        <p:strVal val="hidden"/>
                                      </p:to>
                                    </p:set>
                                  </p:childTnLst>
                                </p:cTn>
                              </p:par>
                              <p:par>
                                <p:cTn id="54" presetID="22" presetClass="entr" presetSubtype="8" fill="hold" nodeType="withEffect">
                                  <p:stCondLst>
                                    <p:cond delay="0"/>
                                  </p:stCondLst>
                                  <p:childTnLst>
                                    <p:set>
                                      <p:cBhvr>
                                        <p:cTn id="55" dur="1" fill="hold">
                                          <p:stCondLst>
                                            <p:cond delay="0"/>
                                          </p:stCondLst>
                                        </p:cTn>
                                        <p:tgtEl>
                                          <p:spTgt spid="161801"/>
                                        </p:tgtEl>
                                        <p:attrNameLst>
                                          <p:attrName>style.visibility</p:attrName>
                                        </p:attrNameLst>
                                      </p:cBhvr>
                                      <p:to>
                                        <p:strVal val="visible"/>
                                      </p:to>
                                    </p:set>
                                    <p:animEffect transition="in" filter="wipe(left)">
                                      <p:cBhvr>
                                        <p:cTn id="56" dur="500"/>
                                        <p:tgtEl>
                                          <p:spTgt spid="161801"/>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wipe(left)">
                                      <p:cBhvr>
                                        <p:cTn id="61" dur="500"/>
                                        <p:tgtEl>
                                          <p:spTgt spid="17"/>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wipe(left)">
                                      <p:cBhvr>
                                        <p:cTn id="66" dur="500"/>
                                        <p:tgtEl>
                                          <p:spTgt spid="18"/>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161808"/>
                                        </p:tgtEl>
                                        <p:attrNameLst>
                                          <p:attrName>style.visibility</p:attrName>
                                        </p:attrNameLst>
                                      </p:cBhvr>
                                      <p:to>
                                        <p:strVal val="visible"/>
                                      </p:to>
                                    </p:set>
                                    <p:animEffect transition="in" filter="wipe(left)">
                                      <p:cBhvr>
                                        <p:cTn id="71" dur="500"/>
                                        <p:tgtEl>
                                          <p:spTgt spid="161808"/>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61809"/>
                                        </p:tgtEl>
                                        <p:attrNameLst>
                                          <p:attrName>style.visibility</p:attrName>
                                        </p:attrNameLst>
                                      </p:cBhvr>
                                      <p:to>
                                        <p:strVal val="visible"/>
                                      </p:to>
                                    </p:set>
                                    <p:animEffect transition="in" filter="wipe(left)">
                                      <p:cBhvr>
                                        <p:cTn id="76" dur="500"/>
                                        <p:tgtEl>
                                          <p:spTgt spid="161809"/>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16">
                                            <p:bg/>
                                          </p:spTgt>
                                        </p:tgtEl>
                                        <p:attrNameLst>
                                          <p:attrName>style.visibility</p:attrName>
                                        </p:attrNameLst>
                                      </p:cBhvr>
                                      <p:to>
                                        <p:strVal val="visible"/>
                                      </p:to>
                                    </p:set>
                                    <p:animEffect transition="in" filter="wipe(left)">
                                      <p:cBhvr>
                                        <p:cTn id="81" dur="500"/>
                                        <p:tgtEl>
                                          <p:spTgt spid="16">
                                            <p:bg/>
                                          </p:spTgt>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16">
                                            <p:txEl>
                                              <p:pRg st="0" end="0"/>
                                            </p:txEl>
                                          </p:spTgt>
                                        </p:tgtEl>
                                        <p:attrNameLst>
                                          <p:attrName>style.visibility</p:attrName>
                                        </p:attrNameLst>
                                      </p:cBhvr>
                                      <p:to>
                                        <p:strVal val="visible"/>
                                      </p:to>
                                    </p:set>
                                    <p:animEffect transition="in" filter="wipe(left)">
                                      <p:cBhvr>
                                        <p:cTn id="84" dur="500"/>
                                        <p:tgtEl>
                                          <p:spTgt spid="16">
                                            <p:txEl>
                                              <p:pRg st="0" end="0"/>
                                            </p:txEl>
                                          </p:spTgt>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16">
                                            <p:txEl>
                                              <p:pRg st="1" end="1"/>
                                            </p:txEl>
                                          </p:spTgt>
                                        </p:tgtEl>
                                        <p:attrNameLst>
                                          <p:attrName>style.visibility</p:attrName>
                                        </p:attrNameLst>
                                      </p:cBhvr>
                                      <p:to>
                                        <p:strVal val="visible"/>
                                      </p:to>
                                    </p:set>
                                    <p:animEffect transition="in" filter="wipe(left)">
                                      <p:cBhvr>
                                        <p:cTn id="87" dur="500"/>
                                        <p:tgtEl>
                                          <p:spTgt spid="16">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allAtOnce" animBg="1"/>
      <p:bldP spid="16" grpId="0" build="allAtOnce"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ChangeArrowheads="1"/>
          </p:cNvSpPr>
          <p:nvPr/>
        </p:nvSpPr>
        <p:spPr bwMode="auto">
          <a:xfrm>
            <a:off x="-15875" y="2286000"/>
            <a:ext cx="823118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所以 </a:t>
            </a:r>
            <a:r>
              <a:rPr kumimoji="1" lang="en-US" altLang="zh-CN" sz="20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的特征值为 </a:t>
            </a:r>
            <a:r>
              <a:rPr kumimoji="1" lang="el-GR" altLang="zh-CN" sz="20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楷体_GB2312" pitchFamily="49" charset="-122"/>
              </a:rPr>
              <a:t>λ </a:t>
            </a:r>
            <a:r>
              <a:rPr kumimoji="1" lang="en-US" altLang="zh-CN" sz="2000" b="1" i="0" u="none" strike="noStrike" kern="1200" cap="none" spc="0" normalizeH="0" baseline="-25000" noProof="0">
                <a:ln>
                  <a:noFill/>
                </a:ln>
                <a:solidFill>
                  <a:srgbClr val="FF0000"/>
                </a:solidFill>
                <a:effectLst/>
                <a:uLnTx/>
                <a:uFillTx/>
                <a:latin typeface="微软雅黑" pitchFamily="34" charset="-122"/>
                <a:ea typeface="微软雅黑" pitchFamily="34" charset="-122"/>
                <a:cs typeface="+mn-cs"/>
              </a:rPr>
              <a:t>1 </a:t>
            </a:r>
            <a:r>
              <a:rPr kumimoji="1" lang="en-US" altLang="zh-CN"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 </a:t>
            </a:r>
            <a:r>
              <a:rPr kumimoji="1" lang="en-US" altLang="en-US"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a:t>
            </a:r>
            <a:r>
              <a:rPr kumimoji="1" lang="el-GR" altLang="zh-CN" sz="20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 λ </a:t>
            </a:r>
            <a:r>
              <a:rPr kumimoji="1" lang="en-US" altLang="zh-CN" sz="2000" b="1" i="0" u="none" strike="noStrike" kern="1200" cap="none" spc="0" normalizeH="0" baseline="-25000" noProof="0">
                <a:ln>
                  <a:noFill/>
                </a:ln>
                <a:solidFill>
                  <a:srgbClr val="FF0000"/>
                </a:solidFill>
                <a:effectLst/>
                <a:uLnTx/>
                <a:uFillTx/>
                <a:latin typeface="微软雅黑" pitchFamily="34" charset="-122"/>
                <a:ea typeface="微软雅黑" pitchFamily="34" charset="-122"/>
                <a:cs typeface="+mn-cs"/>
              </a:rPr>
              <a:t>2</a:t>
            </a:r>
            <a:r>
              <a:rPr kumimoji="1" lang="en-US" altLang="zh-CN"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 = </a:t>
            </a:r>
            <a:r>
              <a:rPr kumimoji="1" lang="el-GR" altLang="zh-CN" sz="20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λ </a:t>
            </a:r>
            <a:r>
              <a:rPr kumimoji="1" lang="en-US" altLang="zh-CN" sz="2000" b="1" i="0" u="none" strike="noStrike" kern="1200" cap="none" spc="0" normalizeH="0" baseline="-25000" noProof="0">
                <a:ln>
                  <a:noFill/>
                </a:ln>
                <a:solidFill>
                  <a:srgbClr val="FF0000"/>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 = 2 </a:t>
            </a:r>
            <a:r>
              <a:rPr kumimoji="1" lang="zh-CN" altLang="en-US" sz="20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rPr>
              <a:t>．</a:t>
            </a:r>
          </a:p>
        </p:txBody>
      </p:sp>
      <p:graphicFrame>
        <p:nvGraphicFramePr>
          <p:cNvPr id="19458" name="Object 2"/>
          <p:cNvGraphicFramePr>
            <a:graphicFrameLocks noChangeAspect="1"/>
          </p:cNvGraphicFramePr>
          <p:nvPr/>
        </p:nvGraphicFramePr>
        <p:xfrm>
          <a:off x="3225800" y="0"/>
          <a:ext cx="2082800" cy="1168400"/>
        </p:xfrm>
        <a:graphic>
          <a:graphicData uri="http://schemas.openxmlformats.org/presentationml/2006/ole">
            <mc:AlternateContent xmlns:mc="http://schemas.openxmlformats.org/markup-compatibility/2006">
              <mc:Choice xmlns:v="urn:schemas-microsoft-com:vml" Requires="v">
                <p:oleObj name="Equation" r:id="rId2" imgW="1244520" imgH="698400" progId="Equation.DSMT4">
                  <p:embed/>
                </p:oleObj>
              </mc:Choice>
              <mc:Fallback>
                <p:oleObj name="Equation" r:id="rId2" imgW="1244520" imgH="698400" progId="Equation.DSMT4">
                  <p:embed/>
                  <p:pic>
                    <p:nvPicPr>
                      <p:cNvPr id="19458"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25800" y="0"/>
                        <a:ext cx="2082800" cy="1168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5044" name="Object 3"/>
          <p:cNvGraphicFramePr>
            <a:graphicFrameLocks noChangeAspect="1"/>
          </p:cNvGraphicFramePr>
          <p:nvPr/>
        </p:nvGraphicFramePr>
        <p:xfrm>
          <a:off x="0" y="1071563"/>
          <a:ext cx="9144000" cy="1274762"/>
        </p:xfrm>
        <a:graphic>
          <a:graphicData uri="http://schemas.openxmlformats.org/presentationml/2006/ole">
            <mc:AlternateContent xmlns:mc="http://schemas.openxmlformats.org/markup-compatibility/2006">
              <mc:Choice xmlns:v="urn:schemas-microsoft-com:vml" Requires="v">
                <p:oleObj name="Equation" r:id="rId4" imgW="5994360" imgH="698400" progId="Equation.DSMT4">
                  <p:embed/>
                </p:oleObj>
              </mc:Choice>
              <mc:Fallback>
                <p:oleObj name="Equation" r:id="rId4" imgW="5994360" imgH="698400" progId="Equation.DSMT4">
                  <p:embed/>
                  <p:pic>
                    <p:nvPicPr>
                      <p:cNvPr id="215044"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071563"/>
                        <a:ext cx="9144000" cy="1274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68" name="Line 15"/>
          <p:cNvSpPr>
            <a:spLocks noChangeShapeType="1"/>
          </p:cNvSpPr>
          <p:nvPr/>
        </p:nvSpPr>
        <p:spPr bwMode="auto">
          <a:xfrm>
            <a:off x="0" y="1143000"/>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9469" name="Rectangle 2"/>
          <p:cNvSpPr>
            <a:spLocks noChangeArrowheads="1"/>
          </p:cNvSpPr>
          <p:nvPr/>
        </p:nvSpPr>
        <p:spPr bwMode="auto">
          <a:xfrm>
            <a:off x="0" y="0"/>
            <a:ext cx="8231188" cy="769938"/>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例：</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求矩阵 的特征值</a:t>
            </a: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和特征向量</a:t>
            </a:r>
          </a:p>
        </p:txBody>
      </p:sp>
      <p:sp>
        <p:nvSpPr>
          <p:cNvPr id="19470" name="Rectangle 2"/>
          <p:cNvSpPr>
            <a:spLocks noChangeArrowheads="1"/>
          </p:cNvSpPr>
          <p:nvPr/>
        </p:nvSpPr>
        <p:spPr bwMode="auto">
          <a:xfrm>
            <a:off x="-71438" y="1143000"/>
            <a:ext cx="178593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解（</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a:t>
            </a:r>
          </a:p>
        </p:txBody>
      </p:sp>
      <p:sp>
        <p:nvSpPr>
          <p:cNvPr id="13" name="Rectangle 2"/>
          <p:cNvSpPr>
            <a:spLocks noChangeArrowheads="1"/>
          </p:cNvSpPr>
          <p:nvPr/>
        </p:nvSpPr>
        <p:spPr bwMode="auto">
          <a:xfrm>
            <a:off x="0" y="2819400"/>
            <a:ext cx="8231188" cy="1138238"/>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①当</a:t>
            </a:r>
            <a:r>
              <a:rPr kumimoji="1" lang="el-GR" altLang="zh-CN" sz="2000" b="1" i="1" u="none" strike="noStrike" kern="1200" cap="none" spc="0" normalizeH="0" baseline="0" noProof="0" dirty="0">
                <a:ln>
                  <a:noFill/>
                </a:ln>
                <a:solidFill>
                  <a:srgbClr val="2D2DB9">
                    <a:lumMod val="75000"/>
                  </a:srgbClr>
                </a:solidFill>
                <a:effectLst/>
                <a:uLnTx/>
                <a:uFillTx/>
                <a:latin typeface="微软雅黑" pitchFamily="34" charset="-122"/>
                <a:ea typeface="微软雅黑" pitchFamily="34" charset="-122"/>
                <a:cs typeface="楷体_GB2312"/>
              </a:rPr>
              <a:t>λ </a:t>
            </a:r>
            <a:r>
              <a:rPr kumimoji="1" lang="en-US" altLang="zh-CN" sz="2000" b="1" i="0" u="none" strike="noStrike" kern="1200" cap="none" spc="0" normalizeH="0" baseline="-25000" noProof="0" dirty="0">
                <a:ln>
                  <a:noFill/>
                </a:ln>
                <a:solidFill>
                  <a:srgbClr val="2D2DB9">
                    <a:lumMod val="75000"/>
                  </a:srgbClr>
                </a:solidFill>
                <a:effectLst/>
                <a:uLnTx/>
                <a:uFillTx/>
                <a:latin typeface="微软雅黑" pitchFamily="34" charset="-122"/>
                <a:ea typeface="微软雅黑" pitchFamily="34" charset="-122"/>
                <a:cs typeface="+mn-cs"/>
              </a:rPr>
              <a:t>1 </a:t>
            </a:r>
            <a:r>
              <a:rPr kumimoji="1" lang="en-US" altLang="zh-CN" sz="2000" b="1" i="0" u="none" strike="noStrike" kern="1200" cap="none" spc="0" normalizeH="0" baseline="0" noProof="0" dirty="0">
                <a:ln>
                  <a:noFill/>
                </a:ln>
                <a:solidFill>
                  <a:srgbClr val="2D2DB9">
                    <a:lumMod val="75000"/>
                  </a:srgbClr>
                </a:solidFill>
                <a:effectLst/>
                <a:uLnTx/>
                <a:uFillTx/>
                <a:latin typeface="微软雅黑" pitchFamily="34" charset="-122"/>
                <a:ea typeface="微软雅黑" pitchFamily="34" charset="-122"/>
                <a:cs typeface="+mn-cs"/>
              </a:rPr>
              <a:t>= </a:t>
            </a:r>
            <a:r>
              <a:rPr kumimoji="1" lang="en-US" altLang="en-US" sz="2000" b="1" i="0" u="none" strike="noStrike" kern="1200" cap="none" spc="0" normalizeH="0" baseline="0" noProof="0" dirty="0">
                <a:ln>
                  <a:noFill/>
                </a:ln>
                <a:solidFill>
                  <a:srgbClr val="2D2DB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2D2DB9">
                    <a:lumMod val="75000"/>
                  </a:srgbClr>
                </a:solidFill>
                <a:effectLst/>
                <a:uLnTx/>
                <a:uFillTx/>
                <a:latin typeface="微软雅黑" pitchFamily="34" charset="-122"/>
                <a:ea typeface="微软雅黑" pitchFamily="34" charset="-122"/>
                <a:cs typeface="+mn-cs"/>
              </a:rPr>
              <a:t>1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时，由</a:t>
            </a: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解方程组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 E)</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 = 0</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，得基础解系</a:t>
            </a:r>
          </a:p>
        </p:txBody>
      </p:sp>
      <p:graphicFrame>
        <p:nvGraphicFramePr>
          <p:cNvPr id="14" name="Object 10"/>
          <p:cNvGraphicFramePr>
            <a:graphicFrameLocks noChangeAspect="1"/>
          </p:cNvGraphicFramePr>
          <p:nvPr/>
        </p:nvGraphicFramePr>
        <p:xfrm>
          <a:off x="3143250" y="2428875"/>
          <a:ext cx="5072063" cy="1239838"/>
        </p:xfrm>
        <a:graphic>
          <a:graphicData uri="http://schemas.openxmlformats.org/presentationml/2006/ole">
            <mc:AlternateContent xmlns:mc="http://schemas.openxmlformats.org/markup-compatibility/2006">
              <mc:Choice xmlns:v="urn:schemas-microsoft-com:vml" Requires="v">
                <p:oleObj name="Equation" r:id="rId6" imgW="2857500" imgH="698500" progId="Equation.DSMT4">
                  <p:embed/>
                </p:oleObj>
              </mc:Choice>
              <mc:Fallback>
                <p:oleObj name="Equation" r:id="rId6" imgW="2857500" imgH="698500" progId="Equation.DSMT4">
                  <p:embed/>
                  <p:pic>
                    <p:nvPicPr>
                      <p:cNvPr id="14"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43250" y="2428875"/>
                        <a:ext cx="5072063" cy="12398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4"/>
          <p:cNvGraphicFramePr>
            <a:graphicFrameLocks noChangeAspect="1"/>
          </p:cNvGraphicFramePr>
          <p:nvPr/>
        </p:nvGraphicFramePr>
        <p:xfrm>
          <a:off x="3714750" y="3392488"/>
          <a:ext cx="1166813" cy="1393825"/>
        </p:xfrm>
        <a:graphic>
          <a:graphicData uri="http://schemas.openxmlformats.org/presentationml/2006/ole">
            <mc:AlternateContent xmlns:mc="http://schemas.openxmlformats.org/markup-compatibility/2006">
              <mc:Choice xmlns:v="urn:schemas-microsoft-com:vml" Requires="v">
                <p:oleObj name="Equation" r:id="rId8" imgW="583920" imgH="698400" progId="Equation.DSMT4">
                  <p:embed/>
                </p:oleObj>
              </mc:Choice>
              <mc:Fallback>
                <p:oleObj name="Equation" r:id="rId8" imgW="583920" imgH="698400" progId="Equation.DSMT4">
                  <p:embed/>
                  <p:pic>
                    <p:nvPicPr>
                      <p:cNvPr id="15"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14750" y="3392488"/>
                        <a:ext cx="1166813" cy="1393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8"/>
          <p:cNvSpPr>
            <a:spLocks noChangeArrowheads="1"/>
          </p:cNvSpPr>
          <p:nvPr/>
        </p:nvSpPr>
        <p:spPr bwMode="auto">
          <a:xfrm>
            <a:off x="4795978" y="3848100"/>
            <a:ext cx="4384534" cy="400110"/>
          </a:xfrm>
          <a:prstGeom prst="rect">
            <a:avLst/>
          </a:prstGeom>
          <a:noFill/>
          <a:ln w="9525">
            <a:noFill/>
            <a:miter lim="800000"/>
            <a:headEnd/>
            <a:tailEnd/>
          </a:ln>
        </p:spPr>
        <p:txBody>
          <a:bodyPr wrap="none">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k</a:t>
            </a:r>
            <a:r>
              <a:rPr kumimoji="1" lang="en-US" altLang="zh-CN" sz="20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p</a:t>
            </a:r>
            <a:r>
              <a:rPr kumimoji="1" lang="en-US" altLang="zh-CN" sz="20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k</a:t>
            </a:r>
            <a:r>
              <a:rPr kumimoji="1" lang="en-US" altLang="zh-CN" sz="20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0</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就是对应的特征向量</a:t>
            </a:r>
          </a:p>
        </p:txBody>
      </p:sp>
      <p:sp>
        <p:nvSpPr>
          <p:cNvPr id="17" name="Rectangle 2"/>
          <p:cNvSpPr>
            <a:spLocks noChangeArrowheads="1"/>
          </p:cNvSpPr>
          <p:nvPr/>
        </p:nvSpPr>
        <p:spPr bwMode="auto">
          <a:xfrm>
            <a:off x="0" y="4676775"/>
            <a:ext cx="8231188" cy="1138238"/>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②当</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 </a:t>
            </a:r>
            <a:r>
              <a:rPr kumimoji="1" lang="en-US" altLang="zh-CN" sz="2000" b="1" i="1" u="none" strike="noStrike" kern="1200" cap="none" spc="0" normalizeH="0" baseline="0" noProof="0" dirty="0">
                <a:ln>
                  <a:noFill/>
                </a:ln>
                <a:solidFill>
                  <a:srgbClr val="2D2DB9">
                    <a:lumMod val="75000"/>
                  </a:srgbClr>
                </a:solidFill>
                <a:effectLst/>
                <a:uLnTx/>
                <a:uFillTx/>
                <a:latin typeface="Symbol" pitchFamily="18" charset="2"/>
                <a:ea typeface="楷体_GB2312" pitchFamily="49" charset="-122"/>
                <a:cs typeface="+mn-cs"/>
              </a:rPr>
              <a:t>l</a:t>
            </a:r>
            <a:r>
              <a:rPr kumimoji="1" lang="en-US" altLang="zh-CN" sz="2000" b="1" i="0" u="none" strike="noStrike" kern="1200" cap="none" spc="0" normalizeH="0" baseline="-25000" noProof="0" dirty="0">
                <a:ln>
                  <a:noFill/>
                </a:ln>
                <a:solidFill>
                  <a:srgbClr val="2D2DB9">
                    <a:lumMod val="75000"/>
                  </a:srgbClr>
                </a:solidFill>
                <a:effectLst/>
                <a:uLnTx/>
                <a:uFillTx/>
                <a:latin typeface="Times New Roman" pitchFamily="18" charset="0"/>
                <a:ea typeface="楷体_GB2312" pitchFamily="49" charset="-122"/>
                <a:cs typeface="+mn-cs"/>
              </a:rPr>
              <a:t>2</a:t>
            </a:r>
            <a:r>
              <a:rPr kumimoji="1" lang="en-US" altLang="zh-CN" sz="2000" b="1" i="0" u="none" strike="noStrike" kern="1200" cap="none" spc="0" normalizeH="0" baseline="0" noProof="0" dirty="0">
                <a:ln>
                  <a:noFill/>
                </a:ln>
                <a:solidFill>
                  <a:srgbClr val="2D2DB9">
                    <a:lumMod val="75000"/>
                  </a:srgbClr>
                </a:solidFill>
                <a:effectLst/>
                <a:uLnTx/>
                <a:uFillTx/>
                <a:latin typeface="Times New Roman" pitchFamily="18" charset="0"/>
                <a:ea typeface="楷体_GB2312" pitchFamily="49" charset="-122"/>
                <a:cs typeface="+mn-cs"/>
              </a:rPr>
              <a:t> = </a:t>
            </a:r>
            <a:r>
              <a:rPr kumimoji="1" lang="en-US" altLang="zh-CN" sz="2000" b="1" i="1" u="none" strike="noStrike" kern="1200" cap="none" spc="0" normalizeH="0" baseline="0" noProof="0" dirty="0">
                <a:ln>
                  <a:noFill/>
                </a:ln>
                <a:solidFill>
                  <a:srgbClr val="2D2DB9">
                    <a:lumMod val="75000"/>
                  </a:srgbClr>
                </a:solidFill>
                <a:effectLst/>
                <a:uLnTx/>
                <a:uFillTx/>
                <a:latin typeface="Symbol" pitchFamily="18" charset="2"/>
                <a:ea typeface="楷体_GB2312" pitchFamily="49" charset="-122"/>
                <a:cs typeface="+mn-cs"/>
              </a:rPr>
              <a:t>l</a:t>
            </a:r>
            <a:r>
              <a:rPr kumimoji="1" lang="en-US" altLang="zh-CN" sz="2000" b="1" i="0" u="none" strike="noStrike" kern="1200" cap="none" spc="0" normalizeH="0" baseline="-25000" noProof="0" dirty="0">
                <a:ln>
                  <a:noFill/>
                </a:ln>
                <a:solidFill>
                  <a:srgbClr val="2D2DB9">
                    <a:lumMod val="75000"/>
                  </a:srgbClr>
                </a:solidFill>
                <a:effectLst/>
                <a:uLnTx/>
                <a:uFillTx/>
                <a:latin typeface="Times New Roman" pitchFamily="18" charset="0"/>
                <a:ea typeface="楷体_GB2312" pitchFamily="49" charset="-122"/>
                <a:cs typeface="+mn-cs"/>
              </a:rPr>
              <a:t>3</a:t>
            </a:r>
            <a:r>
              <a:rPr kumimoji="1" lang="en-US" altLang="zh-CN" sz="2000" b="1" i="0" u="none" strike="noStrike" kern="1200" cap="none" spc="0" normalizeH="0" baseline="0" noProof="0" dirty="0">
                <a:ln>
                  <a:noFill/>
                </a:ln>
                <a:solidFill>
                  <a:srgbClr val="2D2DB9">
                    <a:lumMod val="75000"/>
                  </a:srgbClr>
                </a:solidFill>
                <a:effectLst/>
                <a:uLnTx/>
                <a:uFillTx/>
                <a:latin typeface="Times New Roman" pitchFamily="18" charset="0"/>
                <a:ea typeface="楷体_GB2312" pitchFamily="49" charset="-122"/>
                <a:cs typeface="+mn-cs"/>
              </a:rPr>
              <a:t> = 2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时，由</a:t>
            </a: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endParaRPr kumimoji="1" lang="zh-CN" altLang="en-US" sz="2000" b="1" i="0" u="none" strike="noStrike" kern="1200" cap="none" spc="0" normalizeH="0" baseline="0" noProof="0" dirty="0">
              <a:ln>
                <a:noFill/>
              </a:ln>
              <a:solidFill>
                <a:srgbClr val="0000FF"/>
              </a:solidFill>
              <a:effectLst/>
              <a:uLnTx/>
              <a:uFillTx/>
              <a:latin typeface="Times New Roman" pitchFamily="18" charset="0"/>
              <a:ea typeface="楷体_GB2312" pitchFamily="49" charset="-122"/>
              <a:cs typeface="+mn-cs"/>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解方程组</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 </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A</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2</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E</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x</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rPr>
              <a:t> = 0</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得基础解系</a:t>
            </a:r>
            <a:endPar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pitchFamily="49" charset="-122"/>
              <a:cs typeface="+mn-cs"/>
            </a:endParaRPr>
          </a:p>
        </p:txBody>
      </p:sp>
      <p:graphicFrame>
        <p:nvGraphicFramePr>
          <p:cNvPr id="18" name="Object 12"/>
          <p:cNvGraphicFramePr>
            <a:graphicFrameLocks noChangeAspect="1"/>
          </p:cNvGraphicFramePr>
          <p:nvPr/>
        </p:nvGraphicFramePr>
        <p:xfrm>
          <a:off x="2643188" y="4357688"/>
          <a:ext cx="5229225" cy="1239837"/>
        </p:xfrm>
        <a:graphic>
          <a:graphicData uri="http://schemas.openxmlformats.org/presentationml/2006/ole">
            <mc:AlternateContent xmlns:mc="http://schemas.openxmlformats.org/markup-compatibility/2006">
              <mc:Choice xmlns:v="urn:schemas-microsoft-com:vml" Requires="v">
                <p:oleObj name="Equation" r:id="rId10" imgW="2946240" imgH="698400" progId="Equation.DSMT4">
                  <p:embed/>
                </p:oleObj>
              </mc:Choice>
              <mc:Fallback>
                <p:oleObj name="Equation" r:id="rId10" imgW="2946240" imgH="698400" progId="Equation.DSMT4">
                  <p:embed/>
                  <p:pic>
                    <p:nvPicPr>
                      <p:cNvPr id="18" name="Object 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43188" y="4357688"/>
                        <a:ext cx="5229225" cy="12398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13"/>
          <p:cNvGraphicFramePr>
            <a:graphicFrameLocks noChangeAspect="1"/>
          </p:cNvGraphicFramePr>
          <p:nvPr/>
        </p:nvGraphicFramePr>
        <p:xfrm>
          <a:off x="428625" y="5735638"/>
          <a:ext cx="2143125" cy="1122362"/>
        </p:xfrm>
        <a:graphic>
          <a:graphicData uri="http://schemas.openxmlformats.org/presentationml/2006/ole">
            <mc:AlternateContent xmlns:mc="http://schemas.openxmlformats.org/markup-compatibility/2006">
              <mc:Choice xmlns:v="urn:schemas-microsoft-com:vml" Requires="v">
                <p:oleObj name="Equation" r:id="rId12" imgW="1333440" imgH="698400" progId="Equation.DSMT4">
                  <p:embed/>
                </p:oleObj>
              </mc:Choice>
              <mc:Fallback>
                <p:oleObj name="Equation" r:id="rId12" imgW="1333440" imgH="698400" progId="Equation.DSMT4">
                  <p:embed/>
                  <p:pic>
                    <p:nvPicPr>
                      <p:cNvPr id="19" name="Object 1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8625" y="5735638"/>
                        <a:ext cx="2143125" cy="11223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矩形 19"/>
          <p:cNvSpPr>
            <a:spLocks noChangeArrowheads="1"/>
          </p:cNvSpPr>
          <p:nvPr/>
        </p:nvSpPr>
        <p:spPr bwMode="auto">
          <a:xfrm>
            <a:off x="2714625" y="6100763"/>
            <a:ext cx="6715125"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k</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楷体_GB2312" pitchFamily="49" charset="-122"/>
                <a:cs typeface="+mn-cs"/>
              </a:rPr>
              <a:t>2</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p</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楷体_GB2312" pitchFamily="49" charset="-122"/>
                <a:cs typeface="+mn-cs"/>
              </a:rPr>
              <a:t>2 </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k</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楷体_GB2312" pitchFamily="49" charset="-122"/>
                <a:cs typeface="+mn-cs"/>
              </a:rPr>
              <a:t>3</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楷体_GB2312" pitchFamily="49" charset="-122"/>
                <a:cs typeface="+mn-cs"/>
              </a:rPr>
              <a:t>p</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楷体_GB2312" pitchFamily="49" charset="-122"/>
                <a:cs typeface="+mn-cs"/>
              </a:rPr>
              <a:t>3 </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k</a:t>
            </a:r>
            <a:r>
              <a:rPr kumimoji="1" lang="en-US" altLang="zh-CN" sz="20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rPr>
              <a:t>2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k</a:t>
            </a:r>
            <a:r>
              <a:rPr kumimoji="1" lang="en-US" altLang="zh-CN" sz="20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不同时为零）</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就是对应的特征向量</a:t>
            </a:r>
          </a:p>
        </p:txBody>
      </p:sp>
      <p:graphicFrame>
        <p:nvGraphicFramePr>
          <p:cNvPr id="19464" name="Object 14"/>
          <p:cNvGraphicFramePr>
            <a:graphicFrameLocks noChangeAspect="1"/>
          </p:cNvGraphicFramePr>
          <p:nvPr/>
        </p:nvGraphicFramePr>
        <p:xfrm>
          <a:off x="6348413" y="0"/>
          <a:ext cx="2055812" cy="1143000"/>
        </p:xfrm>
        <a:graphic>
          <a:graphicData uri="http://schemas.openxmlformats.org/presentationml/2006/ole">
            <mc:AlternateContent xmlns:mc="http://schemas.openxmlformats.org/markup-compatibility/2006">
              <mc:Choice xmlns:v="urn:schemas-microsoft-com:vml" Requires="v">
                <p:oleObj name="Equation" r:id="rId14" imgW="1257120" imgH="698400" progId="Equation.DSMT4">
                  <p:embed/>
                </p:oleObj>
              </mc:Choice>
              <mc:Fallback>
                <p:oleObj name="Equation" r:id="rId14" imgW="1257120" imgH="698400" progId="Equation.DSMT4">
                  <p:embed/>
                  <p:pic>
                    <p:nvPicPr>
                      <p:cNvPr id="19464" name="Object 1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48413" y="0"/>
                        <a:ext cx="20558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04811" name="Object 11"/>
          <p:cNvGraphicFramePr>
            <a:graphicFrameLocks noChangeAspect="1"/>
          </p:cNvGraphicFramePr>
          <p:nvPr/>
        </p:nvGraphicFramePr>
        <p:xfrm>
          <a:off x="4572000" y="5500688"/>
          <a:ext cx="1992313" cy="438150"/>
        </p:xfrm>
        <a:graphic>
          <a:graphicData uri="http://schemas.openxmlformats.org/presentationml/2006/ole">
            <mc:AlternateContent xmlns:mc="http://schemas.openxmlformats.org/markup-compatibility/2006">
              <mc:Choice xmlns:v="urn:schemas-microsoft-com:vml" Requires="v">
                <p:oleObj name="Equation" r:id="rId16" imgW="1155600" imgH="253800" progId="Equation.DSMT4">
                  <p:embed/>
                </p:oleObj>
              </mc:Choice>
              <mc:Fallback>
                <p:oleObj name="Equation" r:id="rId16" imgW="1155600" imgH="253800" progId="Equation.DSMT4">
                  <p:embed/>
                  <p:pic>
                    <p:nvPicPr>
                      <p:cNvPr id="204811" name="Object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572000" y="5500688"/>
                        <a:ext cx="1992313" cy="438150"/>
                      </a:xfrm>
                      <a:prstGeom prst="rect">
                        <a:avLst/>
                      </a:prstGeom>
                      <a:solidFill>
                        <a:srgbClr val="FF0000"/>
                      </a:solidFill>
                    </p:spPr>
                  </p:pic>
                </p:oleObj>
              </mc:Fallback>
            </mc:AlternateContent>
          </a:graphicData>
        </a:graphic>
      </p:graphicFrame>
      <p:graphicFrame>
        <p:nvGraphicFramePr>
          <p:cNvPr id="2" name="Object 21"/>
          <p:cNvGraphicFramePr>
            <a:graphicFrameLocks noChangeAspect="1"/>
          </p:cNvGraphicFramePr>
          <p:nvPr/>
        </p:nvGraphicFramePr>
        <p:xfrm>
          <a:off x="6724650" y="5522913"/>
          <a:ext cx="1117600" cy="393700"/>
        </p:xfrm>
        <a:graphic>
          <a:graphicData uri="http://schemas.openxmlformats.org/presentationml/2006/ole">
            <mc:AlternateContent xmlns:mc="http://schemas.openxmlformats.org/markup-compatibility/2006">
              <mc:Choice xmlns:v="urn:schemas-microsoft-com:vml" Requires="v">
                <p:oleObj name="Equation" r:id="rId18" imgW="647640" imgH="228600" progId="Equation.DSMT4">
                  <p:embed/>
                </p:oleObj>
              </mc:Choice>
              <mc:Fallback>
                <p:oleObj name="Equation" r:id="rId18" imgW="647640" imgH="228600" progId="Equation.DSMT4">
                  <p:embed/>
                  <p:pic>
                    <p:nvPicPr>
                      <p:cNvPr id="2" name="Object 2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724650" y="5522913"/>
                        <a:ext cx="1117600" cy="393700"/>
                      </a:xfrm>
                      <a:prstGeom prst="rect">
                        <a:avLst/>
                      </a:prstGeom>
                      <a:solidFill>
                        <a:srgbClr val="FF0000"/>
                      </a:solidFill>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afterGroup">
                            <p:stCondLst>
                              <p:cond delay="0"/>
                            </p:stCondLst>
                            <p:childTnLst>
                              <p:par>
                                <p:cTn id="5" presetID="22" presetClass="entr" presetSubtype="8" fill="hold" nodeType="clickEffect">
                                  <p:stCondLst>
                                    <p:cond delay="0"/>
                                  </p:stCondLst>
                                  <p:childTnLst>
                                    <p:set>
                                      <p:cBhvr>
                                        <p:cTn id="6" dur="1" fill="hold">
                                          <p:stCondLst>
                                            <p:cond delay="0"/>
                                          </p:stCondLst>
                                        </p:cTn>
                                        <p:tgtEl>
                                          <p:spTgt spid="215044"/>
                                        </p:tgtEl>
                                        <p:attrNameLst>
                                          <p:attrName>style.visibility</p:attrName>
                                        </p:attrNameLst>
                                      </p:cBhvr>
                                      <p:to>
                                        <p:strVal val="visible"/>
                                      </p:to>
                                    </p:set>
                                    <p:animEffect transition="in" filter="wipe(left)">
                                      <p:cBhvr>
                                        <p:cTn id="7" dur="500"/>
                                        <p:tgtEl>
                                          <p:spTgt spid="2150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15042">
                                            <p:txEl>
                                              <p:pRg st="0" end="0"/>
                                            </p:txEl>
                                          </p:spTgt>
                                        </p:tgtEl>
                                        <p:attrNameLst>
                                          <p:attrName>style.visibility</p:attrName>
                                        </p:attrNameLst>
                                      </p:cBhvr>
                                      <p:to>
                                        <p:strVal val="visible"/>
                                      </p:to>
                                    </p:set>
                                    <p:animEffect transition="in" filter="wipe(left)">
                                      <p:cBhvr>
                                        <p:cTn id="12" dur="500"/>
                                        <p:tgtEl>
                                          <p:spTgt spid="21504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3">
                                            <p:txEl>
                                              <p:pRg st="0" end="0"/>
                                            </p:txEl>
                                          </p:spTgt>
                                        </p:tgtEl>
                                        <p:attrNameLst>
                                          <p:attrName>style.visibility</p:attrName>
                                        </p:attrNameLst>
                                      </p:cBhvr>
                                      <p:to>
                                        <p:strVal val="visible"/>
                                      </p:to>
                                    </p:set>
                                    <p:animEffect transition="in" filter="wipe(left)">
                                      <p:cBhvr>
                                        <p:cTn id="17" dur="500"/>
                                        <p:tgtEl>
                                          <p:spTgt spid="13">
                                            <p:txEl>
                                              <p:pRg st="0" end="0"/>
                                            </p:txEl>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17">
                                            <p:txEl>
                                              <p:pRg st="0" end="0"/>
                                            </p:txEl>
                                          </p:spTgt>
                                        </p:tgtEl>
                                        <p:attrNameLst>
                                          <p:attrName>style.visibility</p:attrName>
                                        </p:attrNameLst>
                                      </p:cBhvr>
                                      <p:to>
                                        <p:strVal val="visible"/>
                                      </p:to>
                                    </p:set>
                                    <p:animEffect transition="in" filter="wipe(left)">
                                      <p:cBhvr>
                                        <p:cTn id="20" dur="500"/>
                                        <p:tgtEl>
                                          <p:spTgt spid="17">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xEl>
                                              <p:pRg st="2" end="2"/>
                                            </p:txEl>
                                          </p:spTgt>
                                        </p:tgtEl>
                                        <p:attrNameLst>
                                          <p:attrName>style.visibility</p:attrName>
                                        </p:attrNameLst>
                                      </p:cBhvr>
                                      <p:to>
                                        <p:strVal val="visible"/>
                                      </p:to>
                                    </p:set>
                                    <p:animEffect transition="in" filter="wipe(left)">
                                      <p:cBhvr>
                                        <p:cTn id="30" dur="500"/>
                                        <p:tgtEl>
                                          <p:spTgt spid="13">
                                            <p:txEl>
                                              <p:pRg st="2" end="2"/>
                                            </p:txEl>
                                          </p:spTgt>
                                        </p:tgtEl>
                                      </p:cBhvr>
                                    </p:animEffect>
                                  </p:childTnLst>
                                </p:cTn>
                              </p:par>
                              <p:par>
                                <p:cTn id="31" presetID="22" presetClass="entr" presetSubtype="8" fill="hold"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wipe(left)">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wipe(left)">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wipe(left)">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204811"/>
                                        </p:tgtEl>
                                        <p:attrNameLst>
                                          <p:attrName>style.visibility</p:attrName>
                                        </p:attrNameLst>
                                      </p:cBhvr>
                                      <p:to>
                                        <p:strVal val="visible"/>
                                      </p:to>
                                    </p:set>
                                    <p:animEffect transition="in" filter="wipe(left)">
                                      <p:cBhvr>
                                        <p:cTn id="48" dur="500"/>
                                        <p:tgtEl>
                                          <p:spTgt spid="204811"/>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wipe(left)">
                                      <p:cBhvr>
                                        <p:cTn id="53" dur="500"/>
                                        <p:tgtEl>
                                          <p:spTgt spid="2"/>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7">
                                            <p:txEl>
                                              <p:pRg st="2" end="2"/>
                                            </p:txEl>
                                          </p:spTgt>
                                        </p:tgtEl>
                                        <p:attrNameLst>
                                          <p:attrName>style.visibility</p:attrName>
                                        </p:attrNameLst>
                                      </p:cBhvr>
                                      <p:to>
                                        <p:strVal val="visible"/>
                                      </p:to>
                                    </p:set>
                                    <p:animEffect transition="in" filter="wipe(left)">
                                      <p:cBhvr>
                                        <p:cTn id="58" dur="500"/>
                                        <p:tgtEl>
                                          <p:spTgt spid="17">
                                            <p:txEl>
                                              <p:pRg st="2" end="2"/>
                                            </p:txEl>
                                          </p:spTgt>
                                        </p:tgtEl>
                                      </p:cBhvr>
                                    </p:animEffect>
                                  </p:childTnLst>
                                </p:cTn>
                              </p:par>
                              <p:par>
                                <p:cTn id="59" presetID="22" presetClass="entr" presetSubtype="8" fill="hold"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wipe(left)">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wipe(left)">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0"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p:cNvSpPr/>
          <p:nvPr/>
        </p:nvSpPr>
        <p:spPr bwMode="auto">
          <a:xfrm>
            <a:off x="0" y="0"/>
            <a:ext cx="9144000" cy="114298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00357" name="Text Box 5"/>
          <p:cNvSpPr txBox="1">
            <a:spLocks noChangeArrowheads="1"/>
          </p:cNvSpPr>
          <p:nvPr/>
        </p:nvSpPr>
        <p:spPr bwMode="auto">
          <a:xfrm>
            <a:off x="0" y="1214422"/>
            <a:ext cx="1571625" cy="461963"/>
          </a:xfrm>
          <a:prstGeom prst="rect">
            <a:avLst/>
          </a:prstGeom>
          <a:noFill/>
          <a:ln w="9525">
            <a:noFill/>
            <a:miter lim="800000"/>
            <a:headEnd/>
            <a:tailEnd/>
          </a:ln>
          <a:effec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rPr>
              <a:t>解（</a:t>
            </a:r>
            <a:r>
              <a:rPr kumimoji="1" lang="en-US" altLang="zh-CN" sz="2400" b="1"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rPr>
              <a:t>2</a:t>
            </a:r>
            <a:r>
              <a:rPr kumimoji="1" lang="zh-CN" altLang="en-US" sz="2400" b="1"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rPr>
              <a:t>）</a:t>
            </a:r>
            <a:endParaRPr kumimoji="1" lang="zh-CN" altLang="en-US" sz="2400" b="0" i="0" u="none" strike="noStrike" kern="1200" cap="none" spc="0" normalizeH="0" baseline="0" noProof="0" dirty="0">
              <a:ln>
                <a:noFill/>
              </a:ln>
              <a:solidFill>
                <a:srgbClr val="3333CC">
                  <a:lumMod val="75000"/>
                </a:srgbClr>
              </a:solidFill>
              <a:effectLst/>
              <a:uLnTx/>
              <a:uFillTx/>
              <a:latin typeface="Times New Roman" pitchFamily="18" charset="0"/>
              <a:ea typeface="黑体" pitchFamily="49" charset="-122"/>
              <a:cs typeface="+mn-cs"/>
            </a:endParaRPr>
          </a:p>
        </p:txBody>
      </p:sp>
      <p:graphicFrame>
        <p:nvGraphicFramePr>
          <p:cNvPr id="100358" name="Object 2"/>
          <p:cNvGraphicFramePr>
            <a:graphicFrameLocks noChangeAspect="1"/>
          </p:cNvGraphicFramePr>
          <p:nvPr/>
        </p:nvGraphicFramePr>
        <p:xfrm>
          <a:off x="928662" y="1214422"/>
          <a:ext cx="5429288" cy="1285875"/>
        </p:xfrm>
        <a:graphic>
          <a:graphicData uri="http://schemas.openxmlformats.org/presentationml/2006/ole">
            <mc:AlternateContent xmlns:mc="http://schemas.openxmlformats.org/markup-compatibility/2006">
              <mc:Choice xmlns:v="urn:schemas-microsoft-com:vml" Requires="v">
                <p:oleObj name="Equation" r:id="rId3" imgW="3479760" imgH="698400" progId="Equation.DSMT4">
                  <p:embed/>
                </p:oleObj>
              </mc:Choice>
              <mc:Fallback>
                <p:oleObj name="Equation" r:id="rId3" imgW="3479760" imgH="698400" progId="Equation.DSMT4">
                  <p:embed/>
                  <p:pic>
                    <p:nvPicPr>
                      <p:cNvPr id="10035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8662" y="1214422"/>
                        <a:ext cx="5429288" cy="1285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0359" name="Object 3"/>
          <p:cNvGraphicFramePr>
            <a:graphicFrameLocks noChangeAspect="1"/>
          </p:cNvGraphicFramePr>
          <p:nvPr/>
        </p:nvGraphicFramePr>
        <p:xfrm>
          <a:off x="4786314" y="2071654"/>
          <a:ext cx="4286267" cy="463341"/>
        </p:xfrm>
        <a:graphic>
          <a:graphicData uri="http://schemas.openxmlformats.org/presentationml/2006/ole">
            <mc:AlternateContent xmlns:mc="http://schemas.openxmlformats.org/markup-compatibility/2006">
              <mc:Choice xmlns:v="urn:schemas-microsoft-com:vml" Requires="v">
                <p:oleObj name="Equation" r:id="rId5" imgW="2349360" imgH="253800" progId="Equation.DSMT4">
                  <p:embed/>
                </p:oleObj>
              </mc:Choice>
              <mc:Fallback>
                <p:oleObj name="Equation" r:id="rId5" imgW="2349360" imgH="253800" progId="Equation.DSMT4">
                  <p:embed/>
                  <p:pic>
                    <p:nvPicPr>
                      <p:cNvPr id="100359"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86314" y="2071654"/>
                        <a:ext cx="4286267" cy="46334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0360" name="Object 4"/>
          <p:cNvGraphicFramePr>
            <a:graphicFrameLocks noChangeAspect="1"/>
          </p:cNvGraphicFramePr>
          <p:nvPr/>
        </p:nvGraphicFramePr>
        <p:xfrm>
          <a:off x="0" y="2643182"/>
          <a:ext cx="4048121" cy="430591"/>
        </p:xfrm>
        <a:graphic>
          <a:graphicData uri="http://schemas.openxmlformats.org/presentationml/2006/ole">
            <mc:AlternateContent xmlns:mc="http://schemas.openxmlformats.org/markup-compatibility/2006">
              <mc:Choice xmlns:v="urn:schemas-microsoft-com:vml" Requires="v">
                <p:oleObj name="Equation" r:id="rId7" imgW="2387520" imgH="253800" progId="Equation.DSMT4">
                  <p:embed/>
                </p:oleObj>
              </mc:Choice>
              <mc:Fallback>
                <p:oleObj name="Equation" r:id="rId7" imgW="2387520" imgH="253800" progId="Equation.DSMT4">
                  <p:embed/>
                  <p:pic>
                    <p:nvPicPr>
                      <p:cNvPr id="10036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2643182"/>
                        <a:ext cx="4048121" cy="43059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07" name="Object 7"/>
          <p:cNvGraphicFramePr>
            <a:graphicFrameLocks noChangeAspect="1"/>
          </p:cNvGraphicFramePr>
          <p:nvPr/>
        </p:nvGraphicFramePr>
        <p:xfrm>
          <a:off x="0" y="3214686"/>
          <a:ext cx="3867150" cy="1214437"/>
        </p:xfrm>
        <a:graphic>
          <a:graphicData uri="http://schemas.openxmlformats.org/presentationml/2006/ole">
            <mc:AlternateContent xmlns:mc="http://schemas.openxmlformats.org/markup-compatibility/2006">
              <mc:Choice xmlns:v="urn:schemas-microsoft-com:vml" Requires="v">
                <p:oleObj name="Equation" r:id="rId9" imgW="2222280" imgH="698400" progId="Equation.DSMT4">
                  <p:embed/>
                </p:oleObj>
              </mc:Choice>
              <mc:Fallback>
                <p:oleObj name="Equation" r:id="rId9" imgW="2222280" imgH="698400" progId="Equation.DSMT4">
                  <p:embed/>
                  <p:pic>
                    <p:nvPicPr>
                      <p:cNvPr id="204807"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3214686"/>
                        <a:ext cx="3867150" cy="12144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08" name="Object 8"/>
          <p:cNvGraphicFramePr>
            <a:graphicFrameLocks noChangeAspect="1"/>
          </p:cNvGraphicFramePr>
          <p:nvPr/>
        </p:nvGraphicFramePr>
        <p:xfrm>
          <a:off x="3857620" y="2928934"/>
          <a:ext cx="2671763" cy="1174750"/>
        </p:xfrm>
        <a:graphic>
          <a:graphicData uri="http://schemas.openxmlformats.org/presentationml/2006/ole">
            <mc:AlternateContent xmlns:mc="http://schemas.openxmlformats.org/markup-compatibility/2006">
              <mc:Choice xmlns:v="urn:schemas-microsoft-com:vml" Requires="v">
                <p:oleObj name="Equation" r:id="rId11" imgW="1587240" imgH="698400" progId="Equation.DSMT4">
                  <p:embed/>
                </p:oleObj>
              </mc:Choice>
              <mc:Fallback>
                <p:oleObj name="Equation" r:id="rId11" imgW="1587240" imgH="698400" progId="Equation.DSMT4">
                  <p:embed/>
                  <p:pic>
                    <p:nvPicPr>
                      <p:cNvPr id="204808"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57620" y="2928934"/>
                        <a:ext cx="2671763" cy="1174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09" name="Object 9"/>
          <p:cNvGraphicFramePr>
            <a:graphicFrameLocks noChangeAspect="1"/>
          </p:cNvGraphicFramePr>
          <p:nvPr/>
        </p:nvGraphicFramePr>
        <p:xfrm>
          <a:off x="3813175" y="4000500"/>
          <a:ext cx="5376863" cy="428625"/>
        </p:xfrm>
        <a:graphic>
          <a:graphicData uri="http://schemas.openxmlformats.org/presentationml/2006/ole">
            <mc:AlternateContent xmlns:mc="http://schemas.openxmlformats.org/markup-compatibility/2006">
              <mc:Choice xmlns:v="urn:schemas-microsoft-com:vml" Requires="v">
                <p:oleObj name="Equation" r:id="rId13" imgW="2971800" imgH="241200" progId="Equation.DSMT4">
                  <p:embed/>
                </p:oleObj>
              </mc:Choice>
              <mc:Fallback>
                <p:oleObj name="Equation" r:id="rId13" imgW="2971800" imgH="241200" progId="Equation.DSMT4">
                  <p:embed/>
                  <p:pic>
                    <p:nvPicPr>
                      <p:cNvPr id="204809" name="Object 9"/>
                      <p:cNvPicPr>
                        <a:picLocks noChangeAspect="1" noChangeArrowheads="1"/>
                      </p:cNvPicPr>
                      <p:nvPr/>
                    </p:nvPicPr>
                    <p:blipFill>
                      <a:blip r:embed="rId14"/>
                      <a:srcRect/>
                      <a:stretch>
                        <a:fillRect/>
                      </a:stretch>
                    </p:blipFill>
                    <p:spPr bwMode="auto">
                      <a:xfrm>
                        <a:off x="3813175" y="4000500"/>
                        <a:ext cx="5376863"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10" name="Object 10"/>
          <p:cNvGraphicFramePr>
            <a:graphicFrameLocks noChangeAspect="1"/>
          </p:cNvGraphicFramePr>
          <p:nvPr/>
        </p:nvGraphicFramePr>
        <p:xfrm>
          <a:off x="31750" y="4572008"/>
          <a:ext cx="4506913" cy="438150"/>
        </p:xfrm>
        <a:graphic>
          <a:graphicData uri="http://schemas.openxmlformats.org/presentationml/2006/ole">
            <mc:AlternateContent xmlns:mc="http://schemas.openxmlformats.org/markup-compatibility/2006">
              <mc:Choice xmlns:v="urn:schemas-microsoft-com:vml" Requires="v">
                <p:oleObj name="Equation" r:id="rId15" imgW="2616120" imgH="253800" progId="Equation.DSMT4">
                  <p:embed/>
                </p:oleObj>
              </mc:Choice>
              <mc:Fallback>
                <p:oleObj name="Equation" r:id="rId15" imgW="2616120" imgH="253800" progId="Equation.DSMT4">
                  <p:embed/>
                  <p:pic>
                    <p:nvPicPr>
                      <p:cNvPr id="204810" name="Object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750" y="4572008"/>
                        <a:ext cx="4506913"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11" name="Object 11"/>
          <p:cNvGraphicFramePr>
            <a:graphicFrameLocks noChangeAspect="1"/>
          </p:cNvGraphicFramePr>
          <p:nvPr/>
        </p:nvGraphicFramePr>
        <p:xfrm>
          <a:off x="-7944" y="5143512"/>
          <a:ext cx="3722688" cy="1203325"/>
        </p:xfrm>
        <a:graphic>
          <a:graphicData uri="http://schemas.openxmlformats.org/presentationml/2006/ole">
            <mc:AlternateContent xmlns:mc="http://schemas.openxmlformats.org/markup-compatibility/2006">
              <mc:Choice xmlns:v="urn:schemas-microsoft-com:vml" Requires="v">
                <p:oleObj name="Equation" r:id="rId17" imgW="2158920" imgH="698400" progId="Equation.DSMT4">
                  <p:embed/>
                </p:oleObj>
              </mc:Choice>
              <mc:Fallback>
                <p:oleObj name="Equation" r:id="rId17" imgW="2158920" imgH="698400" progId="Equation.DSMT4">
                  <p:embed/>
                  <p:pic>
                    <p:nvPicPr>
                      <p:cNvPr id="204811" name="Object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944" y="5143512"/>
                        <a:ext cx="3722688" cy="1203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12" name="Object 12"/>
          <p:cNvGraphicFramePr>
            <a:graphicFrameLocks noChangeAspect="1"/>
          </p:cNvGraphicFramePr>
          <p:nvPr/>
        </p:nvGraphicFramePr>
        <p:xfrm>
          <a:off x="5715008" y="4929198"/>
          <a:ext cx="2924175" cy="1255713"/>
        </p:xfrm>
        <a:graphic>
          <a:graphicData uri="http://schemas.openxmlformats.org/presentationml/2006/ole">
            <mc:AlternateContent xmlns:mc="http://schemas.openxmlformats.org/markup-compatibility/2006">
              <mc:Choice xmlns:v="urn:schemas-microsoft-com:vml" Requires="v">
                <p:oleObj name="Equation" r:id="rId19" imgW="1625400" imgH="698400" progId="Equation.DSMT4">
                  <p:embed/>
                </p:oleObj>
              </mc:Choice>
              <mc:Fallback>
                <p:oleObj name="Equation" r:id="rId19" imgW="1625400" imgH="698400" progId="Equation.DSMT4">
                  <p:embed/>
                  <p:pic>
                    <p:nvPicPr>
                      <p:cNvPr id="204812" name="Object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15008" y="4929198"/>
                        <a:ext cx="2924175" cy="1255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4813" name="Object 13"/>
          <p:cNvGraphicFramePr>
            <a:graphicFrameLocks noChangeAspect="1"/>
          </p:cNvGraphicFramePr>
          <p:nvPr/>
        </p:nvGraphicFramePr>
        <p:xfrm>
          <a:off x="3563888" y="6408738"/>
          <a:ext cx="5535612" cy="449262"/>
        </p:xfrm>
        <a:graphic>
          <a:graphicData uri="http://schemas.openxmlformats.org/presentationml/2006/ole">
            <mc:AlternateContent xmlns:mc="http://schemas.openxmlformats.org/markup-compatibility/2006">
              <mc:Choice xmlns:v="urn:schemas-microsoft-com:vml" Requires="v">
                <p:oleObj name="Equation" r:id="rId21" imgW="3288960" imgH="241200" progId="Equation.DSMT4">
                  <p:embed/>
                </p:oleObj>
              </mc:Choice>
              <mc:Fallback>
                <p:oleObj name="Equation" r:id="rId21" imgW="3288960" imgH="241200" progId="Equation.DSMT4">
                  <p:embed/>
                  <p:pic>
                    <p:nvPicPr>
                      <p:cNvPr id="204813" name="Object 13"/>
                      <p:cNvPicPr>
                        <a:picLocks noChangeAspect="1" noChangeArrowheads="1"/>
                      </p:cNvPicPr>
                      <p:nvPr/>
                    </p:nvPicPr>
                    <p:blipFill>
                      <a:blip r:embed="rId22"/>
                      <a:srcRect/>
                      <a:stretch>
                        <a:fillRect/>
                      </a:stretch>
                    </p:blipFill>
                    <p:spPr bwMode="auto">
                      <a:xfrm>
                        <a:off x="3563888" y="6408738"/>
                        <a:ext cx="5535612" cy="449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17"/>
          <p:cNvGraphicFramePr>
            <a:graphicFrameLocks noChangeAspect="1"/>
          </p:cNvGraphicFramePr>
          <p:nvPr/>
        </p:nvGraphicFramePr>
        <p:xfrm>
          <a:off x="3714744" y="5357826"/>
          <a:ext cx="1882775" cy="438150"/>
        </p:xfrm>
        <a:graphic>
          <a:graphicData uri="http://schemas.openxmlformats.org/presentationml/2006/ole">
            <mc:AlternateContent xmlns:mc="http://schemas.openxmlformats.org/markup-compatibility/2006">
              <mc:Choice xmlns:v="urn:schemas-microsoft-com:vml" Requires="v">
                <p:oleObj name="Equation" r:id="rId23" imgW="1091880" imgH="253800" progId="Equation.DSMT4">
                  <p:embed/>
                </p:oleObj>
              </mc:Choice>
              <mc:Fallback>
                <p:oleObj name="Equation" r:id="rId23" imgW="1091880" imgH="253800" progId="Equation.DSMT4">
                  <p:embed/>
                  <p:pic>
                    <p:nvPicPr>
                      <p:cNvPr id="16" name="Object 1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714744" y="5357826"/>
                        <a:ext cx="1882775" cy="438150"/>
                      </a:xfrm>
                      <a:prstGeom prst="rect">
                        <a:avLst/>
                      </a:prstGeom>
                      <a:solidFill>
                        <a:srgbClr val="FF0000"/>
                      </a:solidFill>
                    </p:spPr>
                  </p:pic>
                </p:oleObj>
              </mc:Fallback>
            </mc:AlternateContent>
          </a:graphicData>
        </a:graphic>
      </p:graphicFrame>
      <p:graphicFrame>
        <p:nvGraphicFramePr>
          <p:cNvPr id="18" name="Object 18"/>
          <p:cNvGraphicFramePr>
            <a:graphicFrameLocks noChangeAspect="1"/>
          </p:cNvGraphicFramePr>
          <p:nvPr/>
        </p:nvGraphicFramePr>
        <p:xfrm>
          <a:off x="3714744" y="5808663"/>
          <a:ext cx="1095375" cy="393700"/>
        </p:xfrm>
        <a:graphic>
          <a:graphicData uri="http://schemas.openxmlformats.org/presentationml/2006/ole">
            <mc:AlternateContent xmlns:mc="http://schemas.openxmlformats.org/markup-compatibility/2006">
              <mc:Choice xmlns:v="urn:schemas-microsoft-com:vml" Requires="v">
                <p:oleObj name="Equation" r:id="rId25" imgW="634680" imgH="228600" progId="Equation.DSMT4">
                  <p:embed/>
                </p:oleObj>
              </mc:Choice>
              <mc:Fallback>
                <p:oleObj name="Equation" r:id="rId25" imgW="634680" imgH="228600" progId="Equation.DSMT4">
                  <p:embed/>
                  <p:pic>
                    <p:nvPicPr>
                      <p:cNvPr id="18" name="Object 1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714744" y="5808663"/>
                        <a:ext cx="1095375" cy="393700"/>
                      </a:xfrm>
                      <a:prstGeom prst="rect">
                        <a:avLst/>
                      </a:prstGeom>
                      <a:solidFill>
                        <a:srgbClr val="FF0000"/>
                      </a:solidFill>
                    </p:spPr>
                  </p:pic>
                </p:oleObj>
              </mc:Fallback>
            </mc:AlternateContent>
          </a:graphicData>
        </a:graphic>
      </p:graphicFrame>
      <p:graphicFrame>
        <p:nvGraphicFramePr>
          <p:cNvPr id="19" name="Object 2"/>
          <p:cNvGraphicFramePr>
            <a:graphicFrameLocks noChangeAspect="1"/>
          </p:cNvGraphicFramePr>
          <p:nvPr/>
        </p:nvGraphicFramePr>
        <p:xfrm>
          <a:off x="3357554" y="0"/>
          <a:ext cx="2105025" cy="1168400"/>
        </p:xfrm>
        <a:graphic>
          <a:graphicData uri="http://schemas.openxmlformats.org/presentationml/2006/ole">
            <mc:AlternateContent xmlns:mc="http://schemas.openxmlformats.org/markup-compatibility/2006">
              <mc:Choice xmlns:v="urn:schemas-microsoft-com:vml" Requires="v">
                <p:oleObj name="Equation" r:id="rId27" imgW="1257120" imgH="698400" progId="Equation.DSMT4">
                  <p:embed/>
                </p:oleObj>
              </mc:Choice>
              <mc:Fallback>
                <p:oleObj name="Equation" r:id="rId27" imgW="1257120" imgH="698400" progId="Equation.DSMT4">
                  <p:embed/>
                  <p:pic>
                    <p:nvPicPr>
                      <p:cNvPr id="19" name="Object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57554" y="0"/>
                        <a:ext cx="2105025" cy="1168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Line 15"/>
          <p:cNvSpPr>
            <a:spLocks noChangeShapeType="1"/>
          </p:cNvSpPr>
          <p:nvPr/>
        </p:nvSpPr>
        <p:spPr bwMode="auto">
          <a:xfrm>
            <a:off x="0" y="1143000"/>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1" name="Rectangle 2"/>
          <p:cNvSpPr>
            <a:spLocks noChangeArrowheads="1"/>
          </p:cNvSpPr>
          <p:nvPr/>
        </p:nvSpPr>
        <p:spPr bwMode="auto">
          <a:xfrm>
            <a:off x="0" y="0"/>
            <a:ext cx="8231188" cy="769938"/>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例：</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求矩阵 的特征值</a:t>
            </a: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和特征向量</a:t>
            </a:r>
          </a:p>
        </p:txBody>
      </p:sp>
      <p:graphicFrame>
        <p:nvGraphicFramePr>
          <p:cNvPr id="22" name="Object 14"/>
          <p:cNvGraphicFramePr>
            <a:graphicFrameLocks noChangeAspect="1"/>
          </p:cNvGraphicFramePr>
          <p:nvPr/>
        </p:nvGraphicFramePr>
        <p:xfrm>
          <a:off x="6286512" y="0"/>
          <a:ext cx="2076450" cy="1143000"/>
        </p:xfrm>
        <a:graphic>
          <a:graphicData uri="http://schemas.openxmlformats.org/presentationml/2006/ole">
            <mc:AlternateContent xmlns:mc="http://schemas.openxmlformats.org/markup-compatibility/2006">
              <mc:Choice xmlns:v="urn:schemas-microsoft-com:vml" Requires="v">
                <p:oleObj name="Equation" r:id="rId29" imgW="1269720" imgH="698400" progId="Equation.DSMT4">
                  <p:embed/>
                </p:oleObj>
              </mc:Choice>
              <mc:Fallback>
                <p:oleObj name="Equation" r:id="rId29" imgW="1269720" imgH="698400" progId="Equation.DSMT4">
                  <p:embed/>
                  <p:pic>
                    <p:nvPicPr>
                      <p:cNvPr id="22" name="Object 1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6286512" y="0"/>
                        <a:ext cx="207645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 name="Text Box 28"/>
          <p:cNvSpPr txBox="1">
            <a:spLocks noChangeArrowheads="1"/>
          </p:cNvSpPr>
          <p:nvPr/>
        </p:nvSpPr>
        <p:spPr bwMode="auto">
          <a:xfrm>
            <a:off x="0" y="3919301"/>
            <a:ext cx="9144000" cy="2893100"/>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Q：</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那么相同的特征值对应的特征向量相关还是无关？</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即特征值</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重根</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是，有没有对应的</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个线性无关</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的特征向量</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当</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（A-</a:t>
            </a:r>
            <a:r>
              <a:rPr kumimoji="1" lang="en-US" altLang="zh-CN" sz="2000" b="1" i="1" u="none" strike="noStrike" kern="1200" cap="none" spc="0" normalizeH="0" baseline="0" noProof="0" dirty="0" err="1">
                <a:ln>
                  <a:noFill/>
                </a:ln>
                <a:solidFill>
                  <a:srgbClr val="FFFFCC"/>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a:rPr>
              <a:t>）X</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=0</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a:rPr>
              <a:t>有</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个基础解，则</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a:rPr>
              <a:t>有</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个线性无关的特征向量</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400" b="1" i="1" u="dbl"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400" b="1" i="0" u="dbl"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）=n-k    </a:t>
            </a:r>
            <a:r>
              <a:rPr kumimoji="1" lang="zh-CN" altLang="en-US" sz="2400" b="1" i="0" u="dbl"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a:rPr>
              <a:t>有</a:t>
            </a:r>
            <a:r>
              <a:rPr kumimoji="1" lang="en-US" altLang="zh-CN" sz="2400" b="1" i="0" u="dbl"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400" b="1" i="0" u="dbl"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个线性无关</a:t>
            </a:r>
            <a:r>
              <a:rPr kumimoji="1" lang="zh-CN" altLang="en-US"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的特征向量</a:t>
            </a:r>
            <a:endParaRPr kumimoji="1" lang="en-US" altLang="zh-CN"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当</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（A-</a:t>
            </a:r>
            <a:r>
              <a:rPr kumimoji="1" lang="en-US" altLang="zh-CN" sz="2000" b="1" i="1" u="none" strike="noStrike" kern="1200" cap="none" spc="0" normalizeH="0" baseline="0" noProof="0" dirty="0" err="1">
                <a:ln>
                  <a:noFill/>
                </a:ln>
                <a:solidFill>
                  <a:srgbClr val="FFFFCC"/>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sym typeface="Wingdings"/>
              </a:rPr>
              <a:t>）X</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=0</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a:rPr>
              <a:t>没有</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个基础解，则</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a:rPr>
              <a:t>没有</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个线性无关的特征向量</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  </a:t>
            </a:r>
            <a:r>
              <a:rPr kumimoji="1" lang="en-US" altLang="zh-CN"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400" b="1" i="1" u="dbl"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400" b="1" i="0" u="dbl"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）&gt;n-k  </a:t>
            </a:r>
            <a:r>
              <a:rPr kumimoji="1" lang="zh-CN" altLang="en-US" sz="2400" b="1" i="0" u="dbl"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Wingdings"/>
              </a:rPr>
              <a:t>没有</a:t>
            </a:r>
            <a:r>
              <a:rPr kumimoji="1" lang="en-US" altLang="zh-CN" sz="2400" b="1" i="0" u="dbl"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400" b="1" i="0" u="dbl"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个线性无关</a:t>
            </a:r>
            <a:r>
              <a:rPr kumimoji="1" lang="zh-CN" altLang="en-US" sz="2400" b="1" i="0" u="dbl"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的特征向量</a:t>
            </a:r>
          </a:p>
        </p:txBody>
      </p:sp>
      <p:sp>
        <p:nvSpPr>
          <p:cNvPr id="25" name="Text Box 28"/>
          <p:cNvSpPr txBox="1">
            <a:spLocks noChangeArrowheads="1"/>
          </p:cNvSpPr>
          <p:nvPr/>
        </p:nvSpPr>
        <p:spPr bwMode="auto">
          <a:xfrm>
            <a:off x="0" y="2072524"/>
            <a:ext cx="9144000" cy="178510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特征值</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重数与矩阵</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的秩：</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设</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的特征值</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重根</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r>
              <a:rPr kumimoji="1" lang="zh-CN"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Wingdings"/>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1" u="none"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n-k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非零特征值的个数</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 </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解释：当</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 </a:t>
            </a:r>
            <a:r>
              <a:rPr kumimoji="1" lang="en-US" altLang="zh-CN" sz="2000" b="1" i="0" u="none" strike="noStrike" kern="1200" cap="none" spc="0" normalizeH="0" baseline="0" noProof="0" dirty="0">
                <a:ln>
                  <a:noFill/>
                </a:ln>
                <a:solidFill>
                  <a:srgbClr val="FFC000"/>
                </a:solidFill>
                <a:effectLst/>
                <a:uLnTx/>
                <a:uFillTx/>
                <a:latin typeface="Symbol" pitchFamily="18" charset="2"/>
                <a:ea typeface="楷体_GB2312"/>
                <a:cs typeface="楷体_GB2312"/>
              </a:rPr>
              <a:t>=0</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时，</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1" u="none"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Euclid Math Two"/>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n-k，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其中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k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为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0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的重数，</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           ∵总的特征值个数为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n</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   </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endParaRPr>
          </a:p>
        </p:txBody>
      </p:sp>
      <p:sp>
        <p:nvSpPr>
          <p:cNvPr id="27" name="矩形 26"/>
          <p:cNvSpPr/>
          <p:nvPr/>
        </p:nvSpPr>
        <p:spPr>
          <a:xfrm>
            <a:off x="4267171" y="3413328"/>
            <a:ext cx="309091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n-k=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Euclid Math Two"/>
              </a:rPr>
              <a:t>非零特征值的个数</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0358"/>
                                        </p:tgtEl>
                                        <p:attrNameLst>
                                          <p:attrName>style.visibility</p:attrName>
                                        </p:attrNameLst>
                                      </p:cBhvr>
                                      <p:to>
                                        <p:strVal val="visible"/>
                                      </p:to>
                                    </p:set>
                                    <p:animEffect transition="in" filter="wipe(left)">
                                      <p:cBhvr>
                                        <p:cTn id="7" dur="500"/>
                                        <p:tgtEl>
                                          <p:spTgt spid="1003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0359"/>
                                        </p:tgtEl>
                                        <p:attrNameLst>
                                          <p:attrName>style.visibility</p:attrName>
                                        </p:attrNameLst>
                                      </p:cBhvr>
                                      <p:to>
                                        <p:strVal val="visible"/>
                                      </p:to>
                                    </p:set>
                                    <p:animEffect transition="in" filter="wipe(left)">
                                      <p:cBhvr>
                                        <p:cTn id="12" dur="500"/>
                                        <p:tgtEl>
                                          <p:spTgt spid="10035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0360"/>
                                        </p:tgtEl>
                                        <p:attrNameLst>
                                          <p:attrName>style.visibility</p:attrName>
                                        </p:attrNameLst>
                                      </p:cBhvr>
                                      <p:to>
                                        <p:strVal val="visible"/>
                                      </p:to>
                                    </p:set>
                                    <p:animEffect transition="in" filter="wipe(left)">
                                      <p:cBhvr>
                                        <p:cTn id="17" dur="500"/>
                                        <p:tgtEl>
                                          <p:spTgt spid="100360"/>
                                        </p:tgtEl>
                                      </p:cBhvr>
                                    </p:animEffect>
                                  </p:childTnLst>
                                </p:cTn>
                              </p:par>
                              <p:par>
                                <p:cTn id="18" presetID="22" presetClass="entr" presetSubtype="8" fill="hold" nodeType="withEffect">
                                  <p:stCondLst>
                                    <p:cond delay="0"/>
                                  </p:stCondLst>
                                  <p:childTnLst>
                                    <p:set>
                                      <p:cBhvr>
                                        <p:cTn id="19" dur="1" fill="hold">
                                          <p:stCondLst>
                                            <p:cond delay="0"/>
                                          </p:stCondLst>
                                        </p:cTn>
                                        <p:tgtEl>
                                          <p:spTgt spid="204810"/>
                                        </p:tgtEl>
                                        <p:attrNameLst>
                                          <p:attrName>style.visibility</p:attrName>
                                        </p:attrNameLst>
                                      </p:cBhvr>
                                      <p:to>
                                        <p:strVal val="visible"/>
                                      </p:to>
                                    </p:set>
                                    <p:animEffect transition="in" filter="wipe(left)">
                                      <p:cBhvr>
                                        <p:cTn id="20" dur="500"/>
                                        <p:tgtEl>
                                          <p:spTgt spid="20481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04807"/>
                                        </p:tgtEl>
                                        <p:attrNameLst>
                                          <p:attrName>style.visibility</p:attrName>
                                        </p:attrNameLst>
                                      </p:cBhvr>
                                      <p:to>
                                        <p:strVal val="visible"/>
                                      </p:to>
                                    </p:set>
                                    <p:animEffect transition="in" filter="wipe(left)">
                                      <p:cBhvr>
                                        <p:cTn id="25" dur="500"/>
                                        <p:tgtEl>
                                          <p:spTgt spid="20480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04808"/>
                                        </p:tgtEl>
                                        <p:attrNameLst>
                                          <p:attrName>style.visibility</p:attrName>
                                        </p:attrNameLst>
                                      </p:cBhvr>
                                      <p:to>
                                        <p:strVal val="visible"/>
                                      </p:to>
                                    </p:set>
                                    <p:animEffect transition="in" filter="wipe(left)">
                                      <p:cBhvr>
                                        <p:cTn id="30" dur="500"/>
                                        <p:tgtEl>
                                          <p:spTgt spid="20480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04809"/>
                                        </p:tgtEl>
                                        <p:attrNameLst>
                                          <p:attrName>style.visibility</p:attrName>
                                        </p:attrNameLst>
                                      </p:cBhvr>
                                      <p:to>
                                        <p:strVal val="visible"/>
                                      </p:to>
                                    </p:set>
                                    <p:animEffect transition="in" filter="wipe(left)">
                                      <p:cBhvr>
                                        <p:cTn id="35" dur="500"/>
                                        <p:tgtEl>
                                          <p:spTgt spid="20480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204811"/>
                                        </p:tgtEl>
                                        <p:attrNameLst>
                                          <p:attrName>style.visibility</p:attrName>
                                        </p:attrNameLst>
                                      </p:cBhvr>
                                      <p:to>
                                        <p:strVal val="visible"/>
                                      </p:to>
                                    </p:set>
                                    <p:animEffect transition="in" filter="wipe(left)">
                                      <p:cBhvr>
                                        <p:cTn id="40" dur="500"/>
                                        <p:tgtEl>
                                          <p:spTgt spid="204811"/>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wipe(left)">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wipe(left)">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04812"/>
                                        </p:tgtEl>
                                        <p:attrNameLst>
                                          <p:attrName>style.visibility</p:attrName>
                                        </p:attrNameLst>
                                      </p:cBhvr>
                                      <p:to>
                                        <p:strVal val="visible"/>
                                      </p:to>
                                    </p:set>
                                    <p:animEffect transition="in" filter="wipe(left)">
                                      <p:cBhvr>
                                        <p:cTn id="55" dur="500"/>
                                        <p:tgtEl>
                                          <p:spTgt spid="204812"/>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04813"/>
                                        </p:tgtEl>
                                        <p:attrNameLst>
                                          <p:attrName>style.visibility</p:attrName>
                                        </p:attrNameLst>
                                      </p:cBhvr>
                                      <p:to>
                                        <p:strVal val="visible"/>
                                      </p:to>
                                    </p:set>
                                    <p:animEffect transition="in" filter="wipe(left)">
                                      <p:cBhvr>
                                        <p:cTn id="60" dur="500"/>
                                        <p:tgtEl>
                                          <p:spTgt spid="204813"/>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24">
                                            <p:bg/>
                                          </p:spTgt>
                                        </p:tgtEl>
                                        <p:attrNameLst>
                                          <p:attrName>style.visibility</p:attrName>
                                        </p:attrNameLst>
                                      </p:cBhvr>
                                      <p:to>
                                        <p:strVal val="visible"/>
                                      </p:to>
                                    </p:set>
                                    <p:animEffect transition="in" filter="wipe(left)">
                                      <p:cBhvr>
                                        <p:cTn id="65" dur="500"/>
                                        <p:tgtEl>
                                          <p:spTgt spid="24">
                                            <p:bg/>
                                          </p:spTgt>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24">
                                            <p:txEl>
                                              <p:pRg st="0" end="0"/>
                                            </p:txEl>
                                          </p:spTgt>
                                        </p:tgtEl>
                                        <p:attrNameLst>
                                          <p:attrName>style.visibility</p:attrName>
                                        </p:attrNameLst>
                                      </p:cBhvr>
                                      <p:to>
                                        <p:strVal val="visible"/>
                                      </p:to>
                                    </p:set>
                                    <p:animEffect transition="in" filter="wipe(left)">
                                      <p:cBhvr>
                                        <p:cTn id="68" dur="500"/>
                                        <p:tgtEl>
                                          <p:spTgt spid="24">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24">
                                            <p:txEl>
                                              <p:pRg st="1" end="1"/>
                                            </p:txEl>
                                          </p:spTgt>
                                        </p:tgtEl>
                                        <p:attrNameLst>
                                          <p:attrName>style.visibility</p:attrName>
                                        </p:attrNameLst>
                                      </p:cBhvr>
                                      <p:to>
                                        <p:strVal val="visible"/>
                                      </p:to>
                                    </p:set>
                                    <p:animEffect transition="in" filter="wipe(left)">
                                      <p:cBhvr>
                                        <p:cTn id="73" dur="500"/>
                                        <p:tgtEl>
                                          <p:spTgt spid="24">
                                            <p:txEl>
                                              <p:pRg st="1" end="1"/>
                                            </p:txEl>
                                          </p:spTgt>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24">
                                            <p:txEl>
                                              <p:pRg st="2" end="2"/>
                                            </p:txEl>
                                          </p:spTgt>
                                        </p:tgtEl>
                                        <p:attrNameLst>
                                          <p:attrName>style.visibility</p:attrName>
                                        </p:attrNameLst>
                                      </p:cBhvr>
                                      <p:to>
                                        <p:strVal val="visible"/>
                                      </p:to>
                                    </p:set>
                                    <p:animEffect transition="in" filter="wipe(left)">
                                      <p:cBhvr>
                                        <p:cTn id="78" dur="500"/>
                                        <p:tgtEl>
                                          <p:spTgt spid="24">
                                            <p:txEl>
                                              <p:pRg st="2" end="2"/>
                                            </p:txEl>
                                          </p:spTgt>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24">
                                            <p:txEl>
                                              <p:pRg st="3" end="3"/>
                                            </p:txEl>
                                          </p:spTgt>
                                        </p:tgtEl>
                                        <p:attrNameLst>
                                          <p:attrName>style.visibility</p:attrName>
                                        </p:attrNameLst>
                                      </p:cBhvr>
                                      <p:to>
                                        <p:strVal val="visible"/>
                                      </p:to>
                                    </p:set>
                                    <p:animEffect transition="in" filter="wipe(left)">
                                      <p:cBhvr>
                                        <p:cTn id="83" dur="500"/>
                                        <p:tgtEl>
                                          <p:spTgt spid="24">
                                            <p:txEl>
                                              <p:pRg st="3" end="3"/>
                                            </p:txEl>
                                          </p:spTgt>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24">
                                            <p:txEl>
                                              <p:pRg st="4" end="4"/>
                                            </p:txEl>
                                          </p:spTgt>
                                        </p:tgtEl>
                                        <p:attrNameLst>
                                          <p:attrName>style.visibility</p:attrName>
                                        </p:attrNameLst>
                                      </p:cBhvr>
                                      <p:to>
                                        <p:strVal val="visible"/>
                                      </p:to>
                                    </p:set>
                                    <p:animEffect transition="in" filter="wipe(left)">
                                      <p:cBhvr>
                                        <p:cTn id="88" dur="500"/>
                                        <p:tgtEl>
                                          <p:spTgt spid="24">
                                            <p:txEl>
                                              <p:pRg st="4" end="4"/>
                                            </p:txEl>
                                          </p:spTgt>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24">
                                            <p:txEl>
                                              <p:pRg st="5" end="5"/>
                                            </p:txEl>
                                          </p:spTgt>
                                        </p:tgtEl>
                                        <p:attrNameLst>
                                          <p:attrName>style.visibility</p:attrName>
                                        </p:attrNameLst>
                                      </p:cBhvr>
                                      <p:to>
                                        <p:strVal val="visible"/>
                                      </p:to>
                                    </p:set>
                                    <p:animEffect transition="in" filter="wipe(left)">
                                      <p:cBhvr>
                                        <p:cTn id="93" dur="500"/>
                                        <p:tgtEl>
                                          <p:spTgt spid="24">
                                            <p:txEl>
                                              <p:pRg st="5" end="5"/>
                                            </p:txEl>
                                          </p:spTgt>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25">
                                            <p:bg/>
                                          </p:spTgt>
                                        </p:tgtEl>
                                        <p:attrNameLst>
                                          <p:attrName>style.visibility</p:attrName>
                                        </p:attrNameLst>
                                      </p:cBhvr>
                                      <p:to>
                                        <p:strVal val="visible"/>
                                      </p:to>
                                    </p:set>
                                    <p:animEffect transition="in" filter="wipe(left)">
                                      <p:cBhvr>
                                        <p:cTn id="98" dur="500"/>
                                        <p:tgtEl>
                                          <p:spTgt spid="25">
                                            <p:bg/>
                                          </p:spTgt>
                                        </p:tgtEl>
                                      </p:cBhvr>
                                    </p:animEffect>
                                  </p:childTnLst>
                                </p:cTn>
                              </p:par>
                              <p:par>
                                <p:cTn id="99" presetID="22" presetClass="entr" presetSubtype="8" fill="hold" grpId="0" nodeType="withEffect">
                                  <p:stCondLst>
                                    <p:cond delay="0"/>
                                  </p:stCondLst>
                                  <p:childTnLst>
                                    <p:set>
                                      <p:cBhvr>
                                        <p:cTn id="100" dur="1" fill="hold">
                                          <p:stCondLst>
                                            <p:cond delay="0"/>
                                          </p:stCondLst>
                                        </p:cTn>
                                        <p:tgtEl>
                                          <p:spTgt spid="25">
                                            <p:txEl>
                                              <p:pRg st="0" end="0"/>
                                            </p:txEl>
                                          </p:spTgt>
                                        </p:tgtEl>
                                        <p:attrNameLst>
                                          <p:attrName>style.visibility</p:attrName>
                                        </p:attrNameLst>
                                      </p:cBhvr>
                                      <p:to>
                                        <p:strVal val="visible"/>
                                      </p:to>
                                    </p:set>
                                    <p:animEffect transition="in" filter="wipe(left)">
                                      <p:cBhvr>
                                        <p:cTn id="101" dur="500"/>
                                        <p:tgtEl>
                                          <p:spTgt spid="25">
                                            <p:txEl>
                                              <p:pRg st="0" end="0"/>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25">
                                            <p:txEl>
                                              <p:pRg st="1" end="1"/>
                                            </p:txEl>
                                          </p:spTgt>
                                        </p:tgtEl>
                                        <p:attrNameLst>
                                          <p:attrName>style.visibility</p:attrName>
                                        </p:attrNameLst>
                                      </p:cBhvr>
                                      <p:to>
                                        <p:strVal val="visible"/>
                                      </p:to>
                                    </p:set>
                                    <p:animEffect transition="in" filter="wipe(left)">
                                      <p:cBhvr>
                                        <p:cTn id="106" dur="500"/>
                                        <p:tgtEl>
                                          <p:spTgt spid="25">
                                            <p:txEl>
                                              <p:pRg st="1" end="1"/>
                                            </p:txEl>
                                          </p:spTgt>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grpId="0" nodeType="clickEffect">
                                  <p:stCondLst>
                                    <p:cond delay="0"/>
                                  </p:stCondLst>
                                  <p:childTnLst>
                                    <p:set>
                                      <p:cBhvr>
                                        <p:cTn id="110" dur="1" fill="hold">
                                          <p:stCondLst>
                                            <p:cond delay="0"/>
                                          </p:stCondLst>
                                        </p:cTn>
                                        <p:tgtEl>
                                          <p:spTgt spid="25">
                                            <p:txEl>
                                              <p:pRg st="2" end="2"/>
                                            </p:txEl>
                                          </p:spTgt>
                                        </p:tgtEl>
                                        <p:attrNameLst>
                                          <p:attrName>style.visibility</p:attrName>
                                        </p:attrNameLst>
                                      </p:cBhvr>
                                      <p:to>
                                        <p:strVal val="visible"/>
                                      </p:to>
                                    </p:set>
                                    <p:animEffect transition="in" filter="wipe(left)">
                                      <p:cBhvr>
                                        <p:cTn id="111" dur="500"/>
                                        <p:tgtEl>
                                          <p:spTgt spid="25">
                                            <p:txEl>
                                              <p:pRg st="2" end="2"/>
                                            </p:txEl>
                                          </p:spTgt>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25">
                                            <p:txEl>
                                              <p:pRg st="3" end="3"/>
                                            </p:txEl>
                                          </p:spTgt>
                                        </p:tgtEl>
                                        <p:attrNameLst>
                                          <p:attrName>style.visibility</p:attrName>
                                        </p:attrNameLst>
                                      </p:cBhvr>
                                      <p:to>
                                        <p:strVal val="visible"/>
                                      </p:to>
                                    </p:set>
                                    <p:animEffect transition="in" filter="wipe(left)">
                                      <p:cBhvr>
                                        <p:cTn id="116" dur="500"/>
                                        <p:tgtEl>
                                          <p:spTgt spid="25">
                                            <p:txEl>
                                              <p:pRg st="3" end="3"/>
                                            </p:txEl>
                                          </p:spTgt>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grpId="0" nodeType="clickEffect">
                                  <p:stCondLst>
                                    <p:cond delay="0"/>
                                  </p:stCondLst>
                                  <p:childTnLst>
                                    <p:set>
                                      <p:cBhvr>
                                        <p:cTn id="120" dur="1" fill="hold">
                                          <p:stCondLst>
                                            <p:cond delay="0"/>
                                          </p:stCondLst>
                                        </p:cTn>
                                        <p:tgtEl>
                                          <p:spTgt spid="27"/>
                                        </p:tgtEl>
                                        <p:attrNameLst>
                                          <p:attrName>style.visibility</p:attrName>
                                        </p:attrNameLst>
                                      </p:cBhvr>
                                      <p:to>
                                        <p:strVal val="visible"/>
                                      </p:to>
                                    </p:set>
                                    <p:animEffect transition="in" filter="wipe(left)">
                                      <p:cBhvr>
                                        <p:cTn id="12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build="allAtOnce" animBg="1"/>
      <p:bldP spid="25" grpId="0" build="allAtOnce" animBg="1"/>
      <p:bldP spid="27"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8" name="Line 15"/>
          <p:cNvSpPr>
            <a:spLocks noChangeShapeType="1"/>
          </p:cNvSpPr>
          <p:nvPr/>
        </p:nvSpPr>
        <p:spPr bwMode="auto">
          <a:xfrm>
            <a:off x="0" y="1071546"/>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9469" name="Rectangle 2"/>
          <p:cNvSpPr>
            <a:spLocks noChangeArrowheads="1"/>
          </p:cNvSpPr>
          <p:nvPr/>
        </p:nvSpPr>
        <p:spPr bwMode="auto">
          <a:xfrm>
            <a:off x="0" y="0"/>
            <a:ext cx="8231188" cy="40011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例：</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求非零矩阵</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的可能特征值</a:t>
            </a:r>
          </a:p>
        </p:txBody>
      </p:sp>
      <p:sp>
        <p:nvSpPr>
          <p:cNvPr id="19470" name="Rectangle 2"/>
          <p:cNvSpPr>
            <a:spLocks noChangeArrowheads="1"/>
          </p:cNvSpPr>
          <p:nvPr/>
        </p:nvSpPr>
        <p:spPr bwMode="auto">
          <a:xfrm>
            <a:off x="0" y="1100124"/>
            <a:ext cx="178593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解</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1：</a:t>
            </a:r>
            <a:endPar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graphicFrame>
        <p:nvGraphicFramePr>
          <p:cNvPr id="19464" name="Object 14"/>
          <p:cNvGraphicFramePr>
            <a:graphicFrameLocks noChangeAspect="1"/>
          </p:cNvGraphicFramePr>
          <p:nvPr/>
        </p:nvGraphicFramePr>
        <p:xfrm>
          <a:off x="2000232" y="500042"/>
          <a:ext cx="1995488" cy="331788"/>
        </p:xfrm>
        <a:graphic>
          <a:graphicData uri="http://schemas.openxmlformats.org/presentationml/2006/ole">
            <mc:AlternateContent xmlns:mc="http://schemas.openxmlformats.org/markup-compatibility/2006">
              <mc:Choice xmlns:v="urn:schemas-microsoft-com:vml" Requires="v">
                <p:oleObj name="Equation" r:id="rId2" imgW="1218960" imgH="203040" progId="Equation.DSMT4">
                  <p:embed/>
                </p:oleObj>
              </mc:Choice>
              <mc:Fallback>
                <p:oleObj name="Equation" r:id="rId2" imgW="1218960" imgH="203040" progId="Equation.DSMT4">
                  <p:embed/>
                  <p:pic>
                    <p:nvPicPr>
                      <p:cNvPr id="19464" name="Object 1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00232" y="500042"/>
                        <a:ext cx="1995488" cy="331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 name="Text Box 28"/>
          <p:cNvSpPr txBox="1">
            <a:spLocks noChangeArrowheads="1"/>
          </p:cNvSpPr>
          <p:nvPr/>
        </p:nvSpPr>
        <p:spPr bwMode="auto">
          <a:xfrm>
            <a:off x="4500562" y="66896"/>
            <a:ext cx="4643438" cy="86177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抽象矩阵求特征值：</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因式分解，寻找</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|A-</a:t>
            </a:r>
            <a:r>
              <a:rPr kumimoji="1" lang="en-US" altLang="zh-CN" sz="2000" b="1" i="1" u="none"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|=0，</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得</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特征值</a:t>
            </a:r>
            <a:r>
              <a:rPr kumimoji="1" lang="en-US" altLang="zh-CN" sz="2000" b="1" i="1" u="none" strike="noStrike" kern="1200" cap="none" spc="0" normalizeH="0" baseline="0" noProof="0" dirty="0">
                <a:ln>
                  <a:noFill/>
                </a:ln>
                <a:solidFill>
                  <a:srgbClr val="FFFF00"/>
                </a:solidFill>
                <a:effectLst/>
                <a:uLnTx/>
                <a:uFillTx/>
                <a:latin typeface="Symbol" pitchFamily="18" charset="2"/>
                <a:ea typeface="楷体_GB2312"/>
                <a:cs typeface="楷体_GB2312"/>
              </a:rPr>
              <a:t>l</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23" name="Object 14"/>
          <p:cNvGraphicFramePr>
            <a:graphicFrameLocks noChangeAspect="1"/>
          </p:cNvGraphicFramePr>
          <p:nvPr/>
        </p:nvGraphicFramePr>
        <p:xfrm>
          <a:off x="428596" y="1385876"/>
          <a:ext cx="4676776" cy="374650"/>
        </p:xfrm>
        <a:graphic>
          <a:graphicData uri="http://schemas.openxmlformats.org/presentationml/2006/ole">
            <mc:AlternateContent xmlns:mc="http://schemas.openxmlformats.org/markup-compatibility/2006">
              <mc:Choice xmlns:v="urn:schemas-microsoft-com:vml" Requires="v">
                <p:oleObj name="Equation" r:id="rId4" imgW="2857320" imgH="228600" progId="Equation.DSMT4">
                  <p:embed/>
                </p:oleObj>
              </mc:Choice>
              <mc:Fallback>
                <p:oleObj name="Equation" r:id="rId4" imgW="2857320" imgH="228600" progId="Equation.DSMT4">
                  <p:embed/>
                  <p:pic>
                    <p:nvPicPr>
                      <p:cNvPr id="23" name="Object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8596" y="1385876"/>
                        <a:ext cx="4676776" cy="374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 name="Object 14"/>
          <p:cNvGraphicFramePr>
            <a:graphicFrameLocks noChangeAspect="1"/>
          </p:cNvGraphicFramePr>
          <p:nvPr/>
        </p:nvGraphicFramePr>
        <p:xfrm>
          <a:off x="2429470" y="1808163"/>
          <a:ext cx="4470400" cy="395287"/>
        </p:xfrm>
        <a:graphic>
          <a:graphicData uri="http://schemas.openxmlformats.org/presentationml/2006/ole">
            <mc:AlternateContent xmlns:mc="http://schemas.openxmlformats.org/markup-compatibility/2006">
              <mc:Choice xmlns:v="urn:schemas-microsoft-com:vml" Requires="v">
                <p:oleObj name="Equation" r:id="rId6" imgW="2730240" imgH="241200" progId="Equation.DSMT4">
                  <p:embed/>
                </p:oleObj>
              </mc:Choice>
              <mc:Fallback>
                <p:oleObj name="Equation" r:id="rId6" imgW="2730240" imgH="241200" progId="Equation.DSMT4">
                  <p:embed/>
                  <p:pic>
                    <p:nvPicPr>
                      <p:cNvPr id="25" name="Object 14"/>
                      <p:cNvPicPr>
                        <a:picLocks noChangeAspect="1" noChangeArrowheads="1"/>
                      </p:cNvPicPr>
                      <p:nvPr/>
                    </p:nvPicPr>
                    <p:blipFill>
                      <a:blip r:embed="rId7"/>
                      <a:srcRect/>
                      <a:stretch>
                        <a:fillRect/>
                      </a:stretch>
                    </p:blipFill>
                    <p:spPr bwMode="auto">
                      <a:xfrm>
                        <a:off x="2429470" y="1808163"/>
                        <a:ext cx="44704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 name="Rectangle 2"/>
          <p:cNvSpPr>
            <a:spLocks noChangeArrowheads="1"/>
          </p:cNvSpPr>
          <p:nvPr/>
        </p:nvSpPr>
        <p:spPr bwMode="auto">
          <a:xfrm>
            <a:off x="456406" y="2636912"/>
            <a:ext cx="823118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所以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的特征值为 </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λ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0</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或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2</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endParaRPr>
          </a:p>
        </p:txBody>
      </p:sp>
      <p:graphicFrame>
        <p:nvGraphicFramePr>
          <p:cNvPr id="20" name="Object 14"/>
          <p:cNvGraphicFramePr>
            <a:graphicFrameLocks noChangeAspect="1"/>
          </p:cNvGraphicFramePr>
          <p:nvPr/>
        </p:nvGraphicFramePr>
        <p:xfrm>
          <a:off x="2440582" y="2208213"/>
          <a:ext cx="5011738" cy="395287"/>
        </p:xfrm>
        <a:graphic>
          <a:graphicData uri="http://schemas.openxmlformats.org/presentationml/2006/ole">
            <mc:AlternateContent xmlns:mc="http://schemas.openxmlformats.org/markup-compatibility/2006">
              <mc:Choice xmlns:v="urn:schemas-microsoft-com:vml" Requires="v">
                <p:oleObj name="Equation" r:id="rId8" imgW="3060360" imgH="241200" progId="Equation.DSMT4">
                  <p:embed/>
                </p:oleObj>
              </mc:Choice>
              <mc:Fallback>
                <p:oleObj name="Equation" r:id="rId8" imgW="3060360" imgH="241200" progId="Equation.DSMT4">
                  <p:embed/>
                  <p:pic>
                    <p:nvPicPr>
                      <p:cNvPr id="20" name="Object 14"/>
                      <p:cNvPicPr>
                        <a:picLocks noChangeAspect="1" noChangeArrowheads="1"/>
                      </p:cNvPicPr>
                      <p:nvPr/>
                    </p:nvPicPr>
                    <p:blipFill>
                      <a:blip r:embed="rId9"/>
                      <a:srcRect/>
                      <a:stretch>
                        <a:fillRect/>
                      </a:stretch>
                    </p:blipFill>
                    <p:spPr bwMode="auto">
                      <a:xfrm>
                        <a:off x="2440582" y="2208213"/>
                        <a:ext cx="5011738"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 name="Rectangle 2"/>
          <p:cNvSpPr>
            <a:spLocks noChangeArrowheads="1"/>
          </p:cNvSpPr>
          <p:nvPr/>
        </p:nvSpPr>
        <p:spPr bwMode="auto">
          <a:xfrm>
            <a:off x="0" y="3221151"/>
            <a:ext cx="178593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解</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2：</a:t>
            </a:r>
            <a:endPar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graphicFrame>
        <p:nvGraphicFramePr>
          <p:cNvPr id="34" name="Object 14"/>
          <p:cNvGraphicFramePr>
            <a:graphicFrameLocks noChangeAspect="1"/>
          </p:cNvGraphicFramePr>
          <p:nvPr/>
        </p:nvGraphicFramePr>
        <p:xfrm>
          <a:off x="615335" y="3767004"/>
          <a:ext cx="7023724" cy="374650"/>
        </p:xfrm>
        <a:graphic>
          <a:graphicData uri="http://schemas.openxmlformats.org/presentationml/2006/ole">
            <mc:AlternateContent xmlns:mc="http://schemas.openxmlformats.org/markup-compatibility/2006">
              <mc:Choice xmlns:v="urn:schemas-microsoft-com:vml" Requires="v">
                <p:oleObj name="Equation" r:id="rId10" imgW="4089240" imgH="228600" progId="Equation.DSMT4">
                  <p:embed/>
                </p:oleObj>
              </mc:Choice>
              <mc:Fallback>
                <p:oleObj name="Equation" r:id="rId10" imgW="4089240" imgH="228600" progId="Equation.DSMT4">
                  <p:embed/>
                  <p:pic>
                    <p:nvPicPr>
                      <p:cNvPr id="34" name="Object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5335" y="3767004"/>
                        <a:ext cx="7023724" cy="374650"/>
                      </a:xfrm>
                      <a:prstGeom prst="rect">
                        <a:avLst/>
                      </a:prstGeom>
                      <a:noFill/>
                      <a:ln>
                        <a:noFill/>
                      </a:ln>
                      <a:effectLst/>
                    </p:spPr>
                  </p:pic>
                </p:oleObj>
              </mc:Fallback>
            </mc:AlternateContent>
          </a:graphicData>
        </a:graphic>
      </p:graphicFrame>
      <p:graphicFrame>
        <p:nvGraphicFramePr>
          <p:cNvPr id="35" name="Object 14"/>
          <p:cNvGraphicFramePr>
            <a:graphicFrameLocks noChangeAspect="1"/>
          </p:cNvGraphicFramePr>
          <p:nvPr/>
        </p:nvGraphicFramePr>
        <p:xfrm>
          <a:off x="3317884" y="4191993"/>
          <a:ext cx="4321175" cy="415925"/>
        </p:xfrm>
        <a:graphic>
          <a:graphicData uri="http://schemas.openxmlformats.org/presentationml/2006/ole">
            <mc:AlternateContent xmlns:mc="http://schemas.openxmlformats.org/markup-compatibility/2006">
              <mc:Choice xmlns:v="urn:schemas-microsoft-com:vml" Requires="v">
                <p:oleObj name="Equation" r:id="rId12" imgW="2641320" imgH="253800" progId="Equation.DSMT4">
                  <p:embed/>
                </p:oleObj>
              </mc:Choice>
              <mc:Fallback>
                <p:oleObj name="Equation" r:id="rId12" imgW="2641320" imgH="253800" progId="Equation.DSMT4">
                  <p:embed/>
                  <p:pic>
                    <p:nvPicPr>
                      <p:cNvPr id="35" name="Object 14"/>
                      <p:cNvPicPr>
                        <a:picLocks noChangeAspect="1" noChangeArrowheads="1"/>
                      </p:cNvPicPr>
                      <p:nvPr/>
                    </p:nvPicPr>
                    <p:blipFill>
                      <a:blip r:embed="rId13"/>
                      <a:srcRect/>
                      <a:stretch>
                        <a:fillRect/>
                      </a:stretch>
                    </p:blipFill>
                    <p:spPr bwMode="auto">
                      <a:xfrm>
                        <a:off x="3317884" y="4191993"/>
                        <a:ext cx="4321175"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 name="Rectangle 2"/>
          <p:cNvSpPr>
            <a:spLocks noChangeArrowheads="1"/>
          </p:cNvSpPr>
          <p:nvPr/>
        </p:nvSpPr>
        <p:spPr bwMode="auto">
          <a:xfrm>
            <a:off x="615335" y="4685134"/>
            <a:ext cx="8231188" cy="400050"/>
          </a:xfrm>
          <a:prstGeom prst="rect">
            <a:avLst/>
          </a:prstGeom>
          <a:noFill/>
          <a:ln w="9525">
            <a:noFill/>
            <a:miter lim="800000"/>
            <a:headEnd/>
            <a:tailEnd/>
          </a:ln>
        </p:spPr>
        <p:txBody>
          <a:bodyPr>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所以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的特征值为 </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λ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0</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 或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2</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endParaRPr>
          </a:p>
        </p:txBody>
      </p:sp>
      <p:sp>
        <p:nvSpPr>
          <p:cNvPr id="2" name="Rectangle 2">
            <a:extLst>
              <a:ext uri="{FF2B5EF4-FFF2-40B4-BE49-F238E27FC236}">
                <a16:creationId xmlns:a16="http://schemas.microsoft.com/office/drawing/2014/main" id="{28049CA6-3F14-DD1A-8423-1FDD4956118E}"/>
              </a:ext>
            </a:extLst>
          </p:cNvPr>
          <p:cNvSpPr>
            <a:spLocks noChangeArrowheads="1"/>
          </p:cNvSpPr>
          <p:nvPr/>
        </p:nvSpPr>
        <p:spPr bwMode="auto">
          <a:xfrm>
            <a:off x="611511" y="4191993"/>
            <a:ext cx="2906419" cy="400110"/>
          </a:xfrm>
          <a:prstGeom prst="rect">
            <a:avLst/>
          </a:prstGeom>
          <a:noFill/>
          <a:ln w="9525">
            <a:noFill/>
            <a:miter lim="800000"/>
            <a:headEnd/>
            <a:tailEnd/>
          </a:ln>
        </p:spPr>
        <p:txBody>
          <a:bodyPr wrap="square">
            <a:spAutoFit/>
          </a:bodyPr>
          <a:lstStyle/>
          <a:p>
            <a:pPr marL="342900" marR="0" lvl="0" indent="-342900" algn="l" defTabSz="914400" rtl="0" eaLnBrk="1" fontAlgn="base" latinLnBrk="0" hangingPunct="1">
              <a:lnSpc>
                <a:spcPct val="100000"/>
              </a:lnSpc>
              <a:spcBef>
                <a:spcPct val="20000"/>
              </a:spcBef>
              <a:spcAft>
                <a:spcPct val="0"/>
              </a:spcAft>
              <a:buClr>
                <a:srgbClr val="FF0000"/>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由零矩阵的特征值为</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rPr>
              <a:t>0</a:t>
            </a:r>
            <a:endPar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sp>
        <p:nvSpPr>
          <p:cNvPr id="3" name="矩形 2">
            <a:extLst>
              <a:ext uri="{FF2B5EF4-FFF2-40B4-BE49-F238E27FC236}">
                <a16:creationId xmlns:a16="http://schemas.microsoft.com/office/drawing/2014/main" id="{D8048334-4BB3-9A78-3706-BE73D5003631}"/>
              </a:ext>
            </a:extLst>
          </p:cNvPr>
          <p:cNvSpPr/>
          <p:nvPr/>
        </p:nvSpPr>
        <p:spPr bwMode="auto">
          <a:xfrm>
            <a:off x="0" y="5151399"/>
            <a:ext cx="9144000" cy="1706600"/>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16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教材</a:t>
            </a:r>
            <a:r>
              <a:rPr kumimoji="1" lang="en-US" altLang="zh-CN" sz="16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P139-9</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）已知                            试证明</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的特征值只能取</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或</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16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独立   </a:t>
            </a:r>
            <a:r>
              <a:rPr kumimoji="1" lang="en-US" altLang="zh-CN" sz="16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5-1-8</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）已知，                        试求</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的可能特征值</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4" name="Object 14">
            <a:extLst>
              <a:ext uri="{FF2B5EF4-FFF2-40B4-BE49-F238E27FC236}">
                <a16:creationId xmlns:a16="http://schemas.microsoft.com/office/drawing/2014/main" id="{5047C803-0525-1AFF-963A-1E77EA0C9A0E}"/>
              </a:ext>
            </a:extLst>
          </p:cNvPr>
          <p:cNvGraphicFramePr>
            <a:graphicFrameLocks noChangeAspect="1"/>
          </p:cNvGraphicFramePr>
          <p:nvPr/>
        </p:nvGraphicFramePr>
        <p:xfrm>
          <a:off x="2448196" y="5517232"/>
          <a:ext cx="2476550" cy="429542"/>
        </p:xfrm>
        <a:graphic>
          <a:graphicData uri="http://schemas.openxmlformats.org/presentationml/2006/ole">
            <mc:AlternateContent xmlns:mc="http://schemas.openxmlformats.org/markup-compatibility/2006">
              <mc:Choice xmlns:v="urn:schemas-microsoft-com:vml" Requires="v">
                <p:oleObj name="Equation" r:id="rId14" imgW="1168200" imgH="203040" progId="Equation.DSMT4">
                  <p:embed/>
                </p:oleObj>
              </mc:Choice>
              <mc:Fallback>
                <p:oleObj name="Equation" r:id="rId14" imgW="1168200" imgH="203040" progId="Equation.DSMT4">
                  <p:embed/>
                  <p:pic>
                    <p:nvPicPr>
                      <p:cNvPr id="4" name="Object 14">
                        <a:extLst>
                          <a:ext uri="{FF2B5EF4-FFF2-40B4-BE49-F238E27FC236}">
                            <a16:creationId xmlns:a16="http://schemas.microsoft.com/office/drawing/2014/main" id="{5047C803-0525-1AFF-963A-1E77EA0C9A0E}"/>
                          </a:ext>
                        </a:extLst>
                      </p:cNvPr>
                      <p:cNvPicPr>
                        <a:picLocks noChangeAspect="1" noChangeArrowheads="1"/>
                      </p:cNvPicPr>
                      <p:nvPr/>
                    </p:nvPicPr>
                    <p:blipFill>
                      <a:blip r:embed="rId15"/>
                      <a:srcRect/>
                      <a:stretch>
                        <a:fillRect/>
                      </a:stretch>
                    </p:blipFill>
                    <p:spPr bwMode="auto">
                      <a:xfrm>
                        <a:off x="2448196" y="5517232"/>
                        <a:ext cx="2476550" cy="429542"/>
                      </a:xfrm>
                      <a:prstGeom prst="rect">
                        <a:avLst/>
                      </a:prstGeom>
                      <a:noFill/>
                      <a:ln>
                        <a:noFill/>
                      </a:ln>
                      <a:effectLst/>
                    </p:spPr>
                  </p:pic>
                </p:oleObj>
              </mc:Fallback>
            </mc:AlternateContent>
          </a:graphicData>
        </a:graphic>
      </p:graphicFrame>
      <p:graphicFrame>
        <p:nvGraphicFramePr>
          <p:cNvPr id="5" name="Object 14">
            <a:extLst>
              <a:ext uri="{FF2B5EF4-FFF2-40B4-BE49-F238E27FC236}">
                <a16:creationId xmlns:a16="http://schemas.microsoft.com/office/drawing/2014/main" id="{74C399A4-986C-DDE5-54D5-F814F243BECB}"/>
              </a:ext>
            </a:extLst>
          </p:cNvPr>
          <p:cNvGraphicFramePr>
            <a:graphicFrameLocks noChangeAspect="1"/>
          </p:cNvGraphicFramePr>
          <p:nvPr/>
        </p:nvGraphicFramePr>
        <p:xfrm>
          <a:off x="2632143" y="6220779"/>
          <a:ext cx="1049337" cy="403225"/>
        </p:xfrm>
        <a:graphic>
          <a:graphicData uri="http://schemas.openxmlformats.org/presentationml/2006/ole">
            <mc:AlternateContent xmlns:mc="http://schemas.openxmlformats.org/markup-compatibility/2006">
              <mc:Choice xmlns:v="urn:schemas-microsoft-com:vml" Requires="v">
                <p:oleObj name="Equation" r:id="rId16" imgW="495000" imgH="190440" progId="Equation.DSMT4">
                  <p:embed/>
                </p:oleObj>
              </mc:Choice>
              <mc:Fallback>
                <p:oleObj name="Equation" r:id="rId16" imgW="495000" imgH="190440" progId="Equation.DSMT4">
                  <p:embed/>
                  <p:pic>
                    <p:nvPicPr>
                      <p:cNvPr id="5" name="Object 14">
                        <a:extLst>
                          <a:ext uri="{FF2B5EF4-FFF2-40B4-BE49-F238E27FC236}">
                            <a16:creationId xmlns:a16="http://schemas.microsoft.com/office/drawing/2014/main" id="{74C399A4-986C-DDE5-54D5-F814F243BECB}"/>
                          </a:ext>
                        </a:extLst>
                      </p:cNvPr>
                      <p:cNvPicPr>
                        <a:picLocks noChangeAspect="1" noChangeArrowheads="1"/>
                      </p:cNvPicPr>
                      <p:nvPr/>
                    </p:nvPicPr>
                    <p:blipFill>
                      <a:blip r:embed="rId17"/>
                      <a:srcRect/>
                      <a:stretch>
                        <a:fillRect/>
                      </a:stretch>
                    </p:blipFill>
                    <p:spPr bwMode="auto">
                      <a:xfrm>
                        <a:off x="2632143" y="6220779"/>
                        <a:ext cx="1049337" cy="403225"/>
                      </a:xfrm>
                      <a:prstGeom prst="rect">
                        <a:avLst/>
                      </a:prstGeom>
                      <a:noFill/>
                      <a:ln>
                        <a:noFill/>
                      </a:ln>
                      <a:effec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left)">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6">
                                            <p:txEl>
                                              <p:pRg st="0" end="0"/>
                                            </p:txEl>
                                          </p:spTgt>
                                        </p:tgtEl>
                                        <p:attrNameLst>
                                          <p:attrName>style.visibility</p:attrName>
                                        </p:attrNameLst>
                                      </p:cBhvr>
                                      <p:to>
                                        <p:strVal val="visible"/>
                                      </p:to>
                                    </p:set>
                                    <p:animEffect transition="in" filter="wipe(left)">
                                      <p:cBhvr>
                                        <p:cTn id="22" dur="500"/>
                                        <p:tgtEl>
                                          <p:spTgt spid="2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2">
                                            <p:bg/>
                                          </p:spTgt>
                                        </p:tgtEl>
                                        <p:attrNameLst>
                                          <p:attrName>style.visibility</p:attrName>
                                        </p:attrNameLst>
                                      </p:cBhvr>
                                      <p:to>
                                        <p:strVal val="visible"/>
                                      </p:to>
                                    </p:set>
                                    <p:animEffect transition="in" filter="wipe(left)">
                                      <p:cBhvr>
                                        <p:cTn id="27" dur="500"/>
                                        <p:tgtEl>
                                          <p:spTgt spid="22">
                                            <p:bg/>
                                          </p:spTgt>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2">
                                            <p:txEl>
                                              <p:pRg st="0" end="0"/>
                                            </p:txEl>
                                          </p:spTgt>
                                        </p:tgtEl>
                                        <p:attrNameLst>
                                          <p:attrName>style.visibility</p:attrName>
                                        </p:attrNameLst>
                                      </p:cBhvr>
                                      <p:to>
                                        <p:strVal val="visible"/>
                                      </p:to>
                                    </p:set>
                                    <p:animEffect transition="in" filter="wipe(left)">
                                      <p:cBhvr>
                                        <p:cTn id="30" dur="500"/>
                                        <p:tgtEl>
                                          <p:spTgt spid="22">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2">
                                            <p:txEl>
                                              <p:pRg st="1" end="1"/>
                                            </p:txEl>
                                          </p:spTgt>
                                        </p:tgtEl>
                                        <p:attrNameLst>
                                          <p:attrName>style.visibility</p:attrName>
                                        </p:attrNameLst>
                                      </p:cBhvr>
                                      <p:to>
                                        <p:strVal val="visible"/>
                                      </p:to>
                                    </p:set>
                                    <p:animEffect transition="in" filter="wipe(left)">
                                      <p:cBhvr>
                                        <p:cTn id="35" dur="500"/>
                                        <p:tgtEl>
                                          <p:spTgt spid="22">
                                            <p:txEl>
                                              <p:pRg st="1" end="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wipe(left)">
                                      <p:cBhvr>
                                        <p:cTn id="40" dur="500"/>
                                        <p:tgtEl>
                                          <p:spTgt spid="21"/>
                                        </p:tgtEl>
                                      </p:cBhvr>
                                    </p:animEffect>
                                  </p:childTnLst>
                                </p:cTn>
                              </p:par>
                              <p:par>
                                <p:cTn id="41" presetID="22" presetClass="entr" presetSubtype="8" fill="hold"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wipe(left)">
                                      <p:cBhvr>
                                        <p:cTn id="43" dur="500"/>
                                        <p:tgtEl>
                                          <p:spTgt spid="34"/>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
                                        </p:tgtEl>
                                        <p:attrNameLst>
                                          <p:attrName>style.visibility</p:attrName>
                                        </p:attrNameLst>
                                      </p:cBhvr>
                                      <p:to>
                                        <p:strVal val="visible"/>
                                      </p:to>
                                    </p:set>
                                    <p:animEffect transition="in" filter="wipe(left)">
                                      <p:cBhvr>
                                        <p:cTn id="48" dur="500"/>
                                        <p:tgtEl>
                                          <p:spTgt spid="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35"/>
                                        </p:tgtEl>
                                        <p:attrNameLst>
                                          <p:attrName>style.visibility</p:attrName>
                                        </p:attrNameLst>
                                      </p:cBhvr>
                                      <p:to>
                                        <p:strVal val="visible"/>
                                      </p:to>
                                    </p:set>
                                    <p:animEffect transition="in" filter="wipe(left)">
                                      <p:cBhvr>
                                        <p:cTn id="53" dur="500"/>
                                        <p:tgtEl>
                                          <p:spTgt spid="3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left)">
                                      <p:cBhvr>
                                        <p:cTn id="58" dur="500"/>
                                        <p:tgtEl>
                                          <p:spTgt spid="36">
                                            <p:txEl>
                                              <p:pRg st="0" end="0"/>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4"/>
                                        </p:tgtEl>
                                        <p:attrNameLst>
                                          <p:attrName>style.visibility</p:attrName>
                                        </p:attrNameLst>
                                      </p:cBhvr>
                                      <p:to>
                                        <p:strVal val="visible"/>
                                      </p:to>
                                    </p:set>
                                    <p:animEffect transition="in" filter="wipe(left)">
                                      <p:cBhvr>
                                        <p:cTn id="63" dur="500"/>
                                        <p:tgtEl>
                                          <p:spTgt spid="4"/>
                                        </p:tgtEl>
                                      </p:cBhvr>
                                    </p:animEffect>
                                  </p:childTnLst>
                                </p:cTn>
                              </p:par>
                              <p:par>
                                <p:cTn id="64" presetID="22" presetClass="entr" presetSubtype="8" fill="hold" nodeType="withEffect">
                                  <p:stCondLst>
                                    <p:cond delay="0"/>
                                  </p:stCondLst>
                                  <p:childTnLst>
                                    <p:set>
                                      <p:cBhvr>
                                        <p:cTn id="65" dur="1" fill="hold">
                                          <p:stCondLst>
                                            <p:cond delay="0"/>
                                          </p:stCondLst>
                                        </p:cTn>
                                        <p:tgtEl>
                                          <p:spTgt spid="5"/>
                                        </p:tgtEl>
                                        <p:attrNameLst>
                                          <p:attrName>style.visibility</p:attrName>
                                        </p:attrNameLst>
                                      </p:cBhvr>
                                      <p:to>
                                        <p:strVal val="visible"/>
                                      </p:to>
                                    </p:set>
                                    <p:animEffect transition="in" filter="wipe(left)">
                                      <p:cBhvr>
                                        <p:cTn id="66" dur="500"/>
                                        <p:tgtEl>
                                          <p:spTgt spid="5"/>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3"/>
                                        </p:tgtEl>
                                        <p:attrNameLst>
                                          <p:attrName>style.visibility</p:attrName>
                                        </p:attrNameLst>
                                      </p:cBhvr>
                                      <p:to>
                                        <p:strVal val="visible"/>
                                      </p:to>
                                    </p:set>
                                    <p:animEffect transition="in" filter="wipe(left)">
                                      <p:cBhvr>
                                        <p:cTn id="6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uiExpand="1" build="allAtOnce" animBg="1"/>
      <p:bldP spid="26" grpId="0" build="allAtOnce"/>
      <p:bldP spid="21" grpId="0"/>
      <p:bldP spid="36" grpId="0" build="allAtOnce"/>
      <p:bldP spid="2" grpId="0"/>
      <p:bldP spid="3"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28"/>
          <p:cNvSpPr txBox="1">
            <a:spLocks noChangeArrowheads="1"/>
          </p:cNvSpPr>
          <p:nvPr/>
        </p:nvSpPr>
        <p:spPr bwMode="auto">
          <a:xfrm>
            <a:off x="714348" y="1000108"/>
            <a:ext cx="8072494" cy="1785104"/>
          </a:xfrm>
          <a:prstGeom prst="rect">
            <a:avLst/>
          </a:prstGeom>
          <a:noFill/>
          <a:ln w="9525">
            <a:no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设</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的特征值</a:t>
            </a: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a:t>
            </a:r>
            <a:r>
              <a:rPr kumimoji="1"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rPr>
              <a:t>重根</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 typeface="Wingdings"/>
              <a:buChar char=""/>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n-k </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1" u="none" strike="noStrike" kern="1200" cap="none" spc="0" normalizeH="0" baseline="0" noProof="0" dirty="0" err="1">
                <a:ln>
                  <a:noFill/>
                </a:ln>
                <a:solidFill>
                  <a:srgbClr val="FFFF00"/>
                </a:solidFill>
                <a:effectLst/>
                <a:uLnTx/>
                <a:uFillTx/>
                <a:latin typeface="Symbol" pitchFamily="18" charset="2"/>
                <a:ea typeface="楷体_GB2312"/>
                <a:cs typeface="楷体_GB2312"/>
              </a:rPr>
              <a:t>l</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楷体_GB2312"/>
              </a:rPr>
              <a:t>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n   </a:t>
            </a:r>
          </a:p>
          <a:p>
            <a:pPr marL="0" marR="0" lvl="0" indent="0" algn="l" defTabSz="914400" rtl="0" eaLnBrk="1" fontAlgn="base" latinLnBrk="0" hangingPunct="1">
              <a:lnSpc>
                <a:spcPct val="100000"/>
              </a:lnSpc>
              <a:spcBef>
                <a:spcPct val="50000"/>
              </a:spcBef>
              <a:spcAft>
                <a:spcPct val="0"/>
              </a:spcAft>
              <a:buClrTx/>
              <a:buSzTx/>
              <a:buFont typeface="Wingdings"/>
              <a:buChar char=""/>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非零特征值的个数</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 </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171085" name="WordArt 77"/>
          <p:cNvSpPr>
            <a:spLocks noChangeArrowheads="1" noChangeShapeType="1" noTextEdit="1"/>
          </p:cNvSpPr>
          <p:nvPr/>
        </p:nvSpPr>
        <p:spPr bwMode="auto">
          <a:xfrm>
            <a:off x="714348" y="77908"/>
            <a:ext cx="8429652" cy="707886"/>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0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5-3 </a:t>
            </a:r>
            <a:r>
              <a:rPr kumimoji="1" lang="zh-CN" altLang="en-US" sz="40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特征值的重数与矩阵</a:t>
            </a:r>
            <a:r>
              <a:rPr kumimoji="1" lang="en-US" altLang="zh-CN" sz="40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a:t>
            </a:r>
            <a:r>
              <a:rPr kumimoji="1" lang="zh-CN" altLang="en-US" sz="40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的秩：</a:t>
            </a:r>
          </a:p>
        </p:txBody>
      </p:sp>
      <p:graphicFrame>
        <p:nvGraphicFramePr>
          <p:cNvPr id="498695" name="Object 7"/>
          <p:cNvGraphicFramePr>
            <a:graphicFrameLocks noChangeAspect="1"/>
          </p:cNvGraphicFramePr>
          <p:nvPr/>
        </p:nvGraphicFramePr>
        <p:xfrm>
          <a:off x="3671874" y="1047186"/>
          <a:ext cx="2514600" cy="1228725"/>
        </p:xfrm>
        <a:graphic>
          <a:graphicData uri="http://schemas.openxmlformats.org/presentationml/2006/ole">
            <mc:AlternateContent xmlns:mc="http://schemas.openxmlformats.org/markup-compatibility/2006">
              <mc:Choice xmlns:v="urn:schemas-microsoft-com:vml" Requires="v">
                <p:oleObj name="Equation" r:id="rId4" imgW="1511280" imgH="698400" progId="Equation.DSMT4">
                  <p:embed/>
                </p:oleObj>
              </mc:Choice>
              <mc:Fallback>
                <p:oleObj name="Equation" r:id="rId4" imgW="1511280" imgH="698400" progId="Equation.DSMT4">
                  <p:embed/>
                  <p:pic>
                    <p:nvPicPr>
                      <p:cNvPr id="498695" name="Object 7"/>
                      <p:cNvPicPr>
                        <a:picLocks noChangeAspect="1" noChangeArrowheads="1"/>
                      </p:cNvPicPr>
                      <p:nvPr/>
                    </p:nvPicPr>
                    <p:blipFill>
                      <a:blip r:embed="rId5"/>
                      <a:srcRect/>
                      <a:stretch>
                        <a:fillRect/>
                      </a:stretch>
                    </p:blipFill>
                    <p:spPr bwMode="auto">
                      <a:xfrm>
                        <a:off x="3671874" y="1047186"/>
                        <a:ext cx="2514600" cy="1228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8696" name="Object 8"/>
          <p:cNvGraphicFramePr>
            <a:graphicFrameLocks noChangeAspect="1"/>
          </p:cNvGraphicFramePr>
          <p:nvPr/>
        </p:nvGraphicFramePr>
        <p:xfrm>
          <a:off x="6122973" y="1641336"/>
          <a:ext cx="2890837" cy="849312"/>
        </p:xfrm>
        <a:graphic>
          <a:graphicData uri="http://schemas.openxmlformats.org/presentationml/2006/ole">
            <mc:AlternateContent xmlns:mc="http://schemas.openxmlformats.org/markup-compatibility/2006">
              <mc:Choice xmlns:v="urn:schemas-microsoft-com:vml" Requires="v">
                <p:oleObj name="Equation" r:id="rId6" imgW="1739880" imgH="482400" progId="Equation.DSMT4">
                  <p:embed/>
                </p:oleObj>
              </mc:Choice>
              <mc:Fallback>
                <p:oleObj name="Equation" r:id="rId6" imgW="1739880" imgH="482400" progId="Equation.DSMT4">
                  <p:embed/>
                  <p:pic>
                    <p:nvPicPr>
                      <p:cNvPr id="498696" name="Object 8"/>
                      <p:cNvPicPr>
                        <a:picLocks noChangeAspect="1" noChangeArrowheads="1"/>
                      </p:cNvPicPr>
                      <p:nvPr/>
                    </p:nvPicPr>
                    <p:blipFill>
                      <a:blip r:embed="rId7"/>
                      <a:srcRect/>
                      <a:stretch>
                        <a:fillRect/>
                      </a:stretch>
                    </p:blipFill>
                    <p:spPr bwMode="auto">
                      <a:xfrm>
                        <a:off x="6122973" y="1641336"/>
                        <a:ext cx="2890837" cy="849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8697" name="Object 9"/>
          <p:cNvGraphicFramePr>
            <a:graphicFrameLocks noChangeAspect="1"/>
          </p:cNvGraphicFramePr>
          <p:nvPr/>
        </p:nvGraphicFramePr>
        <p:xfrm>
          <a:off x="6228184" y="1046340"/>
          <a:ext cx="2763837" cy="379412"/>
        </p:xfrm>
        <a:graphic>
          <a:graphicData uri="http://schemas.openxmlformats.org/presentationml/2006/ole">
            <mc:AlternateContent xmlns:mc="http://schemas.openxmlformats.org/markup-compatibility/2006">
              <mc:Choice xmlns:v="urn:schemas-microsoft-com:vml" Requires="v">
                <p:oleObj name="Equation" r:id="rId8" imgW="1663560" imgH="215640" progId="Equation.DSMT4">
                  <p:embed/>
                </p:oleObj>
              </mc:Choice>
              <mc:Fallback>
                <p:oleObj name="Equation" r:id="rId8" imgW="1663560" imgH="215640" progId="Equation.DSMT4">
                  <p:embed/>
                  <p:pic>
                    <p:nvPicPr>
                      <p:cNvPr id="498697" name="Object 9"/>
                      <p:cNvPicPr>
                        <a:picLocks noChangeAspect="1" noChangeArrowheads="1"/>
                      </p:cNvPicPr>
                      <p:nvPr/>
                    </p:nvPicPr>
                    <p:blipFill>
                      <a:blip r:embed="rId9"/>
                      <a:srcRect/>
                      <a:stretch>
                        <a:fillRect/>
                      </a:stretch>
                    </p:blipFill>
                    <p:spPr bwMode="auto">
                      <a:xfrm>
                        <a:off x="6228184" y="1046340"/>
                        <a:ext cx="2763837" cy="379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矩形 12"/>
          <p:cNvSpPr/>
          <p:nvPr/>
        </p:nvSpPr>
        <p:spPr>
          <a:xfrm>
            <a:off x="714348" y="2786058"/>
            <a:ext cx="1000132" cy="815608"/>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解释</a:t>
            </a:r>
            <a:r>
              <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①</a:t>
            </a:r>
            <a:r>
              <a:rPr kumimoji="1"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endPar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K =0</a:t>
            </a:r>
          </a:p>
        </p:txBody>
      </p:sp>
      <p:sp>
        <p:nvSpPr>
          <p:cNvPr id="9" name="矩形 8"/>
          <p:cNvSpPr/>
          <p:nvPr/>
        </p:nvSpPr>
        <p:spPr>
          <a:xfrm>
            <a:off x="714348" y="5000636"/>
            <a:ext cx="1000132" cy="861774"/>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解释</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②</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1" u="none" strike="noStrike" kern="1200" cap="none" spc="0" normalizeH="0" baseline="0" noProof="0" dirty="0">
                <a:ln>
                  <a:noFill/>
                </a:ln>
                <a:solidFill>
                  <a:srgbClr val="FFC000"/>
                </a:solidFill>
                <a:effectLst/>
                <a:uLnTx/>
                <a:uFillTx/>
                <a:latin typeface="Symbol" pitchFamily="18" charset="2"/>
                <a:ea typeface="楷体_GB2312"/>
                <a:cs typeface="楷体_GB2312"/>
              </a:rPr>
              <a:t>l </a:t>
            </a:r>
            <a:r>
              <a:rPr kumimoji="1" lang="en-US" altLang="zh-CN" sz="2000" b="1" i="0" u="none" strike="noStrike" kern="1200" cap="none" spc="0" normalizeH="0" baseline="0" noProof="0" dirty="0">
                <a:ln>
                  <a:noFill/>
                </a:ln>
                <a:solidFill>
                  <a:srgbClr val="FFC000"/>
                </a:solidFill>
                <a:effectLst/>
                <a:uLnTx/>
                <a:uFillTx/>
                <a:latin typeface="Symbol" pitchFamily="18" charset="2"/>
                <a:ea typeface="楷体_GB2312"/>
                <a:cs typeface="楷体_GB2312"/>
              </a:rPr>
              <a:t>=0</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1" name="矩形 10"/>
          <p:cNvSpPr/>
          <p:nvPr/>
        </p:nvSpPr>
        <p:spPr>
          <a:xfrm>
            <a:off x="3428992" y="3631172"/>
            <a:ext cx="2000264"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a:t>
            </a:r>
            <a:r>
              <a:rPr kumimoji="1" lang="en-US" altLang="zh-CN" sz="1800" b="1" i="1" u="none" strike="noStrike" kern="1200" cap="none" spc="0" normalizeH="0" baseline="0" noProof="0" dirty="0">
                <a:ln>
                  <a:noFill/>
                </a:ln>
                <a:solidFill>
                  <a:srgbClr val="FFFFFF"/>
                </a:solidFill>
                <a:effectLst/>
                <a:uLnTx/>
                <a:uFillTx/>
                <a:latin typeface="Symbol" pitchFamily="18" charset="2"/>
                <a:ea typeface="楷体_GB2312"/>
                <a:cs typeface="楷体_GB2312"/>
              </a:rPr>
              <a:t>l</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不是特征值</a:t>
            </a:r>
            <a:endPar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14" name="矩形 13"/>
          <p:cNvSpPr/>
          <p:nvPr/>
        </p:nvSpPr>
        <p:spPr>
          <a:xfrm>
            <a:off x="1332963" y="3228972"/>
            <a:ext cx="2571768"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R（A-</a:t>
            </a:r>
            <a:r>
              <a:rPr kumimoji="1" lang="en-US" altLang="zh-CN" sz="1800" b="1" i="1" u="none" strike="noStrike" kern="1200" cap="none" spc="0" normalizeH="0" baseline="0" noProof="0" dirty="0" err="1">
                <a:ln>
                  <a:noFill/>
                </a:ln>
                <a:solidFill>
                  <a:srgbClr val="FFFFFF"/>
                </a:solidFill>
                <a:effectLst/>
                <a:uLnTx/>
                <a:uFillTx/>
                <a:latin typeface="Symbol" pitchFamily="18" charset="2"/>
                <a:ea typeface="楷体_GB2312"/>
                <a:cs typeface="楷体_GB2312"/>
              </a:rPr>
              <a:t>l</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E</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Euclid Math Two"/>
              </a:rPr>
              <a:t></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n-0</a:t>
            </a:r>
            <a:endPar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15" name="矩形 14"/>
          <p:cNvSpPr/>
          <p:nvPr/>
        </p:nvSpPr>
        <p:spPr>
          <a:xfrm>
            <a:off x="3428992" y="3202544"/>
            <a:ext cx="2357454"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R（A-</a:t>
            </a:r>
            <a:r>
              <a:rPr kumimoji="1" lang="en-US" altLang="zh-CN" sz="1800" b="1" i="1" u="none" strike="noStrike" kern="1200" cap="none" spc="0" normalizeH="0" baseline="0" noProof="0" dirty="0" err="1">
                <a:ln>
                  <a:noFill/>
                </a:ln>
                <a:solidFill>
                  <a:srgbClr val="FFFFFF"/>
                </a:solidFill>
                <a:effectLst/>
                <a:uLnTx/>
                <a:uFillTx/>
                <a:latin typeface="Symbol" pitchFamily="18" charset="2"/>
                <a:ea typeface="楷体_GB2312"/>
                <a:cs typeface="楷体_GB2312"/>
              </a:rPr>
              <a:t>l</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E</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）=n</a:t>
            </a:r>
            <a:endPar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16" name="矩形 15"/>
          <p:cNvSpPr/>
          <p:nvPr/>
        </p:nvSpPr>
        <p:spPr>
          <a:xfrm>
            <a:off x="5286380" y="3214686"/>
            <a:ext cx="3357586"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（A-</a:t>
            </a:r>
            <a:r>
              <a:rPr kumimoji="1" lang="en-US" altLang="zh-CN" sz="1800" b="1" i="1" u="none" strike="noStrike" kern="1200" cap="none" spc="0" normalizeH="0" baseline="0" noProof="0" dirty="0" err="1">
                <a:ln>
                  <a:noFill/>
                </a:ln>
                <a:solidFill>
                  <a:srgbClr val="FFFFFF"/>
                </a:solidFill>
                <a:effectLst/>
                <a:uLnTx/>
                <a:uFillTx/>
                <a:latin typeface="Symbol" pitchFamily="18" charset="2"/>
                <a:ea typeface="楷体_GB2312"/>
                <a:cs typeface="楷体_GB2312"/>
              </a:rPr>
              <a:t>l</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E</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sym typeface="Wingdings"/>
              </a:rPr>
              <a:t>）X</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=0</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没有非零解</a:t>
            </a:r>
            <a:endPar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17" name="矩形 16"/>
          <p:cNvSpPr/>
          <p:nvPr/>
        </p:nvSpPr>
        <p:spPr>
          <a:xfrm>
            <a:off x="714348" y="4114006"/>
            <a:ext cx="714380"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K</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楷体_GB2312"/>
              </a:rPr>
              <a:t> </a:t>
            </a:r>
            <a:r>
              <a:rPr kumimoji="1" lang="en-US" altLang="zh-CN" sz="1800" b="1" i="0" u="none" strike="noStrike" kern="1200" cap="none" spc="0" normalizeH="0" baseline="0" noProof="0" dirty="0">
                <a:ln>
                  <a:noFill/>
                </a:ln>
                <a:solidFill>
                  <a:srgbClr val="FFFFFF"/>
                </a:solidFill>
                <a:effectLst/>
                <a:uLnTx/>
                <a:uFillTx/>
                <a:latin typeface="Symbol" pitchFamily="18" charset="2"/>
                <a:ea typeface="楷体_GB2312"/>
                <a:cs typeface="楷体_GB2312"/>
              </a:rPr>
              <a:t>=1</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18" name="矩形 17"/>
          <p:cNvSpPr/>
          <p:nvPr/>
        </p:nvSpPr>
        <p:spPr>
          <a:xfrm>
            <a:off x="1928794" y="4559866"/>
            <a:ext cx="2283166"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（A-</a:t>
            </a:r>
            <a:r>
              <a:rPr kumimoji="1" lang="en-US" altLang="zh-CN" sz="1800" b="1" i="1" u="none" strike="noStrike" kern="1200" cap="none" spc="0" normalizeH="0" baseline="0" noProof="0" dirty="0" err="1">
                <a:ln>
                  <a:noFill/>
                </a:ln>
                <a:solidFill>
                  <a:srgbClr val="FFFFFF"/>
                </a:solidFill>
                <a:effectLst/>
                <a:uLnTx/>
                <a:uFillTx/>
                <a:latin typeface="Symbol" pitchFamily="18" charset="2"/>
                <a:ea typeface="楷体_GB2312"/>
                <a:cs typeface="楷体_GB2312"/>
              </a:rPr>
              <a:t>l</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楷体_GB2312"/>
              </a:rPr>
              <a:t>E</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降秩</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19" name="Object 7"/>
          <p:cNvGraphicFramePr>
            <a:graphicFrameLocks noChangeAspect="1"/>
          </p:cNvGraphicFramePr>
          <p:nvPr/>
        </p:nvGraphicFramePr>
        <p:xfrm>
          <a:off x="1643042" y="5286387"/>
          <a:ext cx="3381375" cy="827088"/>
        </p:xfrm>
        <a:graphic>
          <a:graphicData uri="http://schemas.openxmlformats.org/presentationml/2006/ole">
            <mc:AlternateContent xmlns:mc="http://schemas.openxmlformats.org/markup-compatibility/2006">
              <mc:Choice xmlns:v="urn:schemas-microsoft-com:vml" Requires="v">
                <p:oleObj name="Equation" r:id="rId10" imgW="2031840" imgH="469800" progId="Equation.DSMT4">
                  <p:embed/>
                </p:oleObj>
              </mc:Choice>
              <mc:Fallback>
                <p:oleObj name="Equation" r:id="rId10" imgW="2031840" imgH="469800" progId="Equation.DSMT4">
                  <p:embed/>
                  <p:pic>
                    <p:nvPicPr>
                      <p:cNvPr id="19" name="Object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43042" y="5286387"/>
                        <a:ext cx="3381375" cy="827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矩形 19"/>
          <p:cNvSpPr/>
          <p:nvPr/>
        </p:nvSpPr>
        <p:spPr>
          <a:xfrm>
            <a:off x="5214942" y="5286388"/>
            <a:ext cx="2500362" cy="400110"/>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∵总特征值个数为</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n</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1" name="矩形 20"/>
          <p:cNvSpPr/>
          <p:nvPr/>
        </p:nvSpPr>
        <p:spPr>
          <a:xfrm>
            <a:off x="1357290" y="4143380"/>
            <a:ext cx="3143272"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 R（A-</a:t>
            </a:r>
            <a:r>
              <a:rPr kumimoji="1" lang="en-US" altLang="zh-CN" sz="1800" b="1" i="1" u="none" strike="noStrike" kern="1200" cap="none" spc="0" normalizeH="0" baseline="0" noProof="0" dirty="0" err="1">
                <a:ln>
                  <a:noFill/>
                </a:ln>
                <a:solidFill>
                  <a:srgbClr val="FFFFFF"/>
                </a:solidFill>
                <a:effectLst/>
                <a:uLnTx/>
                <a:uFillTx/>
                <a:latin typeface="Symbol" pitchFamily="18" charset="2"/>
                <a:ea typeface="楷体_GB2312"/>
                <a:cs typeface="楷体_GB2312"/>
              </a:rPr>
              <a:t>l</a:t>
            </a:r>
            <a:r>
              <a:rPr kumimoji="1" lang="en-US" altLang="zh-CN" sz="18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楷体_GB2312"/>
              </a:rPr>
              <a:t>E</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Euclid Math Two"/>
              </a:rPr>
              <a:t> </a:t>
            </a:r>
            <a:r>
              <a:rPr kumimoji="1" lang="en-US" altLang="zh-CN"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Wingdings"/>
              </a:rPr>
              <a:t>n-1</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22" name="Object 7"/>
          <p:cNvGraphicFramePr>
            <a:graphicFrameLocks noChangeAspect="1"/>
          </p:cNvGraphicFramePr>
          <p:nvPr/>
        </p:nvGraphicFramePr>
        <p:xfrm>
          <a:off x="3724275" y="4087813"/>
          <a:ext cx="2579688" cy="827087"/>
        </p:xfrm>
        <a:graphic>
          <a:graphicData uri="http://schemas.openxmlformats.org/presentationml/2006/ole">
            <mc:AlternateContent xmlns:mc="http://schemas.openxmlformats.org/markup-compatibility/2006">
              <mc:Choice xmlns:v="urn:schemas-microsoft-com:vml" Requires="v">
                <p:oleObj name="Equation" r:id="rId12" imgW="1549080" imgH="469800" progId="Equation.DSMT4">
                  <p:embed/>
                </p:oleObj>
              </mc:Choice>
              <mc:Fallback>
                <p:oleObj name="Equation" r:id="rId12" imgW="1549080" imgH="469800" progId="Equation.DSMT4">
                  <p:embed/>
                  <p:pic>
                    <p:nvPicPr>
                      <p:cNvPr id="22" name="Object 7"/>
                      <p:cNvPicPr>
                        <a:picLocks noChangeAspect="1" noChangeArrowheads="1"/>
                      </p:cNvPicPr>
                      <p:nvPr/>
                    </p:nvPicPr>
                    <p:blipFill>
                      <a:blip r:embed="rId13"/>
                      <a:srcRect/>
                      <a:stretch>
                        <a:fillRect/>
                      </a:stretch>
                    </p:blipFill>
                    <p:spPr bwMode="auto">
                      <a:xfrm>
                        <a:off x="3724275" y="4087813"/>
                        <a:ext cx="2579688" cy="8270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 name="矩形 23"/>
          <p:cNvSpPr/>
          <p:nvPr/>
        </p:nvSpPr>
        <p:spPr>
          <a:xfrm>
            <a:off x="714348" y="4572008"/>
            <a:ext cx="1357322" cy="369332"/>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1" u="none" strike="noStrike" kern="1200" cap="none" spc="0" normalizeH="0" baseline="0" noProof="0" dirty="0">
                <a:ln>
                  <a:noFill/>
                </a:ln>
                <a:solidFill>
                  <a:srgbClr val="FFFFFF"/>
                </a:solidFill>
                <a:effectLst/>
                <a:uLnTx/>
                <a:uFillTx/>
                <a:latin typeface="Symbol" pitchFamily="18" charset="2"/>
                <a:ea typeface="楷体_GB2312"/>
                <a:cs typeface="楷体_GB2312"/>
              </a:rPr>
              <a:t>l</a:t>
            </a:r>
            <a:r>
              <a:rPr kumimoji="1" lang="zh-CN" altLang="en-US" sz="18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楷体_GB2312"/>
              </a:rPr>
              <a:t>是特征值</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5" name="矩形 24"/>
          <p:cNvSpPr/>
          <p:nvPr/>
        </p:nvSpPr>
        <p:spPr>
          <a:xfrm>
            <a:off x="5214942" y="5886386"/>
            <a:ext cx="3071866" cy="400110"/>
          </a:xfrm>
          <a:prstGeom prst="rect">
            <a:avLst/>
          </a:prstGeom>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n-k=</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Euclid Math Two"/>
              </a:rPr>
              <a:t>非零特征值的个数</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6" name="矩形 25"/>
          <p:cNvSpPr/>
          <p:nvPr/>
        </p:nvSpPr>
        <p:spPr>
          <a:xfrm>
            <a:off x="3500430" y="3214686"/>
            <a:ext cx="1857388" cy="78581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ahoma"/>
              <a:ea typeface="宋体"/>
              <a:cs typeface="+mn-cs"/>
            </a:endParaRPr>
          </a:p>
        </p:txBody>
      </p:sp>
      <p:sp>
        <p:nvSpPr>
          <p:cNvPr id="27" name="矩形 26"/>
          <p:cNvSpPr/>
          <p:nvPr/>
        </p:nvSpPr>
        <p:spPr>
          <a:xfrm>
            <a:off x="5429256" y="6396335"/>
            <a:ext cx="355417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即</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a:rPr>
              <a:t>R（A）</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Euclid Math Two"/>
              </a:rPr>
              <a:t>非零特征值的个数</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xEl>
                                              <p:pRg st="1" end="1"/>
                                            </p:txEl>
                                          </p:spTgt>
                                        </p:tgtEl>
                                        <p:attrNameLst>
                                          <p:attrName>style.visibility</p:attrName>
                                        </p:attrNameLst>
                                      </p:cBhvr>
                                      <p:to>
                                        <p:strVal val="visible"/>
                                      </p:to>
                                    </p:set>
                                    <p:animEffect transition="in" filter="wipe(left)">
                                      <p:cBhvr>
                                        <p:cTn id="7" dur="500"/>
                                        <p:tgtEl>
                                          <p:spTgt spid="1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2">
                                            <p:txEl>
                                              <p:pRg st="3" end="3"/>
                                            </p:txEl>
                                          </p:spTgt>
                                        </p:tgtEl>
                                        <p:attrNameLst>
                                          <p:attrName>style.visibility</p:attrName>
                                        </p:attrNameLst>
                                      </p:cBhvr>
                                      <p:to>
                                        <p:strVal val="visible"/>
                                      </p:to>
                                    </p:set>
                                    <p:animEffect transition="in" filter="wipe(left)">
                                      <p:cBhvr>
                                        <p:cTn id="12" dur="500"/>
                                        <p:tgtEl>
                                          <p:spTgt spid="12">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98695"/>
                                        </p:tgtEl>
                                        <p:attrNameLst>
                                          <p:attrName>style.visibility</p:attrName>
                                        </p:attrNameLst>
                                      </p:cBhvr>
                                      <p:to>
                                        <p:strVal val="visible"/>
                                      </p:to>
                                    </p:set>
                                    <p:animEffect transition="in" filter="wipe(left)">
                                      <p:cBhvr>
                                        <p:cTn id="17" dur="500"/>
                                        <p:tgtEl>
                                          <p:spTgt spid="49869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98697"/>
                                        </p:tgtEl>
                                        <p:attrNameLst>
                                          <p:attrName>style.visibility</p:attrName>
                                        </p:attrNameLst>
                                      </p:cBhvr>
                                      <p:to>
                                        <p:strVal val="visible"/>
                                      </p:to>
                                    </p:set>
                                    <p:animEffect transition="in" filter="wipe(left)">
                                      <p:cBhvr>
                                        <p:cTn id="22" dur="500"/>
                                        <p:tgtEl>
                                          <p:spTgt spid="49869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98696"/>
                                        </p:tgtEl>
                                        <p:attrNameLst>
                                          <p:attrName>style.visibility</p:attrName>
                                        </p:attrNameLst>
                                      </p:cBhvr>
                                      <p:to>
                                        <p:strVal val="visible"/>
                                      </p:to>
                                    </p:set>
                                    <p:animEffect transition="in" filter="wipe(left)">
                                      <p:cBhvr>
                                        <p:cTn id="27" dur="500"/>
                                        <p:tgtEl>
                                          <p:spTgt spid="49869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3">
                                            <p:txEl>
                                              <p:pRg st="0" end="0"/>
                                            </p:txEl>
                                          </p:spTgt>
                                        </p:tgtEl>
                                        <p:attrNameLst>
                                          <p:attrName>style.visibility</p:attrName>
                                        </p:attrNameLst>
                                      </p:cBhvr>
                                      <p:to>
                                        <p:strVal val="visible"/>
                                      </p:to>
                                    </p:set>
                                    <p:animEffect transition="in" filter="wipe(left)">
                                      <p:cBhvr>
                                        <p:cTn id="32" dur="500"/>
                                        <p:tgtEl>
                                          <p:spTgt spid="13">
                                            <p:txEl>
                                              <p:pRg st="0" end="0"/>
                                            </p:txEl>
                                          </p:spTgt>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13">
                                            <p:txEl>
                                              <p:pRg st="1" end="1"/>
                                            </p:txEl>
                                          </p:spTgt>
                                        </p:tgtEl>
                                        <p:attrNameLst>
                                          <p:attrName>style.visibility</p:attrName>
                                        </p:attrNameLst>
                                      </p:cBhvr>
                                      <p:to>
                                        <p:strVal val="visible"/>
                                      </p:to>
                                    </p:set>
                                    <p:animEffect transition="in" filter="wipe(left)">
                                      <p:cBhvr>
                                        <p:cTn id="36" dur="500"/>
                                        <p:tgtEl>
                                          <p:spTgt spid="13">
                                            <p:txEl>
                                              <p:pRg st="1" end="1"/>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4">
                                            <p:txEl>
                                              <p:pRg st="0" end="0"/>
                                            </p:txEl>
                                          </p:spTgt>
                                        </p:tgtEl>
                                        <p:attrNameLst>
                                          <p:attrName>style.visibility</p:attrName>
                                        </p:attrNameLst>
                                      </p:cBhvr>
                                      <p:to>
                                        <p:strVal val="visible"/>
                                      </p:to>
                                    </p:set>
                                    <p:animEffect transition="in" filter="wipe(left)">
                                      <p:cBhvr>
                                        <p:cTn id="41" dur="500"/>
                                        <p:tgtEl>
                                          <p:spTgt spid="14">
                                            <p:txEl>
                                              <p:pRg st="0" end="0"/>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5">
                                            <p:txEl>
                                              <p:pRg st="0" end="0"/>
                                            </p:txEl>
                                          </p:spTgt>
                                        </p:tgtEl>
                                        <p:attrNameLst>
                                          <p:attrName>style.visibility</p:attrName>
                                        </p:attrNameLst>
                                      </p:cBhvr>
                                      <p:to>
                                        <p:strVal val="visible"/>
                                      </p:to>
                                    </p:set>
                                    <p:animEffect transition="in" filter="wipe(left)">
                                      <p:cBhvr>
                                        <p:cTn id="46" dur="500"/>
                                        <p:tgtEl>
                                          <p:spTgt spid="15">
                                            <p:txEl>
                                              <p:pRg st="0" end="0"/>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6">
                                            <p:txEl>
                                              <p:pRg st="0" end="0"/>
                                            </p:txEl>
                                          </p:spTgt>
                                        </p:tgtEl>
                                        <p:attrNameLst>
                                          <p:attrName>style.visibility</p:attrName>
                                        </p:attrNameLst>
                                      </p:cBhvr>
                                      <p:to>
                                        <p:strVal val="visible"/>
                                      </p:to>
                                    </p:set>
                                    <p:animEffect transition="in" filter="wipe(left)">
                                      <p:cBhvr>
                                        <p:cTn id="51" dur="500"/>
                                        <p:tgtEl>
                                          <p:spTgt spid="16">
                                            <p:txEl>
                                              <p:pRg st="0" end="0"/>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11">
                                            <p:txEl>
                                              <p:pRg st="0" end="0"/>
                                            </p:txEl>
                                          </p:spTgt>
                                        </p:tgtEl>
                                        <p:attrNameLst>
                                          <p:attrName>style.visibility</p:attrName>
                                        </p:attrNameLst>
                                      </p:cBhvr>
                                      <p:to>
                                        <p:strVal val="visible"/>
                                      </p:to>
                                    </p:set>
                                    <p:animEffect transition="in" filter="wipe(left)">
                                      <p:cBhvr>
                                        <p:cTn id="56" dur="500"/>
                                        <p:tgtEl>
                                          <p:spTgt spid="11">
                                            <p:txEl>
                                              <p:pRg st="0" end="0"/>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wipe(up)">
                                      <p:cBhvr>
                                        <p:cTn id="61" dur="1500"/>
                                        <p:tgtEl>
                                          <p:spTgt spid="26"/>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wipe(left)">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wipe(left)">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ipe(left)">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18"/>
                                        </p:tgtEl>
                                        <p:attrNameLst>
                                          <p:attrName>style.visibility</p:attrName>
                                        </p:attrNameLst>
                                      </p:cBhvr>
                                      <p:to>
                                        <p:strVal val="visible"/>
                                      </p:to>
                                    </p:set>
                                    <p:animEffect transition="in" filter="wipe(left)">
                                      <p:cBhvr>
                                        <p:cTn id="81" dur="500"/>
                                        <p:tgtEl>
                                          <p:spTgt spid="18"/>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wipe(left)">
                                      <p:cBhvr>
                                        <p:cTn id="86" dur="500"/>
                                        <p:tgtEl>
                                          <p:spTgt spid="22"/>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9">
                                            <p:txEl>
                                              <p:pRg st="0" end="0"/>
                                            </p:txEl>
                                          </p:spTgt>
                                        </p:tgtEl>
                                        <p:attrNameLst>
                                          <p:attrName>style.visibility</p:attrName>
                                        </p:attrNameLst>
                                      </p:cBhvr>
                                      <p:to>
                                        <p:strVal val="visible"/>
                                      </p:to>
                                    </p:set>
                                    <p:animEffect transition="in" filter="wipe(left)">
                                      <p:cBhvr>
                                        <p:cTn id="91" dur="500"/>
                                        <p:tgtEl>
                                          <p:spTgt spid="9">
                                            <p:txEl>
                                              <p:pRg st="0" end="0"/>
                                            </p:txEl>
                                          </p:spTgt>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9">
                                            <p:txEl>
                                              <p:pRg st="1" end="1"/>
                                            </p:txEl>
                                          </p:spTgt>
                                        </p:tgtEl>
                                        <p:attrNameLst>
                                          <p:attrName>style.visibility</p:attrName>
                                        </p:attrNameLst>
                                      </p:cBhvr>
                                      <p:to>
                                        <p:strVal val="visible"/>
                                      </p:to>
                                    </p:set>
                                    <p:animEffect transition="in" filter="wipe(left)">
                                      <p:cBhvr>
                                        <p:cTn id="96" dur="500"/>
                                        <p:tgtEl>
                                          <p:spTgt spid="9">
                                            <p:txEl>
                                              <p:pRg st="1" end="1"/>
                                            </p:txEl>
                                          </p:spTgt>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19"/>
                                        </p:tgtEl>
                                        <p:attrNameLst>
                                          <p:attrName>style.visibility</p:attrName>
                                        </p:attrNameLst>
                                      </p:cBhvr>
                                      <p:to>
                                        <p:strVal val="visible"/>
                                      </p:to>
                                    </p:set>
                                    <p:animEffect transition="in" filter="wipe(left)">
                                      <p:cBhvr>
                                        <p:cTn id="101" dur="500"/>
                                        <p:tgtEl>
                                          <p:spTgt spid="19"/>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20">
                                            <p:txEl>
                                              <p:pRg st="0" end="0"/>
                                            </p:txEl>
                                          </p:spTgt>
                                        </p:tgtEl>
                                        <p:attrNameLst>
                                          <p:attrName>style.visibility</p:attrName>
                                        </p:attrNameLst>
                                      </p:cBhvr>
                                      <p:to>
                                        <p:strVal val="visible"/>
                                      </p:to>
                                    </p:set>
                                    <p:animEffect transition="in" filter="wipe(left)">
                                      <p:cBhvr>
                                        <p:cTn id="106" dur="500"/>
                                        <p:tgtEl>
                                          <p:spTgt spid="20">
                                            <p:txEl>
                                              <p:pRg st="0" end="0"/>
                                            </p:txEl>
                                          </p:spTgt>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25">
                                            <p:txEl>
                                              <p:pRg st="0" end="0"/>
                                            </p:txEl>
                                          </p:spTgt>
                                        </p:tgtEl>
                                        <p:attrNameLst>
                                          <p:attrName>style.visibility</p:attrName>
                                        </p:attrNameLst>
                                      </p:cBhvr>
                                      <p:to>
                                        <p:strVal val="visible"/>
                                      </p:to>
                                    </p:set>
                                    <p:animEffect transition="in" filter="wipe(left)">
                                      <p:cBhvr>
                                        <p:cTn id="111" dur="500"/>
                                        <p:tgtEl>
                                          <p:spTgt spid="25">
                                            <p:txEl>
                                              <p:pRg st="0" end="0"/>
                                            </p:txEl>
                                          </p:spTgt>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27"/>
                                        </p:tgtEl>
                                        <p:attrNameLst>
                                          <p:attrName>style.visibility</p:attrName>
                                        </p:attrNameLst>
                                      </p:cBhvr>
                                      <p:to>
                                        <p:strVal val="visible"/>
                                      </p:to>
                                    </p:set>
                                    <p:animEffect transition="in" filter="wipe(left)">
                                      <p:cBhvr>
                                        <p:cTn id="11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allAtOnce"/>
      <p:bldP spid="17" grpId="0"/>
      <p:bldP spid="18" grpId="0"/>
      <p:bldP spid="21" grpId="0"/>
      <p:bldP spid="24" grpId="0"/>
      <p:bldP spid="26" grpId="0" animBg="1"/>
      <p:bldP spid="27"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714348" y="26235"/>
            <a:ext cx="3529012"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思考问题：</a:t>
            </a:r>
          </a:p>
        </p:txBody>
      </p:sp>
      <p:sp>
        <p:nvSpPr>
          <p:cNvPr id="4" name="AutoShape 5">
            <a:extLst>
              <a:ext uri="{FF2B5EF4-FFF2-40B4-BE49-F238E27FC236}">
                <a16:creationId xmlns:a16="http://schemas.microsoft.com/office/drawing/2014/main" id="{16833916-D707-C281-8FB7-7DB9FAADF275}"/>
              </a:ext>
            </a:extLst>
          </p:cNvPr>
          <p:cNvSpPr>
            <a:spLocks noChangeArrowheads="1"/>
          </p:cNvSpPr>
          <p:nvPr/>
        </p:nvSpPr>
        <p:spPr bwMode="auto">
          <a:xfrm>
            <a:off x="694545" y="2001201"/>
            <a:ext cx="8358187" cy="4779412"/>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分析：</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若</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α=</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是</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的特征向量，</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则必有特征值</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使</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a:rPr>
              <a:t>α=</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α</a:t>
            </a: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即</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a:t>
            </a:r>
            <a:r>
              <a:rPr kumimoji="1" lang="zh-CN" altLang="en-US"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 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 </a:t>
            </a:r>
            <a:r>
              <a:rPr kumimoji="1" lang="zh-CN" altLang="en-US"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μ</a:t>
            </a:r>
            <a:r>
              <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 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 </a:t>
            </a:r>
            <a:r>
              <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endPar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由已知</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A</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p</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p</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A</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p</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2</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Symbol" pitchFamily="18" charset="2"/>
                <a:ea typeface="楷体_GB2312"/>
                <a:cs typeface="楷体_GB2312"/>
              </a:rPr>
              <a:t>2</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楷体_GB2312"/>
                <a:cs typeface="楷体_GB2312"/>
              </a:rPr>
              <a:t>p</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2</a:t>
            </a:r>
            <a:r>
              <a:rPr kumimoji="1" lang="zh-CN" altLang="en-US"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 </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 </a:t>
            </a:r>
            <a:r>
              <a:rPr kumimoji="1" lang="zh-CN" altLang="en-US" sz="2000" b="1" i="0" u="none" strike="noStrike" kern="1200" cap="none" spc="0" normalizeH="0" baseline="0" noProof="0" dirty="0">
                <a:ln>
                  <a:noFill/>
                </a:ln>
                <a:solidFill>
                  <a:srgbClr val="000000"/>
                </a:solidFill>
                <a:effectLst/>
                <a:uLnTx/>
                <a:uFillTx/>
                <a:latin typeface="Symbol" pitchFamily="18" charset="2"/>
                <a:ea typeface="楷体_GB2312"/>
                <a:cs typeface="楷体_GB2312"/>
              </a:rPr>
              <a:t>且</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 </a:t>
            </a:r>
            <a:r>
              <a:rPr kumimoji="1" lang="en-US"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2</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，可知</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线性无关</a:t>
            </a:r>
            <a:endPar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a:t>
            </a:r>
            <a:r>
              <a:rPr kumimoji="1" lang="zh-CN" altLang="en-US"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 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 </a:t>
            </a:r>
            <a:r>
              <a:rPr kumimoji="1" lang="zh-CN" altLang="en-US"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endParaRPr kumimoji="1" lang="en-US" altLang="zh-CN" sz="2000" b="0"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μ</a:t>
            </a:r>
            <a:r>
              <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 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 </a:t>
            </a:r>
            <a:r>
              <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 </a:t>
            </a: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 μ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 μ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=O</a:t>
            </a: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又∵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线性无关</a:t>
            </a:r>
            <a:endPar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a:t>
            </a:r>
            <a:endParaRPr kumimoji="1" lang="en-US" altLang="zh-CN" sz="2000" b="1" i="1"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Symbol" pitchFamily="18" charset="2"/>
              <a:ea typeface="楷体_GB231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∴若</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则</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μ</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与已知</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 </a:t>
            </a:r>
            <a:r>
              <a:rPr kumimoji="1" lang="en-US"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 </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2</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矛盾，故不成立</a:t>
            </a:r>
            <a:endPar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若</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则</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α=</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O</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，故不是特征向量</a:t>
            </a:r>
            <a:endPar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  若</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0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则</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α=</a:t>
            </a:r>
            <a:r>
              <a:rPr kumimoji="1" lang="en-US" altLang="zh-CN" sz="20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楷体_GB2312" pitchFamily="49" charset="-122"/>
              </a:rPr>
              <a:t>1</a:t>
            </a:r>
            <a:r>
              <a:rPr kumimoji="1" lang="zh-CN" altLang="en-US"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故是对应</a:t>
            </a:r>
            <a:r>
              <a:rPr kumimoji="1" lang="en-US" altLang="zh-CN" sz="2000" b="1" i="1" u="none" strike="noStrike" kern="1200" cap="none" spc="0" normalizeH="0" baseline="0" noProof="0" dirty="0">
                <a:ln>
                  <a:noFill/>
                </a:ln>
                <a:solidFill>
                  <a:srgbClr val="000000"/>
                </a:solidFill>
                <a:effectLst/>
                <a:uLnTx/>
                <a:uFillTx/>
                <a:latin typeface="Symbol" pitchFamily="18" charset="2"/>
                <a:ea typeface="楷体_GB2312"/>
                <a:cs typeface="楷体_GB2312"/>
              </a:rPr>
              <a:t>l</a:t>
            </a:r>
            <a:r>
              <a:rPr kumimoji="1" lang="en-US" altLang="zh-CN" sz="2000" b="1" i="0" u="none" strike="noStrike" kern="1200" cap="none" spc="0" normalizeH="0" baseline="-25000" noProof="0" dirty="0">
                <a:ln>
                  <a:noFill/>
                </a:ln>
                <a:solidFill>
                  <a:srgbClr val="000000"/>
                </a:solidFill>
                <a:effectLst/>
                <a:uLnTx/>
                <a:uFillTx/>
                <a:latin typeface="Times New Roman" pitchFamily="18" charset="0"/>
                <a:ea typeface="楷体_GB2312"/>
                <a:cs typeface="楷体_GB2312"/>
              </a:rPr>
              <a:t>1</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rPr>
              <a:t>的</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pitchFamily="49" charset="-122"/>
              </a:rPr>
              <a:t>特征向量</a:t>
            </a:r>
            <a:endParaRPr kumimoji="1" lang="en-US" altLang="zh-CN" sz="2000" b="1" i="1"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Symbol" pitchFamily="18" charset="2"/>
              <a:ea typeface="楷体_GB2312"/>
              <a:cs typeface="楷体_GB2312"/>
            </a:endParaRPr>
          </a:p>
        </p:txBody>
      </p:sp>
      <p:sp>
        <p:nvSpPr>
          <p:cNvPr id="6" name="Rectangle 2">
            <a:extLst>
              <a:ext uri="{FF2B5EF4-FFF2-40B4-BE49-F238E27FC236}">
                <a16:creationId xmlns:a16="http://schemas.microsoft.com/office/drawing/2014/main" id="{E801BCFD-229B-F0B2-4FB9-FB21C40DE660}"/>
              </a:ext>
            </a:extLst>
          </p:cNvPr>
          <p:cNvSpPr>
            <a:spLocks noChangeArrowheads="1"/>
          </p:cNvSpPr>
          <p:nvPr/>
        </p:nvSpPr>
        <p:spPr bwMode="auto">
          <a:xfrm>
            <a:off x="714348" y="1052736"/>
            <a:ext cx="8429625" cy="948465"/>
          </a:xfrm>
          <a:prstGeom prst="rect">
            <a:avLst/>
          </a:prstGeom>
          <a:noFill/>
          <a:ln w="9525">
            <a:noFill/>
            <a:miter lim="800000"/>
            <a:headEnd/>
            <a:tailEnd/>
          </a:ln>
        </p:spPr>
        <p:txBody>
          <a:bodyPr>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1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设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楷体_GB2312" pitchFamily="49" charset="-122"/>
                <a:ea typeface="微软雅黑" pitchFamily="34" charset="-122"/>
                <a:cs typeface="楷体_GB2312" pitchFamily="49" charset="-122"/>
              </a:rPr>
              <a:t>1</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和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是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的不同特征值，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0"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是对应的特征向量</a:t>
            </a:r>
            <a:endPar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则它们的线性组合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a:rPr>
              <a:t>α=</a:t>
            </a:r>
            <a:r>
              <a:rPr kumimoji="1" lang="en-US" altLang="zh-CN" sz="2400" b="1" i="1" u="none" strike="noStrike" kern="1200" cap="none" spc="0" normalizeH="0" baseline="0" noProof="0" dirty="0">
                <a:ln>
                  <a:noFill/>
                </a:ln>
                <a:solidFill>
                  <a:srgbClr val="000000"/>
                </a:solidFill>
                <a:effectLst/>
                <a:uLnTx/>
                <a:uFillTx/>
                <a:latin typeface="Times New Roman" pitchFamily="18" charset="0"/>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Tahoma"/>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Tahoma"/>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是</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的特征向量吗？</a:t>
            </a:r>
          </a:p>
        </p:txBody>
      </p:sp>
      <p:sp>
        <p:nvSpPr>
          <p:cNvPr id="11" name="文本框 10">
            <a:extLst>
              <a:ext uri="{FF2B5EF4-FFF2-40B4-BE49-F238E27FC236}">
                <a16:creationId xmlns:a16="http://schemas.microsoft.com/office/drawing/2014/main" id="{C99896E8-2EB4-126A-9477-F597FC9E4BAC}"/>
              </a:ext>
            </a:extLst>
          </p:cNvPr>
          <p:cNvSpPr txBox="1"/>
          <p:nvPr/>
        </p:nvSpPr>
        <p:spPr>
          <a:xfrm>
            <a:off x="2932750" y="3244914"/>
            <a:ext cx="2736304" cy="400110"/>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13" name="文本框 12">
            <a:extLst>
              <a:ext uri="{FF2B5EF4-FFF2-40B4-BE49-F238E27FC236}">
                <a16:creationId xmlns:a16="http://schemas.microsoft.com/office/drawing/2014/main" id="{3DA6A3D9-50C5-231A-06D4-D5C21027120B}"/>
              </a:ext>
            </a:extLst>
          </p:cNvPr>
          <p:cNvSpPr txBox="1"/>
          <p:nvPr/>
        </p:nvSpPr>
        <p:spPr>
          <a:xfrm>
            <a:off x="2932750" y="3648330"/>
            <a:ext cx="7145866" cy="407099"/>
          </a:xfrm>
          <a:prstGeom prst="rect">
            <a:avLst/>
          </a:prstGeom>
          <a:noFill/>
        </p:spPr>
        <p:txBody>
          <a:bodyPr wrap="square">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 μ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 μ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010199">
                    <a:lumMod val="60000"/>
                    <a:lumOff val="40000"/>
                  </a:srgbClr>
                </a:solidFill>
                <a:effectLst/>
                <a:uLnTx/>
                <a:uFillTx/>
                <a:latin typeface="微软雅黑" pitchFamily="34" charset="-122"/>
                <a:ea typeface="微软雅黑" pitchFamily="34" charset="-122"/>
                <a:cs typeface="楷体_GB2312" pitchFamily="49" charset="-122"/>
              </a:rPr>
              <a:t>2</a:t>
            </a:r>
          </a:p>
        </p:txBody>
      </p:sp>
      <p:sp>
        <p:nvSpPr>
          <p:cNvPr id="15" name="文本框 14">
            <a:extLst>
              <a:ext uri="{FF2B5EF4-FFF2-40B4-BE49-F238E27FC236}">
                <a16:creationId xmlns:a16="http://schemas.microsoft.com/office/drawing/2014/main" id="{15D79497-02D3-623B-0749-5DA61F415091}"/>
              </a:ext>
            </a:extLst>
          </p:cNvPr>
          <p:cNvSpPr txBox="1"/>
          <p:nvPr/>
        </p:nvSpPr>
        <p:spPr>
          <a:xfrm>
            <a:off x="5292080" y="3244914"/>
            <a:ext cx="2736304" cy="400110"/>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1</a:t>
            </a:r>
            <a:r>
              <a:rPr kumimoji="1" lang="en-US" altLang="zh-CN" sz="20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r>
              <a:rPr kumimoji="1" lang="en-US" altLang="zh-CN" sz="2000" b="1" i="1" u="none" strike="noStrike" kern="1200" cap="none" spc="0" normalizeH="0" baseline="0" noProof="0" dirty="0">
                <a:ln>
                  <a:noFill/>
                </a:ln>
                <a:solidFill>
                  <a:srgbClr val="E72D00"/>
                </a:solidFill>
                <a:effectLst/>
                <a:uLnTx/>
                <a:uFillTx/>
                <a:latin typeface="Times New Roman" pitchFamily="18" charset="0"/>
                <a:ea typeface="微软雅黑" pitchFamily="34" charset="-122"/>
                <a:cs typeface="楷体_GB2312" pitchFamily="49" charset="-122"/>
              </a:rPr>
              <a:t>k</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Symbol" pitchFamily="18" charset="2"/>
                <a:ea typeface="微软雅黑" pitchFamily="34" charset="-122"/>
                <a:cs typeface="楷体_GB2312" pitchFamily="49" charset="-122"/>
              </a:rPr>
              <a:t>l</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1" i="1"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p</a:t>
            </a:r>
            <a:r>
              <a:rPr kumimoji="1" lang="en-US" altLang="zh-CN" sz="2000" b="1" i="0" u="none" strike="noStrike" kern="1200" cap="none" spc="0" normalizeH="0" baseline="-25000" noProof="0" dirty="0">
                <a:ln>
                  <a:noFill/>
                </a:ln>
                <a:solidFill>
                  <a:srgbClr val="E72D00"/>
                </a:solidFill>
                <a:effectLst/>
                <a:uLnTx/>
                <a:uFillTx/>
                <a:latin typeface="微软雅黑" pitchFamily="34" charset="-122"/>
                <a:ea typeface="微软雅黑" pitchFamily="34" charset="-122"/>
                <a:cs typeface="楷体_GB2312" pitchFamily="49" charset="-122"/>
              </a:rPr>
              <a:t>2</a:t>
            </a:r>
            <a:r>
              <a:rPr kumimoji="1" lang="en-US" altLang="zh-CN" sz="2000" b="0"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 </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7" name="Text Box 28"/>
          <p:cNvSpPr txBox="1">
            <a:spLocks noChangeArrowheads="1"/>
          </p:cNvSpPr>
          <p:nvPr/>
        </p:nvSpPr>
        <p:spPr bwMode="auto">
          <a:xfrm>
            <a:off x="714348" y="980728"/>
            <a:ext cx="8386657" cy="5946243"/>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已知</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A</a:t>
            </a:r>
            <a:r>
              <a:rPr kumimoji="1" lang="en-US" altLang="zh-CN"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a:t>
            </a:r>
            <a:r>
              <a:rPr kumimoji="1" lang="en-US" altLang="zh-CN"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A</a:t>
            </a:r>
            <a:r>
              <a:rPr kumimoji="1" lang="en-US" altLang="zh-CN"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2</a:t>
            </a:r>
            <a:r>
              <a:rPr kumimoji="1" lang="en-US" altLang="zh-CN"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Symbol" pitchFamily="18" charset="2"/>
                <a:ea typeface="楷体_GB2312"/>
                <a:cs typeface="楷体_GB2312"/>
              </a:rPr>
              <a:t>2</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p</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2</a:t>
            </a:r>
            <a:r>
              <a:rPr kumimoji="1" lang="zh-CN" altLang="en-US"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 </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 </a:t>
            </a:r>
            <a:r>
              <a:rPr kumimoji="1" lang="zh-CN" altLang="en-US" sz="2400" b="1" i="0"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且</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 </a:t>
            </a:r>
            <a:r>
              <a:rPr kumimoji="1" lang="en-US"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2</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则</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的线性组合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α=</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 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是</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的特征向量吗</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rPr>
              <a:t>？</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①若</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1</a:t>
            </a:r>
            <a:r>
              <a:rPr kumimoji="1" lang="zh-CN" altLang="en-US"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a:t>
            </a:r>
            <a:r>
              <a:rPr kumimoji="1" lang="zh-CN" altLang="en-US"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则</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μ</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与已知</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 </a:t>
            </a:r>
            <a:r>
              <a:rPr kumimoji="1" lang="en-US"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 </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2</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矛盾</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，故</a:t>
            </a:r>
            <a:r>
              <a:rPr kumimoji="1" lang="zh-CN" altLang="en-US" sz="2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pitchFamily="49" charset="-122"/>
              </a:rPr>
              <a:t>不是</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特征向量</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②若</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a:t>
            </a:r>
            <a:r>
              <a:rPr kumimoji="1" lang="zh-CN" altLang="en-US"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则</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α=</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a:t>
            </a:r>
            <a:r>
              <a:rPr kumimoji="1" lang="en-US" altLang="zh-CN" sz="24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O</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，故</a:t>
            </a:r>
            <a:r>
              <a:rPr kumimoji="1" lang="zh-CN" altLang="en-US" sz="24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不是</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特征向量</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③若</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1</a:t>
            </a:r>
            <a:r>
              <a:rPr kumimoji="1" lang="zh-CN" altLang="en-US"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a:t>
            </a:r>
            <a:r>
              <a:rPr kumimoji="1" lang="zh-CN" altLang="en-US"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则</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α=</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1</a:t>
            </a:r>
            <a:r>
              <a:rPr kumimoji="1" lang="zh-CN" altLang="en-US" sz="24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故</a:t>
            </a:r>
            <a:r>
              <a:rPr kumimoji="1" lang="zh-CN" altLang="en-US" sz="24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是</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对应</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1</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特征向量</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400" b="1" i="1"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Symbol" pitchFamily="18" charset="2"/>
              <a:ea typeface="楷体_GB2312"/>
              <a:cs typeface="楷体_GB2312"/>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④</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若</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a:t>
            </a:r>
            <a:r>
              <a:rPr kumimoji="1" lang="zh-CN" altLang="en-US"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t>
            </a:r>
            <a:r>
              <a:rPr kumimoji="1" lang="en-US" altLang="zh-CN" sz="2400" b="1" i="1" u="none" strike="noStrike" kern="1200" cap="none" spc="0" normalizeH="0" baseline="0" noProof="0" dirty="0">
                <a:ln>
                  <a:noFill/>
                </a:ln>
                <a:solidFill>
                  <a:srgbClr val="E72D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pitchFamily="49" charset="-122"/>
              </a:rPr>
              <a:t>0 </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则</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α=</a:t>
            </a:r>
            <a:r>
              <a:rPr kumimoji="1" lang="en-US" altLang="zh-CN" sz="2400" b="1" i="1" u="none" strike="noStrike" kern="1200" cap="none" spc="0" normalizeH="0" baseline="0" noProof="0" dirty="0">
                <a:ln>
                  <a:noFill/>
                </a:ln>
                <a:solidFill>
                  <a:srgbClr val="FFFFCC">
                    <a:lumMod val="75000"/>
                  </a:srgbClr>
                </a:solidFill>
                <a:effectLst/>
                <a:uLnTx/>
                <a:uFillTx/>
                <a:latin typeface="Times New Roman" pitchFamily="18" charset="0"/>
                <a:ea typeface="微软雅黑" pitchFamily="34" charset="-122"/>
                <a:cs typeface="楷体_GB2312" pitchFamily="49" charset="-122"/>
              </a:rPr>
              <a:t>k</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en-US" altLang="zh-CN" sz="24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2</a:t>
            </a:r>
            <a:r>
              <a:rPr kumimoji="1" lang="zh-CN" altLang="en-US" sz="2400" b="0"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故</a:t>
            </a:r>
            <a:r>
              <a:rPr kumimoji="1" lang="zh-CN" altLang="en-US" sz="2400" b="1" i="0" u="none" strike="noStrike" kern="1200" cap="none" spc="0" normalizeH="0" baseline="0" noProof="0" dirty="0">
                <a:ln>
                  <a:noFill/>
                </a:ln>
                <a:solidFill>
                  <a:srgbClr val="E72D00"/>
                </a:solidFill>
                <a:effectLst/>
                <a:uLnTx/>
                <a:uFillTx/>
                <a:latin typeface="微软雅黑" pitchFamily="34" charset="-122"/>
                <a:ea typeface="微软雅黑" pitchFamily="34" charset="-122"/>
                <a:cs typeface="楷体_GB2312" pitchFamily="49" charset="-122"/>
              </a:rPr>
              <a:t>是</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对应</a:t>
            </a:r>
            <a:r>
              <a:rPr kumimoji="1" lang="en-US" altLang="zh-CN" sz="2400" b="1" i="1" u="none" strike="noStrike" kern="1200" cap="none" spc="0" normalizeH="0" baseline="0" noProof="0" dirty="0">
                <a:ln>
                  <a:noFill/>
                </a:ln>
                <a:solidFill>
                  <a:srgbClr val="FFFFCC">
                    <a:lumMod val="75000"/>
                  </a:srgbClr>
                </a:solidFill>
                <a:effectLst/>
                <a:uLnTx/>
                <a:uFillTx/>
                <a:latin typeface="Symbol" pitchFamily="18" charset="2"/>
                <a:ea typeface="楷体_GB2312"/>
                <a:cs typeface="楷体_GB2312"/>
              </a:rPr>
              <a:t>l</a:t>
            </a:r>
            <a:r>
              <a:rPr kumimoji="1" lang="en-US" altLang="zh-CN" sz="2400" b="1" i="0" u="none" strike="noStrike" kern="1200" cap="none" spc="0" normalizeH="0" baseline="-25000" noProof="0" dirty="0">
                <a:ln>
                  <a:noFill/>
                </a:ln>
                <a:solidFill>
                  <a:srgbClr val="FFFFCC">
                    <a:lumMod val="75000"/>
                  </a:srgbClr>
                </a:solidFill>
                <a:effectLst/>
                <a:uLnTx/>
                <a:uFillTx/>
                <a:latin typeface="Times New Roman" pitchFamily="18" charset="0"/>
                <a:ea typeface="楷体_GB2312"/>
                <a:cs typeface="楷体_GB2312"/>
              </a:rPr>
              <a:t>2</a:t>
            </a:r>
            <a:r>
              <a:rPr kumimoji="1" lang="zh-CN" altLang="en-US" sz="2400" b="1" i="0" u="none" strike="noStrike" kern="1200" cap="none" spc="0" normalizeH="0" baseline="0" noProof="0" dirty="0">
                <a:ln>
                  <a:noFill/>
                </a:ln>
                <a:solidFill>
                  <a:srgbClr val="FFFFCC">
                    <a:lumMod val="75000"/>
                  </a:srgbClr>
                </a:solidFill>
                <a:effectLst/>
                <a:uLnTx/>
                <a:uFillTx/>
                <a:latin typeface="Times New Roman" pitchFamily="18" charset="0"/>
                <a:ea typeface="楷体_GB2312"/>
                <a:cs typeface="楷体_GB2312"/>
              </a:rPr>
              <a:t>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特征向量</a:t>
            </a:r>
            <a:endPar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animEffect transition="in" filter="wipe(left)">
                                      <p:cBhvr>
                                        <p:cTn id="7" dur="500"/>
                                        <p:tgtEl>
                                          <p:spTgt spid="4">
                                            <p:bg/>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xEl>
                                              <p:pRg st="0" end="0"/>
                                            </p:txEl>
                                          </p:spTgt>
                                        </p:tgtEl>
                                        <p:attrNameLst>
                                          <p:attrName>style.visibility</p:attrName>
                                        </p:attrNameLst>
                                      </p:cBhvr>
                                      <p:to>
                                        <p:strVal val="visible"/>
                                      </p:to>
                                    </p:set>
                                    <p:animEffect transition="in" filter="wipe(left)">
                                      <p:cBhvr>
                                        <p:cTn id="12" dur="500"/>
                                        <p:tgtEl>
                                          <p:spTgt spid="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
                                            <p:txEl>
                                              <p:pRg st="1" end="1"/>
                                            </p:txEl>
                                          </p:spTgt>
                                        </p:tgtEl>
                                        <p:attrNameLst>
                                          <p:attrName>style.visibility</p:attrName>
                                        </p:attrNameLst>
                                      </p:cBhvr>
                                      <p:to>
                                        <p:strVal val="visible"/>
                                      </p:to>
                                    </p:set>
                                    <p:animEffect transition="in" filter="wipe(left)">
                                      <p:cBhvr>
                                        <p:cTn id="17" dur="500"/>
                                        <p:tgtEl>
                                          <p:spTgt spid="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wipe(left)">
                                      <p:cBhvr>
                                        <p:cTn id="22" dur="500"/>
                                        <p:tgtEl>
                                          <p:spTgt spid="4">
                                            <p:txEl>
                                              <p:pRg st="3" end="3"/>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4">
                                            <p:txEl>
                                              <p:pRg st="4" end="4"/>
                                            </p:txEl>
                                          </p:spTgt>
                                        </p:tgtEl>
                                        <p:attrNameLst>
                                          <p:attrName>style.visibility</p:attrName>
                                        </p:attrNameLst>
                                      </p:cBhvr>
                                      <p:to>
                                        <p:strVal val="visible"/>
                                      </p:to>
                                    </p:set>
                                    <p:animEffect transition="in" filter="wipe(left)">
                                      <p:cBhvr>
                                        <p:cTn id="25" dur="500"/>
                                        <p:tgtEl>
                                          <p:spTgt spid="4">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left)">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4">
                                            <p:txEl>
                                              <p:pRg st="2" end="2"/>
                                            </p:txEl>
                                          </p:spTgt>
                                        </p:tgtEl>
                                        <p:attrNameLst>
                                          <p:attrName>style.visibility</p:attrName>
                                        </p:attrNameLst>
                                      </p:cBhvr>
                                      <p:to>
                                        <p:strVal val="visible"/>
                                      </p:to>
                                    </p:set>
                                    <p:animEffect transition="in" filter="wipe(left)">
                                      <p:cBhvr>
                                        <p:cTn id="35" dur="500"/>
                                        <p:tgtEl>
                                          <p:spTgt spid="4">
                                            <p:txEl>
                                              <p:pRg st="2" end="2"/>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left)">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wipe(left)">
                                      <p:cBhvr>
                                        <p:cTn id="45" dur="500"/>
                                        <p:tgtEl>
                                          <p:spTgt spid="13"/>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4">
                                            <p:txEl>
                                              <p:pRg st="5" end="5"/>
                                            </p:txEl>
                                          </p:spTgt>
                                        </p:tgtEl>
                                        <p:attrNameLst>
                                          <p:attrName>style.visibility</p:attrName>
                                        </p:attrNameLst>
                                      </p:cBhvr>
                                      <p:to>
                                        <p:strVal val="visible"/>
                                      </p:to>
                                    </p:set>
                                    <p:animEffect transition="in" filter="wipe(left)">
                                      <p:cBhvr>
                                        <p:cTn id="50" dur="500"/>
                                        <p:tgtEl>
                                          <p:spTgt spid="4">
                                            <p:txEl>
                                              <p:pRg st="5" end="5"/>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4">
                                            <p:txEl>
                                              <p:pRg st="6" end="6"/>
                                            </p:txEl>
                                          </p:spTgt>
                                        </p:tgtEl>
                                        <p:attrNameLst>
                                          <p:attrName>style.visibility</p:attrName>
                                        </p:attrNameLst>
                                      </p:cBhvr>
                                      <p:to>
                                        <p:strVal val="visible"/>
                                      </p:to>
                                    </p:set>
                                    <p:animEffect transition="in" filter="wipe(left)">
                                      <p:cBhvr>
                                        <p:cTn id="55" dur="500"/>
                                        <p:tgtEl>
                                          <p:spTgt spid="4">
                                            <p:txEl>
                                              <p:pRg st="6" end="6"/>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
                                            <p:txEl>
                                              <p:pRg st="7" end="7"/>
                                            </p:txEl>
                                          </p:spTgt>
                                        </p:tgtEl>
                                        <p:attrNameLst>
                                          <p:attrName>style.visibility</p:attrName>
                                        </p:attrNameLst>
                                      </p:cBhvr>
                                      <p:to>
                                        <p:strVal val="visible"/>
                                      </p:to>
                                    </p:set>
                                    <p:animEffect transition="in" filter="wipe(left)">
                                      <p:cBhvr>
                                        <p:cTn id="60" dur="500"/>
                                        <p:tgtEl>
                                          <p:spTgt spid="4">
                                            <p:txEl>
                                              <p:pRg st="7" end="7"/>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4">
                                            <p:txEl>
                                              <p:pRg st="8" end="8"/>
                                            </p:txEl>
                                          </p:spTgt>
                                        </p:tgtEl>
                                        <p:attrNameLst>
                                          <p:attrName>style.visibility</p:attrName>
                                        </p:attrNameLst>
                                      </p:cBhvr>
                                      <p:to>
                                        <p:strVal val="visible"/>
                                      </p:to>
                                    </p:set>
                                    <p:animEffect transition="in" filter="wipe(left)">
                                      <p:cBhvr>
                                        <p:cTn id="65" dur="500"/>
                                        <p:tgtEl>
                                          <p:spTgt spid="4">
                                            <p:txEl>
                                              <p:pRg st="8" end="8"/>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4">
                                            <p:txEl>
                                              <p:pRg st="9" end="9"/>
                                            </p:txEl>
                                          </p:spTgt>
                                        </p:tgtEl>
                                        <p:attrNameLst>
                                          <p:attrName>style.visibility</p:attrName>
                                        </p:attrNameLst>
                                      </p:cBhvr>
                                      <p:to>
                                        <p:strVal val="visible"/>
                                      </p:to>
                                    </p:set>
                                    <p:animEffect transition="in" filter="wipe(left)">
                                      <p:cBhvr>
                                        <p:cTn id="70" dur="500"/>
                                        <p:tgtEl>
                                          <p:spTgt spid="4">
                                            <p:txEl>
                                              <p:pRg st="9" end="9"/>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4">
                                            <p:txEl>
                                              <p:pRg st="10" end="10"/>
                                            </p:txEl>
                                          </p:spTgt>
                                        </p:tgtEl>
                                        <p:attrNameLst>
                                          <p:attrName>style.visibility</p:attrName>
                                        </p:attrNameLst>
                                      </p:cBhvr>
                                      <p:to>
                                        <p:strVal val="visible"/>
                                      </p:to>
                                    </p:set>
                                    <p:animEffect transition="in" filter="wipe(left)">
                                      <p:cBhvr>
                                        <p:cTn id="75" dur="500"/>
                                        <p:tgtEl>
                                          <p:spTgt spid="4">
                                            <p:txEl>
                                              <p:pRg st="10" end="10"/>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4">
                                            <p:txEl>
                                              <p:pRg st="11" end="11"/>
                                            </p:txEl>
                                          </p:spTgt>
                                        </p:tgtEl>
                                        <p:attrNameLst>
                                          <p:attrName>style.visibility</p:attrName>
                                        </p:attrNameLst>
                                      </p:cBhvr>
                                      <p:to>
                                        <p:strVal val="visible"/>
                                      </p:to>
                                    </p:set>
                                    <p:animEffect transition="in" filter="wipe(left)">
                                      <p:cBhvr>
                                        <p:cTn id="80" dur="500"/>
                                        <p:tgtEl>
                                          <p:spTgt spid="4">
                                            <p:txEl>
                                              <p:pRg st="11" end="11"/>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grpId="0" nodeType="clickEffect">
                                  <p:stCondLst>
                                    <p:cond delay="0"/>
                                  </p:stCondLst>
                                  <p:childTnLst>
                                    <p:set>
                                      <p:cBhvr>
                                        <p:cTn id="84" dur="1" fill="hold">
                                          <p:stCondLst>
                                            <p:cond delay="0"/>
                                          </p:stCondLst>
                                        </p:cTn>
                                        <p:tgtEl>
                                          <p:spTgt spid="7">
                                            <p:bg/>
                                          </p:spTgt>
                                        </p:tgtEl>
                                        <p:attrNameLst>
                                          <p:attrName>style.visibility</p:attrName>
                                        </p:attrNameLst>
                                      </p:cBhvr>
                                      <p:to>
                                        <p:strVal val="visible"/>
                                      </p:to>
                                    </p:set>
                                    <p:animEffect transition="in" filter="wipe(left)">
                                      <p:cBhvr>
                                        <p:cTn id="85" dur="500"/>
                                        <p:tgtEl>
                                          <p:spTgt spid="7">
                                            <p:bg/>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7">
                                            <p:txEl>
                                              <p:pRg st="0" end="0"/>
                                            </p:txEl>
                                          </p:spTgt>
                                        </p:tgtEl>
                                        <p:attrNameLst>
                                          <p:attrName>style.visibility</p:attrName>
                                        </p:attrNameLst>
                                      </p:cBhvr>
                                      <p:to>
                                        <p:strVal val="visible"/>
                                      </p:to>
                                    </p:set>
                                    <p:animEffect transition="in" filter="wipe(left)">
                                      <p:cBhvr>
                                        <p:cTn id="90" dur="500"/>
                                        <p:tgtEl>
                                          <p:spTgt spid="7">
                                            <p:txEl>
                                              <p:pRg st="0" end="0"/>
                                            </p:txEl>
                                          </p:spTgt>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7">
                                            <p:txEl>
                                              <p:pRg st="1" end="1"/>
                                            </p:txEl>
                                          </p:spTgt>
                                        </p:tgtEl>
                                        <p:attrNameLst>
                                          <p:attrName>style.visibility</p:attrName>
                                        </p:attrNameLst>
                                      </p:cBhvr>
                                      <p:to>
                                        <p:strVal val="visible"/>
                                      </p:to>
                                    </p:set>
                                    <p:animEffect transition="in" filter="wipe(left)">
                                      <p:cBhvr>
                                        <p:cTn id="93" dur="500"/>
                                        <p:tgtEl>
                                          <p:spTgt spid="7">
                                            <p:txEl>
                                              <p:pRg st="1" end="1"/>
                                            </p:txEl>
                                          </p:spTgt>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7">
                                            <p:txEl>
                                              <p:pRg st="3" end="3"/>
                                            </p:txEl>
                                          </p:spTgt>
                                        </p:tgtEl>
                                        <p:attrNameLst>
                                          <p:attrName>style.visibility</p:attrName>
                                        </p:attrNameLst>
                                      </p:cBhvr>
                                      <p:to>
                                        <p:strVal val="visible"/>
                                      </p:to>
                                    </p:set>
                                    <p:animEffect transition="in" filter="wipe(left)">
                                      <p:cBhvr>
                                        <p:cTn id="98" dur="500"/>
                                        <p:tgtEl>
                                          <p:spTgt spid="7">
                                            <p:txEl>
                                              <p:pRg st="3" end="3"/>
                                            </p:txEl>
                                          </p:spTgt>
                                        </p:tgtEl>
                                      </p:cBhvr>
                                    </p:animEffect>
                                  </p:childTnLst>
                                </p:cTn>
                              </p:par>
                              <p:par>
                                <p:cTn id="99" presetID="22" presetClass="entr" presetSubtype="8" fill="hold" grpId="0" nodeType="withEffect">
                                  <p:stCondLst>
                                    <p:cond delay="0"/>
                                  </p:stCondLst>
                                  <p:childTnLst>
                                    <p:set>
                                      <p:cBhvr>
                                        <p:cTn id="100" dur="1" fill="hold">
                                          <p:stCondLst>
                                            <p:cond delay="0"/>
                                          </p:stCondLst>
                                        </p:cTn>
                                        <p:tgtEl>
                                          <p:spTgt spid="7">
                                            <p:txEl>
                                              <p:pRg st="4" end="4"/>
                                            </p:txEl>
                                          </p:spTgt>
                                        </p:tgtEl>
                                        <p:attrNameLst>
                                          <p:attrName>style.visibility</p:attrName>
                                        </p:attrNameLst>
                                      </p:cBhvr>
                                      <p:to>
                                        <p:strVal val="visible"/>
                                      </p:to>
                                    </p:set>
                                    <p:animEffect transition="in" filter="wipe(left)">
                                      <p:cBhvr>
                                        <p:cTn id="101" dur="500"/>
                                        <p:tgtEl>
                                          <p:spTgt spid="7">
                                            <p:txEl>
                                              <p:pRg st="4" end="4"/>
                                            </p:txEl>
                                          </p:spTgt>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grpId="0" nodeType="clickEffect">
                                  <p:stCondLst>
                                    <p:cond delay="0"/>
                                  </p:stCondLst>
                                  <p:childTnLst>
                                    <p:set>
                                      <p:cBhvr>
                                        <p:cTn id="105" dur="1" fill="hold">
                                          <p:stCondLst>
                                            <p:cond delay="0"/>
                                          </p:stCondLst>
                                        </p:cTn>
                                        <p:tgtEl>
                                          <p:spTgt spid="7">
                                            <p:txEl>
                                              <p:pRg st="6" end="6"/>
                                            </p:txEl>
                                          </p:spTgt>
                                        </p:tgtEl>
                                        <p:attrNameLst>
                                          <p:attrName>style.visibility</p:attrName>
                                        </p:attrNameLst>
                                      </p:cBhvr>
                                      <p:to>
                                        <p:strVal val="visible"/>
                                      </p:to>
                                    </p:set>
                                    <p:animEffect transition="in" filter="wipe(left)">
                                      <p:cBhvr>
                                        <p:cTn id="106" dur="500"/>
                                        <p:tgtEl>
                                          <p:spTgt spid="7">
                                            <p:txEl>
                                              <p:pRg st="6" end="6"/>
                                            </p:txEl>
                                          </p:spTgt>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grpId="0" nodeType="clickEffect">
                                  <p:stCondLst>
                                    <p:cond delay="0"/>
                                  </p:stCondLst>
                                  <p:childTnLst>
                                    <p:set>
                                      <p:cBhvr>
                                        <p:cTn id="110" dur="1" fill="hold">
                                          <p:stCondLst>
                                            <p:cond delay="0"/>
                                          </p:stCondLst>
                                        </p:cTn>
                                        <p:tgtEl>
                                          <p:spTgt spid="7">
                                            <p:txEl>
                                              <p:pRg st="8" end="8"/>
                                            </p:txEl>
                                          </p:spTgt>
                                        </p:tgtEl>
                                        <p:attrNameLst>
                                          <p:attrName>style.visibility</p:attrName>
                                        </p:attrNameLst>
                                      </p:cBhvr>
                                      <p:to>
                                        <p:strVal val="visible"/>
                                      </p:to>
                                    </p:set>
                                    <p:animEffect transition="in" filter="wipe(left)">
                                      <p:cBhvr>
                                        <p:cTn id="111" dur="500"/>
                                        <p:tgtEl>
                                          <p:spTgt spid="7">
                                            <p:txEl>
                                              <p:pRg st="8" end="8"/>
                                            </p:txEl>
                                          </p:spTgt>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7">
                                            <p:txEl>
                                              <p:pRg st="10" end="10"/>
                                            </p:txEl>
                                          </p:spTgt>
                                        </p:tgtEl>
                                        <p:attrNameLst>
                                          <p:attrName>style.visibility</p:attrName>
                                        </p:attrNameLst>
                                      </p:cBhvr>
                                      <p:to>
                                        <p:strVal val="visible"/>
                                      </p:to>
                                    </p:set>
                                    <p:animEffect transition="in" filter="wipe(left)">
                                      <p:cBhvr>
                                        <p:cTn id="116" dur="500"/>
                                        <p:tgtEl>
                                          <p:spTgt spid="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allAtOnce" animBg="1"/>
      <p:bldP spid="11" grpId="0"/>
      <p:bldP spid="13" grpId="0"/>
      <p:bldP spid="15" grpId="0"/>
      <p:bldP spid="7" grpId="0" uiExpand="1" build="allAtOnce"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5-4 </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相似</a:t>
            </a:r>
            <a:r>
              <a:rPr lang="zh-CN" altLang="en-US" sz="4800" b="1" kern="1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latin typeface="微软雅黑" pitchFamily="34" charset="-122"/>
                <a:ea typeface="微软雅黑" pitchFamily="34" charset="-122"/>
              </a:rPr>
              <a:t>矩</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阵</a:t>
            </a:r>
          </a:p>
        </p:txBody>
      </p:sp>
      <p:sp>
        <p:nvSpPr>
          <p:cNvPr id="22535" name="矩形 3"/>
          <p:cNvSpPr>
            <a:spLocks noChangeArrowheads="1"/>
          </p:cNvSpPr>
          <p:nvPr/>
        </p:nvSpPr>
        <p:spPr bwMode="auto">
          <a:xfrm>
            <a:off x="714375" y="928688"/>
            <a:ext cx="8643938" cy="3350854"/>
          </a:xfrm>
          <a:prstGeom prst="rect">
            <a:avLst/>
          </a:prstGeom>
          <a:noFill/>
          <a:ln w="9525">
            <a:noFill/>
            <a:miter lim="800000"/>
            <a:headEnd/>
            <a:tailEnd/>
          </a:ln>
        </p:spPr>
        <p:txBody>
          <a:bodyPr>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定理：若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n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阶矩阵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P</a:t>
            </a:r>
            <a:r>
              <a:rPr kumimoji="1" lang="zh-CN" altLang="en-US"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 </a:t>
            </a:r>
            <a:r>
              <a:rPr kumimoji="1" lang="en-US" altLang="en-US" sz="2400" b="1" i="1" u="none" strike="noStrike" kern="1200" cap="none" spc="0" normalizeH="0" baseline="30000" noProof="0" dirty="0">
                <a:ln>
                  <a:noFill/>
                </a:ln>
                <a:solidFill>
                  <a:srgbClr val="FFFFCC"/>
                </a:solidFill>
                <a:effectLst/>
                <a:uLnTx/>
                <a:uFillTx/>
                <a:latin typeface="Times New Roman" pitchFamily="18" charset="0"/>
                <a:ea typeface="宋体" pitchFamily="2" charset="-122"/>
                <a:cs typeface="+mn-cs"/>
              </a:rPr>
              <a:t>−</a:t>
            </a:r>
            <a:r>
              <a:rPr kumimoji="1" lang="en-US" altLang="zh-CN" sz="2400" b="1" i="0" u="none" strike="noStrike" kern="1200" cap="none" spc="0" normalizeH="0" baseline="30000" noProof="0" dirty="0">
                <a:ln>
                  <a:noFill/>
                </a:ln>
                <a:solidFill>
                  <a:srgbClr val="FFFFCC"/>
                </a:solidFill>
                <a:effectLst/>
                <a:uLnTx/>
                <a:uFillTx/>
                <a:latin typeface="Times New Roman" pitchFamily="18" charset="0"/>
                <a:ea typeface="宋体" pitchFamily="2" charset="-122"/>
                <a:cs typeface="+mn-cs"/>
              </a:rPr>
              <a:t>1</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AP</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 =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B</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其中</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可逆</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，则 </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特征多项式</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相同</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即</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a:t>
            </a:r>
            <a:r>
              <a:rPr kumimoji="1" lang="el-GR" altLang="zh-CN" sz="24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 </a:t>
            </a:r>
            <a:r>
              <a:rPr kumimoji="1" lang="el-GR"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λ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E</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 </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sym typeface="Symbol"/>
              </a:rPr>
              <a:t>=</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B-</a:t>
            </a:r>
            <a:r>
              <a:rPr kumimoji="1" lang="el-GR" altLang="zh-CN" sz="24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 </a:t>
            </a:r>
            <a:r>
              <a:rPr kumimoji="1" lang="el-GR"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λ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E|</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特征值</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也相同</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m</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B</a:t>
            </a:r>
            <a:r>
              <a:rPr kumimoji="1" lang="en-US" altLang="zh-CN" sz="2400" b="1" i="0"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m</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的相似，</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k A</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kB</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kE+A</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与</a:t>
            </a:r>
            <a:r>
              <a:rPr kumimoji="1" lang="en-US" altLang="zh-CN" sz="24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kE</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sym typeface="Wingdings"/>
              </a:rPr>
              <a:t></a:t>
            </a:r>
            <a:r>
              <a:rPr kumimoji="1" lang="en-US" altLang="zh-CN"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 </a:t>
            </a:r>
            <a:r>
              <a:rPr kumimoji="1" lang="zh-CN" altLang="en-US"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的多项式 </a:t>
            </a:r>
            <a:r>
              <a:rPr kumimoji="1" lang="en-US" altLang="zh-CN"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φ(A) </a:t>
            </a:r>
            <a:r>
              <a:rPr kumimoji="1" lang="zh-CN" altLang="en-US"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和 </a:t>
            </a:r>
            <a:r>
              <a:rPr kumimoji="1" lang="en-US" altLang="zh-CN"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B </a:t>
            </a:r>
            <a:r>
              <a:rPr kumimoji="1" lang="zh-CN" altLang="en-US"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的多项式 </a:t>
            </a:r>
            <a:r>
              <a:rPr kumimoji="1" lang="en-US" altLang="zh-CN"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φ(B) </a:t>
            </a:r>
            <a:r>
              <a:rPr kumimoji="1" lang="zh-CN" altLang="en-US" sz="22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相似，即</a:t>
            </a:r>
            <a:r>
              <a:rPr kumimoji="1" lang="en-US" altLang="zh-CN" sz="2200" b="1" i="1"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P</a:t>
            </a:r>
            <a:r>
              <a:rPr kumimoji="1" lang="zh-CN" altLang="en-US" sz="2200" b="1" i="1"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 </a:t>
            </a:r>
            <a:r>
              <a:rPr kumimoji="1" lang="zh-CN" altLang="en-US" sz="2200" b="1" i="1" u="none" strike="noStrike" kern="1200" cap="none" spc="0" normalizeH="0" baseline="30000" noProof="0" dirty="0">
                <a:ln>
                  <a:noFill/>
                </a:ln>
                <a:solidFill>
                  <a:srgbClr val="FFFF00"/>
                </a:solidFill>
                <a:effectLst/>
                <a:uLnTx/>
                <a:uFillTx/>
                <a:latin typeface="Times New Roman" pitchFamily="18" charset="0"/>
                <a:ea typeface="宋体" pitchFamily="2" charset="-122"/>
                <a:cs typeface="+mn-cs"/>
              </a:rPr>
              <a:t>−</a:t>
            </a:r>
            <a:r>
              <a:rPr kumimoji="1" lang="en-US" altLang="zh-CN" sz="2200" b="1" i="0" u="none" strike="noStrike" kern="1200" cap="none" spc="0" normalizeH="0" baseline="30000" noProof="0" dirty="0">
                <a:ln>
                  <a:noFill/>
                </a:ln>
                <a:solidFill>
                  <a:srgbClr val="FFFF00"/>
                </a:solidFill>
                <a:effectLst/>
                <a:uLnTx/>
                <a:uFillTx/>
                <a:latin typeface="Times New Roman" pitchFamily="18" charset="0"/>
                <a:ea typeface="宋体" pitchFamily="2" charset="-122"/>
                <a:cs typeface="+mn-cs"/>
              </a:rPr>
              <a:t>1 </a:t>
            </a:r>
            <a:r>
              <a:rPr kumimoji="1" lang="en-US" altLang="zh-CN" sz="2200" b="1" i="1" u="none" strike="noStrike" kern="1200" cap="none" spc="0" normalizeH="0" baseline="0" noProof="0" dirty="0">
                <a:ln>
                  <a:noFill/>
                </a:ln>
                <a:solidFill>
                  <a:srgbClr val="FFFF00"/>
                </a:solidFill>
                <a:effectLst/>
                <a:uLnTx/>
                <a:uFillTx/>
                <a:latin typeface="Symbol" pitchFamily="18" charset="2"/>
                <a:ea typeface="宋体" pitchFamily="2" charset="-122"/>
                <a:cs typeface="+mn-cs"/>
              </a:rPr>
              <a:t>j</a:t>
            </a:r>
            <a:r>
              <a:rPr kumimoji="1" lang="en-US" altLang="zh-CN" sz="2200" b="1" i="0" u="none" strike="noStrike" kern="1200" cap="none" spc="0" normalizeH="0" baseline="0" noProof="0" dirty="0">
                <a:ln>
                  <a:noFill/>
                </a:ln>
                <a:solidFill>
                  <a:srgbClr val="FFFF00"/>
                </a:solidFill>
                <a:effectLst/>
                <a:uLnTx/>
                <a:uFillTx/>
                <a:latin typeface="Symbol" pitchFamily="18" charset="2"/>
                <a:ea typeface="宋体" pitchFamily="2" charset="-122"/>
                <a:cs typeface="+mn-cs"/>
              </a:rPr>
              <a:t> </a:t>
            </a:r>
            <a:r>
              <a:rPr kumimoji="1" lang="en-US" altLang="zh-CN" sz="2200" b="1" i="0"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a:t>
            </a:r>
            <a:r>
              <a:rPr kumimoji="1" lang="en-US" altLang="zh-CN" sz="2200" b="1" i="1"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A</a:t>
            </a:r>
            <a:r>
              <a:rPr kumimoji="1" lang="en-US" altLang="zh-CN" sz="2200" b="1" i="0"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 </a:t>
            </a:r>
            <a:r>
              <a:rPr kumimoji="1" lang="en-US" altLang="zh-CN" sz="2400" b="1" i="1"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P</a:t>
            </a:r>
            <a:r>
              <a:rPr kumimoji="1" lang="en-US" altLang="zh-CN" sz="2400" b="1" i="1" u="none" strike="noStrike" kern="1200" cap="none" spc="0" normalizeH="0" baseline="0" noProof="0" dirty="0">
                <a:ln>
                  <a:noFill/>
                </a:ln>
                <a:solidFill>
                  <a:srgbClr val="FFFF00"/>
                </a:solidFill>
                <a:effectLst/>
                <a:uLnTx/>
                <a:uFillTx/>
                <a:latin typeface="Symbol" pitchFamily="18" charset="2"/>
                <a:ea typeface="宋体" pitchFamily="2" charset="-122"/>
                <a:cs typeface="+mn-cs"/>
              </a:rPr>
              <a:t> =j</a:t>
            </a:r>
            <a:r>
              <a:rPr kumimoji="1" lang="en-US" altLang="zh-CN" sz="2400" b="1" i="0" u="none" strike="noStrike" kern="1200" cap="none" spc="0" normalizeH="0" baseline="0" noProof="0" dirty="0">
                <a:ln>
                  <a:noFill/>
                </a:ln>
                <a:solidFill>
                  <a:srgbClr val="FFFF00"/>
                </a:solidFill>
                <a:effectLst/>
                <a:uLnTx/>
                <a:uFillTx/>
                <a:latin typeface="Symbol" pitchFamily="18" charset="2"/>
                <a:ea typeface="宋体" pitchFamily="2" charset="-122"/>
                <a:cs typeface="+mn-cs"/>
              </a:rPr>
              <a:t> </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a:t>
            </a:r>
            <a:r>
              <a:rPr kumimoji="1" lang="en-US" altLang="zh-CN" sz="2400" b="1" i="1"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B</a:t>
            </a:r>
            <a:r>
              <a:rPr kumimoji="1" lang="en-US" altLang="zh-CN" sz="2400" b="1" i="0" u="none" strike="noStrike" kern="1200" cap="none" spc="0" normalizeH="0" baseline="0" noProof="0" dirty="0">
                <a:ln>
                  <a:noFill/>
                </a:ln>
                <a:solidFill>
                  <a:srgbClr val="FFFF00"/>
                </a:solidFill>
                <a:effectLst/>
                <a:uLnTx/>
                <a:uFillTx/>
                <a:latin typeface="Times New Roman" pitchFamily="18" charset="0"/>
                <a:ea typeface="宋体" pitchFamily="2" charset="-122"/>
                <a:cs typeface="+mn-cs"/>
              </a:rPr>
              <a:t>)</a:t>
            </a:r>
            <a:endPar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5" name="AutoShape 5"/>
          <p:cNvSpPr>
            <a:spLocks noChangeArrowheads="1"/>
          </p:cNvSpPr>
          <p:nvPr/>
        </p:nvSpPr>
        <p:spPr bwMode="auto">
          <a:xfrm>
            <a:off x="785813" y="3786188"/>
            <a:ext cx="8358187" cy="3071812"/>
          </a:xfrm>
          <a:prstGeom prst="roundRect">
            <a:avLst>
              <a:gd name="adj" fmla="val 4646"/>
            </a:avLst>
          </a:prstGeom>
          <a:solidFill>
            <a:schemeClr val="accent1"/>
          </a:solidFill>
          <a:ln w="28575">
            <a:solidFill>
              <a:schemeClr val="accent2"/>
            </a:solidFill>
            <a:round/>
            <a:headEnd/>
            <a:tailEnd/>
          </a:ln>
          <a:effectLst/>
        </p:spPr>
        <p:txBody>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证明：由已知，存在可逆矩阵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，使得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P </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AP = B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．于是</a:t>
            </a:r>
          </a:p>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f(</a:t>
            </a:r>
            <a:r>
              <a:rPr kumimoji="1" lang="el-GR"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λ</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B −</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t>
            </a:r>
          </a:p>
          <a:p>
            <a:pPr marL="457200" marR="0" lvl="0" indent="-457200" algn="l" defTabSz="914400" rtl="0" eaLnBrk="0" fontAlgn="base" latinLnBrk="0" hangingPunct="0">
              <a:lnSpc>
                <a:spcPct val="15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f(</a:t>
            </a:r>
            <a:r>
              <a:rPr kumimoji="1" lang="el-GR"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λ</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B −</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 |A−</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p>
          <a:p>
            <a:pPr marL="0" marR="0" lvl="0" indent="0" algn="l" defTabSz="914400" rtl="0" eaLnBrk="0" fontAlgn="base" latinLnBrk="0" hangingPunct="0">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即</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和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的特征多项式相同</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又由</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f(</a:t>
            </a:r>
            <a:r>
              <a:rPr kumimoji="1" lang="el-GR"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λ</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=0</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可解出特征值，故</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 </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和 </a:t>
            </a:r>
            <a:r>
              <a:rPr kumimoji="1" lang="en-US" altLang="zh-CN"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 </a:t>
            </a:r>
            <a:r>
              <a:rPr kumimoji="1" lang="zh-CN" altLang="en-US" sz="2000" b="1" i="0" u="none" strike="noStrike" kern="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的特征值也相同</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0" fontAlgn="base" latinLnBrk="0" hangingPunct="0">
              <a:lnSpc>
                <a:spcPct val="150000"/>
              </a:lnSpc>
              <a:spcBef>
                <a:spcPct val="0"/>
              </a:spcBef>
              <a:spcAft>
                <a:spcPct val="0"/>
              </a:spcAft>
              <a:buClrTx/>
              <a:buSzTx/>
              <a:buFontTx/>
              <a:buNone/>
              <a:tabLst/>
              <a:defRPr/>
            </a:pPr>
            <a:endPar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p:txBody>
      </p:sp>
      <p:sp>
        <p:nvSpPr>
          <p:cNvPr id="10" name="矩形 9"/>
          <p:cNvSpPr/>
          <p:nvPr/>
        </p:nvSpPr>
        <p:spPr>
          <a:xfrm>
            <a:off x="2643174" y="4303762"/>
            <a:ext cx="3513002" cy="553998"/>
          </a:xfrm>
          <a:prstGeom prst="rect">
            <a:avLst/>
          </a:prstGeom>
        </p:spPr>
        <p:txBody>
          <a:bodyPr wrap="square">
            <a:spAutoFit/>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P </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AP − P </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P |</a:t>
            </a:r>
          </a:p>
        </p:txBody>
      </p:sp>
      <p:sp>
        <p:nvSpPr>
          <p:cNvPr id="11" name="矩形 10"/>
          <p:cNvSpPr/>
          <p:nvPr/>
        </p:nvSpPr>
        <p:spPr>
          <a:xfrm>
            <a:off x="4143372" y="4857760"/>
            <a:ext cx="1428824" cy="553998"/>
          </a:xfrm>
          <a:prstGeom prst="rect">
            <a:avLst/>
          </a:prstGeom>
        </p:spPr>
        <p:txBody>
          <a:bodyPr wrap="square">
            <a:spAutoFit/>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t>
            </a:r>
          </a:p>
        </p:txBody>
      </p:sp>
      <p:sp>
        <p:nvSpPr>
          <p:cNvPr id="12" name="矩形 11"/>
          <p:cNvSpPr/>
          <p:nvPr/>
        </p:nvSpPr>
        <p:spPr>
          <a:xfrm>
            <a:off x="5572132" y="4286256"/>
            <a:ext cx="2600268" cy="553998"/>
          </a:xfrm>
          <a:prstGeom prst="rect">
            <a:avLst/>
          </a:prstGeom>
        </p:spPr>
        <p:txBody>
          <a:bodyPr wrap="square">
            <a:spAutoFit/>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P </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P |</a:t>
            </a:r>
          </a:p>
        </p:txBody>
      </p:sp>
      <p:sp>
        <p:nvSpPr>
          <p:cNvPr id="13" name="矩形 12"/>
          <p:cNvSpPr/>
          <p:nvPr/>
        </p:nvSpPr>
        <p:spPr>
          <a:xfrm>
            <a:off x="5429160" y="4857760"/>
            <a:ext cx="2743240" cy="553998"/>
          </a:xfrm>
          <a:prstGeom prst="rect">
            <a:avLst/>
          </a:prstGeom>
        </p:spPr>
        <p:txBody>
          <a:bodyPr wrap="square">
            <a:spAutoFit/>
          </a:bodyPr>
          <a:lstStyle/>
          <a:p>
            <a:pPr marL="457200" marR="0" lvl="0" indent="-457200" algn="l" defTabSz="914400" rtl="0" eaLnBrk="0" fontAlgn="base" latinLnBrk="0" hangingPunct="0">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P </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a:t>
            </a:r>
            <a:r>
              <a:rPr kumimoji="1" lang="en-US" altLang="zh-CN" sz="2000" b="1" i="0" u="none" strike="noStrike" kern="1200" cap="none" spc="0" normalizeH="0" baseline="0" noProof="0" dirty="0" err="1">
                <a:ln>
                  <a:noFill/>
                </a:ln>
                <a:solidFill>
                  <a:srgbClr val="FF0000"/>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|P |=</a:t>
            </a:r>
          </a:p>
        </p:txBody>
      </p:sp>
      <p:sp>
        <p:nvSpPr>
          <p:cNvPr id="15" name="AutoShape 5"/>
          <p:cNvSpPr>
            <a:spLocks noChangeArrowheads="1"/>
          </p:cNvSpPr>
          <p:nvPr/>
        </p:nvSpPr>
        <p:spPr bwMode="auto">
          <a:xfrm>
            <a:off x="785812" y="3794039"/>
            <a:ext cx="8358187" cy="3071812"/>
          </a:xfrm>
          <a:prstGeom prst="roundRect">
            <a:avLst>
              <a:gd name="adj" fmla="val 4646"/>
            </a:avLst>
          </a:prstGeom>
          <a:solidFill>
            <a:schemeClr val="accent1"/>
          </a:solidFill>
          <a:ln w="28575">
            <a:solidFill>
              <a:schemeClr val="accent2"/>
            </a:solidFill>
            <a:round/>
            <a:headEnd/>
            <a:tailEnd/>
          </a:ln>
          <a:effectLst/>
        </p:spPr>
        <p:txBody>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B </a:t>
            </a:r>
            <a:r>
              <a:rPr kumimoji="1" lang="zh-CN" altLang="en-US"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err="1">
                <a:ln>
                  <a:noFill/>
                </a:ln>
                <a:solidFill>
                  <a:srgbClr val="010199">
                    <a:lumMod val="60000"/>
                    <a:lumOff val="40000"/>
                  </a:srgbClr>
                </a:solidFill>
                <a:effectLst/>
                <a:uLnTx/>
                <a:uFillTx/>
                <a:latin typeface="Times New Roman" pitchFamily="18" charset="0"/>
                <a:ea typeface="宋体" pitchFamily="2" charset="-122"/>
                <a:cs typeface="+mn-cs"/>
              </a:rPr>
              <a:t>B</a:t>
            </a:r>
            <a:r>
              <a:rPr kumimoji="1" lang="en-US" altLang="zh-CN" sz="2000" b="1" i="1" u="none" strike="noStrike" kern="1200" cap="none" spc="0" normalizeH="0" baseline="30000" noProof="0" dirty="0" err="1">
                <a:ln>
                  <a:noFill/>
                </a:ln>
                <a:solidFill>
                  <a:srgbClr val="010199">
                    <a:lumMod val="60000"/>
                    <a:lumOff val="40000"/>
                  </a:srgbClr>
                </a:solidFill>
                <a:effectLst/>
                <a:uLnTx/>
                <a:uFillTx/>
                <a:latin typeface="Times New Roman" pitchFamily="18" charset="0"/>
                <a:ea typeface="宋体" pitchFamily="2" charset="-122"/>
                <a:cs typeface="+mn-cs"/>
              </a:rPr>
              <a:t>k</a:t>
            </a:r>
            <a:r>
              <a:rPr kumimoji="1" lang="en-US" altLang="zh-CN" sz="2000" b="1" i="1" u="none" strike="noStrike" kern="1200" cap="none" spc="0" normalizeH="0" baseline="30000" noProof="0" dirty="0">
                <a:ln>
                  <a:noFill/>
                </a:ln>
                <a:solidFill>
                  <a:srgbClr val="010199">
                    <a:lumMod val="60000"/>
                    <a:lumOff val="40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a:t>
            </a:r>
            <a:r>
              <a:rPr kumimoji="1" lang="en-US" altLang="zh-CN" sz="2000" b="1" i="0" u="none" strike="noStrike" kern="1200" cap="none" spc="0" normalizeH="0" baseline="0" noProof="0" dirty="0">
                <a:ln>
                  <a:noFill/>
                </a:ln>
                <a:solidFill>
                  <a:srgbClr val="0000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a:t>
            </a:r>
            <a:r>
              <a:rPr kumimoji="1" lang="en-US" altLang="en-US" sz="2000" b="1" i="1"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0000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a:t>
            </a:r>
            <a:r>
              <a:rPr kumimoji="1" lang="en-US" altLang="en-US" sz="2000" b="1" i="1"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AP</a:t>
            </a:r>
            <a:r>
              <a:rPr kumimoji="1" lang="en-US" altLang="zh-CN" sz="2000" b="1" i="0" u="none" strike="noStrike" kern="1200" cap="none" spc="0" normalizeH="0" baseline="0" noProof="0" dirty="0">
                <a:ln>
                  <a:noFill/>
                </a:ln>
                <a:solidFill>
                  <a:srgbClr val="0000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30000" noProof="0" dirty="0">
                <a:ln>
                  <a:noFill/>
                </a:ln>
                <a:solidFill>
                  <a:srgbClr val="010199">
                    <a:lumMod val="60000"/>
                    <a:lumOff val="40000"/>
                  </a:srgbClr>
                </a:solidFill>
                <a:effectLst/>
                <a:uLnTx/>
                <a:uFillTx/>
                <a:latin typeface="Times New Roman" pitchFamily="18" charset="0"/>
                <a:ea typeface="宋体" pitchFamily="2" charset="-122"/>
                <a:cs typeface="+mn-cs"/>
              </a:rPr>
              <a:t>k</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楷体_GB2312"/>
                <a:ea typeface="宋体" pitchFamily="2" charset="-122"/>
                <a:cs typeface="+mn-cs"/>
              </a:rPr>
              <a:t>.</a:t>
            </a:r>
          </a:p>
          <a:p>
            <a:pPr marL="0" marR="0" lvl="0" indent="0" algn="l" defTabSz="914400" rtl="0" eaLnBrk="1" fontAlgn="base" latinLnBrk="0" hangingPunct="1">
              <a:lnSpc>
                <a:spcPct val="110000"/>
              </a:lnSpc>
              <a:spcBef>
                <a:spcPct val="0"/>
              </a:spcBef>
              <a:spcAft>
                <a:spcPct val="0"/>
              </a:spcAft>
              <a:buClrTx/>
              <a:buSzTx/>
              <a:buFont typeface="Wingdings" pitchFamily="2" charset="2"/>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设</a:t>
            </a:r>
            <a:r>
              <a:rPr kumimoji="1" lang="en-US" altLang="zh-CN" sz="2000" b="1" i="1" u="none" strike="noStrike" kern="1200" cap="none" spc="0" normalizeH="0" baseline="0" noProof="0" dirty="0">
                <a:ln>
                  <a:noFill/>
                </a:ln>
                <a:solidFill>
                  <a:srgbClr val="FF0000"/>
                </a:solidFill>
                <a:effectLst/>
                <a:uLnTx/>
                <a:uFillTx/>
                <a:latin typeface="Symbol" pitchFamily="18" charset="2"/>
                <a:ea typeface="宋体" pitchFamily="2" charset="-122"/>
                <a:cs typeface="+mn-cs"/>
              </a:rPr>
              <a:t>j</a:t>
            </a:r>
            <a:r>
              <a:rPr kumimoji="1" lang="en-US" altLang="zh-CN" sz="2000" b="1" i="0" u="none" strike="noStrike" kern="1200" cap="none" spc="0" normalizeH="0" baseline="0" noProof="0" dirty="0">
                <a:ln>
                  <a:noFill/>
                </a:ln>
                <a:solidFill>
                  <a:srgbClr val="FF0000"/>
                </a:solidFill>
                <a:effectLst/>
                <a:uLnTx/>
                <a:uFillTx/>
                <a:latin typeface="Symbol" pitchFamily="18" charset="2"/>
                <a:ea typeface="宋体" pitchFamily="2" charset="-122"/>
                <a:cs typeface="+mn-cs"/>
              </a:rPr>
              <a:t> </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x</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err="1">
                <a:ln>
                  <a:noFill/>
                </a:ln>
                <a:solidFill>
                  <a:srgbClr val="FF0000"/>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err="1">
                <a:ln>
                  <a:noFill/>
                </a:ln>
                <a:solidFill>
                  <a:srgbClr val="FF0000"/>
                </a:solidFill>
                <a:effectLst/>
                <a:uLnTx/>
                <a:uFillTx/>
                <a:latin typeface="Times New Roman" pitchFamily="18" charset="0"/>
                <a:ea typeface="宋体" pitchFamily="2" charset="-122"/>
                <a:cs typeface="+mn-cs"/>
              </a:rPr>
              <a:t>m</a:t>
            </a:r>
            <a:r>
              <a:rPr kumimoji="1" lang="en-US" altLang="zh-CN" sz="2000" b="1" i="1" u="none" strike="noStrike" kern="1200" cap="none" spc="0" normalizeH="0" baseline="0" noProof="0" dirty="0" err="1">
                <a:ln>
                  <a:noFill/>
                </a:ln>
                <a:solidFill>
                  <a:srgbClr val="FF0000"/>
                </a:solidFill>
                <a:effectLst/>
                <a:uLnTx/>
                <a:uFillTx/>
                <a:latin typeface="Times New Roman" pitchFamily="18" charset="0"/>
                <a:ea typeface="宋体" pitchFamily="2" charset="-122"/>
                <a:cs typeface="+mn-cs"/>
              </a:rPr>
              <a:t>x</a:t>
            </a:r>
            <a:r>
              <a:rPr kumimoji="1" lang="en-US" altLang="zh-CN" sz="2000" b="1" i="1" u="none" strike="noStrike" kern="1200" cap="none" spc="0" normalizeH="0" baseline="30000" noProof="0" dirty="0" err="1">
                <a:ln>
                  <a:noFill/>
                </a:ln>
                <a:solidFill>
                  <a:srgbClr val="FF0000"/>
                </a:solidFill>
                <a:effectLst/>
                <a:uLnTx/>
                <a:uFillTx/>
                <a:latin typeface="Times New Roman" pitchFamily="18" charset="0"/>
                <a:ea typeface="宋体" pitchFamily="2" charset="-122"/>
                <a:cs typeface="+mn-cs"/>
              </a:rPr>
              <a:t>m</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a:ln>
                  <a:noFill/>
                </a:ln>
                <a:solidFill>
                  <a:srgbClr val="FF0000"/>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25000" noProof="0" dirty="0">
                <a:ln>
                  <a:noFill/>
                </a:ln>
                <a:solidFill>
                  <a:srgbClr val="FF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x</a:t>
            </a:r>
            <a:r>
              <a:rPr kumimoji="1" lang="en-US" altLang="zh-CN" sz="2000" b="1" i="1"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FF0000"/>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 … +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x</a:t>
            </a: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FF0000"/>
                </a:solidFill>
                <a:effectLst/>
                <a:uLnTx/>
                <a:uFillTx/>
                <a:latin typeface="Times New Roman" pitchFamily="18" charset="0"/>
                <a:ea typeface="宋体" pitchFamily="2" charset="-122"/>
                <a:cs typeface="+mn-cs"/>
              </a:rPr>
              <a:t>0</a:t>
            </a:r>
            <a:r>
              <a:rPr kumimoji="1" lang="zh-CN" altLang="en-US"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，则</a:t>
            </a:r>
            <a:endPar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 typeface="Wingdings" pitchFamily="2" charset="2"/>
              <a:buNone/>
              <a:tabLst/>
              <a:defRPr/>
            </a:pP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 </a:t>
            </a:r>
            <a:r>
              <a:rPr kumimoji="1" lang="en-US" altLang="zh-CN" sz="2000" b="1" i="1" u="none" strike="noStrike" kern="1200" cap="none" spc="0" normalizeH="0" baseline="0" noProof="0" dirty="0">
                <a:ln>
                  <a:noFill/>
                </a:ln>
                <a:solidFill>
                  <a:srgbClr val="010199">
                    <a:lumMod val="75000"/>
                  </a:srgbClr>
                </a:solidFill>
                <a:effectLst/>
                <a:uLnTx/>
                <a:uFillTx/>
                <a:latin typeface="Symbol" pitchFamily="18" charset="2"/>
                <a:ea typeface="宋体" pitchFamily="2" charset="-122"/>
                <a:cs typeface="+mn-cs"/>
              </a:rPr>
              <a:t>j</a:t>
            </a:r>
            <a:r>
              <a:rPr kumimoji="1" lang="en-US" altLang="zh-CN" sz="2000" b="1" i="0" u="none" strike="noStrike" kern="1200" cap="none" spc="0" normalizeH="0" baseline="0" noProof="0" dirty="0">
                <a:ln>
                  <a:noFill/>
                </a:ln>
                <a:solidFill>
                  <a:srgbClr val="010199">
                    <a:lumMod val="75000"/>
                  </a:srgbClr>
                </a:solidFill>
                <a:effectLst/>
                <a:uLnTx/>
                <a:uFillTx/>
                <a:latin typeface="Symbol" pitchFamily="18" charset="2"/>
                <a:ea typeface="宋体" pitchFamily="2"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p>
          <a:p>
            <a:pPr marL="0" marR="0" lvl="0" indent="0" algn="l" defTabSz="914400" rtl="0" eaLnBrk="1" fontAlgn="base" latinLnBrk="0" hangingPunct="1">
              <a:lnSpc>
                <a:spcPct val="150000"/>
              </a:lnSpc>
              <a:spcBef>
                <a:spcPct val="0"/>
              </a:spcBef>
              <a:spcAft>
                <a:spcPct val="0"/>
              </a:spcAft>
              <a:buClrTx/>
              <a:buSzTx/>
              <a:buFont typeface="Wingdings" pitchFamily="2" charset="2"/>
              <a:buNone/>
              <a:tabLst/>
              <a:defRPr/>
            </a:pP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 </a:t>
            </a:r>
            <a:r>
              <a:rPr kumimoji="1" lang="en-US" altLang="zh-CN" sz="2000" b="1" i="0" u="none" strike="noStrike" kern="1200" cap="none" spc="0" normalizeH="0" baseline="0" noProof="0" dirty="0">
                <a:ln>
                  <a:noFill/>
                </a:ln>
                <a:solidFill>
                  <a:srgbClr val="010199">
                    <a:lumMod val="75000"/>
                  </a:srgbClr>
                </a:solidFill>
                <a:effectLst/>
                <a:uLnTx/>
                <a:uFillTx/>
                <a:latin typeface="Symbol" pitchFamily="18" charset="2"/>
                <a:ea typeface="宋体" pitchFamily="2" charset="-122"/>
                <a:cs typeface="+mn-cs"/>
              </a:rPr>
              <a:t>(</a:t>
            </a:r>
            <a:r>
              <a:rPr kumimoji="1" lang="en-US" altLang="zh-CN" sz="2000" b="1" i="1" u="none" strike="noStrike" kern="1200" cap="none" spc="0" normalizeH="0" baseline="0" noProof="0" dirty="0" err="1">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err="1">
                <a:ln>
                  <a:noFill/>
                </a:ln>
                <a:solidFill>
                  <a:srgbClr val="010199">
                    <a:lumMod val="75000"/>
                  </a:srgbClr>
                </a:solidFill>
                <a:effectLst/>
                <a:uLnTx/>
                <a:uFillTx/>
                <a:latin typeface="Times New Roman" pitchFamily="18" charset="0"/>
                <a:ea typeface="宋体" pitchFamily="2" charset="-122"/>
                <a:cs typeface="+mn-cs"/>
              </a:rPr>
              <a:t>m</a:t>
            </a:r>
            <a:r>
              <a:rPr kumimoji="1" lang="en-US" altLang="zh-CN" sz="2000" b="1" i="1" u="none" strike="noStrike" kern="1200" cap="none" spc="0" normalizeH="0" baseline="0" noProof="0" dirty="0" err="1">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30000" noProof="0" dirty="0" err="1">
                <a:ln>
                  <a:noFill/>
                </a:ln>
                <a:solidFill>
                  <a:srgbClr val="010199">
                    <a:lumMod val="75000"/>
                  </a:srgbClr>
                </a:solidFill>
                <a:effectLst/>
                <a:uLnTx/>
                <a:uFillTx/>
                <a:latin typeface="Times New Roman" pitchFamily="18" charset="0"/>
                <a:ea typeface="宋体" pitchFamily="2" charset="-122"/>
                <a:cs typeface="+mn-cs"/>
              </a:rPr>
              <a:t>m</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0</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E</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p>
          <a:p>
            <a:pPr marL="0" marR="0" lvl="0" indent="0" algn="l" defTabSz="914400" rtl="0" eaLnBrk="1" fontAlgn="base" latinLnBrk="0" hangingPunct="1">
              <a:lnSpc>
                <a:spcPct val="150000"/>
              </a:lnSpc>
              <a:spcBef>
                <a:spcPct val="0"/>
              </a:spcBef>
              <a:spcAft>
                <a:spcPct val="0"/>
              </a:spcAft>
              <a:buClrTx/>
              <a:buSzTx/>
              <a:buFont typeface="Wingdings" pitchFamily="2" charset="2"/>
              <a:buNone/>
              <a:tabLst/>
              <a:defRPr/>
            </a:pP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c</a:t>
            </a:r>
            <a:r>
              <a:rPr kumimoji="1" lang="en-US" altLang="zh-CN"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m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a:t>
            </a:r>
            <a:r>
              <a:rPr kumimoji="1" lang="en-US" altLang="zh-CN"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 </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 </a:t>
            </a:r>
            <a:r>
              <a:rPr kumimoji="1" lang="en-US" altLang="zh-CN"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 P </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0</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P</a:t>
            </a:r>
            <a:r>
              <a:rPr kumimoji="1" lang="zh-CN" altLang="en-US"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EP</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p>
          <a:p>
            <a:pPr marL="0" marR="0" lvl="0" indent="0" algn="l" defTabSz="914400" rtl="0" eaLnBrk="1" fontAlgn="base" latinLnBrk="0" hangingPunct="1">
              <a:lnSpc>
                <a:spcPct val="150000"/>
              </a:lnSpc>
              <a:spcBef>
                <a:spcPct val="0"/>
              </a:spcBef>
              <a:spcAft>
                <a:spcPct val="0"/>
              </a:spcAft>
              <a:buClrTx/>
              <a:buSzTx/>
              <a:buFont typeface="Wingdings" pitchFamily="2" charset="2"/>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err="1">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err="1">
                <a:ln>
                  <a:noFill/>
                </a:ln>
                <a:solidFill>
                  <a:srgbClr val="010199">
                    <a:lumMod val="75000"/>
                  </a:srgbClr>
                </a:solidFill>
                <a:effectLst/>
                <a:uLnTx/>
                <a:uFillTx/>
                <a:latin typeface="Times New Roman" pitchFamily="18" charset="0"/>
                <a:ea typeface="宋体" pitchFamily="2" charset="-122"/>
                <a:cs typeface="+mn-cs"/>
              </a:rPr>
              <a:t>m</a:t>
            </a:r>
            <a:r>
              <a:rPr kumimoji="1" lang="en-US" altLang="zh-CN" sz="2000" b="1" i="1" u="none" strike="noStrike" kern="1200" cap="none" spc="0" normalizeH="0" baseline="0" noProof="0" dirty="0" err="1">
                <a:ln>
                  <a:noFill/>
                </a:ln>
                <a:solidFill>
                  <a:srgbClr val="010199">
                    <a:lumMod val="75000"/>
                  </a:srgbClr>
                </a:solidFill>
                <a:effectLst/>
                <a:uLnTx/>
                <a:uFillTx/>
                <a:latin typeface="Times New Roman" pitchFamily="18" charset="0"/>
                <a:ea typeface="宋体" pitchFamily="2" charset="-122"/>
                <a:cs typeface="+mn-cs"/>
              </a:rPr>
              <a:t>B</a:t>
            </a:r>
            <a:r>
              <a:rPr kumimoji="1" lang="en-US" altLang="zh-CN" sz="2000" b="1" i="1" u="none" strike="noStrike" kern="1200" cap="none" spc="0" normalizeH="0" baseline="30000" noProof="0" dirty="0" err="1">
                <a:ln>
                  <a:noFill/>
                </a:ln>
                <a:solidFill>
                  <a:srgbClr val="010199">
                    <a:lumMod val="75000"/>
                  </a:srgbClr>
                </a:solidFill>
                <a:effectLst/>
                <a:uLnTx/>
                <a:uFillTx/>
                <a:latin typeface="Times New Roman" pitchFamily="18" charset="0"/>
                <a:ea typeface="宋体" pitchFamily="2" charset="-122"/>
                <a:cs typeface="+mn-cs"/>
              </a:rPr>
              <a:t>m</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B</a:t>
            </a:r>
            <a:r>
              <a:rPr kumimoji="1" lang="en-US" altLang="zh-CN"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m</a:t>
            </a:r>
            <a:r>
              <a:rPr kumimoji="1" lang="zh-CN" altLang="en-US" sz="2000" b="1" i="1"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30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1</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B</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c</a:t>
            </a:r>
            <a:r>
              <a:rPr kumimoji="1" lang="en-US" altLang="zh-CN" sz="2000" b="1" i="0" u="none" strike="noStrike" kern="1200" cap="none" spc="0" normalizeH="0" baseline="-25000" noProof="0" dirty="0">
                <a:ln>
                  <a:noFill/>
                </a:ln>
                <a:solidFill>
                  <a:srgbClr val="010199">
                    <a:lumMod val="75000"/>
                  </a:srgbClr>
                </a:solidFill>
                <a:effectLst/>
                <a:uLnTx/>
                <a:uFillTx/>
                <a:latin typeface="Times New Roman" pitchFamily="18" charset="0"/>
                <a:ea typeface="宋体" pitchFamily="2" charset="-122"/>
                <a:cs typeface="+mn-cs"/>
              </a:rPr>
              <a:t>0</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E</a:t>
            </a:r>
            <a:endPar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50000"/>
              </a:lnSpc>
              <a:spcBef>
                <a:spcPct val="0"/>
              </a:spcBef>
              <a:spcAft>
                <a:spcPct val="0"/>
              </a:spcAft>
              <a:buClrTx/>
              <a:buSzTx/>
              <a:buFont typeface="Wingdings" pitchFamily="2" charset="2"/>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1" u="none" strike="noStrike" kern="1200" cap="none" spc="0" normalizeH="0" baseline="0" noProof="0" dirty="0">
                <a:ln>
                  <a:noFill/>
                </a:ln>
                <a:solidFill>
                  <a:srgbClr val="010199">
                    <a:lumMod val="75000"/>
                  </a:srgbClr>
                </a:solidFill>
                <a:effectLst/>
                <a:uLnTx/>
                <a:uFillTx/>
                <a:latin typeface="Symbol" pitchFamily="18" charset="2"/>
                <a:ea typeface="宋体" pitchFamily="2" charset="-122"/>
                <a:cs typeface="+mn-cs"/>
              </a:rPr>
              <a:t>j</a:t>
            </a:r>
            <a:r>
              <a:rPr kumimoji="1" lang="en-US" altLang="zh-CN" sz="2000" b="1" i="0" u="none" strike="noStrike" kern="1200" cap="none" spc="0" normalizeH="0" baseline="0" noProof="0" dirty="0">
                <a:ln>
                  <a:noFill/>
                </a:ln>
                <a:solidFill>
                  <a:srgbClr val="010199">
                    <a:lumMod val="75000"/>
                  </a:srgbClr>
                </a:solidFill>
                <a:effectLst/>
                <a:uLnTx/>
                <a:uFillTx/>
                <a:latin typeface="Symbol" pitchFamily="18" charset="2"/>
                <a:ea typeface="宋体" pitchFamily="2"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a:t>
            </a:r>
            <a:r>
              <a:rPr kumimoji="1" lang="en-US" altLang="zh-CN" sz="2000" b="1" i="1"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B</a:t>
            </a:r>
            <a:r>
              <a:rPr kumimoji="1" lang="en-US" altLang="zh-CN" sz="2000" b="1"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楷体_GB2312"/>
                <a:ea typeface="宋体" pitchFamily="2" charset="-122"/>
                <a:cs typeface="+mn-cs"/>
              </a:rPr>
              <a:t>.</a:t>
            </a:r>
          </a:p>
        </p:txBody>
      </p:sp>
      <p:sp>
        <p:nvSpPr>
          <p:cNvPr id="19" name="矩形 3"/>
          <p:cNvSpPr>
            <a:spLocks noChangeArrowheads="1"/>
          </p:cNvSpPr>
          <p:nvPr/>
        </p:nvSpPr>
        <p:spPr bwMode="auto">
          <a:xfrm>
            <a:off x="4572001" y="1484784"/>
            <a:ext cx="4786312" cy="646331"/>
          </a:xfrm>
          <a:prstGeom prst="rect">
            <a:avLst/>
          </a:prstGeom>
          <a:solidFill>
            <a:schemeClr val="bg1">
              <a:lumMod val="75000"/>
            </a:schemeClr>
          </a:solidFill>
          <a:ln w="9525">
            <a:noFill/>
            <a:miter lim="800000"/>
            <a:headEnd/>
            <a:tailEnd/>
          </a:ln>
        </p:spPr>
        <p:txBody>
          <a:bodyPr wrap="square">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若</a:t>
            </a:r>
            <a:r>
              <a:rPr kumimoji="0" lang="en-US" altLang="zh-CN" sz="2400" b="1" i="0" u="none" strike="noStrike" kern="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B</a:t>
            </a:r>
            <a:r>
              <a:rPr kumimoji="0" lang="en-US" altLang="zh-CN" sz="2400" b="1" i="0" u="none" strike="noStrike" kern="0" cap="none" spc="0" normalizeH="0" baseline="0" noProof="0" dirty="0" err="1">
                <a:ln>
                  <a:noFill/>
                </a:ln>
                <a:solidFill>
                  <a:srgbClr val="FF3300">
                    <a:lumMod val="20000"/>
                    <a:lumOff val="80000"/>
                  </a:srgbClr>
                </a:solidFill>
                <a:effectLst/>
                <a:uLnTx/>
                <a:uFillTx/>
                <a:latin typeface="微软雅黑" pitchFamily="34" charset="-122"/>
                <a:ea typeface="微软雅黑" pitchFamily="34" charset="-122"/>
                <a:cs typeface="+mn-cs"/>
              </a:rPr>
              <a:t>α</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 </a:t>
            </a:r>
            <a:r>
              <a:rPr kumimoji="0" lang="en-US" altLang="zh-CN" sz="2400" b="1" i="0" u="none" strike="noStrike" kern="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rPr>
              <a:t>α</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则</a:t>
            </a:r>
            <a:r>
              <a:rPr kumimoji="0" lang="zh-CN" altLang="en-US"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A</a:t>
            </a:r>
            <a:r>
              <a:rPr kumimoji="1" lang="en-US" altLang="zh-CN" sz="24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0" lang="en-US" altLang="zh-CN" sz="2400" b="1" i="1" u="none" strike="noStrike" kern="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rPr>
              <a:t>P</a:t>
            </a:r>
            <a:r>
              <a:rPr kumimoji="1" lang="en-US" altLang="zh-CN" sz="24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rPr>
              <a:t>α</a:t>
            </a:r>
            <a:r>
              <a:rPr kumimoji="0" lang="en-US" altLang="zh-CN" sz="2400" b="1" i="0" u="none" strike="noStrike" kern="0" cap="none" spc="0" normalizeH="0" baseline="0" noProof="0" dirty="0">
                <a:ln>
                  <a:noFill/>
                </a:ln>
                <a:solidFill>
                  <a:srgbClr val="FFFFCC"/>
                </a:solidFill>
                <a:effectLst/>
                <a:uLnTx/>
                <a:uFillTx/>
                <a:latin typeface="微软雅黑" pitchFamily="34" charset="-122"/>
                <a:ea typeface="微软雅黑" pitchFamily="34" charset="-122"/>
                <a:cs typeface="+mn-cs"/>
              </a:rPr>
              <a:t> = </a:t>
            </a:r>
            <a:r>
              <a:rPr kumimoji="1" lang="en-US" altLang="zh-CN" sz="2400" b="1" i="0" u="none" strike="noStrike" kern="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 </a:t>
            </a:r>
            <a:r>
              <a:rPr kumimoji="0" lang="en-US" altLang="zh-CN" sz="2400" b="1" i="1" u="none" strike="noStrike" kern="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rPr>
              <a:t>P</a:t>
            </a:r>
            <a:r>
              <a:rPr kumimoji="1" lang="en-US" altLang="zh-CN" sz="24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0" lang="en-US" altLang="zh-CN" sz="2400" b="1" i="0" u="none" strike="noStrike" kern="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rPr>
              <a:t>α</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endParaRPr kumimoji="1" lang="zh-CN" altLang="en-US" sz="2400" b="1" i="0" u="none" strike="noStrike" kern="120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endParaRPr>
          </a:p>
        </p:txBody>
      </p:sp>
      <p:sp>
        <p:nvSpPr>
          <p:cNvPr id="20" name="AutoShape 5"/>
          <p:cNvSpPr>
            <a:spLocks noChangeArrowheads="1"/>
          </p:cNvSpPr>
          <p:nvPr/>
        </p:nvSpPr>
        <p:spPr bwMode="auto">
          <a:xfrm>
            <a:off x="785813" y="3790950"/>
            <a:ext cx="8358187" cy="3071812"/>
          </a:xfrm>
          <a:prstGeom prst="roundRect">
            <a:avLst>
              <a:gd name="adj" fmla="val 4646"/>
            </a:avLst>
          </a:prstGeom>
          <a:solidFill>
            <a:schemeClr val="accent1"/>
          </a:solidFill>
          <a:ln w="28575">
            <a:solidFill>
              <a:schemeClr val="accent2"/>
            </a:solidFill>
            <a:round/>
            <a:headEnd/>
            <a:tailEnd/>
          </a:ln>
          <a:effectLst/>
        </p:spPr>
        <p:txBody>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证明：</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B</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对应于</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的特征向量为</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l-GR"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α</a:t>
            </a:r>
            <a:endPar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endParaRPr>
          </a:p>
          <a:p>
            <a:pPr marL="3319463" marR="0" lvl="0" indent="-903288" algn="l" defTabSz="914400" rtl="0" eaLnBrk="1" fontAlgn="base" latinLnBrk="0" hangingPunct="1">
              <a:lnSpc>
                <a:spcPct val="110000"/>
              </a:lnSpc>
              <a:spcBef>
                <a:spcPct val="0"/>
              </a:spcBef>
              <a:spcAft>
                <a:spcPct val="0"/>
              </a:spcAft>
              <a:buClrTx/>
              <a:buSzTx/>
              <a:buFontTx/>
              <a:buNone/>
              <a:tabLst/>
              <a:defRPr/>
            </a:pP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B</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 </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319463" marR="0" lvl="0" indent="-903288" algn="l" defTabSz="914400" rtl="0" eaLnBrk="1" fontAlgn="base" latinLnBrk="0" hangingPunct="1">
              <a:lnSpc>
                <a:spcPct val="110000"/>
              </a:lnSpc>
              <a:spcBef>
                <a:spcPct val="0"/>
              </a:spcBef>
              <a:spcAft>
                <a:spcPct val="0"/>
              </a:spcAft>
              <a:buClrTx/>
              <a:buSzTx/>
              <a:buFontTx/>
              <a:buNone/>
              <a:tabLst/>
              <a:defRPr/>
            </a:pP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a:t>
            </a:r>
            <a:r>
              <a:rPr kumimoji="1" lang="en-US" altLang="zh-CN" sz="2000" b="1" i="0" u="none" strike="noStrike" kern="1200" cap="none" spc="0" normalizeH="0" baseline="30000" noProof="0" dirty="0">
                <a:ln>
                  <a:noFill/>
                </a:ln>
                <a:solidFill>
                  <a:srgbClr val="FF33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AP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 P</a:t>
            </a:r>
            <a:r>
              <a:rPr kumimoji="1" lang="en-US" altLang="zh-CN" sz="2000" b="1" i="0" u="none" strike="noStrike" kern="1200" cap="none" spc="0" normalizeH="0" baseline="30000" noProof="0" dirty="0">
                <a:ln>
                  <a:noFill/>
                </a:ln>
                <a:solidFill>
                  <a:srgbClr val="FF33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 </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319463" marR="0" lvl="0" indent="-903288" algn="l" defTabSz="914400" rtl="0" eaLnBrk="1" fontAlgn="base" latinLnBrk="0" hangingPunct="1">
              <a:lnSpc>
                <a:spcPct val="110000"/>
              </a:lnSpc>
              <a:spcBef>
                <a:spcPct val="0"/>
              </a:spcBef>
              <a:spcAft>
                <a:spcPct val="0"/>
              </a:spcAft>
              <a:buClrTx/>
              <a:buSzTx/>
              <a:buFontTx/>
              <a:buNone/>
              <a:tabLst/>
              <a:defRPr/>
            </a:pP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a:t>
            </a:r>
            <a:r>
              <a:rPr kumimoji="1" lang="en-US" altLang="zh-CN" sz="2000" b="1" i="0" u="none" strike="noStrike" kern="1200" cap="none" spc="0" normalizeH="0" baseline="30000" noProof="0" dirty="0">
                <a:ln>
                  <a:noFill/>
                </a:ln>
                <a:solidFill>
                  <a:srgbClr val="FF33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 </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a:t>
            </a:r>
            <a:r>
              <a:rPr kumimoji="1" lang="en-US" altLang="zh-CN" sz="2000" b="1" i="0" u="none" strike="noStrike" kern="1200" cap="none" spc="0" normalizeH="0" baseline="30000" noProof="0" dirty="0">
                <a:ln>
                  <a:noFill/>
                </a:ln>
                <a:solidFill>
                  <a:srgbClr val="FF3300"/>
                </a:solidFill>
                <a:effectLst/>
                <a:uLnTx/>
                <a:uFillTx/>
                <a:latin typeface="微软雅黑" pitchFamily="34" charset="-122"/>
                <a:ea typeface="微软雅黑" pitchFamily="34" charset="-122"/>
                <a:cs typeface="+mn-cs"/>
              </a:rPr>
              <a:t>−1</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3319463" marR="0" lvl="0" indent="-903288" algn="l" defTabSz="914400" rtl="0" eaLnBrk="1" fontAlgn="base" latinLnBrk="0" hangingPunct="1">
              <a:lnSpc>
                <a:spcPct val="110000"/>
              </a:lnSpc>
              <a:spcBef>
                <a:spcPct val="0"/>
              </a:spcBef>
              <a:spcAft>
                <a:spcPct val="0"/>
              </a:spcAft>
              <a:buClrTx/>
              <a:buSzTx/>
              <a:buFontTx/>
              <a:buNone/>
              <a:tabLst/>
              <a:defRPr/>
            </a:pP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α</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el-GR"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A</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对应于</a:t>
            </a:r>
            <a:r>
              <a:rPr kumimoji="1" lang="el-GR"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mn-cs"/>
              </a:rPr>
              <a:t>λ</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的特征向量为</a:t>
            </a:r>
            <a:r>
              <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P </a:t>
            </a:r>
            <a:r>
              <a:rPr kumimoji="1" lang="el-GR"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rPr>
              <a:t>α</a:t>
            </a:r>
            <a:endParaRPr kumimoji="1" lang="en-US" altLang="zh-CN"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补充：设</a:t>
            </a:r>
            <a:r>
              <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的特征多项式为</a:t>
            </a:r>
            <a:r>
              <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f(</a:t>
            </a:r>
            <a:r>
              <a:rPr kumimoji="1" lang="el-GR"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 λ</a:t>
            </a:r>
            <a:r>
              <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a:t>
            </a:r>
            <a:r>
              <a:rPr kumimoji="1" lang="zh-CN" altLang="en-US"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则</a:t>
            </a:r>
            <a:r>
              <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f(</a:t>
            </a:r>
            <a:r>
              <a:rPr kumimoji="1" lang="el-GR"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 </a:t>
            </a:r>
            <a:r>
              <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a:ea typeface="微软雅黑"/>
                <a:cs typeface="+mn-cs"/>
              </a:rPr>
              <a:t>A)=O</a:t>
            </a:r>
            <a:endParaRPr kumimoji="1" lang="en-US" altLang="zh-CN" sz="2000" b="1" i="0" u="none" strike="noStrike" kern="1200" cap="none" spc="0" normalizeH="0" baseline="0" noProof="0" dirty="0">
              <a:ln>
                <a:noFill/>
              </a:ln>
              <a:solidFill>
                <a:srgbClr val="000099">
                  <a:lumMod val="60000"/>
                  <a:lumOff val="40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楷体_GB2312"/>
              <a:ea typeface="宋体" pitchFamily="2" charset="-122"/>
              <a:cs typeface="+mn-cs"/>
            </a:endParaRPr>
          </a:p>
        </p:txBody>
      </p:sp>
      <p:sp>
        <p:nvSpPr>
          <p:cNvPr id="8" name="矩形 3"/>
          <p:cNvSpPr>
            <a:spLocks noChangeArrowheads="1"/>
          </p:cNvSpPr>
          <p:nvPr/>
        </p:nvSpPr>
        <p:spPr bwMode="auto">
          <a:xfrm>
            <a:off x="4572001" y="2000240"/>
            <a:ext cx="1785950" cy="646331"/>
          </a:xfrm>
          <a:prstGeom prst="rect">
            <a:avLst/>
          </a:prstGeom>
          <a:noFill/>
          <a:ln w="9525">
            <a:noFill/>
            <a:miter lim="800000"/>
            <a:headEnd/>
            <a:tailEnd/>
          </a:ln>
        </p:spPr>
        <p:txBody>
          <a:bodyPr wrap="square">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Gulim"/>
                <a:ea typeface="Gulim"/>
                <a:cs typeface="+mn-cs"/>
              </a:rPr>
              <a:t>⇒</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 </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sym typeface="Symbol"/>
              </a:rPr>
              <a:t>=</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anose="02020603050405020304" pitchFamily="18" charset="0"/>
              </a:rPr>
              <a:t>B|</a:t>
            </a:r>
            <a:endParaRPr kumimoji="1" lang="zh-CN" altLang="en-US" sz="2400" b="1" i="0" u="none" strike="noStrike" kern="120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endParaRPr>
          </a:p>
        </p:txBody>
      </p:sp>
      <p:sp>
        <p:nvSpPr>
          <p:cNvPr id="9" name="矩形 3"/>
          <p:cNvSpPr>
            <a:spLocks noChangeArrowheads="1"/>
          </p:cNvSpPr>
          <p:nvPr/>
        </p:nvSpPr>
        <p:spPr bwMode="auto">
          <a:xfrm>
            <a:off x="6357950" y="2000240"/>
            <a:ext cx="2357454" cy="580865"/>
          </a:xfrm>
          <a:prstGeom prst="rect">
            <a:avLst/>
          </a:prstGeom>
          <a:noFill/>
          <a:ln w="9525">
            <a:noFill/>
            <a:miter lim="800000"/>
            <a:headEnd/>
            <a:tailEnd/>
          </a:ln>
        </p:spPr>
        <p:txBody>
          <a:bodyPr wrap="square">
            <a:spAutoFit/>
          </a:bodyPr>
          <a:lstStyle/>
          <a:p>
            <a:pPr marL="892175" marR="0" lvl="0" indent="-892175" algn="l" defTabSz="914400" rtl="0" eaLnBrk="0" fontAlgn="base" latinLnBrk="0" hangingPunct="0">
              <a:lnSpc>
                <a:spcPct val="15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且</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R </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A</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 </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sym typeface="Symbol"/>
              </a:rPr>
              <a:t>=</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 </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R </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a:t>
            </a:r>
            <a:r>
              <a:rPr kumimoji="1" lang="en-US" altLang="zh-CN" sz="2400" b="1" i="1"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B</a:t>
            </a:r>
            <a:r>
              <a:rPr kumimoji="1" lang="en-US" altLang="zh-CN" sz="24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Times New Roman" pitchFamily="18" charset="0"/>
              </a:rPr>
              <a:t>)</a:t>
            </a:r>
            <a:endParaRPr kumimoji="1" lang="zh-CN" altLang="en-US" sz="2400" b="1" i="0" u="none" strike="noStrike" kern="1200" cap="none" spc="0" normalizeH="0" baseline="0" noProof="0" dirty="0">
              <a:ln>
                <a:noFill/>
              </a:ln>
              <a:solidFill>
                <a:srgbClr val="FF3300">
                  <a:lumMod val="20000"/>
                  <a:lumOff val="80000"/>
                </a:srgbClr>
              </a:solidFill>
              <a:effectLst/>
              <a:uLnTx/>
              <a:uFillTx/>
              <a:latin typeface="微软雅黑" pitchFamily="34" charset="-122"/>
              <a:ea typeface="微软雅黑"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2535">
                                            <p:txEl>
                                              <p:pRg st="0" end="0"/>
                                            </p:txEl>
                                          </p:spTgt>
                                        </p:tgtEl>
                                        <p:attrNameLst>
                                          <p:attrName>style.visibility</p:attrName>
                                        </p:attrNameLst>
                                      </p:cBhvr>
                                      <p:to>
                                        <p:strVal val="visible"/>
                                      </p:to>
                                    </p:set>
                                    <p:animEffect transition="in" filter="wipe(left)">
                                      <p:cBhvr>
                                        <p:cTn id="7" dur="500"/>
                                        <p:tgtEl>
                                          <p:spTgt spid="2253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535">
                                            <p:txEl>
                                              <p:pRg st="1" end="1"/>
                                            </p:txEl>
                                          </p:spTgt>
                                        </p:tgtEl>
                                        <p:attrNameLst>
                                          <p:attrName>style.visibility</p:attrName>
                                        </p:attrNameLst>
                                      </p:cBhvr>
                                      <p:to>
                                        <p:strVal val="visible"/>
                                      </p:to>
                                    </p:set>
                                    <p:animEffect transition="in" filter="wipe(left)">
                                      <p:cBhvr>
                                        <p:cTn id="12" dur="500"/>
                                        <p:tgtEl>
                                          <p:spTgt spid="2253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2535">
                                            <p:txEl>
                                              <p:pRg st="2" end="2"/>
                                            </p:txEl>
                                          </p:spTgt>
                                        </p:tgtEl>
                                        <p:attrNameLst>
                                          <p:attrName>style.visibility</p:attrName>
                                        </p:attrNameLst>
                                      </p:cBhvr>
                                      <p:to>
                                        <p:strVal val="visible"/>
                                      </p:to>
                                    </p:set>
                                    <p:animEffect transition="in" filter="wipe(left)">
                                      <p:cBhvr>
                                        <p:cTn id="17" dur="500"/>
                                        <p:tgtEl>
                                          <p:spTgt spid="2253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
                                            <p:bg/>
                                          </p:spTgt>
                                        </p:tgtEl>
                                        <p:attrNameLst>
                                          <p:attrName>style.visibility</p:attrName>
                                        </p:attrNameLst>
                                      </p:cBhvr>
                                      <p:to>
                                        <p:strVal val="visible"/>
                                      </p:to>
                                    </p:set>
                                    <p:animEffect transition="in" filter="wipe(left)">
                                      <p:cBhvr>
                                        <p:cTn id="22" dur="500"/>
                                        <p:tgtEl>
                                          <p:spTgt spid="5">
                                            <p:bg/>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5">
                                            <p:txEl>
                                              <p:pRg st="0" end="0"/>
                                            </p:txEl>
                                          </p:spTgt>
                                        </p:tgtEl>
                                        <p:attrNameLst>
                                          <p:attrName>style.visibility</p:attrName>
                                        </p:attrNameLst>
                                      </p:cBhvr>
                                      <p:to>
                                        <p:strVal val="visible"/>
                                      </p:to>
                                    </p:set>
                                    <p:animEffect transition="in" filter="wipe(left)">
                                      <p:cBhvr>
                                        <p:cTn id="25" dur="500"/>
                                        <p:tgtEl>
                                          <p:spTgt spid="5">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wipe(left)">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left)">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wipe(right)">
                                      <p:cBhvr>
                                        <p:cTn id="45" dur="500"/>
                                        <p:tgtEl>
                                          <p:spTgt spid="13"/>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wipe(right)">
                                      <p:cBhvr>
                                        <p:cTn id="50" dur="500"/>
                                        <p:tgtEl>
                                          <p:spTgt spid="11"/>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5">
                                            <p:txEl>
                                              <p:pRg st="3" end="3"/>
                                            </p:txEl>
                                          </p:spTgt>
                                        </p:tgtEl>
                                        <p:attrNameLst>
                                          <p:attrName>style.visibility</p:attrName>
                                        </p:attrNameLst>
                                      </p:cBhvr>
                                      <p:to>
                                        <p:strVal val="visible"/>
                                      </p:to>
                                    </p:set>
                                    <p:animEffect transition="in" filter="wipe(left)">
                                      <p:cBhvr>
                                        <p:cTn id="55" dur="500"/>
                                        <p:tgtEl>
                                          <p:spTgt spid="5">
                                            <p:txEl>
                                              <p:pRg st="3" end="3"/>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
                                            <p:txEl>
                                              <p:pRg st="4" end="4"/>
                                            </p:txEl>
                                          </p:spTgt>
                                        </p:tgtEl>
                                        <p:attrNameLst>
                                          <p:attrName>style.visibility</p:attrName>
                                        </p:attrNameLst>
                                      </p:cBhvr>
                                      <p:to>
                                        <p:strVal val="visible"/>
                                      </p:to>
                                    </p:set>
                                    <p:animEffect transition="in" filter="wipe(left)">
                                      <p:cBhvr>
                                        <p:cTn id="60" dur="500"/>
                                        <p:tgtEl>
                                          <p:spTgt spid="5">
                                            <p:txEl>
                                              <p:pRg st="4" end="4"/>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5">
                                            <p:txEl>
                                              <p:pRg st="5" end="5"/>
                                            </p:txEl>
                                          </p:spTgt>
                                        </p:tgtEl>
                                        <p:attrNameLst>
                                          <p:attrName>style.visibility</p:attrName>
                                        </p:attrNameLst>
                                      </p:cBhvr>
                                      <p:to>
                                        <p:strVal val="visible"/>
                                      </p:to>
                                    </p:set>
                                    <p:animEffect transition="in" filter="wipe(left)">
                                      <p:cBhvr>
                                        <p:cTn id="65" dur="500"/>
                                        <p:tgtEl>
                                          <p:spTgt spid="5">
                                            <p:txEl>
                                              <p:pRg st="5" end="5"/>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8">
                                            <p:txEl>
                                              <p:pRg st="0" end="0"/>
                                            </p:txEl>
                                          </p:spTgt>
                                        </p:tgtEl>
                                        <p:attrNameLst>
                                          <p:attrName>style.visibility</p:attrName>
                                        </p:attrNameLst>
                                      </p:cBhvr>
                                      <p:to>
                                        <p:strVal val="visible"/>
                                      </p:to>
                                    </p:set>
                                    <p:animEffect transition="in" filter="wipe(left)">
                                      <p:cBhvr>
                                        <p:cTn id="70" dur="500"/>
                                        <p:tgtEl>
                                          <p:spTgt spid="8">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9">
                                            <p:txEl>
                                              <p:pRg st="0" end="0"/>
                                            </p:txEl>
                                          </p:spTgt>
                                        </p:tgtEl>
                                        <p:attrNameLst>
                                          <p:attrName>style.visibility</p:attrName>
                                        </p:attrNameLst>
                                      </p:cBhvr>
                                      <p:to>
                                        <p:strVal val="visible"/>
                                      </p:to>
                                    </p:set>
                                    <p:animEffect transition="in" filter="wipe(left)">
                                      <p:cBhvr>
                                        <p:cTn id="75" dur="500"/>
                                        <p:tgtEl>
                                          <p:spTgt spid="9">
                                            <p:txEl>
                                              <p:pRg st="0" end="0"/>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22535">
                                            <p:txEl>
                                              <p:pRg st="3" end="3"/>
                                            </p:txEl>
                                          </p:spTgt>
                                        </p:tgtEl>
                                        <p:attrNameLst>
                                          <p:attrName>style.visibility</p:attrName>
                                        </p:attrNameLst>
                                      </p:cBhvr>
                                      <p:to>
                                        <p:strVal val="visible"/>
                                      </p:to>
                                    </p:set>
                                    <p:animEffect transition="in" filter="wipe(left)">
                                      <p:cBhvr>
                                        <p:cTn id="80" dur="500"/>
                                        <p:tgtEl>
                                          <p:spTgt spid="22535">
                                            <p:txEl>
                                              <p:pRg st="3" end="3"/>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nodeType="clickEffect">
                                  <p:stCondLst>
                                    <p:cond delay="0"/>
                                  </p:stCondLst>
                                  <p:childTnLst>
                                    <p:set>
                                      <p:cBhvr>
                                        <p:cTn id="84" dur="1" fill="hold">
                                          <p:stCondLst>
                                            <p:cond delay="0"/>
                                          </p:stCondLst>
                                        </p:cTn>
                                        <p:tgtEl>
                                          <p:spTgt spid="22535">
                                            <p:txEl>
                                              <p:pRg st="4" end="4"/>
                                            </p:txEl>
                                          </p:spTgt>
                                        </p:tgtEl>
                                        <p:attrNameLst>
                                          <p:attrName>style.visibility</p:attrName>
                                        </p:attrNameLst>
                                      </p:cBhvr>
                                      <p:to>
                                        <p:strVal val="visible"/>
                                      </p:to>
                                    </p:set>
                                    <p:animEffect transition="in" filter="wipe(left)">
                                      <p:cBhvr>
                                        <p:cTn id="85" dur="500"/>
                                        <p:tgtEl>
                                          <p:spTgt spid="22535">
                                            <p:txEl>
                                              <p:pRg st="4" end="4"/>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15">
                                            <p:bg/>
                                          </p:spTgt>
                                        </p:tgtEl>
                                        <p:attrNameLst>
                                          <p:attrName>style.visibility</p:attrName>
                                        </p:attrNameLst>
                                      </p:cBhvr>
                                      <p:to>
                                        <p:strVal val="visible"/>
                                      </p:to>
                                    </p:set>
                                    <p:animEffect transition="in" filter="wipe(left)">
                                      <p:cBhvr>
                                        <p:cTn id="90" dur="500"/>
                                        <p:tgtEl>
                                          <p:spTgt spid="15">
                                            <p:bg/>
                                          </p:spTgt>
                                        </p:tgtEl>
                                      </p:cBhvr>
                                    </p:animEffect>
                                  </p:childTnLst>
                                </p:cTn>
                              </p:par>
                              <p:par>
                                <p:cTn id="91" presetID="22" presetClass="entr" presetSubtype="8" fill="hold" nodeType="withEffect">
                                  <p:stCondLst>
                                    <p:cond delay="0"/>
                                  </p:stCondLst>
                                  <p:childTnLst>
                                    <p:set>
                                      <p:cBhvr>
                                        <p:cTn id="92" dur="1" fill="hold">
                                          <p:stCondLst>
                                            <p:cond delay="0"/>
                                          </p:stCondLst>
                                        </p:cTn>
                                        <p:tgtEl>
                                          <p:spTgt spid="15">
                                            <p:txEl>
                                              <p:pRg st="0" end="0"/>
                                            </p:txEl>
                                          </p:spTgt>
                                        </p:tgtEl>
                                        <p:attrNameLst>
                                          <p:attrName>style.visibility</p:attrName>
                                        </p:attrNameLst>
                                      </p:cBhvr>
                                      <p:to>
                                        <p:strVal val="visible"/>
                                      </p:to>
                                    </p:set>
                                    <p:animEffect transition="in" filter="wipe(left)">
                                      <p:cBhvr>
                                        <p:cTn id="93" dur="500"/>
                                        <p:tgtEl>
                                          <p:spTgt spid="15">
                                            <p:txEl>
                                              <p:pRg st="0" end="0"/>
                                            </p:txEl>
                                          </p:spTgt>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nodeType="clickEffect">
                                  <p:stCondLst>
                                    <p:cond delay="0"/>
                                  </p:stCondLst>
                                  <p:childTnLst>
                                    <p:set>
                                      <p:cBhvr>
                                        <p:cTn id="97" dur="1" fill="hold">
                                          <p:stCondLst>
                                            <p:cond delay="0"/>
                                          </p:stCondLst>
                                        </p:cTn>
                                        <p:tgtEl>
                                          <p:spTgt spid="15">
                                            <p:txEl>
                                              <p:pRg st="1" end="1"/>
                                            </p:txEl>
                                          </p:spTgt>
                                        </p:tgtEl>
                                        <p:attrNameLst>
                                          <p:attrName>style.visibility</p:attrName>
                                        </p:attrNameLst>
                                      </p:cBhvr>
                                      <p:to>
                                        <p:strVal val="visible"/>
                                      </p:to>
                                    </p:set>
                                    <p:animEffect transition="in" filter="wipe(left)">
                                      <p:cBhvr>
                                        <p:cTn id="98" dur="500"/>
                                        <p:tgtEl>
                                          <p:spTgt spid="15">
                                            <p:txEl>
                                              <p:pRg st="1" end="1"/>
                                            </p:txEl>
                                          </p:spTgt>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nodeType="clickEffect">
                                  <p:stCondLst>
                                    <p:cond delay="0"/>
                                  </p:stCondLst>
                                  <p:childTnLst>
                                    <p:set>
                                      <p:cBhvr>
                                        <p:cTn id="102" dur="1" fill="hold">
                                          <p:stCondLst>
                                            <p:cond delay="0"/>
                                          </p:stCondLst>
                                        </p:cTn>
                                        <p:tgtEl>
                                          <p:spTgt spid="15">
                                            <p:txEl>
                                              <p:pRg st="2" end="2"/>
                                            </p:txEl>
                                          </p:spTgt>
                                        </p:tgtEl>
                                        <p:attrNameLst>
                                          <p:attrName>style.visibility</p:attrName>
                                        </p:attrNameLst>
                                      </p:cBhvr>
                                      <p:to>
                                        <p:strVal val="visible"/>
                                      </p:to>
                                    </p:set>
                                    <p:animEffect transition="in" filter="wipe(left)">
                                      <p:cBhvr>
                                        <p:cTn id="103" dur="500"/>
                                        <p:tgtEl>
                                          <p:spTgt spid="15">
                                            <p:txEl>
                                              <p:pRg st="2" end="2"/>
                                            </p:txEl>
                                          </p:spTgt>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nodeType="clickEffect">
                                  <p:stCondLst>
                                    <p:cond delay="0"/>
                                  </p:stCondLst>
                                  <p:childTnLst>
                                    <p:set>
                                      <p:cBhvr>
                                        <p:cTn id="107" dur="1" fill="hold">
                                          <p:stCondLst>
                                            <p:cond delay="0"/>
                                          </p:stCondLst>
                                        </p:cTn>
                                        <p:tgtEl>
                                          <p:spTgt spid="15">
                                            <p:txEl>
                                              <p:pRg st="6" end="6"/>
                                            </p:txEl>
                                          </p:spTgt>
                                        </p:tgtEl>
                                        <p:attrNameLst>
                                          <p:attrName>style.visibility</p:attrName>
                                        </p:attrNameLst>
                                      </p:cBhvr>
                                      <p:to>
                                        <p:strVal val="visible"/>
                                      </p:to>
                                    </p:set>
                                    <p:animEffect transition="in" filter="wipe(left)">
                                      <p:cBhvr>
                                        <p:cTn id="108" dur="500"/>
                                        <p:tgtEl>
                                          <p:spTgt spid="15">
                                            <p:txEl>
                                              <p:pRg st="6" end="6"/>
                                            </p:txEl>
                                          </p:spTgt>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nodeType="clickEffect">
                                  <p:stCondLst>
                                    <p:cond delay="0"/>
                                  </p:stCondLst>
                                  <p:childTnLst>
                                    <p:set>
                                      <p:cBhvr>
                                        <p:cTn id="112" dur="1" fill="hold">
                                          <p:stCondLst>
                                            <p:cond delay="0"/>
                                          </p:stCondLst>
                                        </p:cTn>
                                        <p:tgtEl>
                                          <p:spTgt spid="15">
                                            <p:txEl>
                                              <p:pRg st="3" end="3"/>
                                            </p:txEl>
                                          </p:spTgt>
                                        </p:tgtEl>
                                        <p:attrNameLst>
                                          <p:attrName>style.visibility</p:attrName>
                                        </p:attrNameLst>
                                      </p:cBhvr>
                                      <p:to>
                                        <p:strVal val="visible"/>
                                      </p:to>
                                    </p:set>
                                    <p:animEffect transition="in" filter="wipe(left)">
                                      <p:cBhvr>
                                        <p:cTn id="113" dur="500"/>
                                        <p:tgtEl>
                                          <p:spTgt spid="15">
                                            <p:txEl>
                                              <p:pRg st="3" end="3"/>
                                            </p:txEl>
                                          </p:spTgt>
                                        </p:tgtEl>
                                      </p:cBhvr>
                                    </p:animEffect>
                                  </p:childTnLst>
                                </p:cTn>
                              </p:par>
                            </p:childTnLst>
                          </p:cTn>
                        </p:par>
                      </p:childTnLst>
                    </p:cTn>
                  </p:par>
                  <p:par>
                    <p:cTn id="114" fill="hold">
                      <p:stCondLst>
                        <p:cond delay="indefinite"/>
                      </p:stCondLst>
                      <p:childTnLst>
                        <p:par>
                          <p:cTn id="115" fill="hold">
                            <p:stCondLst>
                              <p:cond delay="0"/>
                            </p:stCondLst>
                            <p:childTnLst>
                              <p:par>
                                <p:cTn id="116" presetID="22" presetClass="entr" presetSubtype="8" fill="hold" nodeType="clickEffect">
                                  <p:stCondLst>
                                    <p:cond delay="0"/>
                                  </p:stCondLst>
                                  <p:childTnLst>
                                    <p:set>
                                      <p:cBhvr>
                                        <p:cTn id="117" dur="1" fill="hold">
                                          <p:stCondLst>
                                            <p:cond delay="0"/>
                                          </p:stCondLst>
                                        </p:cTn>
                                        <p:tgtEl>
                                          <p:spTgt spid="15">
                                            <p:txEl>
                                              <p:pRg st="4" end="4"/>
                                            </p:txEl>
                                          </p:spTgt>
                                        </p:tgtEl>
                                        <p:attrNameLst>
                                          <p:attrName>style.visibility</p:attrName>
                                        </p:attrNameLst>
                                      </p:cBhvr>
                                      <p:to>
                                        <p:strVal val="visible"/>
                                      </p:to>
                                    </p:set>
                                    <p:animEffect transition="in" filter="wipe(left)">
                                      <p:cBhvr>
                                        <p:cTn id="118" dur="500"/>
                                        <p:tgtEl>
                                          <p:spTgt spid="15">
                                            <p:txEl>
                                              <p:pRg st="4" end="4"/>
                                            </p:txEl>
                                          </p:spTgt>
                                        </p:tgtEl>
                                      </p:cBhvr>
                                    </p:animEffect>
                                  </p:childTnLst>
                                </p:cTn>
                              </p:par>
                            </p:childTnLst>
                          </p:cTn>
                        </p:par>
                      </p:childTnLst>
                    </p:cTn>
                  </p:par>
                  <p:par>
                    <p:cTn id="119" fill="hold">
                      <p:stCondLst>
                        <p:cond delay="indefinite"/>
                      </p:stCondLst>
                      <p:childTnLst>
                        <p:par>
                          <p:cTn id="120" fill="hold">
                            <p:stCondLst>
                              <p:cond delay="0"/>
                            </p:stCondLst>
                            <p:childTnLst>
                              <p:par>
                                <p:cTn id="121" presetID="22" presetClass="entr" presetSubtype="8" fill="hold" nodeType="clickEffect">
                                  <p:stCondLst>
                                    <p:cond delay="0"/>
                                  </p:stCondLst>
                                  <p:childTnLst>
                                    <p:set>
                                      <p:cBhvr>
                                        <p:cTn id="122" dur="1" fill="hold">
                                          <p:stCondLst>
                                            <p:cond delay="0"/>
                                          </p:stCondLst>
                                        </p:cTn>
                                        <p:tgtEl>
                                          <p:spTgt spid="15">
                                            <p:txEl>
                                              <p:pRg st="5" end="5"/>
                                            </p:txEl>
                                          </p:spTgt>
                                        </p:tgtEl>
                                        <p:attrNameLst>
                                          <p:attrName>style.visibility</p:attrName>
                                        </p:attrNameLst>
                                      </p:cBhvr>
                                      <p:to>
                                        <p:strVal val="visible"/>
                                      </p:to>
                                    </p:set>
                                    <p:animEffect transition="in" filter="wipe(left)">
                                      <p:cBhvr>
                                        <p:cTn id="123" dur="500"/>
                                        <p:tgtEl>
                                          <p:spTgt spid="15">
                                            <p:txEl>
                                              <p:pRg st="5" end="5"/>
                                            </p:txEl>
                                          </p:spTgt>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grpId="0" nodeType="clickEffect">
                                  <p:stCondLst>
                                    <p:cond delay="0"/>
                                  </p:stCondLst>
                                  <p:childTnLst>
                                    <p:set>
                                      <p:cBhvr>
                                        <p:cTn id="127" dur="1" fill="hold">
                                          <p:stCondLst>
                                            <p:cond delay="0"/>
                                          </p:stCondLst>
                                        </p:cTn>
                                        <p:tgtEl>
                                          <p:spTgt spid="19">
                                            <p:bg/>
                                          </p:spTgt>
                                        </p:tgtEl>
                                        <p:attrNameLst>
                                          <p:attrName>style.visibility</p:attrName>
                                        </p:attrNameLst>
                                      </p:cBhvr>
                                      <p:to>
                                        <p:strVal val="visible"/>
                                      </p:to>
                                    </p:set>
                                    <p:animEffect transition="in" filter="wipe(left)">
                                      <p:cBhvr>
                                        <p:cTn id="128" dur="500"/>
                                        <p:tgtEl>
                                          <p:spTgt spid="19">
                                            <p:bg/>
                                          </p:spTgt>
                                        </p:tgtEl>
                                      </p:cBhvr>
                                    </p:animEffect>
                                  </p:childTnLst>
                                </p:cTn>
                              </p:par>
                              <p:par>
                                <p:cTn id="129" presetID="22" presetClass="entr" presetSubtype="8" fill="hold" grpId="0" nodeType="withEffect">
                                  <p:stCondLst>
                                    <p:cond delay="0"/>
                                  </p:stCondLst>
                                  <p:childTnLst>
                                    <p:set>
                                      <p:cBhvr>
                                        <p:cTn id="130" dur="1" fill="hold">
                                          <p:stCondLst>
                                            <p:cond delay="0"/>
                                          </p:stCondLst>
                                        </p:cTn>
                                        <p:tgtEl>
                                          <p:spTgt spid="19">
                                            <p:txEl>
                                              <p:pRg st="0" end="0"/>
                                            </p:txEl>
                                          </p:spTgt>
                                        </p:tgtEl>
                                        <p:attrNameLst>
                                          <p:attrName>style.visibility</p:attrName>
                                        </p:attrNameLst>
                                      </p:cBhvr>
                                      <p:to>
                                        <p:strVal val="visible"/>
                                      </p:to>
                                    </p:set>
                                    <p:animEffect transition="in" filter="wipe(left)">
                                      <p:cBhvr>
                                        <p:cTn id="131" dur="500"/>
                                        <p:tgtEl>
                                          <p:spTgt spid="19">
                                            <p:txEl>
                                              <p:pRg st="0" end="0"/>
                                            </p:txEl>
                                          </p:spTgt>
                                        </p:tgtEl>
                                      </p:cBhvr>
                                    </p:animEffect>
                                  </p:childTnLst>
                                </p:cTn>
                              </p:par>
                            </p:childTnLst>
                          </p:cTn>
                        </p:par>
                      </p:childTnLst>
                    </p:cTn>
                  </p:par>
                  <p:par>
                    <p:cTn id="132" fill="hold">
                      <p:stCondLst>
                        <p:cond delay="indefinite"/>
                      </p:stCondLst>
                      <p:childTnLst>
                        <p:par>
                          <p:cTn id="133" fill="hold">
                            <p:stCondLst>
                              <p:cond delay="0"/>
                            </p:stCondLst>
                            <p:childTnLst>
                              <p:par>
                                <p:cTn id="134" presetID="22" presetClass="entr" presetSubtype="8" fill="hold" grpId="0" nodeType="clickEffect">
                                  <p:stCondLst>
                                    <p:cond delay="0"/>
                                  </p:stCondLst>
                                  <p:childTnLst>
                                    <p:set>
                                      <p:cBhvr>
                                        <p:cTn id="135" dur="1" fill="hold">
                                          <p:stCondLst>
                                            <p:cond delay="0"/>
                                          </p:stCondLst>
                                        </p:cTn>
                                        <p:tgtEl>
                                          <p:spTgt spid="20">
                                            <p:bg/>
                                          </p:spTgt>
                                        </p:tgtEl>
                                        <p:attrNameLst>
                                          <p:attrName>style.visibility</p:attrName>
                                        </p:attrNameLst>
                                      </p:cBhvr>
                                      <p:to>
                                        <p:strVal val="visible"/>
                                      </p:to>
                                    </p:set>
                                    <p:animEffect transition="in" filter="wipe(left)">
                                      <p:cBhvr>
                                        <p:cTn id="136" dur="500"/>
                                        <p:tgtEl>
                                          <p:spTgt spid="20">
                                            <p:bg/>
                                          </p:spTgt>
                                        </p:tgtEl>
                                      </p:cBhvr>
                                    </p:animEffect>
                                  </p:childTnLst>
                                </p:cTn>
                              </p:par>
                              <p:par>
                                <p:cTn id="137" presetID="22" presetClass="entr" presetSubtype="8" fill="hold" nodeType="withEffect">
                                  <p:stCondLst>
                                    <p:cond delay="0"/>
                                  </p:stCondLst>
                                  <p:childTnLst>
                                    <p:set>
                                      <p:cBhvr>
                                        <p:cTn id="138" dur="1" fill="hold">
                                          <p:stCondLst>
                                            <p:cond delay="0"/>
                                          </p:stCondLst>
                                        </p:cTn>
                                        <p:tgtEl>
                                          <p:spTgt spid="20">
                                            <p:txEl>
                                              <p:pRg st="0" end="0"/>
                                            </p:txEl>
                                          </p:spTgt>
                                        </p:tgtEl>
                                        <p:attrNameLst>
                                          <p:attrName>style.visibility</p:attrName>
                                        </p:attrNameLst>
                                      </p:cBhvr>
                                      <p:to>
                                        <p:strVal val="visible"/>
                                      </p:to>
                                    </p:set>
                                    <p:animEffect transition="in" filter="wipe(left)">
                                      <p:cBhvr>
                                        <p:cTn id="139" dur="500"/>
                                        <p:tgtEl>
                                          <p:spTgt spid="20">
                                            <p:txEl>
                                              <p:pRg st="0" end="0"/>
                                            </p:txEl>
                                          </p:spTgt>
                                        </p:tgtEl>
                                      </p:cBhvr>
                                    </p:animEffect>
                                  </p:childTnLst>
                                </p:cTn>
                              </p:par>
                              <p:par>
                                <p:cTn id="140" presetID="22" presetClass="entr" presetSubtype="8" fill="hold" nodeType="withEffect">
                                  <p:stCondLst>
                                    <p:cond delay="0"/>
                                  </p:stCondLst>
                                  <p:childTnLst>
                                    <p:set>
                                      <p:cBhvr>
                                        <p:cTn id="141" dur="1" fill="hold">
                                          <p:stCondLst>
                                            <p:cond delay="0"/>
                                          </p:stCondLst>
                                        </p:cTn>
                                        <p:tgtEl>
                                          <p:spTgt spid="20">
                                            <p:txEl>
                                              <p:pRg st="1" end="1"/>
                                            </p:txEl>
                                          </p:spTgt>
                                        </p:tgtEl>
                                        <p:attrNameLst>
                                          <p:attrName>style.visibility</p:attrName>
                                        </p:attrNameLst>
                                      </p:cBhvr>
                                      <p:to>
                                        <p:strVal val="visible"/>
                                      </p:to>
                                    </p:set>
                                    <p:animEffect transition="in" filter="wipe(left)">
                                      <p:cBhvr>
                                        <p:cTn id="142" dur="500"/>
                                        <p:tgtEl>
                                          <p:spTgt spid="20">
                                            <p:txEl>
                                              <p:pRg st="1" end="1"/>
                                            </p:txEl>
                                          </p:spTgt>
                                        </p:tgtEl>
                                      </p:cBhvr>
                                    </p:animEffect>
                                  </p:childTnLst>
                                </p:cTn>
                              </p:par>
                              <p:par>
                                <p:cTn id="143" presetID="22" presetClass="entr" presetSubtype="8" fill="hold" nodeType="withEffect">
                                  <p:stCondLst>
                                    <p:cond delay="0"/>
                                  </p:stCondLst>
                                  <p:childTnLst>
                                    <p:set>
                                      <p:cBhvr>
                                        <p:cTn id="144" dur="1" fill="hold">
                                          <p:stCondLst>
                                            <p:cond delay="0"/>
                                          </p:stCondLst>
                                        </p:cTn>
                                        <p:tgtEl>
                                          <p:spTgt spid="20">
                                            <p:txEl>
                                              <p:pRg st="6" end="6"/>
                                            </p:txEl>
                                          </p:spTgt>
                                        </p:tgtEl>
                                        <p:attrNameLst>
                                          <p:attrName>style.visibility</p:attrName>
                                        </p:attrNameLst>
                                      </p:cBhvr>
                                      <p:to>
                                        <p:strVal val="visible"/>
                                      </p:to>
                                    </p:set>
                                    <p:animEffect transition="in" filter="wipe(left)">
                                      <p:cBhvr>
                                        <p:cTn id="145" dur="500"/>
                                        <p:tgtEl>
                                          <p:spTgt spid="20">
                                            <p:txEl>
                                              <p:pRg st="6" end="6"/>
                                            </p:txEl>
                                          </p:spTgt>
                                        </p:tgtEl>
                                      </p:cBhvr>
                                    </p:animEffect>
                                  </p:childTnLst>
                                </p:cTn>
                              </p:par>
                            </p:childTnLst>
                          </p:cTn>
                        </p:par>
                      </p:childTnLst>
                    </p:cTn>
                  </p:par>
                  <p:par>
                    <p:cTn id="146" fill="hold">
                      <p:stCondLst>
                        <p:cond delay="indefinite"/>
                      </p:stCondLst>
                      <p:childTnLst>
                        <p:par>
                          <p:cTn id="147" fill="hold">
                            <p:stCondLst>
                              <p:cond delay="0"/>
                            </p:stCondLst>
                            <p:childTnLst>
                              <p:par>
                                <p:cTn id="148" presetID="22" presetClass="entr" presetSubtype="8" fill="hold" nodeType="clickEffect">
                                  <p:stCondLst>
                                    <p:cond delay="0"/>
                                  </p:stCondLst>
                                  <p:childTnLst>
                                    <p:set>
                                      <p:cBhvr>
                                        <p:cTn id="149" dur="1" fill="hold">
                                          <p:stCondLst>
                                            <p:cond delay="0"/>
                                          </p:stCondLst>
                                        </p:cTn>
                                        <p:tgtEl>
                                          <p:spTgt spid="20">
                                            <p:txEl>
                                              <p:pRg st="2" end="2"/>
                                            </p:txEl>
                                          </p:spTgt>
                                        </p:tgtEl>
                                        <p:attrNameLst>
                                          <p:attrName>style.visibility</p:attrName>
                                        </p:attrNameLst>
                                      </p:cBhvr>
                                      <p:to>
                                        <p:strVal val="visible"/>
                                      </p:to>
                                    </p:set>
                                    <p:animEffect transition="in" filter="wipe(left)">
                                      <p:cBhvr>
                                        <p:cTn id="150" dur="500"/>
                                        <p:tgtEl>
                                          <p:spTgt spid="20">
                                            <p:txEl>
                                              <p:pRg st="2" end="2"/>
                                            </p:txEl>
                                          </p:spTgt>
                                        </p:tgtEl>
                                      </p:cBhvr>
                                    </p:animEffect>
                                  </p:childTnLst>
                                </p:cTn>
                              </p:par>
                            </p:childTnLst>
                          </p:cTn>
                        </p:par>
                      </p:childTnLst>
                    </p:cTn>
                  </p:par>
                  <p:par>
                    <p:cTn id="151" fill="hold">
                      <p:stCondLst>
                        <p:cond delay="indefinite"/>
                      </p:stCondLst>
                      <p:childTnLst>
                        <p:par>
                          <p:cTn id="152" fill="hold">
                            <p:stCondLst>
                              <p:cond delay="0"/>
                            </p:stCondLst>
                            <p:childTnLst>
                              <p:par>
                                <p:cTn id="153" presetID="22" presetClass="entr" presetSubtype="8" fill="hold" nodeType="clickEffect">
                                  <p:stCondLst>
                                    <p:cond delay="0"/>
                                  </p:stCondLst>
                                  <p:childTnLst>
                                    <p:set>
                                      <p:cBhvr>
                                        <p:cTn id="154" dur="1" fill="hold">
                                          <p:stCondLst>
                                            <p:cond delay="0"/>
                                          </p:stCondLst>
                                        </p:cTn>
                                        <p:tgtEl>
                                          <p:spTgt spid="20">
                                            <p:txEl>
                                              <p:pRg st="3" end="3"/>
                                            </p:txEl>
                                          </p:spTgt>
                                        </p:tgtEl>
                                        <p:attrNameLst>
                                          <p:attrName>style.visibility</p:attrName>
                                        </p:attrNameLst>
                                      </p:cBhvr>
                                      <p:to>
                                        <p:strVal val="visible"/>
                                      </p:to>
                                    </p:set>
                                    <p:animEffect transition="in" filter="wipe(left)">
                                      <p:cBhvr>
                                        <p:cTn id="155" dur="500"/>
                                        <p:tgtEl>
                                          <p:spTgt spid="20">
                                            <p:txEl>
                                              <p:pRg st="3" end="3"/>
                                            </p:txEl>
                                          </p:spTgt>
                                        </p:tgtEl>
                                      </p:cBhvr>
                                    </p:animEffect>
                                  </p:childTnLst>
                                </p:cTn>
                              </p:par>
                            </p:childTnLst>
                          </p:cTn>
                        </p:par>
                      </p:childTnLst>
                    </p:cTn>
                  </p:par>
                  <p:par>
                    <p:cTn id="156" fill="hold">
                      <p:stCondLst>
                        <p:cond delay="indefinite"/>
                      </p:stCondLst>
                      <p:childTnLst>
                        <p:par>
                          <p:cTn id="157" fill="hold">
                            <p:stCondLst>
                              <p:cond delay="0"/>
                            </p:stCondLst>
                            <p:childTnLst>
                              <p:par>
                                <p:cTn id="158" presetID="22" presetClass="entr" presetSubtype="8" fill="hold" nodeType="clickEffect">
                                  <p:stCondLst>
                                    <p:cond delay="0"/>
                                  </p:stCondLst>
                                  <p:childTnLst>
                                    <p:set>
                                      <p:cBhvr>
                                        <p:cTn id="159" dur="1" fill="hold">
                                          <p:stCondLst>
                                            <p:cond delay="0"/>
                                          </p:stCondLst>
                                        </p:cTn>
                                        <p:tgtEl>
                                          <p:spTgt spid="20">
                                            <p:txEl>
                                              <p:pRg st="4" end="4"/>
                                            </p:txEl>
                                          </p:spTgt>
                                        </p:tgtEl>
                                        <p:attrNameLst>
                                          <p:attrName>style.visibility</p:attrName>
                                        </p:attrNameLst>
                                      </p:cBhvr>
                                      <p:to>
                                        <p:strVal val="visible"/>
                                      </p:to>
                                    </p:set>
                                    <p:animEffect transition="in" filter="wipe(left)">
                                      <p:cBhvr>
                                        <p:cTn id="160" dur="500"/>
                                        <p:tgtEl>
                                          <p:spTgt spid="20">
                                            <p:txEl>
                                              <p:pRg st="4" end="4"/>
                                            </p:txEl>
                                          </p:spTgt>
                                        </p:tgtEl>
                                      </p:cBhvr>
                                    </p:animEffect>
                                  </p:childTnLst>
                                </p:cTn>
                              </p:par>
                            </p:childTnLst>
                          </p:cTn>
                        </p:par>
                      </p:childTnLst>
                    </p:cTn>
                  </p:par>
                  <p:par>
                    <p:cTn id="161" fill="hold">
                      <p:stCondLst>
                        <p:cond delay="indefinite"/>
                      </p:stCondLst>
                      <p:childTnLst>
                        <p:par>
                          <p:cTn id="162" fill="hold">
                            <p:stCondLst>
                              <p:cond delay="0"/>
                            </p:stCondLst>
                            <p:childTnLst>
                              <p:par>
                                <p:cTn id="163" presetID="22" presetClass="entr" presetSubtype="8" fill="hold" nodeType="clickEffect">
                                  <p:stCondLst>
                                    <p:cond delay="0"/>
                                  </p:stCondLst>
                                  <p:childTnLst>
                                    <p:set>
                                      <p:cBhvr>
                                        <p:cTn id="164" dur="1" fill="hold">
                                          <p:stCondLst>
                                            <p:cond delay="0"/>
                                          </p:stCondLst>
                                        </p:cTn>
                                        <p:tgtEl>
                                          <p:spTgt spid="20">
                                            <p:txEl>
                                              <p:pRg st="5" end="5"/>
                                            </p:txEl>
                                          </p:spTgt>
                                        </p:tgtEl>
                                        <p:attrNameLst>
                                          <p:attrName>style.visibility</p:attrName>
                                        </p:attrNameLst>
                                      </p:cBhvr>
                                      <p:to>
                                        <p:strVal val="visible"/>
                                      </p:to>
                                    </p:set>
                                    <p:animEffect transition="in" filter="wipe(left)">
                                      <p:cBhvr>
                                        <p:cTn id="165" dur="500"/>
                                        <p:tgtEl>
                                          <p:spTgt spid="20">
                                            <p:txEl>
                                              <p:pRg st="5" end="5"/>
                                            </p:txEl>
                                          </p:spTgt>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8" fill="hold" nodeType="clickEffect">
                                  <p:stCondLst>
                                    <p:cond delay="0"/>
                                  </p:stCondLst>
                                  <p:childTnLst>
                                    <p:set>
                                      <p:cBhvr>
                                        <p:cTn id="169" dur="1" fill="hold">
                                          <p:stCondLst>
                                            <p:cond delay="0"/>
                                          </p:stCondLst>
                                        </p:cTn>
                                        <p:tgtEl>
                                          <p:spTgt spid="20">
                                            <p:txEl>
                                              <p:pRg st="7" end="7"/>
                                            </p:txEl>
                                          </p:spTgt>
                                        </p:tgtEl>
                                        <p:attrNameLst>
                                          <p:attrName>style.visibility</p:attrName>
                                        </p:attrNameLst>
                                      </p:cBhvr>
                                      <p:to>
                                        <p:strVal val="visible"/>
                                      </p:to>
                                    </p:set>
                                    <p:animEffect transition="in" filter="wipe(left)">
                                      <p:cBhvr>
                                        <p:cTn id="170" dur="500"/>
                                        <p:tgtEl>
                                          <p:spTgt spid="2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animBg="1"/>
      <p:bldP spid="10" grpId="0"/>
      <p:bldP spid="11" grpId="0"/>
      <p:bldP spid="12" grpId="0"/>
      <p:bldP spid="13" grpId="0"/>
      <p:bldP spid="15" grpId="0" build="allAtOnce" animBg="1"/>
      <p:bldP spid="19" grpId="0" build="allAtOnce" animBg="1"/>
      <p:bldP spid="20" grpId="0" build="allAtOnce" animBg="1"/>
      <p:bldP spid="8" grpId="0" build="allAtOnce"/>
      <p:bldP spid="9" grpId="0" build="allAtOnce"/>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矩形 24"/>
          <p:cNvSpPr/>
          <p:nvPr/>
        </p:nvSpPr>
        <p:spPr bwMode="auto">
          <a:xfrm>
            <a:off x="0" y="0"/>
            <a:ext cx="9144000" cy="1428736"/>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p>
        </p:txBody>
      </p:sp>
      <p:sp>
        <p:nvSpPr>
          <p:cNvPr id="7" name="Text Box 18"/>
          <p:cNvSpPr>
            <a:spLocks noChangeArrowheads="1"/>
          </p:cNvSpPr>
          <p:nvPr/>
        </p:nvSpPr>
        <p:spPr bwMode="auto">
          <a:xfrm>
            <a:off x="0" y="1428736"/>
            <a:ext cx="74168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宋体" pitchFamily="2" charset="-122"/>
              </a:rPr>
              <a:t>解：</a:t>
            </a:r>
            <a:r>
              <a:rPr kumimoji="1" lang="en-US" altLang="zh-CN" sz="2600" b="1" i="1"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Times New Roman" pitchFamily="18" charset="0"/>
              </a:rPr>
              <a:t>A</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宋体" pitchFamily="2" charset="-122"/>
              </a:rPr>
              <a:t>与</a:t>
            </a:r>
            <a:r>
              <a:rPr kumimoji="1" lang="en-US" altLang="zh-CN" sz="2600" b="1" i="1"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Times New Roman" pitchFamily="18" charset="0"/>
              </a:rPr>
              <a:t>B</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宋体" pitchFamily="2" charset="-122"/>
              </a:rPr>
              <a:t>相似  </a:t>
            </a:r>
            <a:r>
              <a:rPr kumimoji="1" lang="el-GR" altLang="zh-CN" sz="2800" b="1" i="0" u="none" strike="noStrike" kern="1200" cap="none" spc="0" normalizeH="0" baseline="0" noProof="0" dirty="0">
                <a:ln>
                  <a:noFill/>
                </a:ln>
                <a:solidFill>
                  <a:srgbClr val="808080">
                    <a:lumMod val="75000"/>
                  </a:srgbClr>
                </a:solidFill>
                <a:effectLst/>
                <a:uLnTx/>
                <a:uFillTx/>
                <a:latin typeface="微软雅黑" pitchFamily="34" charset="-122"/>
                <a:ea typeface="微软雅黑" pitchFamily="34" charset="-122"/>
                <a:cs typeface="+mn-cs"/>
              </a:rPr>
              <a:t>⇒</a:t>
            </a:r>
            <a:r>
              <a:rPr kumimoji="1" lang="en-US" altLang="zh-CN" sz="2800" b="1" i="0" u="none" strike="noStrike" kern="1200" cap="none" spc="0" normalizeH="0" baseline="0" noProof="0" dirty="0">
                <a:ln>
                  <a:noFill/>
                </a:ln>
                <a:solidFill>
                  <a:srgbClr val="808080">
                    <a:lumMod val="75000"/>
                  </a:srgbClr>
                </a:solidFill>
                <a:effectLst/>
                <a:uLnTx/>
                <a:uFillTx/>
                <a:latin typeface="微软雅黑" pitchFamily="34" charset="-122"/>
                <a:ea typeface="微软雅黑" pitchFamily="34" charset="-122"/>
                <a:cs typeface="+mn-cs"/>
              </a:rPr>
              <a:t>  </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宋体" pitchFamily="2" charset="-122"/>
              </a:rPr>
              <a:t>存在可逆矩阵</a:t>
            </a:r>
            <a:r>
              <a:rPr kumimoji="1" lang="en-US" altLang="zh-CN" sz="2600" b="1" i="1"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Times New Roman" pitchFamily="18" charset="0"/>
              </a:rPr>
              <a:t>P</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宋体" pitchFamily="2" charset="-122"/>
              </a:rPr>
              <a:t>，使得</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graphicFrame>
        <p:nvGraphicFramePr>
          <p:cNvPr id="18" name="对象 17"/>
          <p:cNvGraphicFramePr>
            <a:graphicFrameLocks noChangeAspect="1"/>
          </p:cNvGraphicFramePr>
          <p:nvPr/>
        </p:nvGraphicFramePr>
        <p:xfrm>
          <a:off x="107504" y="30163"/>
          <a:ext cx="9035431" cy="1447800"/>
        </p:xfrm>
        <a:graphic>
          <a:graphicData uri="http://schemas.openxmlformats.org/presentationml/2006/ole">
            <mc:AlternateContent xmlns:mc="http://schemas.openxmlformats.org/markup-compatibility/2006">
              <mc:Choice xmlns:v="urn:schemas-microsoft-com:vml" Requires="v">
                <p:oleObj name="Equation" r:id="rId3" imgW="9626400" imgH="1447560" progId="Equation.DSMT4">
                  <p:embed/>
                </p:oleObj>
              </mc:Choice>
              <mc:Fallback>
                <p:oleObj name="Equation" r:id="rId3" imgW="9626400" imgH="1447560" progId="Equation.DSMT4">
                  <p:embed/>
                  <p:pic>
                    <p:nvPicPr>
                      <p:cNvPr id="18" name="对象 17"/>
                      <p:cNvPicPr>
                        <a:picLocks noChangeAspect="1" noChangeArrowheads="1"/>
                      </p:cNvPicPr>
                      <p:nvPr/>
                    </p:nvPicPr>
                    <p:blipFill>
                      <a:blip r:embed="rId4"/>
                      <a:srcRect/>
                      <a:stretch>
                        <a:fillRect/>
                      </a:stretch>
                    </p:blipFill>
                    <p:spPr bwMode="auto">
                      <a:xfrm>
                        <a:off x="107504" y="30163"/>
                        <a:ext cx="9035431" cy="1447800"/>
                      </a:xfrm>
                      <a:prstGeom prst="rect">
                        <a:avLst/>
                      </a:prstGeom>
                      <a:noFill/>
                    </p:spPr>
                  </p:pic>
                </p:oleObj>
              </mc:Fallback>
            </mc:AlternateContent>
          </a:graphicData>
        </a:graphic>
      </p:graphicFrame>
      <p:graphicFrame>
        <p:nvGraphicFramePr>
          <p:cNvPr id="23" name="对象 22"/>
          <p:cNvGraphicFramePr>
            <a:graphicFrameLocks noChangeAspect="1"/>
          </p:cNvGraphicFramePr>
          <p:nvPr/>
        </p:nvGraphicFramePr>
        <p:xfrm>
          <a:off x="928662" y="2538406"/>
          <a:ext cx="1270000" cy="457200"/>
        </p:xfrm>
        <a:graphic>
          <a:graphicData uri="http://schemas.openxmlformats.org/presentationml/2006/ole">
            <mc:AlternateContent xmlns:mc="http://schemas.openxmlformats.org/markup-compatibility/2006">
              <mc:Choice xmlns:v="urn:schemas-microsoft-com:vml" Requires="v">
                <p:oleObj name="Equation" r:id="rId5" imgW="1269720" imgH="457200" progId="Equation.DSMT4">
                  <p:embed/>
                </p:oleObj>
              </mc:Choice>
              <mc:Fallback>
                <p:oleObj name="Equation" r:id="rId5" imgW="1269720" imgH="457200" progId="Equation.DSMT4">
                  <p:embed/>
                  <p:pic>
                    <p:nvPicPr>
                      <p:cNvPr id="23" name="对象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8662" y="2538406"/>
                        <a:ext cx="12700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对象 23"/>
          <p:cNvGraphicFramePr>
            <a:graphicFrameLocks noChangeAspect="1"/>
          </p:cNvGraphicFramePr>
          <p:nvPr/>
        </p:nvGraphicFramePr>
        <p:xfrm>
          <a:off x="852494" y="3195646"/>
          <a:ext cx="4648200" cy="1447800"/>
        </p:xfrm>
        <a:graphic>
          <a:graphicData uri="http://schemas.openxmlformats.org/presentationml/2006/ole">
            <mc:AlternateContent xmlns:mc="http://schemas.openxmlformats.org/markup-compatibility/2006">
              <mc:Choice xmlns:v="urn:schemas-microsoft-com:vml" Requires="v">
                <p:oleObj name="Equation" r:id="rId7" imgW="4647960" imgH="1447560" progId="Equation.DSMT4">
                  <p:embed/>
                </p:oleObj>
              </mc:Choice>
              <mc:Fallback>
                <p:oleObj name="Equation" r:id="rId7" imgW="4647960" imgH="1447560" progId="Equation.DSMT4">
                  <p:embed/>
                  <p:pic>
                    <p:nvPicPr>
                      <p:cNvPr id="24" name="对象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2494" y="3195646"/>
                        <a:ext cx="4648200" cy="1447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38666" name="Object 10"/>
          <p:cNvGraphicFramePr>
            <a:graphicFrameLocks noChangeAspect="1"/>
          </p:cNvGraphicFramePr>
          <p:nvPr/>
        </p:nvGraphicFramePr>
        <p:xfrm>
          <a:off x="6143636" y="1500174"/>
          <a:ext cx="1536700" cy="355600"/>
        </p:xfrm>
        <a:graphic>
          <a:graphicData uri="http://schemas.openxmlformats.org/presentationml/2006/ole">
            <mc:AlternateContent xmlns:mc="http://schemas.openxmlformats.org/markup-compatibility/2006">
              <mc:Choice xmlns:v="urn:schemas-microsoft-com:vml" Requires="v">
                <p:oleObj name="Equation" r:id="rId9" imgW="1536033" imgH="355446" progId="Equation.DSMT4">
                  <p:embed/>
                </p:oleObj>
              </mc:Choice>
              <mc:Fallback>
                <p:oleObj name="Equation" r:id="rId9" imgW="1536033" imgH="355446" progId="Equation.DSMT4">
                  <p:embed/>
                  <p:pic>
                    <p:nvPicPr>
                      <p:cNvPr id="838666"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43636" y="1500174"/>
                        <a:ext cx="1536700"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Text Box 18"/>
          <p:cNvSpPr>
            <a:spLocks noChangeArrowheads="1"/>
          </p:cNvSpPr>
          <p:nvPr/>
        </p:nvSpPr>
        <p:spPr bwMode="auto">
          <a:xfrm>
            <a:off x="2786050" y="1857364"/>
            <a:ext cx="3786214"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黑体"/>
                <a:ea typeface="黑体"/>
                <a:cs typeface="+mn-cs"/>
                <a:sym typeface="Times New Roman" pitchFamily="18" charset="0"/>
              </a:rPr>
              <a:t>且</a:t>
            </a:r>
            <a:r>
              <a:rPr kumimoji="1" lang="en-US" altLang="zh-CN" sz="2600" b="1" i="1" u="none" strike="noStrike" kern="1200" cap="none" spc="0" normalizeH="0" baseline="0" noProof="0" dirty="0">
                <a:ln>
                  <a:noFill/>
                </a:ln>
                <a:solidFill>
                  <a:srgbClr val="000000"/>
                </a:solidFill>
                <a:effectLst/>
                <a:uLnTx/>
                <a:uFillTx/>
                <a:latin typeface="黑体"/>
                <a:ea typeface="黑体"/>
                <a:cs typeface="+mn-cs"/>
                <a:sym typeface="Times New Roman" pitchFamily="18" charset="0"/>
              </a:rPr>
              <a:t>A</a:t>
            </a:r>
            <a:r>
              <a:rPr kumimoji="1" lang="zh-CN" altLang="en-US" sz="2600" b="1" i="0" u="none" strike="noStrike" kern="1200" cap="none" spc="0" normalizeH="0" baseline="0" noProof="0" dirty="0">
                <a:ln>
                  <a:noFill/>
                </a:ln>
                <a:solidFill>
                  <a:srgbClr val="000000"/>
                </a:solidFill>
                <a:effectLst/>
                <a:uLnTx/>
                <a:uFillTx/>
                <a:latin typeface="黑体"/>
                <a:ea typeface="黑体"/>
                <a:cs typeface="+mn-cs"/>
                <a:sym typeface="宋体" pitchFamily="2" charset="-122"/>
              </a:rPr>
              <a:t>与</a:t>
            </a:r>
            <a:r>
              <a:rPr kumimoji="1" lang="en-US" altLang="zh-CN" sz="2600" b="1" i="1" u="none" strike="noStrike" kern="1200" cap="none" spc="0" normalizeH="0" baseline="0" noProof="0" dirty="0">
                <a:ln>
                  <a:noFill/>
                </a:ln>
                <a:solidFill>
                  <a:srgbClr val="000000"/>
                </a:solidFill>
                <a:effectLst/>
                <a:uLnTx/>
                <a:uFillTx/>
                <a:latin typeface="黑体"/>
                <a:ea typeface="黑体"/>
                <a:cs typeface="+mn-cs"/>
                <a:sym typeface="Times New Roman" pitchFamily="18" charset="0"/>
              </a:rPr>
              <a:t>B</a:t>
            </a:r>
            <a:r>
              <a:rPr kumimoji="1" lang="zh-CN" altLang="en-US" sz="2600" b="1" i="0" u="none" strike="noStrike" kern="1200" cap="none" spc="0" normalizeH="0" baseline="0" noProof="0" dirty="0">
                <a:ln>
                  <a:noFill/>
                </a:ln>
                <a:solidFill>
                  <a:srgbClr val="000000"/>
                </a:solidFill>
                <a:effectLst/>
                <a:uLnTx/>
                <a:uFillTx/>
                <a:latin typeface="黑体"/>
                <a:ea typeface="黑体"/>
                <a:cs typeface="+mn-cs"/>
                <a:sym typeface="Times New Roman" pitchFamily="18" charset="0"/>
              </a:rPr>
              <a:t>特征多项式相同</a:t>
            </a:r>
            <a:endParaRPr kumimoji="1" lang="zh-CN" altLang="en-US" sz="2400" b="0" i="0" u="none" strike="noStrike" kern="1200" cap="none" spc="0" normalizeH="0" baseline="0" noProof="0" dirty="0">
              <a:ln>
                <a:noFill/>
              </a:ln>
              <a:solidFill>
                <a:srgbClr val="000000"/>
              </a:solidFill>
              <a:effectLst/>
              <a:uLnTx/>
              <a:uFillTx/>
              <a:latin typeface="黑体"/>
              <a:ea typeface="黑体"/>
              <a:cs typeface="+mn-cs"/>
            </a:endParaRPr>
          </a:p>
        </p:txBody>
      </p:sp>
      <p:graphicFrame>
        <p:nvGraphicFramePr>
          <p:cNvPr id="27" name="对象 26"/>
          <p:cNvGraphicFramePr>
            <a:graphicFrameLocks noChangeAspect="1"/>
          </p:cNvGraphicFramePr>
          <p:nvPr/>
        </p:nvGraphicFramePr>
        <p:xfrm>
          <a:off x="2357422" y="2500306"/>
          <a:ext cx="1892300" cy="533400"/>
        </p:xfrm>
        <a:graphic>
          <a:graphicData uri="http://schemas.openxmlformats.org/presentationml/2006/ole">
            <mc:AlternateContent xmlns:mc="http://schemas.openxmlformats.org/markup-compatibility/2006">
              <mc:Choice xmlns:v="urn:schemas-microsoft-com:vml" Requires="v">
                <p:oleObj name="Equation" r:id="rId11" imgW="1892160" imgH="533160" progId="Equation.DSMT4">
                  <p:embed/>
                </p:oleObj>
              </mc:Choice>
              <mc:Fallback>
                <p:oleObj name="Equation" r:id="rId11" imgW="1892160" imgH="533160" progId="Equation.DSMT4">
                  <p:embed/>
                  <p:pic>
                    <p:nvPicPr>
                      <p:cNvPr id="27" name="对象 2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57422" y="2500306"/>
                        <a:ext cx="1892300"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38668" name="Object 12"/>
          <p:cNvGraphicFramePr>
            <a:graphicFrameLocks noChangeAspect="1"/>
          </p:cNvGraphicFramePr>
          <p:nvPr/>
        </p:nvGraphicFramePr>
        <p:xfrm>
          <a:off x="4286248" y="2500306"/>
          <a:ext cx="2286000" cy="533400"/>
        </p:xfrm>
        <a:graphic>
          <a:graphicData uri="http://schemas.openxmlformats.org/presentationml/2006/ole">
            <mc:AlternateContent xmlns:mc="http://schemas.openxmlformats.org/markup-compatibility/2006">
              <mc:Choice xmlns:v="urn:schemas-microsoft-com:vml" Requires="v">
                <p:oleObj name="Equation" r:id="rId13" imgW="2286000" imgH="533160" progId="Equation.DSMT4">
                  <p:embed/>
                </p:oleObj>
              </mc:Choice>
              <mc:Fallback>
                <p:oleObj name="Equation" r:id="rId13" imgW="2286000" imgH="533160" progId="Equation.DSMT4">
                  <p:embed/>
                  <p:pic>
                    <p:nvPicPr>
                      <p:cNvPr id="838668"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86248" y="2500306"/>
                        <a:ext cx="22860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 name="对象 28"/>
          <p:cNvGraphicFramePr>
            <a:graphicFrameLocks noChangeAspect="1"/>
          </p:cNvGraphicFramePr>
          <p:nvPr/>
        </p:nvGraphicFramePr>
        <p:xfrm>
          <a:off x="6572264" y="2543172"/>
          <a:ext cx="1219200" cy="457200"/>
        </p:xfrm>
        <a:graphic>
          <a:graphicData uri="http://schemas.openxmlformats.org/presentationml/2006/ole">
            <mc:AlternateContent xmlns:mc="http://schemas.openxmlformats.org/markup-compatibility/2006">
              <mc:Choice xmlns:v="urn:schemas-microsoft-com:vml" Requires="v">
                <p:oleObj name="Equation" r:id="rId15" imgW="1218960" imgH="457200" progId="Equation.DSMT4">
                  <p:embed/>
                </p:oleObj>
              </mc:Choice>
              <mc:Fallback>
                <p:oleObj name="Equation" r:id="rId15" imgW="1218960" imgH="457200" progId="Equation.DSMT4">
                  <p:embed/>
                  <p:pic>
                    <p:nvPicPr>
                      <p:cNvPr id="29" name="对象 2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572264" y="2543172"/>
                        <a:ext cx="12192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对象 29"/>
          <p:cNvGraphicFramePr>
            <a:graphicFrameLocks noChangeAspect="1"/>
          </p:cNvGraphicFramePr>
          <p:nvPr/>
        </p:nvGraphicFramePr>
        <p:xfrm>
          <a:off x="5518144" y="3670730"/>
          <a:ext cx="457200" cy="279400"/>
        </p:xfrm>
        <a:graphic>
          <a:graphicData uri="http://schemas.openxmlformats.org/presentationml/2006/ole">
            <mc:AlternateContent xmlns:mc="http://schemas.openxmlformats.org/markup-compatibility/2006">
              <mc:Choice xmlns:v="urn:schemas-microsoft-com:vml" Requires="v">
                <p:oleObj name="Equation" r:id="rId17" imgW="457200" imgH="279360" progId="Equation.DSMT4">
                  <p:embed/>
                </p:oleObj>
              </mc:Choice>
              <mc:Fallback>
                <p:oleObj name="Equation" r:id="rId17" imgW="457200" imgH="279360" progId="Equation.DSMT4">
                  <p:embed/>
                  <p:pic>
                    <p:nvPicPr>
                      <p:cNvPr id="30" name="对象 2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18144" y="3670730"/>
                        <a:ext cx="457200" cy="279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对象 30"/>
          <p:cNvGraphicFramePr>
            <a:graphicFrameLocks noChangeAspect="1"/>
          </p:cNvGraphicFramePr>
          <p:nvPr/>
        </p:nvGraphicFramePr>
        <p:xfrm>
          <a:off x="928662" y="4643446"/>
          <a:ext cx="1714500" cy="457200"/>
        </p:xfrm>
        <a:graphic>
          <a:graphicData uri="http://schemas.openxmlformats.org/presentationml/2006/ole">
            <mc:AlternateContent xmlns:mc="http://schemas.openxmlformats.org/markup-compatibility/2006">
              <mc:Choice xmlns:v="urn:schemas-microsoft-com:vml" Requires="v">
                <p:oleObj name="Equation" r:id="rId19" imgW="1714320" imgH="457200" progId="Equation.DSMT4">
                  <p:embed/>
                </p:oleObj>
              </mc:Choice>
              <mc:Fallback>
                <p:oleObj name="Equation" r:id="rId19" imgW="1714320" imgH="457200" progId="Equation.DSMT4">
                  <p:embed/>
                  <p:pic>
                    <p:nvPicPr>
                      <p:cNvPr id="31" name="对象 3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28662" y="4643446"/>
                        <a:ext cx="17145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对象 1">
            <a:extLst>
              <a:ext uri="{FF2B5EF4-FFF2-40B4-BE49-F238E27FC236}">
                <a16:creationId xmlns:a16="http://schemas.microsoft.com/office/drawing/2014/main" id="{336C2129-64B4-7BC4-0C0C-243AC9AB9B07}"/>
              </a:ext>
            </a:extLst>
          </p:cNvPr>
          <p:cNvGraphicFramePr>
            <a:graphicFrameLocks noChangeAspect="1"/>
          </p:cNvGraphicFramePr>
          <p:nvPr/>
        </p:nvGraphicFramePr>
        <p:xfrm>
          <a:off x="915988" y="5204048"/>
          <a:ext cx="1739900" cy="457200"/>
        </p:xfrm>
        <a:graphic>
          <a:graphicData uri="http://schemas.openxmlformats.org/presentationml/2006/ole">
            <mc:AlternateContent xmlns:mc="http://schemas.openxmlformats.org/markup-compatibility/2006">
              <mc:Choice xmlns:v="urn:schemas-microsoft-com:vml" Requires="v">
                <p:oleObj name="Equation" r:id="rId21" imgW="1739880" imgH="457200" progId="Equation.DSMT4">
                  <p:embed/>
                </p:oleObj>
              </mc:Choice>
              <mc:Fallback>
                <p:oleObj name="Equation" r:id="rId21" imgW="1739880" imgH="457200" progId="Equation.DSMT4">
                  <p:embed/>
                  <p:pic>
                    <p:nvPicPr>
                      <p:cNvPr id="2" name="对象 1">
                        <a:extLst>
                          <a:ext uri="{FF2B5EF4-FFF2-40B4-BE49-F238E27FC236}">
                            <a16:creationId xmlns:a16="http://schemas.microsoft.com/office/drawing/2014/main" id="{336C2129-64B4-7BC4-0C0C-243AC9AB9B07}"/>
                          </a:ext>
                        </a:extLst>
                      </p:cNvPr>
                      <p:cNvPicPr>
                        <a:picLocks noChangeAspect="1" noChangeArrowheads="1"/>
                      </p:cNvPicPr>
                      <p:nvPr/>
                    </p:nvPicPr>
                    <p:blipFill>
                      <a:blip r:embed="rId22"/>
                      <a:srcRect/>
                      <a:stretch>
                        <a:fillRect/>
                      </a:stretch>
                    </p:blipFill>
                    <p:spPr bwMode="auto">
                      <a:xfrm>
                        <a:off x="915988" y="5204048"/>
                        <a:ext cx="17399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对象 2">
            <a:extLst>
              <a:ext uri="{FF2B5EF4-FFF2-40B4-BE49-F238E27FC236}">
                <a16:creationId xmlns:a16="http://schemas.microsoft.com/office/drawing/2014/main" id="{310EB5C0-B058-C0C4-3FCE-4A47933200CA}"/>
              </a:ext>
            </a:extLst>
          </p:cNvPr>
          <p:cNvGraphicFramePr>
            <a:graphicFrameLocks noChangeAspect="1"/>
          </p:cNvGraphicFramePr>
          <p:nvPr/>
        </p:nvGraphicFramePr>
        <p:xfrm>
          <a:off x="943496" y="5805264"/>
          <a:ext cx="2692400" cy="368300"/>
        </p:xfrm>
        <a:graphic>
          <a:graphicData uri="http://schemas.openxmlformats.org/presentationml/2006/ole">
            <mc:AlternateContent xmlns:mc="http://schemas.openxmlformats.org/markup-compatibility/2006">
              <mc:Choice xmlns:v="urn:schemas-microsoft-com:vml" Requires="v">
                <p:oleObj name="Equation" r:id="rId23" imgW="2692080" imgH="368280" progId="Equation.DSMT4">
                  <p:embed/>
                </p:oleObj>
              </mc:Choice>
              <mc:Fallback>
                <p:oleObj name="Equation" r:id="rId23" imgW="2692080" imgH="368280" progId="Equation.DSMT4">
                  <p:embed/>
                  <p:pic>
                    <p:nvPicPr>
                      <p:cNvPr id="3" name="对象 2">
                        <a:extLst>
                          <a:ext uri="{FF2B5EF4-FFF2-40B4-BE49-F238E27FC236}">
                            <a16:creationId xmlns:a16="http://schemas.microsoft.com/office/drawing/2014/main" id="{310EB5C0-B058-C0C4-3FCE-4A47933200CA}"/>
                          </a:ext>
                        </a:extLst>
                      </p:cNvPr>
                      <p:cNvPicPr>
                        <a:picLocks noChangeAspect="1" noChangeArrowheads="1"/>
                      </p:cNvPicPr>
                      <p:nvPr/>
                    </p:nvPicPr>
                    <p:blipFill>
                      <a:blip r:embed="rId24"/>
                      <a:srcRect/>
                      <a:stretch>
                        <a:fillRect/>
                      </a:stretch>
                    </p:blipFill>
                    <p:spPr bwMode="auto">
                      <a:xfrm>
                        <a:off x="943496" y="5805264"/>
                        <a:ext cx="2692400" cy="368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2659599325"/>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38666"/>
                                        </p:tgtEl>
                                        <p:attrNameLst>
                                          <p:attrName>style.visibility</p:attrName>
                                        </p:attrNameLst>
                                      </p:cBhvr>
                                      <p:to>
                                        <p:strVal val="visible"/>
                                      </p:to>
                                    </p:set>
                                    <p:animEffect transition="in" filter="wipe(left)">
                                      <p:cBhvr>
                                        <p:cTn id="11" dur="500"/>
                                        <p:tgtEl>
                                          <p:spTgt spid="83866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wipe(left)">
                                      <p:cBhvr>
                                        <p:cTn id="16" dur="5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left)">
                                      <p:cBhvr>
                                        <p:cTn id="21" dur="500"/>
                                        <p:tgtEl>
                                          <p:spTgt spid="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left)">
                                      <p:cBhvr>
                                        <p:cTn id="26" dur="500"/>
                                        <p:tgtEl>
                                          <p:spTgt spid="27"/>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838668"/>
                                        </p:tgtEl>
                                        <p:attrNameLst>
                                          <p:attrName>style.visibility</p:attrName>
                                        </p:attrNameLst>
                                      </p:cBhvr>
                                      <p:to>
                                        <p:strVal val="visible"/>
                                      </p:to>
                                    </p:set>
                                    <p:animEffect transition="in" filter="wipe(left)">
                                      <p:cBhvr>
                                        <p:cTn id="31" dur="500"/>
                                        <p:tgtEl>
                                          <p:spTgt spid="83866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wipe(left)">
                                      <p:cBhvr>
                                        <p:cTn id="36" dur="5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left)">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wipe(left)">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wipe(left)">
                                      <p:cBhvr>
                                        <p:cTn id="51" dur="500"/>
                                        <p:tgtEl>
                                          <p:spTgt spid="31"/>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2"/>
                                        </p:tgtEl>
                                        <p:attrNameLst>
                                          <p:attrName>style.visibility</p:attrName>
                                        </p:attrNameLst>
                                      </p:cBhvr>
                                      <p:to>
                                        <p:strVal val="visible"/>
                                      </p:to>
                                    </p:set>
                                    <p:animEffect transition="in" filter="wipe(left)">
                                      <p:cBhvr>
                                        <p:cTn id="56" dur="500"/>
                                        <p:tgtEl>
                                          <p:spTgt spid="2"/>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3"/>
                                        </p:tgtEl>
                                        <p:attrNameLst>
                                          <p:attrName>style.visibility</p:attrName>
                                        </p:attrNameLst>
                                      </p:cBhvr>
                                      <p:to>
                                        <p:strVal val="visible"/>
                                      </p:to>
                                    </p:set>
                                    <p:animEffect transition="in" filter="wipe(left)">
                                      <p:cBhvr>
                                        <p:cTn id="6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6"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29" name="Text Box 2"/>
          <p:cNvSpPr txBox="1">
            <a:spLocks noChangeArrowheads="1"/>
          </p:cNvSpPr>
          <p:nvPr/>
        </p:nvSpPr>
        <p:spPr bwMode="auto">
          <a:xfrm>
            <a:off x="0" y="0"/>
            <a:ext cx="683568" cy="400110"/>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endParaRPr kumimoji="1" lang="zh-CN" altLang="en-US"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2773" name="Text Box 5"/>
          <p:cNvSpPr txBox="1">
            <a:spLocks noChangeArrowheads="1"/>
          </p:cNvSpPr>
          <p:nvPr/>
        </p:nvSpPr>
        <p:spPr bwMode="auto">
          <a:xfrm>
            <a:off x="0" y="1028700"/>
            <a:ext cx="442913" cy="40005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endParaRPr kumimoji="1" lang="zh-CN" altLang="en-US" sz="20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32774" name="Object 4"/>
          <p:cNvGraphicFramePr>
            <a:graphicFrameLocks noChangeAspect="1"/>
          </p:cNvGraphicFramePr>
          <p:nvPr/>
        </p:nvGraphicFramePr>
        <p:xfrm>
          <a:off x="0" y="1594570"/>
          <a:ext cx="1295400" cy="322262"/>
        </p:xfrm>
        <a:graphic>
          <a:graphicData uri="http://schemas.openxmlformats.org/presentationml/2006/ole">
            <mc:AlternateContent xmlns:mc="http://schemas.openxmlformats.org/markup-compatibility/2006">
              <mc:Choice xmlns:v="urn:schemas-microsoft-com:vml" Requires="v">
                <p:oleObj name="Equation" r:id="rId3" imgW="914400" imgH="241200" progId="Equation.DSMT4">
                  <p:embed/>
                </p:oleObj>
              </mc:Choice>
              <mc:Fallback>
                <p:oleObj name="Equation" r:id="rId3" imgW="914400" imgH="241200" progId="Equation.DSMT4">
                  <p:embed/>
                  <p:pic>
                    <p:nvPicPr>
                      <p:cNvPr id="32774"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594570"/>
                        <a:ext cx="1295400" cy="322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775" name="Object 5"/>
          <p:cNvGraphicFramePr>
            <a:graphicFrameLocks noChangeAspect="1"/>
          </p:cNvGraphicFramePr>
          <p:nvPr/>
        </p:nvGraphicFramePr>
        <p:xfrm>
          <a:off x="3483375" y="1194572"/>
          <a:ext cx="2528785" cy="1192235"/>
        </p:xfrm>
        <a:graphic>
          <a:graphicData uri="http://schemas.openxmlformats.org/presentationml/2006/ole">
            <mc:AlternateContent xmlns:mc="http://schemas.openxmlformats.org/markup-compatibility/2006">
              <mc:Choice xmlns:v="urn:schemas-microsoft-com:vml" Requires="v">
                <p:oleObj name="Equation" r:id="rId5" imgW="1828800" imgH="711000" progId="Equation.DSMT4">
                  <p:embed/>
                </p:oleObj>
              </mc:Choice>
              <mc:Fallback>
                <p:oleObj name="Equation" r:id="rId5" imgW="1828800" imgH="711000" progId="Equation.DSMT4">
                  <p:embed/>
                  <p:pic>
                    <p:nvPicPr>
                      <p:cNvPr id="32775" name="Object 5"/>
                      <p:cNvPicPr>
                        <a:picLocks noChangeAspect="1" noChangeArrowheads="1"/>
                      </p:cNvPicPr>
                      <p:nvPr/>
                    </p:nvPicPr>
                    <p:blipFill>
                      <a:blip r:embed="rId6"/>
                      <a:srcRect/>
                      <a:stretch>
                        <a:fillRect/>
                      </a:stretch>
                    </p:blipFill>
                    <p:spPr bwMode="auto">
                      <a:xfrm>
                        <a:off x="3483375" y="1194572"/>
                        <a:ext cx="2528785" cy="1192235"/>
                      </a:xfrm>
                      <a:prstGeom prst="rect">
                        <a:avLst/>
                      </a:prstGeom>
                      <a:noFill/>
                    </p:spPr>
                  </p:pic>
                </p:oleObj>
              </mc:Fallback>
            </mc:AlternateContent>
          </a:graphicData>
        </a:graphic>
      </p:graphicFrame>
      <p:graphicFrame>
        <p:nvGraphicFramePr>
          <p:cNvPr id="32776" name="Object 6"/>
          <p:cNvGraphicFramePr>
            <a:graphicFrameLocks noChangeAspect="1"/>
          </p:cNvGraphicFramePr>
          <p:nvPr/>
        </p:nvGraphicFramePr>
        <p:xfrm>
          <a:off x="5915551" y="1194572"/>
          <a:ext cx="3229318" cy="1137370"/>
        </p:xfrm>
        <a:graphic>
          <a:graphicData uri="http://schemas.openxmlformats.org/presentationml/2006/ole">
            <mc:AlternateContent xmlns:mc="http://schemas.openxmlformats.org/markup-compatibility/2006">
              <mc:Choice xmlns:v="urn:schemas-microsoft-com:vml" Requires="v">
                <p:oleObj name="Equation" r:id="rId7" imgW="2019240" imgH="711000" progId="Equation.DSMT4">
                  <p:embed/>
                </p:oleObj>
              </mc:Choice>
              <mc:Fallback>
                <p:oleObj name="Equation" r:id="rId7" imgW="2019240" imgH="711000" progId="Equation.DSMT4">
                  <p:embed/>
                  <p:pic>
                    <p:nvPicPr>
                      <p:cNvPr id="32776" name="Object 6"/>
                      <p:cNvPicPr>
                        <a:picLocks noChangeAspect="1" noChangeArrowheads="1"/>
                      </p:cNvPicPr>
                      <p:nvPr/>
                    </p:nvPicPr>
                    <p:blipFill>
                      <a:blip r:embed="rId8"/>
                      <a:srcRect/>
                      <a:stretch>
                        <a:fillRect/>
                      </a:stretch>
                    </p:blipFill>
                    <p:spPr bwMode="auto">
                      <a:xfrm>
                        <a:off x="5915551" y="1194572"/>
                        <a:ext cx="3229318" cy="1137370"/>
                      </a:xfrm>
                      <a:prstGeom prst="rect">
                        <a:avLst/>
                      </a:prstGeom>
                      <a:noFill/>
                    </p:spPr>
                  </p:pic>
                </p:oleObj>
              </mc:Fallback>
            </mc:AlternateContent>
          </a:graphicData>
        </a:graphic>
      </p:graphicFrame>
      <p:graphicFrame>
        <p:nvGraphicFramePr>
          <p:cNvPr id="32785" name="Object 7"/>
          <p:cNvGraphicFramePr>
            <a:graphicFrameLocks noChangeAspect="1"/>
          </p:cNvGraphicFramePr>
          <p:nvPr/>
        </p:nvGraphicFramePr>
        <p:xfrm>
          <a:off x="1270959" y="1142999"/>
          <a:ext cx="2220921" cy="1225257"/>
        </p:xfrm>
        <a:graphic>
          <a:graphicData uri="http://schemas.openxmlformats.org/presentationml/2006/ole">
            <mc:AlternateContent xmlns:mc="http://schemas.openxmlformats.org/markup-compatibility/2006">
              <mc:Choice xmlns:v="urn:schemas-microsoft-com:vml" Requires="v">
                <p:oleObj name="Equation" r:id="rId9" imgW="1701720" imgH="711000" progId="Equation.DSMT4">
                  <p:embed/>
                </p:oleObj>
              </mc:Choice>
              <mc:Fallback>
                <p:oleObj name="Equation" r:id="rId9" imgW="1701720" imgH="711000" progId="Equation.DSMT4">
                  <p:embed/>
                  <p:pic>
                    <p:nvPicPr>
                      <p:cNvPr id="32785" name="Object 7"/>
                      <p:cNvPicPr>
                        <a:picLocks noChangeAspect="1" noChangeArrowheads="1"/>
                      </p:cNvPicPr>
                      <p:nvPr/>
                    </p:nvPicPr>
                    <p:blipFill>
                      <a:blip r:embed="rId10"/>
                      <a:srcRect/>
                      <a:stretch>
                        <a:fillRect/>
                      </a:stretch>
                    </p:blipFill>
                    <p:spPr bwMode="auto">
                      <a:xfrm>
                        <a:off x="1270959" y="1142999"/>
                        <a:ext cx="2220921" cy="1225257"/>
                      </a:xfrm>
                      <a:prstGeom prst="rect">
                        <a:avLst/>
                      </a:prstGeom>
                      <a:noFill/>
                    </p:spPr>
                  </p:pic>
                </p:oleObj>
              </mc:Fallback>
            </mc:AlternateContent>
          </a:graphicData>
        </a:graphic>
      </p:graphicFrame>
      <p:graphicFrame>
        <p:nvGraphicFramePr>
          <p:cNvPr id="32786" name="Object 8"/>
          <p:cNvGraphicFramePr>
            <a:graphicFrameLocks noChangeAspect="1"/>
          </p:cNvGraphicFramePr>
          <p:nvPr/>
        </p:nvGraphicFramePr>
        <p:xfrm>
          <a:off x="7340600" y="2368256"/>
          <a:ext cx="1689100" cy="361950"/>
        </p:xfrm>
        <a:graphic>
          <a:graphicData uri="http://schemas.openxmlformats.org/presentationml/2006/ole">
            <mc:AlternateContent xmlns:mc="http://schemas.openxmlformats.org/markup-compatibility/2006">
              <mc:Choice xmlns:v="urn:schemas-microsoft-com:vml" Requires="v">
                <p:oleObj name="Equation" r:id="rId11" imgW="1066680" imgH="228600" progId="Equation.DSMT4">
                  <p:embed/>
                </p:oleObj>
              </mc:Choice>
              <mc:Fallback>
                <p:oleObj name="Equation" r:id="rId11" imgW="1066680" imgH="228600" progId="Equation.DSMT4">
                  <p:embed/>
                  <p:pic>
                    <p:nvPicPr>
                      <p:cNvPr id="32786" name="Object 8"/>
                      <p:cNvPicPr>
                        <a:picLocks noChangeAspect="1" noChangeArrowheads="1"/>
                      </p:cNvPicPr>
                      <p:nvPr/>
                    </p:nvPicPr>
                    <p:blipFill>
                      <a:blip r:embed="rId12"/>
                      <a:srcRect/>
                      <a:stretch>
                        <a:fillRect/>
                      </a:stretch>
                    </p:blipFill>
                    <p:spPr bwMode="auto">
                      <a:xfrm>
                        <a:off x="7340600" y="2368256"/>
                        <a:ext cx="1689100" cy="361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631" name="Line 15"/>
          <p:cNvSpPr>
            <a:spLocks noChangeShapeType="1"/>
          </p:cNvSpPr>
          <p:nvPr/>
        </p:nvSpPr>
        <p:spPr bwMode="auto">
          <a:xfrm>
            <a:off x="0" y="1071563"/>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6" name="TextBox 16">
            <a:extLst>
              <a:ext uri="{FF2B5EF4-FFF2-40B4-BE49-F238E27FC236}">
                <a16:creationId xmlns:a16="http://schemas.microsoft.com/office/drawing/2014/main" id="{76F51838-B147-B817-2F87-56E1ECD0E01A}"/>
              </a:ext>
            </a:extLst>
          </p:cNvPr>
          <p:cNvSpPr txBox="1"/>
          <p:nvPr/>
        </p:nvSpPr>
        <p:spPr>
          <a:xfrm>
            <a:off x="749783" y="-27384"/>
            <a:ext cx="8310080" cy="492443"/>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设四阶不可逆矩阵</a:t>
            </a:r>
            <a:r>
              <a:rPr kumimoji="1" lang="en-US" altLang="zh-CN" sz="2600" b="1" i="1" u="none" strike="noStrike" kern="12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A</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与</a:t>
            </a:r>
            <a:r>
              <a:rPr kumimoji="1" lang="en-US" altLang="zh-CN"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B</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 相似，</a:t>
            </a:r>
            <a:r>
              <a:rPr kumimoji="1" lang="en-US" altLang="zh-CN"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的各行元素的和都是</a:t>
            </a:r>
            <a:r>
              <a:rPr kumimoji="1" lang="en-US" altLang="zh-CN"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3</a:t>
            </a: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 </a:t>
            </a:r>
            <a:endParaRPr kumimoji="1" lang="zh-CN" altLang="en-US" sz="2600" b="1" i="0" u="none" strike="noStrike" kern="12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endParaRPr>
          </a:p>
        </p:txBody>
      </p:sp>
      <p:graphicFrame>
        <p:nvGraphicFramePr>
          <p:cNvPr id="7" name="对象 6">
            <a:extLst>
              <a:ext uri="{FF2B5EF4-FFF2-40B4-BE49-F238E27FC236}">
                <a16:creationId xmlns:a16="http://schemas.microsoft.com/office/drawing/2014/main" id="{078C8671-8604-B379-FF07-1F72AA3C0E12}"/>
              </a:ext>
            </a:extLst>
          </p:cNvPr>
          <p:cNvGraphicFramePr>
            <a:graphicFrameLocks noChangeAspect="1"/>
          </p:cNvGraphicFramePr>
          <p:nvPr/>
        </p:nvGraphicFramePr>
        <p:xfrm>
          <a:off x="5105400" y="530413"/>
          <a:ext cx="3987800" cy="533400"/>
        </p:xfrm>
        <a:graphic>
          <a:graphicData uri="http://schemas.openxmlformats.org/presentationml/2006/ole">
            <mc:AlternateContent xmlns:mc="http://schemas.openxmlformats.org/markup-compatibility/2006">
              <mc:Choice xmlns:v="urn:schemas-microsoft-com:vml" Requires="v">
                <p:oleObj name="Equation" r:id="rId13" imgW="3987720" imgH="533160" progId="Equation.DSMT4">
                  <p:embed/>
                </p:oleObj>
              </mc:Choice>
              <mc:Fallback>
                <p:oleObj name="Equation" r:id="rId13" imgW="3987720" imgH="533160" progId="Equation.DSMT4">
                  <p:embed/>
                  <p:pic>
                    <p:nvPicPr>
                      <p:cNvPr id="7" name="对象 6">
                        <a:extLst>
                          <a:ext uri="{FF2B5EF4-FFF2-40B4-BE49-F238E27FC236}">
                            <a16:creationId xmlns:a16="http://schemas.microsoft.com/office/drawing/2014/main" id="{078C8671-8604-B379-FF07-1F72AA3C0E12}"/>
                          </a:ext>
                        </a:extLst>
                      </p:cNvPr>
                      <p:cNvPicPr>
                        <a:picLocks noChangeAspect="1" noChangeArrowheads="1"/>
                      </p:cNvPicPr>
                      <p:nvPr/>
                    </p:nvPicPr>
                    <p:blipFill>
                      <a:blip r:embed="rId14"/>
                      <a:srcRect/>
                      <a:stretch>
                        <a:fillRect/>
                      </a:stretch>
                    </p:blipFill>
                    <p:spPr bwMode="auto">
                      <a:xfrm>
                        <a:off x="5105400" y="530413"/>
                        <a:ext cx="3987800"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4">
            <a:extLst>
              <a:ext uri="{FF2B5EF4-FFF2-40B4-BE49-F238E27FC236}">
                <a16:creationId xmlns:a16="http://schemas.microsoft.com/office/drawing/2014/main" id="{79983644-A145-C7C3-9FAB-4B4C9E1C3D4F}"/>
              </a:ext>
            </a:extLst>
          </p:cNvPr>
          <p:cNvGraphicFramePr>
            <a:graphicFrameLocks noChangeAspect="1"/>
          </p:cNvGraphicFramePr>
          <p:nvPr/>
        </p:nvGraphicFramePr>
        <p:xfrm>
          <a:off x="0" y="2736776"/>
          <a:ext cx="3182938" cy="322262"/>
        </p:xfrm>
        <a:graphic>
          <a:graphicData uri="http://schemas.openxmlformats.org/presentationml/2006/ole">
            <mc:AlternateContent xmlns:mc="http://schemas.openxmlformats.org/markup-compatibility/2006">
              <mc:Choice xmlns:v="urn:schemas-microsoft-com:vml" Requires="v">
                <p:oleObj name="Equation" r:id="rId15" imgW="2247840" imgH="241200" progId="Equation.DSMT4">
                  <p:embed/>
                </p:oleObj>
              </mc:Choice>
              <mc:Fallback>
                <p:oleObj name="Equation" r:id="rId15" imgW="2247840" imgH="241200" progId="Equation.DSMT4">
                  <p:embed/>
                  <p:pic>
                    <p:nvPicPr>
                      <p:cNvPr id="15" name="Object 4">
                        <a:extLst>
                          <a:ext uri="{FF2B5EF4-FFF2-40B4-BE49-F238E27FC236}">
                            <a16:creationId xmlns:a16="http://schemas.microsoft.com/office/drawing/2014/main" id="{79983644-A145-C7C3-9FAB-4B4C9E1C3D4F}"/>
                          </a:ext>
                        </a:extLst>
                      </p:cNvPr>
                      <p:cNvPicPr>
                        <a:picLocks noChangeAspect="1" noChangeArrowheads="1"/>
                      </p:cNvPicPr>
                      <p:nvPr/>
                    </p:nvPicPr>
                    <p:blipFill>
                      <a:blip r:embed="rId16"/>
                      <a:srcRect/>
                      <a:stretch>
                        <a:fillRect/>
                      </a:stretch>
                    </p:blipFill>
                    <p:spPr bwMode="auto">
                      <a:xfrm>
                        <a:off x="0" y="2736776"/>
                        <a:ext cx="3182938" cy="322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4">
            <a:extLst>
              <a:ext uri="{FF2B5EF4-FFF2-40B4-BE49-F238E27FC236}">
                <a16:creationId xmlns:a16="http://schemas.microsoft.com/office/drawing/2014/main" id="{FB7A859D-9EA5-5084-B18D-002B4228632F}"/>
              </a:ext>
            </a:extLst>
          </p:cNvPr>
          <p:cNvGraphicFramePr>
            <a:graphicFrameLocks noChangeAspect="1"/>
          </p:cNvGraphicFramePr>
          <p:nvPr/>
        </p:nvGraphicFramePr>
        <p:xfrm>
          <a:off x="3351213" y="2724076"/>
          <a:ext cx="863600" cy="304800"/>
        </p:xfrm>
        <a:graphic>
          <a:graphicData uri="http://schemas.openxmlformats.org/presentationml/2006/ole">
            <mc:AlternateContent xmlns:mc="http://schemas.openxmlformats.org/markup-compatibility/2006">
              <mc:Choice xmlns:v="urn:schemas-microsoft-com:vml" Requires="v">
                <p:oleObj name="Equation" r:id="rId17" imgW="609480" imgH="228600" progId="Equation.DSMT4">
                  <p:embed/>
                </p:oleObj>
              </mc:Choice>
              <mc:Fallback>
                <p:oleObj name="Equation" r:id="rId17" imgW="609480" imgH="228600" progId="Equation.DSMT4">
                  <p:embed/>
                  <p:pic>
                    <p:nvPicPr>
                      <p:cNvPr id="16" name="Object 4">
                        <a:extLst>
                          <a:ext uri="{FF2B5EF4-FFF2-40B4-BE49-F238E27FC236}">
                            <a16:creationId xmlns:a16="http://schemas.microsoft.com/office/drawing/2014/main" id="{FB7A859D-9EA5-5084-B18D-002B4228632F}"/>
                          </a:ext>
                        </a:extLst>
                      </p:cNvPr>
                      <p:cNvPicPr>
                        <a:picLocks noChangeAspect="1" noChangeArrowheads="1"/>
                      </p:cNvPicPr>
                      <p:nvPr/>
                    </p:nvPicPr>
                    <p:blipFill>
                      <a:blip r:embed="rId18"/>
                      <a:srcRect/>
                      <a:stretch>
                        <a:fillRect/>
                      </a:stretch>
                    </p:blipFill>
                    <p:spPr bwMode="auto">
                      <a:xfrm>
                        <a:off x="3351213" y="2724076"/>
                        <a:ext cx="863600" cy="304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4">
            <a:extLst>
              <a:ext uri="{FF2B5EF4-FFF2-40B4-BE49-F238E27FC236}">
                <a16:creationId xmlns:a16="http://schemas.microsoft.com/office/drawing/2014/main" id="{085D2161-BB2A-8A90-610D-8523194AEC2F}"/>
              </a:ext>
            </a:extLst>
          </p:cNvPr>
          <p:cNvGraphicFramePr>
            <a:graphicFrameLocks noChangeAspect="1"/>
          </p:cNvGraphicFramePr>
          <p:nvPr/>
        </p:nvGraphicFramePr>
        <p:xfrm>
          <a:off x="0" y="3319881"/>
          <a:ext cx="1798638" cy="339725"/>
        </p:xfrm>
        <a:graphic>
          <a:graphicData uri="http://schemas.openxmlformats.org/presentationml/2006/ole">
            <mc:AlternateContent xmlns:mc="http://schemas.openxmlformats.org/markup-compatibility/2006">
              <mc:Choice xmlns:v="urn:schemas-microsoft-com:vml" Requires="v">
                <p:oleObj name="Equation" r:id="rId19" imgW="1269720" imgH="253800" progId="Equation.DSMT4">
                  <p:embed/>
                </p:oleObj>
              </mc:Choice>
              <mc:Fallback>
                <p:oleObj name="Equation" r:id="rId19" imgW="1269720" imgH="253800" progId="Equation.DSMT4">
                  <p:embed/>
                  <p:pic>
                    <p:nvPicPr>
                      <p:cNvPr id="17" name="Object 4">
                        <a:extLst>
                          <a:ext uri="{FF2B5EF4-FFF2-40B4-BE49-F238E27FC236}">
                            <a16:creationId xmlns:a16="http://schemas.microsoft.com/office/drawing/2014/main" id="{085D2161-BB2A-8A90-610D-8523194AEC2F}"/>
                          </a:ext>
                        </a:extLst>
                      </p:cNvPr>
                      <p:cNvPicPr>
                        <a:picLocks noChangeAspect="1" noChangeArrowheads="1"/>
                      </p:cNvPicPr>
                      <p:nvPr/>
                    </p:nvPicPr>
                    <p:blipFill>
                      <a:blip r:embed="rId20"/>
                      <a:srcRect/>
                      <a:stretch>
                        <a:fillRect/>
                      </a:stretch>
                    </p:blipFill>
                    <p:spPr bwMode="auto">
                      <a:xfrm>
                        <a:off x="0" y="3319881"/>
                        <a:ext cx="1798638" cy="339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4">
            <a:extLst>
              <a:ext uri="{FF2B5EF4-FFF2-40B4-BE49-F238E27FC236}">
                <a16:creationId xmlns:a16="http://schemas.microsoft.com/office/drawing/2014/main" id="{7DB5E6B3-98AF-5717-7BD3-E99E516CF9D8}"/>
              </a:ext>
            </a:extLst>
          </p:cNvPr>
          <p:cNvGraphicFramePr>
            <a:graphicFrameLocks noChangeAspect="1"/>
          </p:cNvGraphicFramePr>
          <p:nvPr/>
        </p:nvGraphicFramePr>
        <p:xfrm>
          <a:off x="1843088" y="3333870"/>
          <a:ext cx="2679700" cy="339725"/>
        </p:xfrm>
        <a:graphic>
          <a:graphicData uri="http://schemas.openxmlformats.org/presentationml/2006/ole">
            <mc:AlternateContent xmlns:mc="http://schemas.openxmlformats.org/markup-compatibility/2006">
              <mc:Choice xmlns:v="urn:schemas-microsoft-com:vml" Requires="v">
                <p:oleObj name="Equation" r:id="rId21" imgW="1892160" imgH="253800" progId="Equation.DSMT4">
                  <p:embed/>
                </p:oleObj>
              </mc:Choice>
              <mc:Fallback>
                <p:oleObj name="Equation" r:id="rId21" imgW="1892160" imgH="253800" progId="Equation.DSMT4">
                  <p:embed/>
                  <p:pic>
                    <p:nvPicPr>
                      <p:cNvPr id="18" name="Object 4">
                        <a:extLst>
                          <a:ext uri="{FF2B5EF4-FFF2-40B4-BE49-F238E27FC236}">
                            <a16:creationId xmlns:a16="http://schemas.microsoft.com/office/drawing/2014/main" id="{7DB5E6B3-98AF-5717-7BD3-E99E516CF9D8}"/>
                          </a:ext>
                        </a:extLst>
                      </p:cNvPr>
                      <p:cNvPicPr>
                        <a:picLocks noChangeAspect="1" noChangeArrowheads="1"/>
                      </p:cNvPicPr>
                      <p:nvPr/>
                    </p:nvPicPr>
                    <p:blipFill>
                      <a:blip r:embed="rId22"/>
                      <a:srcRect/>
                      <a:stretch>
                        <a:fillRect/>
                      </a:stretch>
                    </p:blipFill>
                    <p:spPr bwMode="auto">
                      <a:xfrm>
                        <a:off x="1843088" y="3333870"/>
                        <a:ext cx="2679700" cy="339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4">
            <a:extLst>
              <a:ext uri="{FF2B5EF4-FFF2-40B4-BE49-F238E27FC236}">
                <a16:creationId xmlns:a16="http://schemas.microsoft.com/office/drawing/2014/main" id="{6A9A5DD1-36C1-9C8B-38D2-3A98392D9E17}"/>
              </a:ext>
            </a:extLst>
          </p:cNvPr>
          <p:cNvGraphicFramePr>
            <a:graphicFrameLocks noChangeAspect="1"/>
          </p:cNvGraphicFramePr>
          <p:nvPr/>
        </p:nvGraphicFramePr>
        <p:xfrm>
          <a:off x="4540095" y="3152249"/>
          <a:ext cx="1511300" cy="628650"/>
        </p:xfrm>
        <a:graphic>
          <a:graphicData uri="http://schemas.openxmlformats.org/presentationml/2006/ole">
            <mc:AlternateContent xmlns:mc="http://schemas.openxmlformats.org/markup-compatibility/2006">
              <mc:Choice xmlns:v="urn:schemas-microsoft-com:vml" Requires="v">
                <p:oleObj name="Equation" r:id="rId23" imgW="1066680" imgH="469800" progId="Equation.DSMT4">
                  <p:embed/>
                </p:oleObj>
              </mc:Choice>
              <mc:Fallback>
                <p:oleObj name="Equation" r:id="rId23" imgW="1066680" imgH="469800" progId="Equation.DSMT4">
                  <p:embed/>
                  <p:pic>
                    <p:nvPicPr>
                      <p:cNvPr id="20" name="Object 4">
                        <a:extLst>
                          <a:ext uri="{FF2B5EF4-FFF2-40B4-BE49-F238E27FC236}">
                            <a16:creationId xmlns:a16="http://schemas.microsoft.com/office/drawing/2014/main" id="{6A9A5DD1-36C1-9C8B-38D2-3A98392D9E17}"/>
                          </a:ext>
                        </a:extLst>
                      </p:cNvPr>
                      <p:cNvPicPr>
                        <a:picLocks noChangeAspect="1" noChangeArrowheads="1"/>
                      </p:cNvPicPr>
                      <p:nvPr/>
                    </p:nvPicPr>
                    <p:blipFill>
                      <a:blip r:embed="rId24"/>
                      <a:srcRect/>
                      <a:stretch>
                        <a:fillRect/>
                      </a:stretch>
                    </p:blipFill>
                    <p:spPr bwMode="auto">
                      <a:xfrm>
                        <a:off x="4540095" y="3152249"/>
                        <a:ext cx="1511300" cy="628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4">
            <a:extLst>
              <a:ext uri="{FF2B5EF4-FFF2-40B4-BE49-F238E27FC236}">
                <a16:creationId xmlns:a16="http://schemas.microsoft.com/office/drawing/2014/main" id="{8A986AC2-7B20-C883-9689-9128E0A013B3}"/>
              </a:ext>
            </a:extLst>
          </p:cNvPr>
          <p:cNvGraphicFramePr>
            <a:graphicFrameLocks noChangeAspect="1"/>
          </p:cNvGraphicFramePr>
          <p:nvPr/>
        </p:nvGraphicFramePr>
        <p:xfrm>
          <a:off x="6218238" y="3249613"/>
          <a:ext cx="954087" cy="322262"/>
        </p:xfrm>
        <a:graphic>
          <a:graphicData uri="http://schemas.openxmlformats.org/presentationml/2006/ole">
            <mc:AlternateContent xmlns:mc="http://schemas.openxmlformats.org/markup-compatibility/2006">
              <mc:Choice xmlns:v="urn:schemas-microsoft-com:vml" Requires="v">
                <p:oleObj name="Equation" r:id="rId25" imgW="672840" imgH="241200" progId="Equation.DSMT4">
                  <p:embed/>
                </p:oleObj>
              </mc:Choice>
              <mc:Fallback>
                <p:oleObj name="Equation" r:id="rId25" imgW="672840" imgH="241200" progId="Equation.DSMT4">
                  <p:embed/>
                  <p:pic>
                    <p:nvPicPr>
                      <p:cNvPr id="21" name="Object 4">
                        <a:extLst>
                          <a:ext uri="{FF2B5EF4-FFF2-40B4-BE49-F238E27FC236}">
                            <a16:creationId xmlns:a16="http://schemas.microsoft.com/office/drawing/2014/main" id="{8A986AC2-7B20-C883-9689-9128E0A013B3}"/>
                          </a:ext>
                        </a:extLst>
                      </p:cNvPr>
                      <p:cNvPicPr>
                        <a:picLocks noChangeAspect="1" noChangeArrowheads="1"/>
                      </p:cNvPicPr>
                      <p:nvPr/>
                    </p:nvPicPr>
                    <p:blipFill>
                      <a:blip r:embed="rId26"/>
                      <a:srcRect/>
                      <a:stretch>
                        <a:fillRect/>
                      </a:stretch>
                    </p:blipFill>
                    <p:spPr bwMode="auto">
                      <a:xfrm>
                        <a:off x="6218238" y="3249613"/>
                        <a:ext cx="954087" cy="322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对象 22">
            <a:extLst>
              <a:ext uri="{FF2B5EF4-FFF2-40B4-BE49-F238E27FC236}">
                <a16:creationId xmlns:a16="http://schemas.microsoft.com/office/drawing/2014/main" id="{2D5F8073-3C97-C875-0632-D812A694C2ED}"/>
              </a:ext>
            </a:extLst>
          </p:cNvPr>
          <p:cNvGraphicFramePr>
            <a:graphicFrameLocks noChangeAspect="1"/>
          </p:cNvGraphicFramePr>
          <p:nvPr/>
        </p:nvGraphicFramePr>
        <p:xfrm>
          <a:off x="16726" y="4115420"/>
          <a:ext cx="3962400" cy="393700"/>
        </p:xfrm>
        <a:graphic>
          <a:graphicData uri="http://schemas.openxmlformats.org/presentationml/2006/ole">
            <mc:AlternateContent xmlns:mc="http://schemas.openxmlformats.org/markup-compatibility/2006">
              <mc:Choice xmlns:v="urn:schemas-microsoft-com:vml" Requires="v">
                <p:oleObj name="Equation" r:id="rId27" imgW="3962160" imgH="393480" progId="Equation.DSMT4">
                  <p:embed/>
                </p:oleObj>
              </mc:Choice>
              <mc:Fallback>
                <p:oleObj name="Equation" r:id="rId27" imgW="3962160" imgH="393480" progId="Equation.DSMT4">
                  <p:embed/>
                  <p:pic>
                    <p:nvPicPr>
                      <p:cNvPr id="23" name="对象 22">
                        <a:extLst>
                          <a:ext uri="{FF2B5EF4-FFF2-40B4-BE49-F238E27FC236}">
                            <a16:creationId xmlns:a16="http://schemas.microsoft.com/office/drawing/2014/main" id="{2D5F8073-3C97-C875-0632-D812A694C2ED}"/>
                          </a:ext>
                        </a:extLst>
                      </p:cNvPr>
                      <p:cNvPicPr>
                        <a:picLocks noChangeAspect="1" noChangeArrowheads="1"/>
                      </p:cNvPicPr>
                      <p:nvPr/>
                    </p:nvPicPr>
                    <p:blipFill>
                      <a:blip r:embed="rId28"/>
                      <a:srcRect/>
                      <a:stretch>
                        <a:fillRect/>
                      </a:stretch>
                    </p:blipFill>
                    <p:spPr bwMode="auto">
                      <a:xfrm>
                        <a:off x="16726" y="4115420"/>
                        <a:ext cx="3962400" cy="393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4">
            <a:extLst>
              <a:ext uri="{FF2B5EF4-FFF2-40B4-BE49-F238E27FC236}">
                <a16:creationId xmlns:a16="http://schemas.microsoft.com/office/drawing/2014/main" id="{4EA30C9F-265E-B556-37CD-1046D6AA1415}"/>
              </a:ext>
            </a:extLst>
          </p:cNvPr>
          <p:cNvGraphicFramePr>
            <a:graphicFrameLocks noChangeAspect="1"/>
          </p:cNvGraphicFramePr>
          <p:nvPr/>
        </p:nvGraphicFramePr>
        <p:xfrm>
          <a:off x="3994888" y="3859208"/>
          <a:ext cx="1169988" cy="985837"/>
        </p:xfrm>
        <a:graphic>
          <a:graphicData uri="http://schemas.openxmlformats.org/presentationml/2006/ole">
            <mc:AlternateContent xmlns:mc="http://schemas.openxmlformats.org/markup-compatibility/2006">
              <mc:Choice xmlns:v="urn:schemas-microsoft-com:vml" Requires="v">
                <p:oleObj name="Equation" r:id="rId29" imgW="825480" imgH="736560" progId="Equation.DSMT4">
                  <p:embed/>
                </p:oleObj>
              </mc:Choice>
              <mc:Fallback>
                <p:oleObj name="Equation" r:id="rId29" imgW="825480" imgH="736560" progId="Equation.DSMT4">
                  <p:embed/>
                  <p:pic>
                    <p:nvPicPr>
                      <p:cNvPr id="24" name="Object 4">
                        <a:extLst>
                          <a:ext uri="{FF2B5EF4-FFF2-40B4-BE49-F238E27FC236}">
                            <a16:creationId xmlns:a16="http://schemas.microsoft.com/office/drawing/2014/main" id="{4EA30C9F-265E-B556-37CD-1046D6AA1415}"/>
                          </a:ext>
                        </a:extLst>
                      </p:cNvPr>
                      <p:cNvPicPr>
                        <a:picLocks noChangeAspect="1" noChangeArrowheads="1"/>
                      </p:cNvPicPr>
                      <p:nvPr/>
                    </p:nvPicPr>
                    <p:blipFill>
                      <a:blip r:embed="rId30"/>
                      <a:srcRect/>
                      <a:stretch>
                        <a:fillRect/>
                      </a:stretch>
                    </p:blipFill>
                    <p:spPr bwMode="auto">
                      <a:xfrm>
                        <a:off x="3994888" y="3859208"/>
                        <a:ext cx="1169988" cy="9858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 name="对象 48">
            <a:extLst>
              <a:ext uri="{FF2B5EF4-FFF2-40B4-BE49-F238E27FC236}">
                <a16:creationId xmlns:a16="http://schemas.microsoft.com/office/drawing/2014/main" id="{2CB32164-7121-D1B0-DFC4-5B90B5502093}"/>
              </a:ext>
            </a:extLst>
          </p:cNvPr>
          <p:cNvGraphicFramePr>
            <a:graphicFrameLocks noChangeAspect="1"/>
          </p:cNvGraphicFramePr>
          <p:nvPr/>
        </p:nvGraphicFramePr>
        <p:xfrm>
          <a:off x="28109" y="4875559"/>
          <a:ext cx="3949700" cy="533400"/>
        </p:xfrm>
        <a:graphic>
          <a:graphicData uri="http://schemas.openxmlformats.org/presentationml/2006/ole">
            <mc:AlternateContent xmlns:mc="http://schemas.openxmlformats.org/markup-compatibility/2006">
              <mc:Choice xmlns:v="urn:schemas-microsoft-com:vml" Requires="v">
                <p:oleObj name="Equation" r:id="rId31" imgW="3949560" imgH="533160" progId="Equation.DSMT4">
                  <p:embed/>
                </p:oleObj>
              </mc:Choice>
              <mc:Fallback>
                <p:oleObj name="Equation" r:id="rId31" imgW="3949560" imgH="533160" progId="Equation.DSMT4">
                  <p:embed/>
                  <p:pic>
                    <p:nvPicPr>
                      <p:cNvPr id="49" name="对象 48">
                        <a:extLst>
                          <a:ext uri="{FF2B5EF4-FFF2-40B4-BE49-F238E27FC236}">
                            <a16:creationId xmlns:a16="http://schemas.microsoft.com/office/drawing/2014/main" id="{2CB32164-7121-D1B0-DFC4-5B90B5502093}"/>
                          </a:ext>
                        </a:extLst>
                      </p:cNvPr>
                      <p:cNvPicPr>
                        <a:picLocks noChangeAspect="1" noChangeArrowheads="1"/>
                      </p:cNvPicPr>
                      <p:nvPr/>
                    </p:nvPicPr>
                    <p:blipFill>
                      <a:blip r:embed="rId32"/>
                      <a:srcRect/>
                      <a:stretch>
                        <a:fillRect/>
                      </a:stretch>
                    </p:blipFill>
                    <p:spPr bwMode="auto">
                      <a:xfrm>
                        <a:off x="28109" y="4875559"/>
                        <a:ext cx="3949700"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0" name="Text Box 28">
            <a:extLst>
              <a:ext uri="{FF2B5EF4-FFF2-40B4-BE49-F238E27FC236}">
                <a16:creationId xmlns:a16="http://schemas.microsoft.com/office/drawing/2014/main" id="{4FACFF29-26E7-280C-4B3D-5F9C3BF2F7D6}"/>
              </a:ext>
            </a:extLst>
          </p:cNvPr>
          <p:cNvSpPr txBox="1">
            <a:spLocks noChangeArrowheads="1"/>
          </p:cNvSpPr>
          <p:nvPr/>
        </p:nvSpPr>
        <p:spPr bwMode="auto">
          <a:xfrm>
            <a:off x="1691680" y="4601206"/>
            <a:ext cx="7401520" cy="2246769"/>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n</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阶阵</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的特征值的常用方法：</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的各行元素和同为</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μ</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 </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μE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|=0</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3</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R(A- </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μE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)=r&lt;n</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4</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与</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B</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相似，且</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R(B-</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kE</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)=r&lt;n</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51" name="Object 23">
            <a:extLst>
              <a:ext uri="{FF2B5EF4-FFF2-40B4-BE49-F238E27FC236}">
                <a16:creationId xmlns:a16="http://schemas.microsoft.com/office/drawing/2014/main" id="{8FB74013-17CD-A806-F316-D3AD7760414E}"/>
              </a:ext>
            </a:extLst>
          </p:cNvPr>
          <p:cNvGraphicFramePr>
            <a:graphicFrameLocks noChangeAspect="1"/>
          </p:cNvGraphicFramePr>
          <p:nvPr/>
        </p:nvGraphicFramePr>
        <p:xfrm>
          <a:off x="5508104" y="5062538"/>
          <a:ext cx="1177925" cy="369887"/>
        </p:xfrm>
        <a:graphic>
          <a:graphicData uri="http://schemas.openxmlformats.org/presentationml/2006/ole">
            <mc:AlternateContent xmlns:mc="http://schemas.openxmlformats.org/markup-compatibility/2006">
              <mc:Choice xmlns:v="urn:schemas-microsoft-com:vml" Requires="v">
                <p:oleObj name="Equation" r:id="rId33" imgW="583920" imgH="203040" progId="Equation.DSMT4">
                  <p:embed/>
                </p:oleObj>
              </mc:Choice>
              <mc:Fallback>
                <p:oleObj name="Equation" r:id="rId33" imgW="583920" imgH="203040" progId="Equation.DSMT4">
                  <p:embed/>
                  <p:pic>
                    <p:nvPicPr>
                      <p:cNvPr id="51" name="Object 23">
                        <a:extLst>
                          <a:ext uri="{FF2B5EF4-FFF2-40B4-BE49-F238E27FC236}">
                            <a16:creationId xmlns:a16="http://schemas.microsoft.com/office/drawing/2014/main" id="{8FB74013-17CD-A806-F316-D3AD7760414E}"/>
                          </a:ext>
                        </a:extLst>
                      </p:cNvPr>
                      <p:cNvPicPr>
                        <a:picLocks noChangeAspect="1" noChangeArrowheads="1"/>
                      </p:cNvPicPr>
                      <p:nvPr/>
                    </p:nvPicPr>
                    <p:blipFill>
                      <a:blip r:embed="rId34"/>
                      <a:srcRect/>
                      <a:stretch>
                        <a:fillRect/>
                      </a:stretch>
                    </p:blipFill>
                    <p:spPr bwMode="auto">
                      <a:xfrm>
                        <a:off x="5508104" y="5062538"/>
                        <a:ext cx="1177925" cy="369887"/>
                      </a:xfrm>
                      <a:prstGeom prst="rect">
                        <a:avLst/>
                      </a:prstGeom>
                      <a:noFill/>
                    </p:spPr>
                  </p:pic>
                </p:oleObj>
              </mc:Fallback>
            </mc:AlternateContent>
          </a:graphicData>
        </a:graphic>
      </p:graphicFrame>
      <p:graphicFrame>
        <p:nvGraphicFramePr>
          <p:cNvPr id="52" name="Object 23">
            <a:extLst>
              <a:ext uri="{FF2B5EF4-FFF2-40B4-BE49-F238E27FC236}">
                <a16:creationId xmlns:a16="http://schemas.microsoft.com/office/drawing/2014/main" id="{3693D387-BB0B-51D0-3178-0BD26A1799EC}"/>
              </a:ext>
            </a:extLst>
          </p:cNvPr>
          <p:cNvGraphicFramePr>
            <a:graphicFrameLocks noChangeAspect="1"/>
          </p:cNvGraphicFramePr>
          <p:nvPr/>
        </p:nvGraphicFramePr>
        <p:xfrm>
          <a:off x="5508104" y="5548313"/>
          <a:ext cx="1177925" cy="369887"/>
        </p:xfrm>
        <a:graphic>
          <a:graphicData uri="http://schemas.openxmlformats.org/presentationml/2006/ole">
            <mc:AlternateContent xmlns:mc="http://schemas.openxmlformats.org/markup-compatibility/2006">
              <mc:Choice xmlns:v="urn:schemas-microsoft-com:vml" Requires="v">
                <p:oleObj name="Equation" r:id="rId35" imgW="583920" imgH="203040" progId="Equation.DSMT4">
                  <p:embed/>
                </p:oleObj>
              </mc:Choice>
              <mc:Fallback>
                <p:oleObj name="Equation" r:id="rId35" imgW="583920" imgH="203040" progId="Equation.DSMT4">
                  <p:embed/>
                  <p:pic>
                    <p:nvPicPr>
                      <p:cNvPr id="52" name="Object 23">
                        <a:extLst>
                          <a:ext uri="{FF2B5EF4-FFF2-40B4-BE49-F238E27FC236}">
                            <a16:creationId xmlns:a16="http://schemas.microsoft.com/office/drawing/2014/main" id="{3693D387-BB0B-51D0-3178-0BD26A1799EC}"/>
                          </a:ext>
                        </a:extLst>
                      </p:cNvPr>
                      <p:cNvPicPr>
                        <a:picLocks noChangeAspect="1" noChangeArrowheads="1"/>
                      </p:cNvPicPr>
                      <p:nvPr/>
                    </p:nvPicPr>
                    <p:blipFill>
                      <a:blip r:embed="rId34"/>
                      <a:srcRect/>
                      <a:stretch>
                        <a:fillRect/>
                      </a:stretch>
                    </p:blipFill>
                    <p:spPr bwMode="auto">
                      <a:xfrm>
                        <a:off x="5508104" y="5548313"/>
                        <a:ext cx="1177925" cy="369887"/>
                      </a:xfrm>
                      <a:prstGeom prst="rect">
                        <a:avLst/>
                      </a:prstGeom>
                      <a:noFill/>
                    </p:spPr>
                  </p:pic>
                </p:oleObj>
              </mc:Fallback>
            </mc:AlternateContent>
          </a:graphicData>
        </a:graphic>
      </p:graphicFrame>
      <p:graphicFrame>
        <p:nvGraphicFramePr>
          <p:cNvPr id="53" name="Object 23">
            <a:extLst>
              <a:ext uri="{FF2B5EF4-FFF2-40B4-BE49-F238E27FC236}">
                <a16:creationId xmlns:a16="http://schemas.microsoft.com/office/drawing/2014/main" id="{2503A33F-E827-E3B8-BB91-E2CFD56DDED0}"/>
              </a:ext>
            </a:extLst>
          </p:cNvPr>
          <p:cNvGraphicFramePr>
            <a:graphicFrameLocks noChangeAspect="1"/>
          </p:cNvGraphicFramePr>
          <p:nvPr/>
        </p:nvGraphicFramePr>
        <p:xfrm>
          <a:off x="5554663" y="5953125"/>
          <a:ext cx="3305175" cy="415925"/>
        </p:xfrm>
        <a:graphic>
          <a:graphicData uri="http://schemas.openxmlformats.org/presentationml/2006/ole">
            <mc:AlternateContent xmlns:mc="http://schemas.openxmlformats.org/markup-compatibility/2006">
              <mc:Choice xmlns:v="urn:schemas-microsoft-com:vml" Requires="v">
                <p:oleObj name="Equation" r:id="rId36" imgW="1790640" imgH="228600" progId="Equation.DSMT4">
                  <p:embed/>
                </p:oleObj>
              </mc:Choice>
              <mc:Fallback>
                <p:oleObj name="Equation" r:id="rId36" imgW="1790640" imgH="228600" progId="Equation.DSMT4">
                  <p:embed/>
                  <p:pic>
                    <p:nvPicPr>
                      <p:cNvPr id="53" name="Object 23">
                        <a:extLst>
                          <a:ext uri="{FF2B5EF4-FFF2-40B4-BE49-F238E27FC236}">
                            <a16:creationId xmlns:a16="http://schemas.microsoft.com/office/drawing/2014/main" id="{2503A33F-E827-E3B8-BB91-E2CFD56DDED0}"/>
                          </a:ext>
                        </a:extLst>
                      </p:cNvPr>
                      <p:cNvPicPr>
                        <a:picLocks noChangeAspect="1" noChangeArrowheads="1"/>
                      </p:cNvPicPr>
                      <p:nvPr/>
                    </p:nvPicPr>
                    <p:blipFill>
                      <a:blip r:embed="rId37"/>
                      <a:srcRect/>
                      <a:stretch>
                        <a:fillRect/>
                      </a:stretch>
                    </p:blipFill>
                    <p:spPr bwMode="auto">
                      <a:xfrm>
                        <a:off x="5554663" y="5953125"/>
                        <a:ext cx="3305175" cy="415925"/>
                      </a:xfrm>
                      <a:prstGeom prst="rect">
                        <a:avLst/>
                      </a:prstGeom>
                      <a:noFill/>
                    </p:spPr>
                  </p:pic>
                </p:oleObj>
              </mc:Fallback>
            </mc:AlternateContent>
          </a:graphicData>
        </a:graphic>
      </p:graphicFrame>
      <p:graphicFrame>
        <p:nvGraphicFramePr>
          <p:cNvPr id="54" name="Object 23">
            <a:extLst>
              <a:ext uri="{FF2B5EF4-FFF2-40B4-BE49-F238E27FC236}">
                <a16:creationId xmlns:a16="http://schemas.microsoft.com/office/drawing/2014/main" id="{34432C84-101A-0A92-D134-8873CC8B61E0}"/>
              </a:ext>
            </a:extLst>
          </p:cNvPr>
          <p:cNvGraphicFramePr>
            <a:graphicFrameLocks noChangeAspect="1"/>
          </p:cNvGraphicFramePr>
          <p:nvPr/>
        </p:nvGraphicFramePr>
        <p:xfrm>
          <a:off x="6038056" y="6387876"/>
          <a:ext cx="657225" cy="368300"/>
        </p:xfrm>
        <a:graphic>
          <a:graphicData uri="http://schemas.openxmlformats.org/presentationml/2006/ole">
            <mc:AlternateContent xmlns:mc="http://schemas.openxmlformats.org/markup-compatibility/2006">
              <mc:Choice xmlns:v="urn:schemas-microsoft-com:vml" Requires="v">
                <p:oleObj name="Equation" r:id="rId38" imgW="355320" imgH="203040" progId="Equation.DSMT4">
                  <p:embed/>
                </p:oleObj>
              </mc:Choice>
              <mc:Fallback>
                <p:oleObj name="Equation" r:id="rId38" imgW="355320" imgH="203040" progId="Equation.DSMT4">
                  <p:embed/>
                  <p:pic>
                    <p:nvPicPr>
                      <p:cNvPr id="54" name="Object 23">
                        <a:extLst>
                          <a:ext uri="{FF2B5EF4-FFF2-40B4-BE49-F238E27FC236}">
                            <a16:creationId xmlns:a16="http://schemas.microsoft.com/office/drawing/2014/main" id="{34432C84-101A-0A92-D134-8873CC8B61E0}"/>
                          </a:ext>
                        </a:extLst>
                      </p:cNvPr>
                      <p:cNvPicPr>
                        <a:picLocks noChangeAspect="1" noChangeArrowheads="1"/>
                      </p:cNvPicPr>
                      <p:nvPr/>
                    </p:nvPicPr>
                    <p:blipFill>
                      <a:blip r:embed="rId39"/>
                      <a:srcRect/>
                      <a:stretch>
                        <a:fillRect/>
                      </a:stretch>
                    </p:blipFill>
                    <p:spPr bwMode="auto">
                      <a:xfrm>
                        <a:off x="6038056" y="6387876"/>
                        <a:ext cx="657225" cy="368300"/>
                      </a:xfrm>
                      <a:prstGeom prst="rect">
                        <a:avLst/>
                      </a:prstGeom>
                      <a:noFill/>
                    </p:spPr>
                  </p:pic>
                </p:oleObj>
              </mc:Fallback>
            </mc:AlternateContent>
          </a:graphicData>
        </a:graphic>
      </p:graphicFrame>
    </p:spTree>
    <p:extLst>
      <p:ext uri="{BB962C8B-B14F-4D97-AF65-F5344CB8AC3E}">
        <p14:creationId xmlns:p14="http://schemas.microsoft.com/office/powerpoint/2010/main" val="516273384"/>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773"/>
                                        </p:tgtEl>
                                        <p:attrNameLst>
                                          <p:attrName>style.visibility</p:attrName>
                                        </p:attrNameLst>
                                      </p:cBhvr>
                                      <p:to>
                                        <p:strVal val="visible"/>
                                      </p:to>
                                    </p:set>
                                    <p:animEffect transition="in" filter="wipe(left)">
                                      <p:cBhvr>
                                        <p:cTn id="7" dur="500"/>
                                        <p:tgtEl>
                                          <p:spTgt spid="32773"/>
                                        </p:tgtEl>
                                      </p:cBhvr>
                                    </p:animEffect>
                                  </p:childTnLst>
                                </p:cTn>
                              </p:par>
                              <p:par>
                                <p:cTn id="8" presetID="22" presetClass="entr" presetSubtype="8" fill="hold" nodeType="withEffect">
                                  <p:stCondLst>
                                    <p:cond delay="0"/>
                                  </p:stCondLst>
                                  <p:childTnLst>
                                    <p:set>
                                      <p:cBhvr>
                                        <p:cTn id="9" dur="1" fill="hold">
                                          <p:stCondLst>
                                            <p:cond delay="0"/>
                                          </p:stCondLst>
                                        </p:cTn>
                                        <p:tgtEl>
                                          <p:spTgt spid="32774"/>
                                        </p:tgtEl>
                                        <p:attrNameLst>
                                          <p:attrName>style.visibility</p:attrName>
                                        </p:attrNameLst>
                                      </p:cBhvr>
                                      <p:to>
                                        <p:strVal val="visible"/>
                                      </p:to>
                                    </p:set>
                                    <p:animEffect transition="in" filter="wipe(left)">
                                      <p:cBhvr>
                                        <p:cTn id="10" dur="500"/>
                                        <p:tgtEl>
                                          <p:spTgt spid="3277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2785"/>
                                        </p:tgtEl>
                                        <p:attrNameLst>
                                          <p:attrName>style.visibility</p:attrName>
                                        </p:attrNameLst>
                                      </p:cBhvr>
                                      <p:to>
                                        <p:strVal val="visible"/>
                                      </p:to>
                                    </p:set>
                                    <p:animEffect transition="in" filter="wipe(left)">
                                      <p:cBhvr>
                                        <p:cTn id="15" dur="500"/>
                                        <p:tgtEl>
                                          <p:spTgt spid="3278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2775"/>
                                        </p:tgtEl>
                                        <p:attrNameLst>
                                          <p:attrName>style.visibility</p:attrName>
                                        </p:attrNameLst>
                                      </p:cBhvr>
                                      <p:to>
                                        <p:strVal val="visible"/>
                                      </p:to>
                                    </p:set>
                                    <p:animEffect transition="in" filter="wipe(left)">
                                      <p:cBhvr>
                                        <p:cTn id="20" dur="500"/>
                                        <p:tgtEl>
                                          <p:spTgt spid="3277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2776"/>
                                        </p:tgtEl>
                                        <p:attrNameLst>
                                          <p:attrName>style.visibility</p:attrName>
                                        </p:attrNameLst>
                                      </p:cBhvr>
                                      <p:to>
                                        <p:strVal val="visible"/>
                                      </p:to>
                                    </p:set>
                                    <p:animEffect transition="in" filter="wipe(left)">
                                      <p:cBhvr>
                                        <p:cTn id="25" dur="500"/>
                                        <p:tgtEl>
                                          <p:spTgt spid="3277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2786"/>
                                        </p:tgtEl>
                                        <p:attrNameLst>
                                          <p:attrName>style.visibility</p:attrName>
                                        </p:attrNameLst>
                                      </p:cBhvr>
                                      <p:to>
                                        <p:strVal val="visible"/>
                                      </p:to>
                                    </p:set>
                                    <p:animEffect transition="in" filter="wipe(left)">
                                      <p:cBhvr>
                                        <p:cTn id="30" dur="500"/>
                                        <p:tgtEl>
                                          <p:spTgt spid="3278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wipe(left)">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wipe(left)">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wipe(left)">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wipe(left)">
                                      <p:cBhvr>
                                        <p:cTn id="55" dur="500"/>
                                        <p:tgtEl>
                                          <p:spTgt spid="20"/>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wipe(left)">
                                      <p:cBhvr>
                                        <p:cTn id="60" dur="500"/>
                                        <p:tgtEl>
                                          <p:spTgt spid="21"/>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wipe(left)">
                                      <p:cBhvr>
                                        <p:cTn id="65" dur="500"/>
                                        <p:tgtEl>
                                          <p:spTgt spid="23"/>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24"/>
                                        </p:tgtEl>
                                        <p:attrNameLst>
                                          <p:attrName>style.visibility</p:attrName>
                                        </p:attrNameLst>
                                      </p:cBhvr>
                                      <p:to>
                                        <p:strVal val="visible"/>
                                      </p:to>
                                    </p:set>
                                    <p:animEffect transition="in" filter="wipe(left)">
                                      <p:cBhvr>
                                        <p:cTn id="70" dur="500"/>
                                        <p:tgtEl>
                                          <p:spTgt spid="24"/>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50">
                                            <p:bg/>
                                          </p:spTgt>
                                        </p:tgtEl>
                                        <p:attrNameLst>
                                          <p:attrName>style.visibility</p:attrName>
                                        </p:attrNameLst>
                                      </p:cBhvr>
                                      <p:to>
                                        <p:strVal val="visible"/>
                                      </p:to>
                                    </p:set>
                                    <p:animEffect transition="in" filter="wipe(left)">
                                      <p:cBhvr>
                                        <p:cTn id="80" dur="500"/>
                                        <p:tgtEl>
                                          <p:spTgt spid="50">
                                            <p:bg/>
                                          </p:spTgt>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50">
                                            <p:txEl>
                                              <p:pRg st="0" end="0"/>
                                            </p:txEl>
                                          </p:spTgt>
                                        </p:tgtEl>
                                        <p:attrNameLst>
                                          <p:attrName>style.visibility</p:attrName>
                                        </p:attrNameLst>
                                      </p:cBhvr>
                                      <p:to>
                                        <p:strVal val="visible"/>
                                      </p:to>
                                    </p:set>
                                    <p:animEffect transition="in" filter="wipe(left)">
                                      <p:cBhvr>
                                        <p:cTn id="83" dur="500"/>
                                        <p:tgtEl>
                                          <p:spTgt spid="50">
                                            <p:txEl>
                                              <p:pRg st="0" end="0"/>
                                            </p:txEl>
                                          </p:spTgt>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50">
                                            <p:txEl>
                                              <p:pRg st="1" end="1"/>
                                            </p:txEl>
                                          </p:spTgt>
                                        </p:tgtEl>
                                        <p:attrNameLst>
                                          <p:attrName>style.visibility</p:attrName>
                                        </p:attrNameLst>
                                      </p:cBhvr>
                                      <p:to>
                                        <p:strVal val="visible"/>
                                      </p:to>
                                    </p:set>
                                    <p:animEffect transition="in" filter="wipe(left)">
                                      <p:cBhvr>
                                        <p:cTn id="88" dur="500"/>
                                        <p:tgtEl>
                                          <p:spTgt spid="50">
                                            <p:txEl>
                                              <p:pRg st="1" end="1"/>
                                            </p:txEl>
                                          </p:spTgt>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51"/>
                                        </p:tgtEl>
                                        <p:attrNameLst>
                                          <p:attrName>style.visibility</p:attrName>
                                        </p:attrNameLst>
                                      </p:cBhvr>
                                      <p:to>
                                        <p:strVal val="visible"/>
                                      </p:to>
                                    </p:set>
                                    <p:animEffect transition="in" filter="wipe(left)">
                                      <p:cBhvr>
                                        <p:cTn id="93" dur="500"/>
                                        <p:tgtEl>
                                          <p:spTgt spid="51"/>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50">
                                            <p:txEl>
                                              <p:pRg st="2" end="2"/>
                                            </p:txEl>
                                          </p:spTgt>
                                        </p:tgtEl>
                                        <p:attrNameLst>
                                          <p:attrName>style.visibility</p:attrName>
                                        </p:attrNameLst>
                                      </p:cBhvr>
                                      <p:to>
                                        <p:strVal val="visible"/>
                                      </p:to>
                                    </p:set>
                                    <p:animEffect transition="in" filter="wipe(left)">
                                      <p:cBhvr>
                                        <p:cTn id="98" dur="500"/>
                                        <p:tgtEl>
                                          <p:spTgt spid="50">
                                            <p:txEl>
                                              <p:pRg st="2" end="2"/>
                                            </p:txEl>
                                          </p:spTgt>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nodeType="clickEffect">
                                  <p:stCondLst>
                                    <p:cond delay="0"/>
                                  </p:stCondLst>
                                  <p:childTnLst>
                                    <p:set>
                                      <p:cBhvr>
                                        <p:cTn id="102" dur="1" fill="hold">
                                          <p:stCondLst>
                                            <p:cond delay="0"/>
                                          </p:stCondLst>
                                        </p:cTn>
                                        <p:tgtEl>
                                          <p:spTgt spid="52"/>
                                        </p:tgtEl>
                                        <p:attrNameLst>
                                          <p:attrName>style.visibility</p:attrName>
                                        </p:attrNameLst>
                                      </p:cBhvr>
                                      <p:to>
                                        <p:strVal val="visible"/>
                                      </p:to>
                                    </p:set>
                                    <p:animEffect transition="in" filter="wipe(left)">
                                      <p:cBhvr>
                                        <p:cTn id="103" dur="500"/>
                                        <p:tgtEl>
                                          <p:spTgt spid="52"/>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50">
                                            <p:txEl>
                                              <p:pRg st="3" end="3"/>
                                            </p:txEl>
                                          </p:spTgt>
                                        </p:tgtEl>
                                        <p:attrNameLst>
                                          <p:attrName>style.visibility</p:attrName>
                                        </p:attrNameLst>
                                      </p:cBhvr>
                                      <p:to>
                                        <p:strVal val="visible"/>
                                      </p:to>
                                    </p:set>
                                    <p:animEffect transition="in" filter="wipe(left)">
                                      <p:cBhvr>
                                        <p:cTn id="108" dur="500"/>
                                        <p:tgtEl>
                                          <p:spTgt spid="50">
                                            <p:txEl>
                                              <p:pRg st="3" end="3"/>
                                            </p:txEl>
                                          </p:spTgt>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nodeType="clickEffect">
                                  <p:stCondLst>
                                    <p:cond delay="0"/>
                                  </p:stCondLst>
                                  <p:childTnLst>
                                    <p:set>
                                      <p:cBhvr>
                                        <p:cTn id="112" dur="1" fill="hold">
                                          <p:stCondLst>
                                            <p:cond delay="0"/>
                                          </p:stCondLst>
                                        </p:cTn>
                                        <p:tgtEl>
                                          <p:spTgt spid="53"/>
                                        </p:tgtEl>
                                        <p:attrNameLst>
                                          <p:attrName>style.visibility</p:attrName>
                                        </p:attrNameLst>
                                      </p:cBhvr>
                                      <p:to>
                                        <p:strVal val="visible"/>
                                      </p:to>
                                    </p:set>
                                    <p:animEffect transition="in" filter="wipe(left)">
                                      <p:cBhvr>
                                        <p:cTn id="113" dur="500"/>
                                        <p:tgtEl>
                                          <p:spTgt spid="53"/>
                                        </p:tgtEl>
                                      </p:cBhvr>
                                    </p:animEffect>
                                  </p:childTnLst>
                                </p:cTn>
                              </p:par>
                            </p:childTnLst>
                          </p:cTn>
                        </p:par>
                      </p:childTnLst>
                    </p:cTn>
                  </p:par>
                  <p:par>
                    <p:cTn id="114" fill="hold">
                      <p:stCondLst>
                        <p:cond delay="indefinite"/>
                      </p:stCondLst>
                      <p:childTnLst>
                        <p:par>
                          <p:cTn id="115" fill="hold">
                            <p:stCondLst>
                              <p:cond delay="0"/>
                            </p:stCondLst>
                            <p:childTnLst>
                              <p:par>
                                <p:cTn id="116" presetID="22" presetClass="entr" presetSubtype="8" fill="hold" grpId="0" nodeType="clickEffect">
                                  <p:stCondLst>
                                    <p:cond delay="0"/>
                                  </p:stCondLst>
                                  <p:childTnLst>
                                    <p:set>
                                      <p:cBhvr>
                                        <p:cTn id="117" dur="1" fill="hold">
                                          <p:stCondLst>
                                            <p:cond delay="0"/>
                                          </p:stCondLst>
                                        </p:cTn>
                                        <p:tgtEl>
                                          <p:spTgt spid="50">
                                            <p:txEl>
                                              <p:pRg st="4" end="4"/>
                                            </p:txEl>
                                          </p:spTgt>
                                        </p:tgtEl>
                                        <p:attrNameLst>
                                          <p:attrName>style.visibility</p:attrName>
                                        </p:attrNameLst>
                                      </p:cBhvr>
                                      <p:to>
                                        <p:strVal val="visible"/>
                                      </p:to>
                                    </p:set>
                                    <p:animEffect transition="in" filter="wipe(left)">
                                      <p:cBhvr>
                                        <p:cTn id="118" dur="500"/>
                                        <p:tgtEl>
                                          <p:spTgt spid="50">
                                            <p:txEl>
                                              <p:pRg st="4" end="4"/>
                                            </p:txEl>
                                          </p:spTgt>
                                        </p:tgtEl>
                                      </p:cBhvr>
                                    </p:animEffect>
                                  </p:childTnLst>
                                </p:cTn>
                              </p:par>
                            </p:childTnLst>
                          </p:cTn>
                        </p:par>
                      </p:childTnLst>
                    </p:cTn>
                  </p:par>
                  <p:par>
                    <p:cTn id="119" fill="hold">
                      <p:stCondLst>
                        <p:cond delay="indefinite"/>
                      </p:stCondLst>
                      <p:childTnLst>
                        <p:par>
                          <p:cTn id="120" fill="hold">
                            <p:stCondLst>
                              <p:cond delay="0"/>
                            </p:stCondLst>
                            <p:childTnLst>
                              <p:par>
                                <p:cTn id="121" presetID="22" presetClass="entr" presetSubtype="8" fill="hold" nodeType="clickEffect">
                                  <p:stCondLst>
                                    <p:cond delay="0"/>
                                  </p:stCondLst>
                                  <p:childTnLst>
                                    <p:set>
                                      <p:cBhvr>
                                        <p:cTn id="122" dur="1" fill="hold">
                                          <p:stCondLst>
                                            <p:cond delay="0"/>
                                          </p:stCondLst>
                                        </p:cTn>
                                        <p:tgtEl>
                                          <p:spTgt spid="54"/>
                                        </p:tgtEl>
                                        <p:attrNameLst>
                                          <p:attrName>style.visibility</p:attrName>
                                        </p:attrNameLst>
                                      </p:cBhvr>
                                      <p:to>
                                        <p:strVal val="visible"/>
                                      </p:to>
                                    </p:set>
                                    <p:animEffect transition="in" filter="wipe(left)">
                                      <p:cBhvr>
                                        <p:cTn id="12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3" grpId="0"/>
      <p:bldP spid="50" grpId="0" uiExpand="1" build="allAtOnce"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5-5 </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方阵对角化：</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P </a:t>
            </a:r>
            <a:r>
              <a:rPr kumimoji="1" lang="en-US" altLang="zh-CN" sz="4800" b="1" i="0" u="none" strike="noStrike" kern="10" cap="none" spc="0" normalizeH="0" baseline="3000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−1</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AP = </a:t>
            </a:r>
            <a:r>
              <a:rPr kumimoji="1" lang="el-GR"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Λ</a:t>
            </a: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 </a:t>
            </a:r>
            <a:endPar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endParaRPr>
          </a:p>
        </p:txBody>
      </p:sp>
      <p:sp>
        <p:nvSpPr>
          <p:cNvPr id="22535" name="矩形 3"/>
          <p:cNvSpPr>
            <a:spLocks noChangeArrowheads="1"/>
          </p:cNvSpPr>
          <p:nvPr/>
        </p:nvSpPr>
        <p:spPr bwMode="auto">
          <a:xfrm>
            <a:off x="642938" y="928688"/>
            <a:ext cx="8643937" cy="2554287"/>
          </a:xfrm>
          <a:prstGeom prst="rect">
            <a:avLst/>
          </a:prstGeom>
          <a:noFill/>
          <a:ln w="9525">
            <a:noFill/>
            <a:miter lim="800000"/>
            <a:headEnd/>
            <a:tailEnd/>
          </a:ln>
        </p:spPr>
        <p:txBody>
          <a:bodyPr>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应用：若 </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n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阶矩阵 </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和 </a:t>
            </a:r>
            <a:r>
              <a:rPr kumimoji="1" lang="el-GR" altLang="zh-CN"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Λ</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相似，则 </a:t>
            </a:r>
            <a:endPar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CC"/>
                </a:solidFill>
                <a:effectLst/>
                <a:uLnTx/>
                <a:uFillTx/>
                <a:latin typeface="Gulim" pitchFamily="34" charset="-127"/>
                <a:ea typeface="Gulim" pitchFamily="34" charset="-127"/>
                <a:cs typeface="+mn-cs"/>
              </a:rPr>
              <a:t>⇒</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的特征值就是</a:t>
            </a:r>
            <a:r>
              <a:rPr kumimoji="1" lang="el-GR" altLang="zh-CN"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Λ</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的对角元</a:t>
            </a:r>
            <a:endPar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CC"/>
                </a:solidFill>
                <a:effectLst/>
                <a:uLnTx/>
                <a:uFillTx/>
                <a:latin typeface="Gulim" pitchFamily="34" charset="-127"/>
                <a:ea typeface="Gulim" pitchFamily="34" charset="-127"/>
                <a:cs typeface="+mn-cs"/>
              </a:rPr>
              <a:t>⇒ </a:t>
            </a:r>
            <a:r>
              <a:rPr kumimoji="1" lang="en-US" altLang="zh-CN" sz="2400" b="1" i="1" u="none" strike="noStrike" kern="1200" cap="none" spc="0" normalizeH="0" baseline="0" noProof="0">
                <a:ln>
                  <a:noFill/>
                </a:ln>
                <a:solidFill>
                  <a:srgbClr val="FFFFCC"/>
                </a:solidFill>
                <a:effectLst/>
                <a:uLnTx/>
                <a:uFillTx/>
                <a:latin typeface="Times New Roman" pitchFamily="18" charset="0"/>
                <a:ea typeface="宋体" pitchFamily="2" charset="-122"/>
                <a:cs typeface="+mn-cs"/>
              </a:rPr>
              <a:t>P</a:t>
            </a:r>
            <a:r>
              <a:rPr kumimoji="1" lang="zh-CN" altLang="en-US" sz="2400" b="1" i="1" u="none" strike="noStrike" kern="1200" cap="none" spc="0" normalizeH="0" baseline="0" noProof="0">
                <a:ln>
                  <a:noFill/>
                </a:ln>
                <a:solidFill>
                  <a:srgbClr val="FFFFCC"/>
                </a:solidFill>
                <a:effectLst/>
                <a:uLnTx/>
                <a:uFillTx/>
                <a:latin typeface="Times New Roman" pitchFamily="18" charset="0"/>
                <a:ea typeface="宋体" pitchFamily="2" charset="-122"/>
                <a:cs typeface="+mn-cs"/>
              </a:rPr>
              <a:t> </a:t>
            </a:r>
            <a:r>
              <a:rPr kumimoji="1" lang="zh-CN" altLang="en-US" sz="2400" b="1" i="1" u="none" strike="noStrike" kern="1200" cap="none" spc="0" normalizeH="0" baseline="30000" noProof="0">
                <a:ln>
                  <a:noFill/>
                </a:ln>
                <a:solidFill>
                  <a:srgbClr val="FFFFCC"/>
                </a:solidFill>
                <a:effectLst/>
                <a:uLnTx/>
                <a:uFillTx/>
                <a:latin typeface="Times New Roman" pitchFamily="18" charset="0"/>
                <a:ea typeface="宋体" pitchFamily="2" charset="-122"/>
                <a:cs typeface="+mn-cs"/>
              </a:rPr>
              <a:t>−</a:t>
            </a:r>
            <a:r>
              <a:rPr kumimoji="1" lang="en-US" altLang="zh-CN" sz="2400" b="1" i="0" u="none" strike="noStrike" kern="1200" cap="none" spc="0" normalizeH="0" baseline="30000" noProof="0">
                <a:ln>
                  <a:noFill/>
                </a:ln>
                <a:solidFill>
                  <a:srgbClr val="FFFFCC"/>
                </a:solidFill>
                <a:effectLst/>
                <a:uLnTx/>
                <a:uFillTx/>
                <a:latin typeface="Times New Roman" pitchFamily="18" charset="0"/>
                <a:ea typeface="宋体" pitchFamily="2" charset="-122"/>
                <a:cs typeface="+mn-cs"/>
              </a:rPr>
              <a:t>1</a:t>
            </a:r>
            <a:r>
              <a:rPr kumimoji="1" lang="en-US" altLang="zh-CN" sz="2400" b="1" i="1" u="none" strike="noStrike" kern="1200" cap="none" spc="0" normalizeH="0" baseline="0" noProof="0">
                <a:ln>
                  <a:noFill/>
                </a:ln>
                <a:solidFill>
                  <a:srgbClr val="FFFFCC"/>
                </a:solidFill>
                <a:effectLst/>
                <a:uLnTx/>
                <a:uFillTx/>
                <a:latin typeface="Times New Roman" pitchFamily="18" charset="0"/>
                <a:ea typeface="宋体" pitchFamily="2" charset="-122"/>
                <a:cs typeface="+mn-cs"/>
              </a:rPr>
              <a:t>A</a:t>
            </a:r>
            <a:r>
              <a:rPr kumimoji="1" lang="en-US" altLang="zh-CN" sz="2400" b="1" i="1" u="none" strike="noStrike" kern="1200" cap="none" spc="0" normalizeH="0" baseline="30000" noProof="0">
                <a:ln>
                  <a:noFill/>
                </a:ln>
                <a:solidFill>
                  <a:srgbClr val="FFFFCC"/>
                </a:solidFill>
                <a:effectLst/>
                <a:uLnTx/>
                <a:uFillTx/>
                <a:latin typeface="Times New Roman" pitchFamily="18" charset="0"/>
                <a:ea typeface="宋体" pitchFamily="2" charset="-122"/>
                <a:cs typeface="+mn-cs"/>
              </a:rPr>
              <a:t>k</a:t>
            </a:r>
            <a:r>
              <a:rPr kumimoji="1" lang="en-US" altLang="zh-CN" sz="2400" b="1" i="1" u="none" strike="noStrike" kern="1200" cap="none" spc="0" normalizeH="0" baseline="0" noProof="0">
                <a:ln>
                  <a:noFill/>
                </a:ln>
                <a:solidFill>
                  <a:srgbClr val="FFFFCC"/>
                </a:solidFill>
                <a:effectLst/>
                <a:uLnTx/>
                <a:uFillTx/>
                <a:latin typeface="Times New Roman" pitchFamily="18" charset="0"/>
                <a:ea typeface="宋体" pitchFamily="2" charset="-122"/>
                <a:cs typeface="+mn-cs"/>
              </a:rPr>
              <a:t>P=</a:t>
            </a:r>
            <a:r>
              <a:rPr kumimoji="1" lang="el-GR" altLang="zh-CN" sz="2400" b="1" i="1" u="none" strike="noStrike" kern="1200" cap="none" spc="0" normalizeH="0" baseline="0" noProof="0">
                <a:ln>
                  <a:noFill/>
                </a:ln>
                <a:solidFill>
                  <a:srgbClr val="FFFFCC"/>
                </a:solidFill>
                <a:effectLst/>
                <a:uLnTx/>
                <a:uFillTx/>
                <a:latin typeface="Times New Roman" pitchFamily="18" charset="0"/>
                <a:ea typeface="宋体" pitchFamily="2" charset="-122"/>
                <a:cs typeface="+mn-cs"/>
              </a:rPr>
              <a:t> Λ </a:t>
            </a:r>
            <a:r>
              <a:rPr kumimoji="1" lang="en-US" altLang="zh-CN" sz="2400" b="1" i="1" u="none" strike="noStrike" kern="1200" cap="none" spc="0" normalizeH="0" baseline="30000" noProof="0">
                <a:ln>
                  <a:noFill/>
                </a:ln>
                <a:solidFill>
                  <a:srgbClr val="FFFFCC"/>
                </a:solidFill>
                <a:effectLst/>
                <a:uLnTx/>
                <a:uFillTx/>
                <a:latin typeface="Times New Roman" pitchFamily="18" charset="0"/>
                <a:ea typeface="宋体" pitchFamily="2" charset="-122"/>
                <a:cs typeface="+mn-cs"/>
              </a:rPr>
              <a:t>k</a:t>
            </a:r>
            <a:endPar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CC"/>
                </a:solidFill>
                <a:effectLst/>
                <a:uLnTx/>
                <a:uFillTx/>
                <a:latin typeface="Gulim" pitchFamily="34" charset="-127"/>
                <a:ea typeface="Gulim" pitchFamily="34" charset="-127"/>
                <a:cs typeface="+mn-cs"/>
              </a:rPr>
              <a:t>⇒</a:t>
            </a:r>
            <a:r>
              <a:rPr kumimoji="1" lang="en-US" altLang="zh-CN" sz="2400" b="1" i="0" u="none" strike="noStrike" kern="1200" cap="none" spc="0" normalizeH="0" baseline="30000" noProof="0">
                <a:ln>
                  <a:noFill/>
                </a:ln>
                <a:solidFill>
                  <a:srgbClr val="FFFFCC"/>
                </a:solidFill>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P</a:t>
            </a:r>
            <a:r>
              <a:rPr kumimoji="1" lang="zh-CN" altLang="en-US" sz="2400" b="1" i="1"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 </a:t>
            </a:r>
            <a:r>
              <a:rPr kumimoji="1" lang="zh-CN" altLang="en-US" sz="2400" b="1" i="1" u="none" strike="noStrike" kern="1200" cap="none" spc="0" normalizeH="0" baseline="30000" noProof="0">
                <a:ln>
                  <a:noFill/>
                </a:ln>
                <a:solidFill>
                  <a:srgbClr val="FFFF00"/>
                </a:solidFill>
                <a:effectLst/>
                <a:uLnTx/>
                <a:uFillTx/>
                <a:latin typeface="Times New Roman" pitchFamily="18" charset="0"/>
                <a:ea typeface="宋体" pitchFamily="2" charset="-122"/>
                <a:cs typeface="+mn-cs"/>
              </a:rPr>
              <a:t>−</a:t>
            </a:r>
            <a:r>
              <a:rPr kumimoji="1" lang="en-US" altLang="zh-CN" sz="2400" b="1" i="0" u="none" strike="noStrike" kern="1200" cap="none" spc="0" normalizeH="0" baseline="30000" noProof="0">
                <a:ln>
                  <a:noFill/>
                </a:ln>
                <a:solidFill>
                  <a:srgbClr val="FFFF00"/>
                </a:solidFill>
                <a:effectLst/>
                <a:uLnTx/>
                <a:uFillTx/>
                <a:latin typeface="Times New Roman" pitchFamily="18" charset="0"/>
                <a:ea typeface="宋体" pitchFamily="2" charset="-122"/>
                <a:cs typeface="+mn-cs"/>
              </a:rPr>
              <a:t>1 </a:t>
            </a:r>
            <a:r>
              <a:rPr kumimoji="1" lang="en-US" altLang="zh-CN" sz="2400" b="1" i="1" u="none" strike="noStrike" kern="1200" cap="none" spc="0" normalizeH="0" baseline="0" noProof="0">
                <a:ln>
                  <a:noFill/>
                </a:ln>
                <a:solidFill>
                  <a:srgbClr val="FFFF00"/>
                </a:solidFill>
                <a:effectLst/>
                <a:uLnTx/>
                <a:uFillTx/>
                <a:latin typeface="Symbol" pitchFamily="18" charset="2"/>
                <a:ea typeface="宋体" pitchFamily="2" charset="-122"/>
                <a:cs typeface="+mn-cs"/>
              </a:rPr>
              <a:t>j</a:t>
            </a:r>
            <a:r>
              <a:rPr kumimoji="1" lang="en-US" altLang="zh-CN" sz="2400" b="1" i="0" u="none" strike="noStrike" kern="1200" cap="none" spc="0" normalizeH="0" baseline="0" noProof="0">
                <a:ln>
                  <a:noFill/>
                </a:ln>
                <a:solidFill>
                  <a:srgbClr val="FFFF00"/>
                </a:solidFill>
                <a:effectLst/>
                <a:uLnTx/>
                <a:uFillTx/>
                <a:latin typeface="Symbol" pitchFamily="18" charset="2"/>
                <a:ea typeface="宋体" pitchFamily="2" charset="-122"/>
                <a:cs typeface="+mn-cs"/>
              </a:rPr>
              <a:t> </a:t>
            </a:r>
            <a:r>
              <a:rPr kumimoji="1" lang="en-US" altLang="zh-CN" sz="2400" b="1" i="0"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a:t>
            </a:r>
            <a:r>
              <a:rPr kumimoji="1" lang="en-US" altLang="zh-CN" sz="2400" b="1" i="1"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A</a:t>
            </a:r>
            <a:r>
              <a:rPr kumimoji="1" lang="en-US" altLang="zh-CN" sz="2400" b="1" i="0"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 </a:t>
            </a:r>
            <a:r>
              <a:rPr kumimoji="1" lang="en-US" altLang="zh-CN" sz="2400" b="1" i="1"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P</a:t>
            </a:r>
            <a:r>
              <a:rPr kumimoji="1" lang="en-US" altLang="zh-CN" sz="2400" b="1" i="1" u="none" strike="noStrike" kern="1200" cap="none" spc="0" normalizeH="0" baseline="0" noProof="0">
                <a:ln>
                  <a:noFill/>
                </a:ln>
                <a:solidFill>
                  <a:srgbClr val="FFFF00"/>
                </a:solidFill>
                <a:effectLst/>
                <a:uLnTx/>
                <a:uFillTx/>
                <a:latin typeface="Symbol" pitchFamily="18" charset="2"/>
                <a:ea typeface="宋体" pitchFamily="2" charset="-122"/>
                <a:cs typeface="+mn-cs"/>
              </a:rPr>
              <a:t> =j</a:t>
            </a:r>
            <a:r>
              <a:rPr kumimoji="1" lang="en-US" altLang="zh-CN" sz="2400" b="1" i="0" u="none" strike="noStrike" kern="1200" cap="none" spc="0" normalizeH="0" baseline="0" noProof="0">
                <a:ln>
                  <a:noFill/>
                </a:ln>
                <a:solidFill>
                  <a:srgbClr val="FFFF00"/>
                </a:solidFill>
                <a:effectLst/>
                <a:uLnTx/>
                <a:uFillTx/>
                <a:latin typeface="Symbol" pitchFamily="18" charset="2"/>
                <a:ea typeface="宋体" pitchFamily="2" charset="-122"/>
                <a:cs typeface="+mn-cs"/>
              </a:rPr>
              <a:t> </a:t>
            </a:r>
            <a:r>
              <a:rPr kumimoji="1" lang="en-US" altLang="zh-CN" sz="2400" b="1" i="0"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a:t>
            </a:r>
            <a:r>
              <a:rPr kumimoji="1" lang="el-GR" altLang="zh-CN" sz="2400" b="1" i="1"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Λ</a:t>
            </a:r>
            <a:r>
              <a:rPr kumimoji="1" lang="en-US" altLang="zh-CN" sz="2400" b="1" i="0" u="none" strike="noStrike" kern="1200" cap="none" spc="0" normalizeH="0" baseline="0" noProof="0">
                <a:ln>
                  <a:noFill/>
                </a:ln>
                <a:solidFill>
                  <a:srgbClr val="FFFF00"/>
                </a:solidFill>
                <a:effectLst/>
                <a:uLnTx/>
                <a:uFillTx/>
                <a:latin typeface="Times New Roman" pitchFamily="18" charset="0"/>
                <a:ea typeface="宋体" pitchFamily="2" charset="-122"/>
                <a:cs typeface="+mn-cs"/>
              </a:rPr>
              <a:t>) </a:t>
            </a: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判定：</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若 </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n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阶矩阵 </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A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和 </a:t>
            </a:r>
            <a:r>
              <a:rPr kumimoji="1" lang="el-GR" altLang="zh-CN"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rPr>
              <a:t>Λ</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相似</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可对角化</a:t>
            </a:r>
            <a:endPar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                               </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恰有</a:t>
            </a: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n</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sym typeface="Wingdings" pitchFamily="2" charset="2"/>
              </a:rPr>
              <a:t>个线性无关的特征向量</a:t>
            </a:r>
            <a:endPar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p:txBody>
      </p:sp>
      <p:sp>
        <p:nvSpPr>
          <p:cNvPr id="5" name="AutoShape 5"/>
          <p:cNvSpPr>
            <a:spLocks noChangeArrowheads="1"/>
          </p:cNvSpPr>
          <p:nvPr/>
        </p:nvSpPr>
        <p:spPr bwMode="auto">
          <a:xfrm>
            <a:off x="785813" y="3500438"/>
            <a:ext cx="8358187" cy="3357562"/>
          </a:xfrm>
          <a:prstGeom prst="roundRect">
            <a:avLst>
              <a:gd name="adj" fmla="val 4646"/>
            </a:avLst>
          </a:prstGeom>
          <a:solidFill>
            <a:schemeClr val="accent1"/>
          </a:solidFill>
          <a:ln w="28575">
            <a:solidFill>
              <a:schemeClr val="accent2"/>
            </a:solidFill>
            <a:round/>
            <a:headEnd/>
            <a:tailEnd/>
          </a:ln>
          <a:effectLst/>
        </p:spPr>
        <p:txBody>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举例：</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楷体_GB2312"/>
              <a:ea typeface="宋体" pitchFamily="2" charset="-122"/>
              <a:cs typeface="+mn-cs"/>
            </a:endParaRPr>
          </a:p>
        </p:txBody>
      </p:sp>
      <p:graphicFrame>
        <p:nvGraphicFramePr>
          <p:cNvPr id="10" name="Object 6"/>
          <p:cNvGraphicFramePr>
            <a:graphicFrameLocks noChangeAspect="1"/>
          </p:cNvGraphicFramePr>
          <p:nvPr/>
        </p:nvGraphicFramePr>
        <p:xfrm>
          <a:off x="990600" y="4945063"/>
          <a:ext cx="5724525" cy="1127125"/>
        </p:xfrm>
        <a:graphic>
          <a:graphicData uri="http://schemas.openxmlformats.org/presentationml/2006/ole">
            <mc:AlternateContent xmlns:mc="http://schemas.openxmlformats.org/markup-compatibility/2006">
              <mc:Choice xmlns:v="urn:schemas-microsoft-com:vml" Requires="v">
                <p:oleObj name="Microsoft Office Word 97-2003 模板" r:id="rId4" imgW="3562200" imgH="792360" progId="">
                  <p:embed/>
                </p:oleObj>
              </mc:Choice>
              <mc:Fallback>
                <p:oleObj name="Microsoft Office Word 97-2003 模板" r:id="rId4" imgW="3562200" imgH="792360" progId="">
                  <p:embed/>
                  <p:pic>
                    <p:nvPicPr>
                      <p:cNvPr id="1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0600" y="4945063"/>
                        <a:ext cx="5724525" cy="1127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矩形 10"/>
          <p:cNvSpPr/>
          <p:nvPr/>
        </p:nvSpPr>
        <p:spPr>
          <a:xfrm>
            <a:off x="857250" y="4643438"/>
            <a:ext cx="8286750" cy="430212"/>
          </a:xfrm>
          <a:prstGeom prst="rect">
            <a:avLst/>
          </a:prstGeom>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解：</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|A|=(-1)(y)(2)=0；2+0+x =-1+y+2</a:t>
            </a:r>
            <a:endParaRPr kumimoji="1" lang="zh-CN" altLang="en-US" sz="2200" b="0"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graphicFrame>
        <p:nvGraphicFramePr>
          <p:cNvPr id="12" name="Object 3"/>
          <p:cNvGraphicFramePr>
            <a:graphicFrameLocks noChangeAspect="1"/>
          </p:cNvGraphicFramePr>
          <p:nvPr/>
        </p:nvGraphicFramePr>
        <p:xfrm>
          <a:off x="928688" y="3500438"/>
          <a:ext cx="5724525" cy="1214437"/>
        </p:xfrm>
        <a:graphic>
          <a:graphicData uri="http://schemas.openxmlformats.org/presentationml/2006/ole">
            <mc:AlternateContent xmlns:mc="http://schemas.openxmlformats.org/markup-compatibility/2006">
              <mc:Choice xmlns:v="urn:schemas-microsoft-com:vml" Requires="v">
                <p:oleObj name="Microsoft Office Word 97-2003 模板" r:id="rId6" imgW="3562200" imgH="792360" progId="">
                  <p:embed/>
                </p:oleObj>
              </mc:Choice>
              <mc:Fallback>
                <p:oleObj name="Microsoft Office Word 97-2003 模板" r:id="rId6" imgW="3562200" imgH="792360" progId="">
                  <p:embed/>
                  <p:pic>
                    <p:nvPicPr>
                      <p:cNvPr id="12" name="Object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28688" y="3500438"/>
                        <a:ext cx="5724525" cy="12144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矩形 12"/>
          <p:cNvSpPr/>
          <p:nvPr/>
        </p:nvSpPr>
        <p:spPr>
          <a:xfrm>
            <a:off x="857250" y="5810250"/>
            <a:ext cx="8286750" cy="1047750"/>
          </a:xfrm>
          <a:prstGeom prst="rect">
            <a:avLst/>
          </a:prstGeom>
        </p:spPr>
        <p:txBody>
          <a:bodyPr>
            <a:spAutoFit/>
          </a:bodyPr>
          <a:lstStyle/>
          <a:p>
            <a:pPr marL="0" marR="0" lvl="0" indent="0" algn="l" defTabSz="914400" rtl="0" eaLnBrk="0" fontAlgn="base" latinLnBrk="0" hangingPunct="0">
              <a:lnSpc>
                <a:spcPct val="15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解：若</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的特征值为</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 A</a:t>
            </a:r>
            <a:r>
              <a:rPr kumimoji="1" lang="en-US" altLang="zh-CN" sz="22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-E</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则的特征值为</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λ </a:t>
            </a:r>
            <a:r>
              <a:rPr kumimoji="1" lang="en-US" altLang="zh-CN" sz="22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a:t>
            </a:r>
            <a:endParaRPr kumimoji="1" lang="zh-CN" altLang="en-US" sz="2200" b="0"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a:p>
            <a:pPr marL="0" marR="0" lvl="0" indent="0" algn="l" defTabSz="914400" rtl="0" eaLnBrk="0" fontAlgn="base" latinLnBrk="0" hangingPunct="0">
              <a:lnSpc>
                <a:spcPct val="15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由</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的特征值分别是</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4，3，6，</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则</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en-US" altLang="zh-CN" sz="22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mn-cs"/>
              </a:rPr>
              <a:t>2</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-E</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的特征值为</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15，8，35</a:t>
            </a:r>
            <a:endParaRPr kumimoji="1" lang="zh-CN" altLang="en-US" sz="2200" b="0"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4" name="矩形 13"/>
          <p:cNvSpPr/>
          <p:nvPr/>
        </p:nvSpPr>
        <p:spPr>
          <a:xfrm>
            <a:off x="4786313" y="5286375"/>
            <a:ext cx="3000375" cy="461963"/>
          </a:xfrm>
          <a:prstGeom prst="rect">
            <a:avLst/>
          </a:prstGeom>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=15×8×35=4200</a:t>
            </a:r>
            <a:endParaRPr kumimoji="1" lang="zh-CN" altLang="en-US" sz="2400" b="0"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5" name="矩形 14"/>
          <p:cNvSpPr/>
          <p:nvPr/>
        </p:nvSpPr>
        <p:spPr>
          <a:xfrm>
            <a:off x="6572250" y="3929063"/>
            <a:ext cx="2714625" cy="430212"/>
          </a:xfrm>
          <a:prstGeom prst="rect">
            <a:avLst/>
          </a:prstGeom>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010199">
                    <a:lumMod val="75000"/>
                  </a:srgbClr>
                </a:solidFill>
                <a:effectLst/>
                <a:uLnTx/>
                <a:uFillTx/>
                <a:latin typeface="Gulim"/>
                <a:ea typeface="Gulim"/>
                <a:cs typeface="+mn-cs"/>
              </a:rPr>
              <a:t>⇒</a:t>
            </a: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 y=0；x=-1 </a:t>
            </a:r>
            <a:endParaRPr kumimoji="1" lang="zh-CN" altLang="en-US" sz="2200" b="0" i="0" u="none" strike="noStrike" kern="1200" cap="none" spc="0" normalizeH="0" baseline="0" noProof="0" dirty="0">
              <a:ln>
                <a:noFill/>
              </a:ln>
              <a:solidFill>
                <a:srgbClr val="010199">
                  <a:lumMod val="75000"/>
                </a:srgbClr>
              </a:solidFill>
              <a:effectLst/>
              <a:uLnTx/>
              <a:uFillTx/>
              <a:latin typeface="Times New Roman" pitchFamily="18" charset="0"/>
              <a:ea typeface="宋体" pitchFamily="2" charset="-122"/>
              <a:cs typeface="+mn-cs"/>
            </a:endParaRPr>
          </a:p>
        </p:txBody>
      </p:sp>
      <p:sp>
        <p:nvSpPr>
          <p:cNvPr id="16" name="AutoShape 5"/>
          <p:cNvSpPr>
            <a:spLocks noChangeArrowheads="1"/>
          </p:cNvSpPr>
          <p:nvPr/>
        </p:nvSpPr>
        <p:spPr bwMode="auto">
          <a:xfrm>
            <a:off x="785813" y="3500438"/>
            <a:ext cx="8358187" cy="3357562"/>
          </a:xfrm>
          <a:prstGeom prst="roundRect">
            <a:avLst>
              <a:gd name="adj" fmla="val 4646"/>
            </a:avLst>
          </a:prstGeom>
          <a:solidFill>
            <a:schemeClr val="accent1"/>
          </a:solidFill>
          <a:ln w="28575">
            <a:solidFill>
              <a:schemeClr val="accent2"/>
            </a:solidFill>
            <a:round/>
            <a:headEnd/>
            <a:tailEnd/>
          </a:ln>
          <a:effectLst/>
        </p:spPr>
        <p:txBody>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解释：</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可对角化</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a:t>
            </a:r>
            <a:r>
              <a:rPr kumimoji="1" lang="zh-CN" altLang="en-US"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sym typeface="Wingdings" pitchFamily="2" charset="2"/>
              </a:rPr>
              <a:t>存在</a:t>
            </a:r>
            <a:r>
              <a:rPr kumimoji="1" lang="zh-CN" altLang="en-US"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可逆矩阵 </a:t>
            </a:r>
            <a:r>
              <a:rPr kumimoji="1" lang="en-US" altLang="zh-CN" sz="2000" b="1" i="1"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P</a:t>
            </a:r>
            <a:r>
              <a:rPr kumimoji="1" lang="en-US" altLang="zh-CN" sz="2000" b="1" i="0" u="none" strike="noStrike" kern="1200" cap="none" spc="0" normalizeH="0" baseline="0" noProof="0" dirty="0">
                <a:ln>
                  <a:noFill/>
                </a:ln>
                <a:solidFill>
                  <a:srgbClr val="010199">
                    <a:lumMod val="60000"/>
                    <a:lumOff val="40000"/>
                  </a:srgbClr>
                </a:solidFill>
                <a:effectLst/>
                <a:uLnTx/>
                <a:uFillTx/>
                <a:latin typeface="微软雅黑" pitchFamily="34" charset="-122"/>
                <a:ea typeface="微软雅黑" pitchFamily="34" charset="-122"/>
                <a:cs typeface="楷体_GB2312"/>
              </a:rPr>
              <a:t> </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，满足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P </a:t>
            </a:r>
            <a:r>
              <a:rPr kumimoji="1" lang="en-US" altLang="en-US" sz="2000" b="1" i="1"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1</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AP</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 </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endParaRPr kumimoji="1" lang="en-US"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endParaRP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AP</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 </a:t>
            </a:r>
            <a:r>
              <a:rPr kumimoji="1" lang="en-US" altLang="zh-CN" sz="20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P</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rPr>
              <a:t>，即</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sym typeface="Wingdings" pitchFamily="2" charset="2"/>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endParaRPr kumimoji="1" lang="en-US" altLang="zh-CN" sz="2000" b="1" i="0" u="none" strike="noStrike" kern="1200" cap="none" spc="0" normalizeH="0" baseline="0" noProof="0" dirty="0">
              <a:ln>
                <a:noFill/>
              </a:ln>
              <a:solidFill>
                <a:srgbClr val="010199">
                  <a:lumMod val="75000"/>
                </a:srgbClr>
              </a:solidFill>
              <a:effectLst/>
              <a:uLnTx/>
              <a:uFillTx/>
              <a:latin typeface="楷体_GB2312"/>
              <a:ea typeface="宋体" pitchFamily="2" charset="-122"/>
              <a:cs typeface="+mn-cs"/>
            </a:endParaRPr>
          </a:p>
        </p:txBody>
      </p:sp>
      <p:graphicFrame>
        <p:nvGraphicFramePr>
          <p:cNvPr id="17" name="Object 11"/>
          <p:cNvGraphicFramePr>
            <a:graphicFrameLocks noChangeAspect="1"/>
          </p:cNvGraphicFramePr>
          <p:nvPr/>
        </p:nvGraphicFramePr>
        <p:xfrm>
          <a:off x="4000500" y="3643313"/>
          <a:ext cx="4929188" cy="1574800"/>
        </p:xfrm>
        <a:graphic>
          <a:graphicData uri="http://schemas.openxmlformats.org/presentationml/2006/ole">
            <mc:AlternateContent xmlns:mc="http://schemas.openxmlformats.org/markup-compatibility/2006">
              <mc:Choice xmlns:v="urn:schemas-microsoft-com:vml" Requires="v">
                <p:oleObj name="Equation" r:id="rId8" imgW="3263760" imgH="939600" progId="Equation.DSMT4">
                  <p:embed/>
                </p:oleObj>
              </mc:Choice>
              <mc:Fallback>
                <p:oleObj name="Equation" r:id="rId8" imgW="3263760" imgH="939600" progId="Equation.DSMT4">
                  <p:embed/>
                  <p:pic>
                    <p:nvPicPr>
                      <p:cNvPr id="17" name="Object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00500" y="3643313"/>
                        <a:ext cx="4929188" cy="1574800"/>
                      </a:xfrm>
                      <a:prstGeom prst="rect">
                        <a:avLst/>
                      </a:prstGeom>
                      <a:noFill/>
                      <a:ln>
                        <a:noFill/>
                      </a:ln>
                      <a:extLst>
                        <a:ext uri="{909E8E84-426E-40DD-AFC4-6F175D3DCCD1}">
                          <a14:hiddenFill xmlns:a14="http://schemas.microsoft.com/office/drawing/2010/main">
                            <a:solidFill>
                              <a:srgbClr val="CCCC00">
                                <a:alpha val="70000"/>
                              </a:srgbClr>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18" name="Object 5"/>
          <p:cNvGraphicFramePr>
            <a:graphicFrameLocks noChangeAspect="1"/>
          </p:cNvGraphicFramePr>
          <p:nvPr/>
        </p:nvGraphicFramePr>
        <p:xfrm>
          <a:off x="2168525" y="4929200"/>
          <a:ext cx="4046538" cy="357188"/>
        </p:xfrm>
        <a:graphic>
          <a:graphicData uri="http://schemas.openxmlformats.org/presentationml/2006/ole">
            <mc:AlternateContent xmlns:mc="http://schemas.openxmlformats.org/markup-compatibility/2006">
              <mc:Choice xmlns:v="urn:schemas-microsoft-com:vml" Requires="v">
                <p:oleObj name="Equation" r:id="rId10" imgW="2869920" imgH="228600" progId="Equation.DSMT4">
                  <p:embed/>
                </p:oleObj>
              </mc:Choice>
              <mc:Fallback>
                <p:oleObj name="Equation" r:id="rId10" imgW="2869920" imgH="228600" progId="Equation.DSMT4">
                  <p:embed/>
                  <p:pic>
                    <p:nvPicPr>
                      <p:cNvPr id="18"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168525" y="4929200"/>
                        <a:ext cx="4046538" cy="357188"/>
                      </a:xfrm>
                      <a:prstGeom prst="rect">
                        <a:avLst/>
                      </a:prstGeom>
                      <a:noFill/>
                      <a:ln>
                        <a:noFill/>
                      </a:ln>
                      <a:extLst>
                        <a:ext uri="{909E8E84-426E-40DD-AFC4-6F175D3DCCD1}">
                          <a14:hiddenFill xmlns:a14="http://schemas.microsoft.com/office/drawing/2010/main">
                            <a:solidFill>
                              <a:srgbClr val="CCCC00">
                                <a:alpha val="70000"/>
                              </a:srgbClr>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19" name="Object 13"/>
          <p:cNvGraphicFramePr>
            <a:graphicFrameLocks noChangeAspect="1"/>
          </p:cNvGraphicFramePr>
          <p:nvPr/>
        </p:nvGraphicFramePr>
        <p:xfrm>
          <a:off x="2143125" y="5357837"/>
          <a:ext cx="1571625" cy="1500187"/>
        </p:xfrm>
        <a:graphic>
          <a:graphicData uri="http://schemas.openxmlformats.org/presentationml/2006/ole">
            <mc:AlternateContent xmlns:mc="http://schemas.openxmlformats.org/markup-compatibility/2006">
              <mc:Choice xmlns:v="urn:schemas-microsoft-com:vml" Requires="v">
                <p:oleObj name="Equation" r:id="rId12" imgW="1041120" imgH="952200" progId="Equation.DSMT4">
                  <p:embed/>
                </p:oleObj>
              </mc:Choice>
              <mc:Fallback>
                <p:oleObj name="Equation" r:id="rId12" imgW="1041120" imgH="952200" progId="Equation.DSMT4">
                  <p:embed/>
                  <p:pic>
                    <p:nvPicPr>
                      <p:cNvPr id="19" name="Object 1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43125" y="5357837"/>
                        <a:ext cx="1571625" cy="1500187"/>
                      </a:xfrm>
                      <a:prstGeom prst="rect">
                        <a:avLst/>
                      </a:prstGeom>
                      <a:noFill/>
                      <a:ln>
                        <a:noFill/>
                      </a:ln>
                      <a:extLst>
                        <a:ext uri="{909E8E84-426E-40DD-AFC4-6F175D3DCCD1}">
                          <a14:hiddenFill xmlns:a14="http://schemas.microsoft.com/office/drawing/2010/main">
                            <a:solidFill>
                              <a:srgbClr val="CCCC00">
                                <a:alpha val="70000"/>
                              </a:srgbClr>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0" name="AutoShape 25"/>
          <p:cNvSpPr>
            <a:spLocks noChangeArrowheads="1"/>
          </p:cNvSpPr>
          <p:nvPr/>
        </p:nvSpPr>
        <p:spPr bwMode="auto">
          <a:xfrm>
            <a:off x="2428875" y="3857625"/>
            <a:ext cx="1816100" cy="431800"/>
          </a:xfrm>
          <a:prstGeom prst="roundRect">
            <a:avLst>
              <a:gd name="adj" fmla="val 16667"/>
            </a:avLst>
          </a:prstGeom>
          <a:noFill/>
          <a:ln w="28575">
            <a:solidFill>
              <a:srgbClr val="FF0000"/>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Times New Roman" pitchFamily="18" charset="0"/>
              <a:ea typeface="楷体_GB2312" pitchFamily="49" charset="-122"/>
              <a:cs typeface="+mn-cs"/>
            </a:endParaRPr>
          </a:p>
        </p:txBody>
      </p:sp>
      <p:graphicFrame>
        <p:nvGraphicFramePr>
          <p:cNvPr id="21" name="Object 14"/>
          <p:cNvGraphicFramePr>
            <a:graphicFrameLocks noChangeAspect="1"/>
          </p:cNvGraphicFramePr>
          <p:nvPr/>
        </p:nvGraphicFramePr>
        <p:xfrm>
          <a:off x="3971925" y="5991249"/>
          <a:ext cx="4672013" cy="377825"/>
        </p:xfrm>
        <a:graphic>
          <a:graphicData uri="http://schemas.openxmlformats.org/presentationml/2006/ole">
            <mc:AlternateContent xmlns:mc="http://schemas.openxmlformats.org/markup-compatibility/2006">
              <mc:Choice xmlns:v="urn:schemas-microsoft-com:vml" Requires="v">
                <p:oleObj name="Equation" r:id="rId14" imgW="3111480" imgH="241200" progId="Equation.DSMT4">
                  <p:embed/>
                </p:oleObj>
              </mc:Choice>
              <mc:Fallback>
                <p:oleObj name="Equation" r:id="rId14" imgW="3111480" imgH="241200" progId="Equation.DSMT4">
                  <p:embed/>
                  <p:pic>
                    <p:nvPicPr>
                      <p:cNvPr id="21" name="Object 1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971925" y="5991249"/>
                        <a:ext cx="4672013" cy="377825"/>
                      </a:xfrm>
                      <a:prstGeom prst="rect">
                        <a:avLst/>
                      </a:prstGeom>
                      <a:noFill/>
                      <a:ln>
                        <a:noFill/>
                      </a:ln>
                      <a:extLst>
                        <a:ext uri="{909E8E84-426E-40DD-AFC4-6F175D3DCCD1}">
                          <a14:hiddenFill xmlns:a14="http://schemas.microsoft.com/office/drawing/2010/main">
                            <a:solidFill>
                              <a:srgbClr val="CCCC00">
                                <a:alpha val="70000"/>
                              </a:srgbClr>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6" name="矩形 25"/>
          <p:cNvSpPr/>
          <p:nvPr/>
        </p:nvSpPr>
        <p:spPr>
          <a:xfrm>
            <a:off x="5857875" y="2143125"/>
            <a:ext cx="3000375" cy="503238"/>
          </a:xfrm>
          <a:prstGeom prst="rect">
            <a:avLst/>
          </a:prstGeom>
          <a:solidFill>
            <a:schemeClr val="accent6">
              <a:lumMod val="75000"/>
            </a:schemeClr>
          </a:solidFill>
        </p:spPr>
        <p:txBody>
          <a:bodyPr>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a:rPr>
              <a: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A</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Wingdings" pitchFamily="2" charset="2"/>
              </a:rPr>
              <a:t>特征值皆为单根</a:t>
            </a:r>
            <a:endPar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22" name="Object 14"/>
          <p:cNvGraphicFramePr>
            <a:graphicFrameLocks noChangeAspect="1"/>
          </p:cNvGraphicFramePr>
          <p:nvPr/>
        </p:nvGraphicFramePr>
        <p:xfrm>
          <a:off x="3756038" y="4572000"/>
          <a:ext cx="2744788" cy="377825"/>
        </p:xfrm>
        <a:graphic>
          <a:graphicData uri="http://schemas.openxmlformats.org/presentationml/2006/ole">
            <mc:AlternateContent xmlns:mc="http://schemas.openxmlformats.org/markup-compatibility/2006">
              <mc:Choice xmlns:v="urn:schemas-microsoft-com:vml" Requires="v">
                <p:oleObj name="Equation" r:id="rId16" imgW="1828800" imgH="241200" progId="Equation.DSMT4">
                  <p:embed/>
                </p:oleObj>
              </mc:Choice>
              <mc:Fallback>
                <p:oleObj name="Equation" r:id="rId16" imgW="1828800" imgH="241200" progId="Equation.DSMT4">
                  <p:embed/>
                  <p:pic>
                    <p:nvPicPr>
                      <p:cNvPr id="22" name="Object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756038" y="4572000"/>
                        <a:ext cx="2744788" cy="377825"/>
                      </a:xfrm>
                      <a:prstGeom prst="rect">
                        <a:avLst/>
                      </a:prstGeom>
                      <a:noFill/>
                      <a:ln>
                        <a:noFill/>
                      </a:ln>
                      <a:extLst>
                        <a:ext uri="{909E8E84-426E-40DD-AFC4-6F175D3DCCD1}">
                          <a14:hiddenFill xmlns:a14="http://schemas.microsoft.com/office/drawing/2010/main">
                            <a:solidFill>
                              <a:srgbClr val="CCCC00">
                                <a:alpha val="70000"/>
                              </a:srgbClr>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4" name="矩形 23"/>
          <p:cNvSpPr/>
          <p:nvPr/>
        </p:nvSpPr>
        <p:spPr>
          <a:xfrm>
            <a:off x="785786" y="3500438"/>
            <a:ext cx="8358214" cy="1128514"/>
          </a:xfrm>
          <a:prstGeom prst="rect">
            <a:avLst/>
          </a:prstGeom>
          <a:solidFill>
            <a:srgbClr val="006600"/>
          </a:solidFill>
          <a:ln w="38100">
            <a:solidFill>
              <a:srgbClr val="FFFF99"/>
            </a:solidFill>
            <a:miter lim="800000"/>
            <a:headEnd/>
            <a:tailEnd/>
          </a:ln>
          <a:effectLst>
            <a:glow rad="101600">
              <a:srgbClr val="00B0F0">
                <a:alpha val="40000"/>
              </a:srgbClr>
            </a:glow>
          </a:effectLst>
        </p:spPr>
        <p:txBody>
          <a:bodyPr>
            <a:spAutoFit/>
          </a:bodyPr>
          <a:lstStyle/>
          <a:p>
            <a:pPr marL="892175" marR="0" lvl="0" indent="-892175" algn="l" defTabSz="914400" rtl="0" eaLnBrk="1" fontAlgn="base" latinLnBrk="0" hangingPunct="1">
              <a:lnSpc>
                <a:spcPts val="3200"/>
              </a:lnSpc>
              <a:spcBef>
                <a:spcPct val="5000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    </a:t>
            </a:r>
            <a:r>
              <a:rPr kumimoji="1" lang="zh-CN" altLang="en-US" sz="28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sym typeface="Wingdings" pitchFamily="2" charset="2"/>
              </a:rPr>
              <a:t>有</a:t>
            </a: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n</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个线性无关的特征向量</a:t>
            </a: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    </a:t>
            </a:r>
            <a:r>
              <a:rPr kumimoji="1" lang="zh-CN" altLang="en-US" sz="28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sym typeface="Wingdings" pitchFamily="2" charset="2"/>
              </a:rPr>
              <a:t>可</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对角化</a:t>
            </a:r>
            <a:endPar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1" fontAlgn="base" latinLnBrk="0" hangingPunct="1">
              <a:lnSpc>
                <a:spcPts val="3200"/>
              </a:lnSpc>
              <a:spcBef>
                <a:spcPct val="5000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a:t>
            </a:r>
            <a:r>
              <a:rPr kumimoji="1" lang="zh-CN" altLang="en-US" sz="28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sym typeface="Wingdings" pitchFamily="2" charset="2"/>
              </a:rPr>
              <a:t>没有</a:t>
            </a: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n</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个线性无关的特征向量</a:t>
            </a: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A </a:t>
            </a:r>
            <a:r>
              <a:rPr kumimoji="1" lang="zh-CN" altLang="en-US" sz="28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mn-cs"/>
                <a:sym typeface="Wingdings" pitchFamily="2" charset="2"/>
              </a:rPr>
              <a:t>不可</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对角化</a:t>
            </a:r>
            <a:endPar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p:txBody>
      </p:sp>
      <p:sp>
        <p:nvSpPr>
          <p:cNvPr id="25" name="矩形 24"/>
          <p:cNvSpPr/>
          <p:nvPr/>
        </p:nvSpPr>
        <p:spPr>
          <a:xfrm>
            <a:off x="785786" y="4786322"/>
            <a:ext cx="8358214" cy="1128514"/>
          </a:xfrm>
          <a:prstGeom prst="rect">
            <a:avLst/>
          </a:prstGeom>
          <a:solidFill>
            <a:srgbClr val="006600"/>
          </a:solidFill>
          <a:ln w="38100">
            <a:solidFill>
              <a:srgbClr val="FFFF99"/>
            </a:solidFill>
            <a:miter lim="800000"/>
            <a:headEnd/>
            <a:tailEnd/>
          </a:ln>
          <a:effectLst>
            <a:glow rad="101600">
              <a:srgbClr val="00B0F0">
                <a:alpha val="40000"/>
              </a:srgbClr>
            </a:glow>
          </a:effectLst>
        </p:spPr>
        <p:txBody>
          <a:bodyPr>
            <a:spAutoFit/>
          </a:bodyPr>
          <a:lstStyle/>
          <a:p>
            <a:pPr marL="892175" marR="0" lvl="0" indent="-892175" algn="l" defTabSz="914400" rtl="0" eaLnBrk="1" fontAlgn="base" latinLnBrk="0" hangingPunct="1">
              <a:lnSpc>
                <a:spcPts val="3200"/>
              </a:lnSpc>
              <a:spcBef>
                <a:spcPct val="50000"/>
              </a:spcBef>
              <a:spcAft>
                <a:spcPct val="0"/>
              </a:spcAft>
              <a:buClrTx/>
              <a:buSzTx/>
              <a:buFontTx/>
              <a:buNone/>
              <a:tabLst/>
              <a:defRPr/>
            </a:pP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回顾：不同的特征值对应的特征向量线性无关</a:t>
            </a:r>
            <a:endPar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a:p>
            <a:pPr marL="892175" marR="0" lvl="0" indent="-892175" algn="l" defTabSz="914400" rtl="0" eaLnBrk="1" fontAlgn="base" latinLnBrk="0" hangingPunct="1">
              <a:lnSpc>
                <a:spcPts val="3200"/>
              </a:lnSpc>
              <a:spcBef>
                <a:spcPct val="50000"/>
              </a:spcBef>
              <a:spcAft>
                <a:spcPct val="0"/>
              </a:spcAft>
              <a:buClrTx/>
              <a:buSzTx/>
              <a:buFontTx/>
              <a:buNone/>
              <a:tabLst/>
              <a:defRPr/>
            </a:pPr>
            <a:r>
              <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Q：</a:t>
            </a:r>
            <a:r>
              <a:rPr kumimoji="1" lang="zh-CN" altLang="en-US"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rPr>
              <a:t>相同的特征值，即重根特征值，会有什么情况</a:t>
            </a:r>
            <a:endParaRPr kumimoji="1" lang="en-US" altLang="zh-CN" sz="2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Wingdings" pitchFamily="2" charset="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2535">
                                            <p:txEl>
                                              <p:pRg st="0" end="0"/>
                                            </p:txEl>
                                          </p:spTgt>
                                        </p:tgtEl>
                                        <p:attrNameLst>
                                          <p:attrName>style.visibility</p:attrName>
                                        </p:attrNameLst>
                                      </p:cBhvr>
                                      <p:to>
                                        <p:strVal val="visible"/>
                                      </p:to>
                                    </p:set>
                                    <p:animEffect transition="in" filter="wipe(left)">
                                      <p:cBhvr>
                                        <p:cTn id="7" dur="500"/>
                                        <p:tgtEl>
                                          <p:spTgt spid="2253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535">
                                            <p:txEl>
                                              <p:pRg st="1" end="1"/>
                                            </p:txEl>
                                          </p:spTgt>
                                        </p:tgtEl>
                                        <p:attrNameLst>
                                          <p:attrName>style.visibility</p:attrName>
                                        </p:attrNameLst>
                                      </p:cBhvr>
                                      <p:to>
                                        <p:strVal val="visible"/>
                                      </p:to>
                                    </p:set>
                                    <p:animEffect transition="in" filter="wipe(left)">
                                      <p:cBhvr>
                                        <p:cTn id="12" dur="500"/>
                                        <p:tgtEl>
                                          <p:spTgt spid="2253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2535">
                                            <p:txEl>
                                              <p:pRg st="2" end="2"/>
                                            </p:txEl>
                                          </p:spTgt>
                                        </p:tgtEl>
                                        <p:attrNameLst>
                                          <p:attrName>style.visibility</p:attrName>
                                        </p:attrNameLst>
                                      </p:cBhvr>
                                      <p:to>
                                        <p:strVal val="visible"/>
                                      </p:to>
                                    </p:set>
                                    <p:animEffect transition="in" filter="wipe(left)">
                                      <p:cBhvr>
                                        <p:cTn id="17" dur="500"/>
                                        <p:tgtEl>
                                          <p:spTgt spid="2253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2535">
                                            <p:txEl>
                                              <p:pRg st="3" end="3"/>
                                            </p:txEl>
                                          </p:spTgt>
                                        </p:tgtEl>
                                        <p:attrNameLst>
                                          <p:attrName>style.visibility</p:attrName>
                                        </p:attrNameLst>
                                      </p:cBhvr>
                                      <p:to>
                                        <p:strVal val="visible"/>
                                      </p:to>
                                    </p:set>
                                    <p:animEffect transition="in" filter="wipe(left)">
                                      <p:cBhvr>
                                        <p:cTn id="22" dur="500"/>
                                        <p:tgtEl>
                                          <p:spTgt spid="22535">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
                                            <p:bg/>
                                          </p:spTgt>
                                        </p:tgtEl>
                                        <p:attrNameLst>
                                          <p:attrName>style.visibility</p:attrName>
                                        </p:attrNameLst>
                                      </p:cBhvr>
                                      <p:to>
                                        <p:strVal val="visible"/>
                                      </p:to>
                                    </p:set>
                                    <p:animEffect transition="in" filter="wipe(left)">
                                      <p:cBhvr>
                                        <p:cTn id="27" dur="500"/>
                                        <p:tgtEl>
                                          <p:spTgt spid="5">
                                            <p:bg/>
                                          </p:spTgt>
                                        </p:tgtEl>
                                      </p:cBhvr>
                                    </p:animEffect>
                                  </p:childTnLst>
                                </p:cTn>
                              </p:par>
                              <p:par>
                                <p:cTn id="28" presetID="22" presetClass="entr" presetSubtype="8" fill="hold" nodeType="withEffect">
                                  <p:stCondLst>
                                    <p:cond delay="0"/>
                                  </p:stCondLst>
                                  <p:childTnLst>
                                    <p:set>
                                      <p:cBhvr>
                                        <p:cTn id="29" dur="1" fill="hold">
                                          <p:stCondLst>
                                            <p:cond delay="0"/>
                                          </p:stCondLst>
                                        </p:cTn>
                                        <p:tgtEl>
                                          <p:spTgt spid="5">
                                            <p:txEl>
                                              <p:pRg st="0" end="0"/>
                                            </p:txEl>
                                          </p:spTgt>
                                        </p:tgtEl>
                                        <p:attrNameLst>
                                          <p:attrName>style.visibility</p:attrName>
                                        </p:attrNameLst>
                                      </p:cBhvr>
                                      <p:to>
                                        <p:strVal val="visible"/>
                                      </p:to>
                                    </p:set>
                                    <p:animEffect transition="in" filter="wipe(left)">
                                      <p:cBhvr>
                                        <p:cTn id="30" dur="500"/>
                                        <p:tgtEl>
                                          <p:spTgt spid="5">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500"/>
                                        <p:tgtEl>
                                          <p:spTgt spid="12"/>
                                        </p:tgtEl>
                                      </p:cBhvr>
                                    </p:animEffect>
                                  </p:childTnLst>
                                </p:cTn>
                              </p:par>
                              <p:par>
                                <p:cTn id="36" presetID="22" presetClass="entr" presetSubtype="8"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wipe(left)">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wipe(left)">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wipe(left)">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13">
                                            <p:txEl>
                                              <p:pRg st="0" end="0"/>
                                            </p:txEl>
                                          </p:spTgt>
                                        </p:tgtEl>
                                        <p:attrNameLst>
                                          <p:attrName>style.visibility</p:attrName>
                                        </p:attrNameLst>
                                      </p:cBhvr>
                                      <p:to>
                                        <p:strVal val="visible"/>
                                      </p:to>
                                    </p:set>
                                    <p:animEffect transition="in" filter="wipe(left)">
                                      <p:cBhvr>
                                        <p:cTn id="53" dur="500"/>
                                        <p:tgtEl>
                                          <p:spTgt spid="13">
                                            <p:txEl>
                                              <p:pRg st="0" end="0"/>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13">
                                            <p:txEl>
                                              <p:pRg st="1" end="1"/>
                                            </p:txEl>
                                          </p:spTgt>
                                        </p:tgtEl>
                                        <p:attrNameLst>
                                          <p:attrName>style.visibility</p:attrName>
                                        </p:attrNameLst>
                                      </p:cBhvr>
                                      <p:to>
                                        <p:strVal val="visible"/>
                                      </p:to>
                                    </p:set>
                                    <p:animEffect transition="in" filter="wipe(left)">
                                      <p:cBhvr>
                                        <p:cTn id="58" dur="500"/>
                                        <p:tgtEl>
                                          <p:spTgt spid="13">
                                            <p:txEl>
                                              <p:pRg st="1" end="1"/>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wipe(left)">
                                      <p:cBhvr>
                                        <p:cTn id="63" dur="500"/>
                                        <p:tgtEl>
                                          <p:spTgt spid="14"/>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22535">
                                            <p:txEl>
                                              <p:pRg st="4" end="4"/>
                                            </p:txEl>
                                          </p:spTgt>
                                        </p:tgtEl>
                                        <p:attrNameLst>
                                          <p:attrName>style.visibility</p:attrName>
                                        </p:attrNameLst>
                                      </p:cBhvr>
                                      <p:to>
                                        <p:strVal val="visible"/>
                                      </p:to>
                                    </p:set>
                                    <p:animEffect transition="in" filter="wipe(left)">
                                      <p:cBhvr>
                                        <p:cTn id="68" dur="500"/>
                                        <p:tgtEl>
                                          <p:spTgt spid="22535">
                                            <p:txEl>
                                              <p:pRg st="4" end="4"/>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22535">
                                            <p:txEl>
                                              <p:pRg st="5" end="5"/>
                                            </p:txEl>
                                          </p:spTgt>
                                        </p:tgtEl>
                                        <p:attrNameLst>
                                          <p:attrName>style.visibility</p:attrName>
                                        </p:attrNameLst>
                                      </p:cBhvr>
                                      <p:to>
                                        <p:strVal val="visible"/>
                                      </p:to>
                                    </p:set>
                                    <p:animEffect transition="in" filter="wipe(left)">
                                      <p:cBhvr>
                                        <p:cTn id="73" dur="500"/>
                                        <p:tgtEl>
                                          <p:spTgt spid="22535">
                                            <p:txEl>
                                              <p:pRg st="5" end="5"/>
                                            </p:txEl>
                                          </p:spTgt>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16">
                                            <p:bg/>
                                          </p:spTgt>
                                        </p:tgtEl>
                                        <p:attrNameLst>
                                          <p:attrName>style.visibility</p:attrName>
                                        </p:attrNameLst>
                                      </p:cBhvr>
                                      <p:to>
                                        <p:strVal val="visible"/>
                                      </p:to>
                                    </p:set>
                                    <p:animEffect transition="in" filter="wipe(left)">
                                      <p:cBhvr>
                                        <p:cTn id="78" dur="500"/>
                                        <p:tgtEl>
                                          <p:spTgt spid="16">
                                            <p:bg/>
                                          </p:spTgt>
                                        </p:tgtEl>
                                      </p:cBhvr>
                                    </p:animEffect>
                                  </p:childTnLst>
                                </p:cTn>
                              </p:par>
                              <p:par>
                                <p:cTn id="79" presetID="22" presetClass="entr" presetSubtype="8" fill="hold" nodeType="withEffect">
                                  <p:stCondLst>
                                    <p:cond delay="0"/>
                                  </p:stCondLst>
                                  <p:childTnLst>
                                    <p:set>
                                      <p:cBhvr>
                                        <p:cTn id="80" dur="1" fill="hold">
                                          <p:stCondLst>
                                            <p:cond delay="0"/>
                                          </p:stCondLst>
                                        </p:cTn>
                                        <p:tgtEl>
                                          <p:spTgt spid="16">
                                            <p:txEl>
                                              <p:pRg st="0" end="0"/>
                                            </p:txEl>
                                          </p:spTgt>
                                        </p:tgtEl>
                                        <p:attrNameLst>
                                          <p:attrName>style.visibility</p:attrName>
                                        </p:attrNameLst>
                                      </p:cBhvr>
                                      <p:to>
                                        <p:strVal val="visible"/>
                                      </p:to>
                                    </p:set>
                                    <p:animEffect transition="in" filter="wipe(left)">
                                      <p:cBhvr>
                                        <p:cTn id="81" dur="500"/>
                                        <p:tgtEl>
                                          <p:spTgt spid="16">
                                            <p:txEl>
                                              <p:pRg st="0" end="0"/>
                                            </p:txEl>
                                          </p:spTgt>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16">
                                            <p:txEl>
                                              <p:pRg st="1" end="1"/>
                                            </p:txEl>
                                          </p:spTgt>
                                        </p:tgtEl>
                                        <p:attrNameLst>
                                          <p:attrName>style.visibility</p:attrName>
                                        </p:attrNameLst>
                                      </p:cBhvr>
                                      <p:to>
                                        <p:strVal val="visible"/>
                                      </p:to>
                                    </p:set>
                                    <p:animEffect transition="in" filter="wipe(left)">
                                      <p:cBhvr>
                                        <p:cTn id="86" dur="500"/>
                                        <p:tgtEl>
                                          <p:spTgt spid="16">
                                            <p:txEl>
                                              <p:pRg st="1" end="1"/>
                                            </p:txEl>
                                          </p:spTgt>
                                        </p:tgtEl>
                                      </p:cBhvr>
                                    </p:animEffect>
                                  </p:childTnLst>
                                </p:cTn>
                              </p:par>
                            </p:childTnLst>
                          </p:cTn>
                        </p:par>
                      </p:childTnLst>
                    </p:cTn>
                  </p:par>
                  <p:par>
                    <p:cTn id="87" fill="hold">
                      <p:stCondLst>
                        <p:cond delay="indefinite"/>
                      </p:stCondLst>
                      <p:childTnLst>
                        <p:par>
                          <p:cTn id="88" fill="hold">
                            <p:stCondLst>
                              <p:cond delay="0"/>
                            </p:stCondLst>
                            <p:childTnLst>
                              <p:par>
                                <p:cTn id="89" presetID="20" presetClass="entr" presetSubtype="0" fill="hold" grpId="0" nodeType="clickEffect">
                                  <p:stCondLst>
                                    <p:cond delay="0"/>
                                  </p:stCondLst>
                                  <p:childTnLst>
                                    <p:set>
                                      <p:cBhvr>
                                        <p:cTn id="90" dur="1" fill="hold">
                                          <p:stCondLst>
                                            <p:cond delay="0"/>
                                          </p:stCondLst>
                                        </p:cTn>
                                        <p:tgtEl>
                                          <p:spTgt spid="20"/>
                                        </p:tgtEl>
                                        <p:attrNameLst>
                                          <p:attrName>style.visibility</p:attrName>
                                        </p:attrNameLst>
                                      </p:cBhvr>
                                      <p:to>
                                        <p:strVal val="visible"/>
                                      </p:to>
                                    </p:set>
                                    <p:animEffect transition="in" filter="wedge">
                                      <p:cBhvr>
                                        <p:cTn id="91" dur="1000"/>
                                        <p:tgtEl>
                                          <p:spTgt spid="20"/>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16">
                                            <p:txEl>
                                              <p:pRg st="2" end="2"/>
                                            </p:txEl>
                                          </p:spTgt>
                                        </p:tgtEl>
                                        <p:attrNameLst>
                                          <p:attrName>style.visibility</p:attrName>
                                        </p:attrNameLst>
                                      </p:cBhvr>
                                      <p:to>
                                        <p:strVal val="visible"/>
                                      </p:to>
                                    </p:set>
                                    <p:animEffect transition="in" filter="wipe(left)">
                                      <p:cBhvr>
                                        <p:cTn id="96" dur="500"/>
                                        <p:tgtEl>
                                          <p:spTgt spid="16">
                                            <p:txEl>
                                              <p:pRg st="2" end="2"/>
                                            </p:txEl>
                                          </p:spTgt>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wipe(left)">
                                      <p:cBhvr>
                                        <p:cTn id="101" dur="500"/>
                                        <p:tgtEl>
                                          <p:spTgt spid="17"/>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22"/>
                                        </p:tgtEl>
                                        <p:attrNameLst>
                                          <p:attrName>style.visibility</p:attrName>
                                        </p:attrNameLst>
                                      </p:cBhvr>
                                      <p:to>
                                        <p:strVal val="visible"/>
                                      </p:to>
                                    </p:set>
                                    <p:animEffect transition="in" filter="wipe(left)">
                                      <p:cBhvr>
                                        <p:cTn id="106" dur="500"/>
                                        <p:tgtEl>
                                          <p:spTgt spid="22"/>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18"/>
                                        </p:tgtEl>
                                        <p:attrNameLst>
                                          <p:attrName>style.visibility</p:attrName>
                                        </p:attrNameLst>
                                      </p:cBhvr>
                                      <p:to>
                                        <p:strVal val="visible"/>
                                      </p:to>
                                    </p:set>
                                    <p:animEffect transition="in" filter="wipe(left)">
                                      <p:cBhvr>
                                        <p:cTn id="111" dur="500"/>
                                        <p:tgtEl>
                                          <p:spTgt spid="18"/>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nodeType="clickEffect">
                                  <p:stCondLst>
                                    <p:cond delay="0"/>
                                  </p:stCondLst>
                                  <p:childTnLst>
                                    <p:set>
                                      <p:cBhvr>
                                        <p:cTn id="115" dur="1" fill="hold">
                                          <p:stCondLst>
                                            <p:cond delay="0"/>
                                          </p:stCondLst>
                                        </p:cTn>
                                        <p:tgtEl>
                                          <p:spTgt spid="19"/>
                                        </p:tgtEl>
                                        <p:attrNameLst>
                                          <p:attrName>style.visibility</p:attrName>
                                        </p:attrNameLst>
                                      </p:cBhvr>
                                      <p:to>
                                        <p:strVal val="visible"/>
                                      </p:to>
                                    </p:set>
                                    <p:animEffect transition="in" filter="wipe(left)">
                                      <p:cBhvr>
                                        <p:cTn id="116" dur="500"/>
                                        <p:tgtEl>
                                          <p:spTgt spid="19"/>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nodeType="clickEffect">
                                  <p:stCondLst>
                                    <p:cond delay="0"/>
                                  </p:stCondLst>
                                  <p:childTnLst>
                                    <p:set>
                                      <p:cBhvr>
                                        <p:cTn id="120" dur="1" fill="hold">
                                          <p:stCondLst>
                                            <p:cond delay="0"/>
                                          </p:stCondLst>
                                        </p:cTn>
                                        <p:tgtEl>
                                          <p:spTgt spid="21"/>
                                        </p:tgtEl>
                                        <p:attrNameLst>
                                          <p:attrName>style.visibility</p:attrName>
                                        </p:attrNameLst>
                                      </p:cBhvr>
                                      <p:to>
                                        <p:strVal val="visible"/>
                                      </p:to>
                                    </p:set>
                                    <p:animEffect transition="in" filter="wipe(left)">
                                      <p:cBhvr>
                                        <p:cTn id="121" dur="500"/>
                                        <p:tgtEl>
                                          <p:spTgt spid="21"/>
                                        </p:tgtEl>
                                      </p:cBhvr>
                                    </p:animEffect>
                                  </p:childTnLst>
                                </p:cTn>
                              </p:par>
                            </p:childTnLst>
                          </p:cTn>
                        </p:par>
                      </p:childTnLst>
                    </p:cTn>
                  </p:par>
                  <p:par>
                    <p:cTn id="122" fill="hold">
                      <p:stCondLst>
                        <p:cond delay="indefinite"/>
                      </p:stCondLst>
                      <p:childTnLst>
                        <p:par>
                          <p:cTn id="123" fill="hold">
                            <p:stCondLst>
                              <p:cond delay="0"/>
                            </p:stCondLst>
                            <p:childTnLst>
                              <p:par>
                                <p:cTn id="124" presetID="22" presetClass="entr" presetSubtype="8" fill="hold" grpId="0" nodeType="clickEffect">
                                  <p:stCondLst>
                                    <p:cond delay="0"/>
                                  </p:stCondLst>
                                  <p:childTnLst>
                                    <p:set>
                                      <p:cBhvr>
                                        <p:cTn id="125" dur="1" fill="hold">
                                          <p:stCondLst>
                                            <p:cond delay="0"/>
                                          </p:stCondLst>
                                        </p:cTn>
                                        <p:tgtEl>
                                          <p:spTgt spid="24">
                                            <p:bg/>
                                          </p:spTgt>
                                        </p:tgtEl>
                                        <p:attrNameLst>
                                          <p:attrName>style.visibility</p:attrName>
                                        </p:attrNameLst>
                                      </p:cBhvr>
                                      <p:to>
                                        <p:strVal val="visible"/>
                                      </p:to>
                                    </p:set>
                                    <p:animEffect transition="in" filter="wipe(left)">
                                      <p:cBhvr>
                                        <p:cTn id="126" dur="500"/>
                                        <p:tgtEl>
                                          <p:spTgt spid="24">
                                            <p:bg/>
                                          </p:spTgt>
                                        </p:tgtEl>
                                      </p:cBhvr>
                                    </p:animEffect>
                                  </p:childTnLst>
                                </p:cTn>
                              </p:par>
                              <p:par>
                                <p:cTn id="127" presetID="22" presetClass="entr" presetSubtype="8" fill="hold" grpId="0" nodeType="withEffect">
                                  <p:stCondLst>
                                    <p:cond delay="0"/>
                                  </p:stCondLst>
                                  <p:childTnLst>
                                    <p:set>
                                      <p:cBhvr>
                                        <p:cTn id="128" dur="1" fill="hold">
                                          <p:stCondLst>
                                            <p:cond delay="0"/>
                                          </p:stCondLst>
                                        </p:cTn>
                                        <p:tgtEl>
                                          <p:spTgt spid="24">
                                            <p:txEl>
                                              <p:pRg st="0" end="0"/>
                                            </p:txEl>
                                          </p:spTgt>
                                        </p:tgtEl>
                                        <p:attrNameLst>
                                          <p:attrName>style.visibility</p:attrName>
                                        </p:attrNameLst>
                                      </p:cBhvr>
                                      <p:to>
                                        <p:strVal val="visible"/>
                                      </p:to>
                                    </p:set>
                                    <p:animEffect transition="in" filter="wipe(left)">
                                      <p:cBhvr>
                                        <p:cTn id="129" dur="500"/>
                                        <p:tgtEl>
                                          <p:spTgt spid="24">
                                            <p:txEl>
                                              <p:pRg st="0" end="0"/>
                                            </p:txEl>
                                          </p:spTgt>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8" fill="hold" grpId="0" nodeType="clickEffect">
                                  <p:stCondLst>
                                    <p:cond delay="0"/>
                                  </p:stCondLst>
                                  <p:childTnLst>
                                    <p:set>
                                      <p:cBhvr>
                                        <p:cTn id="133" dur="1" fill="hold">
                                          <p:stCondLst>
                                            <p:cond delay="0"/>
                                          </p:stCondLst>
                                        </p:cTn>
                                        <p:tgtEl>
                                          <p:spTgt spid="24">
                                            <p:txEl>
                                              <p:pRg st="1" end="1"/>
                                            </p:txEl>
                                          </p:spTgt>
                                        </p:tgtEl>
                                        <p:attrNameLst>
                                          <p:attrName>style.visibility</p:attrName>
                                        </p:attrNameLst>
                                      </p:cBhvr>
                                      <p:to>
                                        <p:strVal val="visible"/>
                                      </p:to>
                                    </p:set>
                                    <p:animEffect transition="in" filter="wipe(left)">
                                      <p:cBhvr>
                                        <p:cTn id="134" dur="500"/>
                                        <p:tgtEl>
                                          <p:spTgt spid="24">
                                            <p:txEl>
                                              <p:pRg st="1" end="1"/>
                                            </p:txEl>
                                          </p:spTgt>
                                        </p:tgtEl>
                                      </p:cBhvr>
                                    </p:animEffect>
                                  </p:childTnLst>
                                </p:cTn>
                              </p:par>
                            </p:childTnLst>
                          </p:cTn>
                        </p:par>
                      </p:childTnLst>
                    </p:cTn>
                  </p:par>
                  <p:par>
                    <p:cTn id="135" fill="hold">
                      <p:stCondLst>
                        <p:cond delay="indefinite"/>
                      </p:stCondLst>
                      <p:childTnLst>
                        <p:par>
                          <p:cTn id="136" fill="hold">
                            <p:stCondLst>
                              <p:cond delay="0"/>
                            </p:stCondLst>
                            <p:childTnLst>
                              <p:par>
                                <p:cTn id="137" presetID="22" presetClass="entr" presetSubtype="8" fill="hold" grpId="0" nodeType="clickEffect">
                                  <p:stCondLst>
                                    <p:cond delay="0"/>
                                  </p:stCondLst>
                                  <p:childTnLst>
                                    <p:set>
                                      <p:cBhvr>
                                        <p:cTn id="138" dur="1" fill="hold">
                                          <p:stCondLst>
                                            <p:cond delay="0"/>
                                          </p:stCondLst>
                                        </p:cTn>
                                        <p:tgtEl>
                                          <p:spTgt spid="25">
                                            <p:bg/>
                                          </p:spTgt>
                                        </p:tgtEl>
                                        <p:attrNameLst>
                                          <p:attrName>style.visibility</p:attrName>
                                        </p:attrNameLst>
                                      </p:cBhvr>
                                      <p:to>
                                        <p:strVal val="visible"/>
                                      </p:to>
                                    </p:set>
                                    <p:animEffect transition="in" filter="wipe(left)">
                                      <p:cBhvr>
                                        <p:cTn id="139" dur="500"/>
                                        <p:tgtEl>
                                          <p:spTgt spid="25">
                                            <p:bg/>
                                          </p:spTgt>
                                        </p:tgtEl>
                                      </p:cBhvr>
                                    </p:animEffect>
                                  </p:childTnLst>
                                </p:cTn>
                              </p:par>
                              <p:par>
                                <p:cTn id="140" presetID="22" presetClass="entr" presetSubtype="8" fill="hold" grpId="0" nodeType="withEffect">
                                  <p:stCondLst>
                                    <p:cond delay="0"/>
                                  </p:stCondLst>
                                  <p:childTnLst>
                                    <p:set>
                                      <p:cBhvr>
                                        <p:cTn id="141" dur="1" fill="hold">
                                          <p:stCondLst>
                                            <p:cond delay="0"/>
                                          </p:stCondLst>
                                        </p:cTn>
                                        <p:tgtEl>
                                          <p:spTgt spid="25">
                                            <p:txEl>
                                              <p:pRg st="0" end="0"/>
                                            </p:txEl>
                                          </p:spTgt>
                                        </p:tgtEl>
                                        <p:attrNameLst>
                                          <p:attrName>style.visibility</p:attrName>
                                        </p:attrNameLst>
                                      </p:cBhvr>
                                      <p:to>
                                        <p:strVal val="visible"/>
                                      </p:to>
                                    </p:set>
                                    <p:animEffect transition="in" filter="wipe(left)">
                                      <p:cBhvr>
                                        <p:cTn id="142" dur="500"/>
                                        <p:tgtEl>
                                          <p:spTgt spid="25">
                                            <p:txEl>
                                              <p:pRg st="0" end="0"/>
                                            </p:txEl>
                                          </p:spTgt>
                                        </p:tgtEl>
                                      </p:cBhvr>
                                    </p:animEffect>
                                  </p:childTnLst>
                                </p:cTn>
                              </p:par>
                            </p:childTnLst>
                          </p:cTn>
                        </p:par>
                      </p:childTnLst>
                    </p:cTn>
                  </p:par>
                  <p:par>
                    <p:cTn id="143" fill="hold">
                      <p:stCondLst>
                        <p:cond delay="indefinite"/>
                      </p:stCondLst>
                      <p:childTnLst>
                        <p:par>
                          <p:cTn id="144" fill="hold">
                            <p:stCondLst>
                              <p:cond delay="0"/>
                            </p:stCondLst>
                            <p:childTnLst>
                              <p:par>
                                <p:cTn id="145" presetID="22" presetClass="entr" presetSubtype="2" fill="hold" grpId="0" nodeType="clickEffect">
                                  <p:stCondLst>
                                    <p:cond delay="0"/>
                                  </p:stCondLst>
                                  <p:childTnLst>
                                    <p:set>
                                      <p:cBhvr>
                                        <p:cTn id="146" dur="1" fill="hold">
                                          <p:stCondLst>
                                            <p:cond delay="0"/>
                                          </p:stCondLst>
                                        </p:cTn>
                                        <p:tgtEl>
                                          <p:spTgt spid="26"/>
                                        </p:tgtEl>
                                        <p:attrNameLst>
                                          <p:attrName>style.visibility</p:attrName>
                                        </p:attrNameLst>
                                      </p:cBhvr>
                                      <p:to>
                                        <p:strVal val="visible"/>
                                      </p:to>
                                    </p:set>
                                    <p:animEffect transition="in" filter="wipe(right)">
                                      <p:cBhvr>
                                        <p:cTn id="147" dur="500"/>
                                        <p:tgtEl>
                                          <p:spTgt spid="26"/>
                                        </p:tgtEl>
                                      </p:cBhvr>
                                    </p:animEffect>
                                  </p:childTnLst>
                                </p:cTn>
                              </p:par>
                            </p:childTnLst>
                          </p:cTn>
                        </p:par>
                      </p:childTnLst>
                    </p:cTn>
                  </p:par>
                  <p:par>
                    <p:cTn id="148" fill="hold">
                      <p:stCondLst>
                        <p:cond delay="indefinite"/>
                      </p:stCondLst>
                      <p:childTnLst>
                        <p:par>
                          <p:cTn id="149" fill="hold">
                            <p:stCondLst>
                              <p:cond delay="0"/>
                            </p:stCondLst>
                            <p:childTnLst>
                              <p:par>
                                <p:cTn id="150" presetID="22" presetClass="entr" presetSubtype="8" fill="hold" grpId="0" nodeType="clickEffect">
                                  <p:stCondLst>
                                    <p:cond delay="0"/>
                                  </p:stCondLst>
                                  <p:childTnLst>
                                    <p:set>
                                      <p:cBhvr>
                                        <p:cTn id="151" dur="1" fill="hold">
                                          <p:stCondLst>
                                            <p:cond delay="0"/>
                                          </p:stCondLst>
                                        </p:cTn>
                                        <p:tgtEl>
                                          <p:spTgt spid="25">
                                            <p:txEl>
                                              <p:pRg st="1" end="1"/>
                                            </p:txEl>
                                          </p:spTgt>
                                        </p:tgtEl>
                                        <p:attrNameLst>
                                          <p:attrName>style.visibility</p:attrName>
                                        </p:attrNameLst>
                                      </p:cBhvr>
                                      <p:to>
                                        <p:strVal val="visible"/>
                                      </p:to>
                                    </p:set>
                                    <p:animEffect transition="in" filter="wipe(left)">
                                      <p:cBhvr>
                                        <p:cTn id="152" dur="500"/>
                                        <p:tgtEl>
                                          <p:spTgt spid="2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animBg="1"/>
      <p:bldP spid="11" grpId="0"/>
      <p:bldP spid="13" grpId="0" build="allAtOnce"/>
      <p:bldP spid="14" grpId="0"/>
      <p:bldP spid="15" grpId="0"/>
      <p:bldP spid="16" grpId="0" build="allAtOnce" animBg="1"/>
      <p:bldP spid="20" grpId="0" animBg="1"/>
      <p:bldP spid="26" grpId="0" animBg="1"/>
      <p:bldP spid="24" grpId="0" build="allAtOnce" animBg="1"/>
      <p:bldP spid="25" grpId="0" build="allAtOnce"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29" name="Text Box 2"/>
          <p:cNvSpPr txBox="1">
            <a:spLocks noChangeArrowheads="1"/>
          </p:cNvSpPr>
          <p:nvPr/>
        </p:nvSpPr>
        <p:spPr bwMode="auto">
          <a:xfrm>
            <a:off x="0" y="0"/>
            <a:ext cx="2895600" cy="70802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判断下列实矩阵能否与对角阵相似？</a:t>
            </a:r>
            <a:endParaRPr kumimoji="1" lang="zh-CN" altLang="en-US" sz="20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25602" name="Object 2"/>
          <p:cNvGraphicFramePr>
            <a:graphicFrameLocks noChangeAspect="1"/>
          </p:cNvGraphicFramePr>
          <p:nvPr/>
        </p:nvGraphicFramePr>
        <p:xfrm>
          <a:off x="3124200" y="0"/>
          <a:ext cx="2625725" cy="1071563"/>
        </p:xfrm>
        <a:graphic>
          <a:graphicData uri="http://schemas.openxmlformats.org/presentationml/2006/ole">
            <mc:AlternateContent xmlns:mc="http://schemas.openxmlformats.org/markup-compatibility/2006">
              <mc:Choice xmlns:v="urn:schemas-microsoft-com:vml" Requires="v">
                <p:oleObj name="Equation" r:id="rId3" imgW="3492360" imgH="1511280" progId="Equation.DSMT4">
                  <p:embed/>
                </p:oleObj>
              </mc:Choice>
              <mc:Fallback>
                <p:oleObj name="Equation" r:id="rId3" imgW="3492360" imgH="1511280" progId="Equation.DSMT4">
                  <p:embed/>
                  <p:pic>
                    <p:nvPicPr>
                      <p:cNvPr id="25602"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0"/>
                        <a:ext cx="2625725" cy="10715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603" name="Object 3"/>
          <p:cNvGraphicFramePr>
            <a:graphicFrameLocks noChangeAspect="1"/>
          </p:cNvGraphicFramePr>
          <p:nvPr/>
        </p:nvGraphicFramePr>
        <p:xfrm>
          <a:off x="6831013" y="0"/>
          <a:ext cx="2230437" cy="1071563"/>
        </p:xfrm>
        <a:graphic>
          <a:graphicData uri="http://schemas.openxmlformats.org/presentationml/2006/ole">
            <mc:AlternateContent xmlns:mc="http://schemas.openxmlformats.org/markup-compatibility/2006">
              <mc:Choice xmlns:v="urn:schemas-microsoft-com:vml" Requires="v">
                <p:oleObj name="Equation" r:id="rId5" imgW="1447560" imgH="736560" progId="Equation.DSMT4">
                  <p:embed/>
                </p:oleObj>
              </mc:Choice>
              <mc:Fallback>
                <p:oleObj name="Equation" r:id="rId5" imgW="1447560" imgH="736560" progId="Equation.DSMT4">
                  <p:embed/>
                  <p:pic>
                    <p:nvPicPr>
                      <p:cNvPr id="25603" name="Object 3"/>
                      <p:cNvPicPr>
                        <a:picLocks noChangeAspect="1" noChangeArrowheads="1"/>
                      </p:cNvPicPr>
                      <p:nvPr/>
                    </p:nvPicPr>
                    <p:blipFill>
                      <a:blip r:embed="rId6"/>
                      <a:srcRect/>
                      <a:stretch>
                        <a:fillRect/>
                      </a:stretch>
                    </p:blipFill>
                    <p:spPr bwMode="auto">
                      <a:xfrm>
                        <a:off x="6831013" y="0"/>
                        <a:ext cx="2230437" cy="1071563"/>
                      </a:xfrm>
                      <a:prstGeom prst="rect">
                        <a:avLst/>
                      </a:prstGeom>
                      <a:noFill/>
                    </p:spPr>
                  </p:pic>
                </p:oleObj>
              </mc:Fallback>
            </mc:AlternateContent>
          </a:graphicData>
        </a:graphic>
      </p:graphicFrame>
      <p:sp>
        <p:nvSpPr>
          <p:cNvPr id="32773" name="Text Box 5"/>
          <p:cNvSpPr txBox="1">
            <a:spLocks noChangeArrowheads="1"/>
          </p:cNvSpPr>
          <p:nvPr/>
        </p:nvSpPr>
        <p:spPr bwMode="auto">
          <a:xfrm>
            <a:off x="0" y="1028700"/>
            <a:ext cx="442913" cy="40005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endParaRPr kumimoji="1" lang="zh-CN" altLang="en-US" sz="20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32774" name="Object 4"/>
          <p:cNvGraphicFramePr>
            <a:graphicFrameLocks noChangeAspect="1"/>
          </p:cNvGraphicFramePr>
          <p:nvPr/>
        </p:nvGraphicFramePr>
        <p:xfrm>
          <a:off x="0" y="1490663"/>
          <a:ext cx="1295400" cy="322262"/>
        </p:xfrm>
        <a:graphic>
          <a:graphicData uri="http://schemas.openxmlformats.org/presentationml/2006/ole">
            <mc:AlternateContent xmlns:mc="http://schemas.openxmlformats.org/markup-compatibility/2006">
              <mc:Choice xmlns:v="urn:schemas-microsoft-com:vml" Requires="v">
                <p:oleObj name="Equation" r:id="rId7" imgW="914400" imgH="241200" progId="Equation.DSMT4">
                  <p:embed/>
                </p:oleObj>
              </mc:Choice>
              <mc:Fallback>
                <p:oleObj name="Equation" r:id="rId7" imgW="914400" imgH="241200" progId="Equation.DSMT4">
                  <p:embed/>
                  <p:pic>
                    <p:nvPicPr>
                      <p:cNvPr id="32774"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490663"/>
                        <a:ext cx="1295400" cy="322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775" name="Object 5"/>
          <p:cNvGraphicFramePr>
            <a:graphicFrameLocks noChangeAspect="1"/>
          </p:cNvGraphicFramePr>
          <p:nvPr/>
        </p:nvGraphicFramePr>
        <p:xfrm>
          <a:off x="3929063" y="1295400"/>
          <a:ext cx="1836737" cy="361950"/>
        </p:xfrm>
        <a:graphic>
          <a:graphicData uri="http://schemas.openxmlformats.org/presentationml/2006/ole">
            <mc:AlternateContent xmlns:mc="http://schemas.openxmlformats.org/markup-compatibility/2006">
              <mc:Choice xmlns:v="urn:schemas-microsoft-com:vml" Requires="v">
                <p:oleObj name="Equation" r:id="rId9" imgW="2666880" imgH="482400" progId="Equation.3">
                  <p:embed/>
                </p:oleObj>
              </mc:Choice>
              <mc:Fallback>
                <p:oleObj name="Equation" r:id="rId9" imgW="2666880" imgH="482400" progId="Equation.3">
                  <p:embed/>
                  <p:pic>
                    <p:nvPicPr>
                      <p:cNvPr id="32775"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29063" y="1295400"/>
                        <a:ext cx="1836737" cy="361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776" name="Object 6"/>
          <p:cNvGraphicFramePr>
            <a:graphicFrameLocks noChangeAspect="1"/>
          </p:cNvGraphicFramePr>
          <p:nvPr/>
        </p:nvGraphicFramePr>
        <p:xfrm>
          <a:off x="5943600" y="1371600"/>
          <a:ext cx="371475" cy="238125"/>
        </p:xfrm>
        <a:graphic>
          <a:graphicData uri="http://schemas.openxmlformats.org/presentationml/2006/ole">
            <mc:AlternateContent xmlns:mc="http://schemas.openxmlformats.org/markup-compatibility/2006">
              <mc:Choice xmlns:v="urn:schemas-microsoft-com:vml" Requires="v">
                <p:oleObj name="Equation" r:id="rId11" imgW="495000" imgH="317160" progId="Equation.3">
                  <p:embed/>
                </p:oleObj>
              </mc:Choice>
              <mc:Fallback>
                <p:oleObj name="Equation" r:id="rId11" imgW="495000" imgH="317160" progId="Equation.3">
                  <p:embed/>
                  <p:pic>
                    <p:nvPicPr>
                      <p:cNvPr id="32776"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43600" y="1371600"/>
                        <a:ext cx="371475" cy="238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785" name="Object 7"/>
          <p:cNvGraphicFramePr>
            <a:graphicFrameLocks noChangeAspect="1"/>
          </p:cNvGraphicFramePr>
          <p:nvPr/>
        </p:nvGraphicFramePr>
        <p:xfrm>
          <a:off x="1295400" y="1066800"/>
          <a:ext cx="2438400" cy="1108075"/>
        </p:xfrm>
        <a:graphic>
          <a:graphicData uri="http://schemas.openxmlformats.org/presentationml/2006/ole">
            <mc:AlternateContent xmlns:mc="http://schemas.openxmlformats.org/markup-compatibility/2006">
              <mc:Choice xmlns:v="urn:schemas-microsoft-com:vml" Requires="v">
                <p:oleObj name="Equation" r:id="rId13" imgW="3924000" imgH="1511280" progId="Equation.3">
                  <p:embed/>
                </p:oleObj>
              </mc:Choice>
              <mc:Fallback>
                <p:oleObj name="Equation" r:id="rId13" imgW="3924000" imgH="1511280" progId="Equation.3">
                  <p:embed/>
                  <p:pic>
                    <p:nvPicPr>
                      <p:cNvPr id="32785"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95400" y="1066800"/>
                        <a:ext cx="2438400" cy="1108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786" name="Object 8"/>
          <p:cNvGraphicFramePr>
            <a:graphicFrameLocks noChangeAspect="1"/>
          </p:cNvGraphicFramePr>
          <p:nvPr/>
        </p:nvGraphicFramePr>
        <p:xfrm>
          <a:off x="6540500" y="1295400"/>
          <a:ext cx="2352675" cy="381000"/>
        </p:xfrm>
        <a:graphic>
          <a:graphicData uri="http://schemas.openxmlformats.org/presentationml/2006/ole">
            <mc:AlternateContent xmlns:mc="http://schemas.openxmlformats.org/markup-compatibility/2006">
              <mc:Choice xmlns:v="urn:schemas-microsoft-com:vml" Requires="v">
                <p:oleObj name="Equation" r:id="rId15" imgW="1485720" imgH="241200" progId="Equation.DSMT4">
                  <p:embed/>
                </p:oleObj>
              </mc:Choice>
              <mc:Fallback>
                <p:oleObj name="Equation" r:id="rId15" imgW="1485720" imgH="241200" progId="Equation.DSMT4">
                  <p:embed/>
                  <p:pic>
                    <p:nvPicPr>
                      <p:cNvPr id="32786" name="Object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540500" y="1295400"/>
                        <a:ext cx="2352675" cy="381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9"/>
          <p:cNvGraphicFramePr>
            <a:graphicFrameLocks noChangeAspect="1"/>
          </p:cNvGraphicFramePr>
          <p:nvPr/>
        </p:nvGraphicFramePr>
        <p:xfrm>
          <a:off x="30163" y="3403600"/>
          <a:ext cx="3560762" cy="406400"/>
        </p:xfrm>
        <a:graphic>
          <a:graphicData uri="http://schemas.openxmlformats.org/presentationml/2006/ole">
            <mc:AlternateContent xmlns:mc="http://schemas.openxmlformats.org/markup-compatibility/2006">
              <mc:Choice xmlns:v="urn:schemas-microsoft-com:vml" Requires="v">
                <p:oleObj name="Equation" r:id="rId17" imgW="2539800" imgH="266400" progId="Equation.DSMT4">
                  <p:embed/>
                </p:oleObj>
              </mc:Choice>
              <mc:Fallback>
                <p:oleObj name="Equation" r:id="rId17" imgW="2539800" imgH="266400" progId="Equation.DSMT4">
                  <p:embed/>
                  <p:pic>
                    <p:nvPicPr>
                      <p:cNvPr id="11" name="Object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163" y="3403600"/>
                        <a:ext cx="3560762"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10"/>
          <p:cNvGraphicFramePr>
            <a:graphicFrameLocks noChangeAspect="1"/>
          </p:cNvGraphicFramePr>
          <p:nvPr/>
        </p:nvGraphicFramePr>
        <p:xfrm>
          <a:off x="3581400" y="3194050"/>
          <a:ext cx="1828800" cy="996950"/>
        </p:xfrm>
        <a:graphic>
          <a:graphicData uri="http://schemas.openxmlformats.org/presentationml/2006/ole">
            <mc:AlternateContent xmlns:mc="http://schemas.openxmlformats.org/markup-compatibility/2006">
              <mc:Choice xmlns:v="urn:schemas-microsoft-com:vml" Requires="v">
                <p:oleObj name="Equation" r:id="rId19" imgW="3314520" imgH="1536480" progId="Equation.DSMT4">
                  <p:embed/>
                </p:oleObj>
              </mc:Choice>
              <mc:Fallback>
                <p:oleObj name="Equation" r:id="rId19" imgW="3314520" imgH="1536480" progId="Equation.DSMT4">
                  <p:embed/>
                  <p:pic>
                    <p:nvPicPr>
                      <p:cNvPr id="12" name="Object 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581400" y="3194050"/>
                        <a:ext cx="1828800" cy="996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11"/>
          <p:cNvGraphicFramePr>
            <a:graphicFrameLocks noChangeAspect="1"/>
          </p:cNvGraphicFramePr>
          <p:nvPr/>
        </p:nvGraphicFramePr>
        <p:xfrm>
          <a:off x="5521325" y="3200400"/>
          <a:ext cx="3327400" cy="990600"/>
        </p:xfrm>
        <a:graphic>
          <a:graphicData uri="http://schemas.openxmlformats.org/presentationml/2006/ole">
            <mc:AlternateContent xmlns:mc="http://schemas.openxmlformats.org/markup-compatibility/2006">
              <mc:Choice xmlns:v="urn:schemas-microsoft-com:vml" Requires="v">
                <p:oleObj name="Equation" r:id="rId21" imgW="2374560" imgH="698400" progId="Equation.DSMT4">
                  <p:embed/>
                </p:oleObj>
              </mc:Choice>
              <mc:Fallback>
                <p:oleObj name="Equation" r:id="rId21" imgW="2374560" imgH="698400" progId="Equation.DSMT4">
                  <p:embed/>
                  <p:pic>
                    <p:nvPicPr>
                      <p:cNvPr id="14" name="Object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21325" y="3200400"/>
                        <a:ext cx="3327400" cy="990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12"/>
          <p:cNvGraphicFramePr>
            <a:graphicFrameLocks noChangeAspect="1"/>
          </p:cNvGraphicFramePr>
          <p:nvPr/>
        </p:nvGraphicFramePr>
        <p:xfrm>
          <a:off x="34925" y="2495550"/>
          <a:ext cx="3089275" cy="400050"/>
        </p:xfrm>
        <a:graphic>
          <a:graphicData uri="http://schemas.openxmlformats.org/presentationml/2006/ole">
            <mc:AlternateContent xmlns:mc="http://schemas.openxmlformats.org/markup-compatibility/2006">
              <mc:Choice xmlns:v="urn:schemas-microsoft-com:vml" Requires="v">
                <p:oleObj name="Equation" r:id="rId23" imgW="2095200" imgH="266400" progId="Equation.DSMT4">
                  <p:embed/>
                </p:oleObj>
              </mc:Choice>
              <mc:Fallback>
                <p:oleObj name="Equation" r:id="rId23" imgW="2095200" imgH="266400" progId="Equation.DSMT4">
                  <p:embed/>
                  <p:pic>
                    <p:nvPicPr>
                      <p:cNvPr id="19" name="Object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4925" y="2495550"/>
                        <a:ext cx="3089275" cy="400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13"/>
          <p:cNvGraphicFramePr>
            <a:graphicFrameLocks noChangeAspect="1"/>
          </p:cNvGraphicFramePr>
          <p:nvPr/>
        </p:nvGraphicFramePr>
        <p:xfrm>
          <a:off x="33338" y="3929063"/>
          <a:ext cx="4157662" cy="971550"/>
        </p:xfrm>
        <a:graphic>
          <a:graphicData uri="http://schemas.openxmlformats.org/presentationml/2006/ole">
            <mc:AlternateContent xmlns:mc="http://schemas.openxmlformats.org/markup-compatibility/2006">
              <mc:Choice xmlns:v="urn:schemas-microsoft-com:vml" Requires="v">
                <p:oleObj name="Equation" r:id="rId25" imgW="2463480" imgH="698400" progId="Equation.DSMT4">
                  <p:embed/>
                </p:oleObj>
              </mc:Choice>
              <mc:Fallback>
                <p:oleObj name="Equation" r:id="rId25" imgW="2463480" imgH="698400" progId="Equation.DSMT4">
                  <p:embed/>
                  <p:pic>
                    <p:nvPicPr>
                      <p:cNvPr id="22" name="Object 1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3338" y="3929063"/>
                        <a:ext cx="4157662" cy="971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21"/>
          <p:cNvGraphicFramePr>
            <a:graphicFrameLocks noChangeAspect="1"/>
          </p:cNvGraphicFramePr>
          <p:nvPr/>
        </p:nvGraphicFramePr>
        <p:xfrm>
          <a:off x="3509963" y="2133600"/>
          <a:ext cx="1865312" cy="1066800"/>
        </p:xfrm>
        <a:graphic>
          <a:graphicData uri="http://schemas.openxmlformats.org/presentationml/2006/ole">
            <mc:AlternateContent xmlns:mc="http://schemas.openxmlformats.org/markup-compatibility/2006">
              <mc:Choice xmlns:v="urn:schemas-microsoft-com:vml" Requires="v">
                <p:oleObj name="Equation" r:id="rId27" imgW="1447560" imgH="711000" progId="Equation.DSMT4">
                  <p:embed/>
                </p:oleObj>
              </mc:Choice>
              <mc:Fallback>
                <p:oleObj name="Equation" r:id="rId27" imgW="1447560" imgH="711000" progId="Equation.DSMT4">
                  <p:embed/>
                  <p:pic>
                    <p:nvPicPr>
                      <p:cNvPr id="25" name="Object 21"/>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509963" y="2133600"/>
                        <a:ext cx="1865312" cy="1066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22"/>
          <p:cNvGraphicFramePr>
            <a:graphicFrameLocks noChangeAspect="1"/>
          </p:cNvGraphicFramePr>
          <p:nvPr/>
        </p:nvGraphicFramePr>
        <p:xfrm>
          <a:off x="5424488" y="2133600"/>
          <a:ext cx="2411412" cy="1001713"/>
        </p:xfrm>
        <a:graphic>
          <a:graphicData uri="http://schemas.openxmlformats.org/presentationml/2006/ole">
            <mc:AlternateContent xmlns:mc="http://schemas.openxmlformats.org/markup-compatibility/2006">
              <mc:Choice xmlns:v="urn:schemas-microsoft-com:vml" Requires="v">
                <p:oleObj name="Equation" r:id="rId29" imgW="1701720" imgH="698400" progId="Equation.DSMT4">
                  <p:embed/>
                </p:oleObj>
              </mc:Choice>
              <mc:Fallback>
                <p:oleObj name="Equation" r:id="rId29" imgW="1701720" imgH="698400" progId="Equation.DSMT4">
                  <p:embed/>
                  <p:pic>
                    <p:nvPicPr>
                      <p:cNvPr id="26" name="Object 2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424488" y="2133600"/>
                        <a:ext cx="2411412" cy="1001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 name="Object 16"/>
          <p:cNvGraphicFramePr>
            <a:graphicFrameLocks noChangeAspect="1"/>
          </p:cNvGraphicFramePr>
          <p:nvPr/>
        </p:nvGraphicFramePr>
        <p:xfrm>
          <a:off x="0" y="4800600"/>
          <a:ext cx="3124200" cy="1066800"/>
        </p:xfrm>
        <a:graphic>
          <a:graphicData uri="http://schemas.openxmlformats.org/presentationml/2006/ole">
            <mc:AlternateContent xmlns:mc="http://schemas.openxmlformats.org/markup-compatibility/2006">
              <mc:Choice xmlns:v="urn:schemas-microsoft-com:vml" Requires="v">
                <p:oleObj name="Equation" r:id="rId31" imgW="2361960" imgH="698400" progId="Equation.DSMT4">
                  <p:embed/>
                </p:oleObj>
              </mc:Choice>
              <mc:Fallback>
                <p:oleObj name="Equation" r:id="rId31" imgW="2361960" imgH="698400" progId="Equation.DSMT4">
                  <p:embed/>
                  <p:pic>
                    <p:nvPicPr>
                      <p:cNvPr id="34" name="Object 16"/>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0" y="4800600"/>
                        <a:ext cx="3124200" cy="1066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5" name="Object 17"/>
          <p:cNvGraphicFramePr>
            <a:graphicFrameLocks noChangeAspect="1"/>
          </p:cNvGraphicFramePr>
          <p:nvPr/>
        </p:nvGraphicFramePr>
        <p:xfrm>
          <a:off x="3200400" y="4876800"/>
          <a:ext cx="1257300" cy="371475"/>
        </p:xfrm>
        <a:graphic>
          <a:graphicData uri="http://schemas.openxmlformats.org/presentationml/2006/ole">
            <mc:AlternateContent xmlns:mc="http://schemas.openxmlformats.org/markup-compatibility/2006">
              <mc:Choice xmlns:v="urn:schemas-microsoft-com:vml" Requires="v">
                <p:oleObj name="Equation" r:id="rId33" imgW="1625400" imgH="482400" progId="Equation.3">
                  <p:embed/>
                </p:oleObj>
              </mc:Choice>
              <mc:Fallback>
                <p:oleObj name="Equation" r:id="rId33" imgW="1625400" imgH="482400" progId="Equation.3">
                  <p:embed/>
                  <p:pic>
                    <p:nvPicPr>
                      <p:cNvPr id="35" name="Object 1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200400" y="4876800"/>
                        <a:ext cx="1257300" cy="371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 name="Object 18"/>
          <p:cNvGraphicFramePr>
            <a:graphicFrameLocks noChangeAspect="1"/>
          </p:cNvGraphicFramePr>
          <p:nvPr/>
        </p:nvGraphicFramePr>
        <p:xfrm>
          <a:off x="4633913" y="4876800"/>
          <a:ext cx="3900487" cy="385763"/>
        </p:xfrm>
        <a:graphic>
          <a:graphicData uri="http://schemas.openxmlformats.org/presentationml/2006/ole">
            <mc:AlternateContent xmlns:mc="http://schemas.openxmlformats.org/markup-compatibility/2006">
              <mc:Choice xmlns:v="urn:schemas-microsoft-com:vml" Requires="v">
                <p:oleObj name="Equation" r:id="rId35" imgW="2234880" imgH="241200" progId="Equation.DSMT4">
                  <p:embed/>
                </p:oleObj>
              </mc:Choice>
              <mc:Fallback>
                <p:oleObj name="Equation" r:id="rId35" imgW="2234880" imgH="241200" progId="Equation.DSMT4">
                  <p:embed/>
                  <p:pic>
                    <p:nvPicPr>
                      <p:cNvPr id="37" name="Object 18"/>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633913" y="4876800"/>
                        <a:ext cx="3900487" cy="3857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 name="Object 19"/>
          <p:cNvGraphicFramePr>
            <a:graphicFrameLocks noChangeAspect="1"/>
          </p:cNvGraphicFramePr>
          <p:nvPr/>
        </p:nvGraphicFramePr>
        <p:xfrm>
          <a:off x="0" y="5867400"/>
          <a:ext cx="3335338" cy="412750"/>
        </p:xfrm>
        <a:graphic>
          <a:graphicData uri="http://schemas.openxmlformats.org/presentationml/2006/ole">
            <mc:AlternateContent xmlns:mc="http://schemas.openxmlformats.org/markup-compatibility/2006">
              <mc:Choice xmlns:v="urn:schemas-microsoft-com:vml" Requires="v">
                <p:oleObj name="Equation" r:id="rId37" imgW="2057400" imgH="253800" progId="Equation.DSMT4">
                  <p:embed/>
                </p:oleObj>
              </mc:Choice>
              <mc:Fallback>
                <p:oleObj name="Equation" r:id="rId37" imgW="2057400" imgH="253800" progId="Equation.DSMT4">
                  <p:embed/>
                  <p:pic>
                    <p:nvPicPr>
                      <p:cNvPr id="38" name="Object 19"/>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0" y="5867400"/>
                        <a:ext cx="3335338" cy="412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 name="Object 20"/>
          <p:cNvGraphicFramePr>
            <a:graphicFrameLocks noChangeAspect="1"/>
          </p:cNvGraphicFramePr>
          <p:nvPr/>
        </p:nvGraphicFramePr>
        <p:xfrm>
          <a:off x="5105400" y="5562600"/>
          <a:ext cx="2743200" cy="1069975"/>
        </p:xfrm>
        <a:graphic>
          <a:graphicData uri="http://schemas.openxmlformats.org/presentationml/2006/ole">
            <mc:AlternateContent xmlns:mc="http://schemas.openxmlformats.org/markup-compatibility/2006">
              <mc:Choice xmlns:v="urn:schemas-microsoft-com:vml" Requires="v">
                <p:oleObj name="Equation" r:id="rId39" imgW="1612800" imgH="698400" progId="Equation.DSMT4">
                  <p:embed/>
                </p:oleObj>
              </mc:Choice>
              <mc:Fallback>
                <p:oleObj name="Equation" r:id="rId39" imgW="1612800" imgH="698400" progId="Equation.DSMT4">
                  <p:embed/>
                  <p:pic>
                    <p:nvPicPr>
                      <p:cNvPr id="39" name="Object 20"/>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5105400" y="5562600"/>
                        <a:ext cx="2743200" cy="1069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Object 21"/>
          <p:cNvGraphicFramePr>
            <a:graphicFrameLocks noChangeAspect="1"/>
          </p:cNvGraphicFramePr>
          <p:nvPr/>
        </p:nvGraphicFramePr>
        <p:xfrm>
          <a:off x="3276600" y="5562600"/>
          <a:ext cx="1673225" cy="1066800"/>
        </p:xfrm>
        <a:graphic>
          <a:graphicData uri="http://schemas.openxmlformats.org/presentationml/2006/ole">
            <mc:AlternateContent xmlns:mc="http://schemas.openxmlformats.org/markup-compatibility/2006">
              <mc:Choice xmlns:v="urn:schemas-microsoft-com:vml" Requires="v">
                <p:oleObj name="Equation" r:id="rId41" imgW="1409400" imgH="711000" progId="Equation.DSMT4">
                  <p:embed/>
                </p:oleObj>
              </mc:Choice>
              <mc:Fallback>
                <p:oleObj name="Equation" r:id="rId41" imgW="1409400" imgH="711000" progId="Equation.DSMT4">
                  <p:embed/>
                  <p:pic>
                    <p:nvPicPr>
                      <p:cNvPr id="41" name="Object 21"/>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3276600" y="5562600"/>
                        <a:ext cx="1673225" cy="1066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2" name="Object 28"/>
          <p:cNvGraphicFramePr>
            <a:graphicFrameLocks noChangeAspect="1"/>
          </p:cNvGraphicFramePr>
          <p:nvPr/>
        </p:nvGraphicFramePr>
        <p:xfrm>
          <a:off x="0" y="6553200"/>
          <a:ext cx="5308600" cy="304800"/>
        </p:xfrm>
        <a:graphic>
          <a:graphicData uri="http://schemas.openxmlformats.org/presentationml/2006/ole">
            <mc:AlternateContent xmlns:mc="http://schemas.openxmlformats.org/markup-compatibility/2006">
              <mc:Choice xmlns:v="urn:schemas-microsoft-com:vml" Requires="v">
                <p:oleObj name="Equation" r:id="rId43" imgW="3098520" imgH="215640" progId="Equation.DSMT4">
                  <p:embed/>
                </p:oleObj>
              </mc:Choice>
              <mc:Fallback>
                <p:oleObj name="Equation" r:id="rId43" imgW="3098520" imgH="215640" progId="Equation.DSMT4">
                  <p:embed/>
                  <p:pic>
                    <p:nvPicPr>
                      <p:cNvPr id="42" name="Object 28"/>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0" y="6553200"/>
                        <a:ext cx="5308600" cy="304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631" name="Line 15"/>
          <p:cNvSpPr>
            <a:spLocks noChangeShapeType="1"/>
          </p:cNvSpPr>
          <p:nvPr/>
        </p:nvSpPr>
        <p:spPr bwMode="auto">
          <a:xfrm>
            <a:off x="0" y="1071563"/>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31" name="Text Box 2"/>
          <p:cNvSpPr txBox="1">
            <a:spLocks noChangeArrowheads="1"/>
          </p:cNvSpPr>
          <p:nvPr/>
        </p:nvSpPr>
        <p:spPr bwMode="auto">
          <a:xfrm>
            <a:off x="0" y="642938"/>
            <a:ext cx="2895600" cy="40005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如能</a:t>
            </a:r>
            <a:r>
              <a:rPr kumimoji="1" lang="en-US" altLang="zh-CN" sz="20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请将之对角化</a:t>
            </a:r>
            <a:r>
              <a:rPr kumimoji="1" lang="en-US" altLang="zh-CN" sz="20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rPr>
              <a:t>.</a:t>
            </a:r>
            <a:endParaRPr kumimoji="1" lang="zh-CN" altLang="en-US" sz="2000" b="1" i="0" u="none" strike="noStrike" kern="1200" cap="none" spc="0" normalizeH="0" baseline="0" noProof="0" dirty="0">
              <a:ln>
                <a:noFill/>
              </a:ln>
              <a:solidFill>
                <a:srgbClr val="3333CC"/>
              </a:solidFill>
              <a:effectLst/>
              <a:uLnTx/>
              <a:uFillTx/>
              <a:latin typeface="微软雅黑" pitchFamily="34" charset="-122"/>
              <a:ea typeface="微软雅黑" pitchFamily="34" charset="-122"/>
              <a:cs typeface="+mn-cs"/>
            </a:endParaRPr>
          </a:p>
        </p:txBody>
      </p:sp>
      <p:sp>
        <p:nvSpPr>
          <p:cNvPr id="32" name="AutoShape 5"/>
          <p:cNvSpPr>
            <a:spLocks noChangeArrowheads="1"/>
          </p:cNvSpPr>
          <p:nvPr/>
        </p:nvSpPr>
        <p:spPr bwMode="auto">
          <a:xfrm>
            <a:off x="0" y="4857760"/>
            <a:ext cx="9144000" cy="2071687"/>
          </a:xfrm>
          <a:prstGeom prst="roundRect">
            <a:avLst>
              <a:gd name="adj" fmla="val 4646"/>
            </a:avLst>
          </a:prstGeom>
          <a:solidFill>
            <a:schemeClr val="bg1"/>
          </a:solidFill>
          <a:ln w="28575">
            <a:noFill/>
            <a:round/>
            <a:headEnd/>
            <a:tailEnd/>
          </a:ln>
          <a:effectLst/>
        </p:spPr>
        <p:txBody>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将特征向量放入对应位置</a:t>
            </a:r>
            <a:r>
              <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找到可逆阵</a:t>
            </a:r>
            <a:r>
              <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P</a:t>
            </a: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即可完成对角化</a:t>
            </a:r>
            <a:endPar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于是有</a:t>
            </a:r>
            <a:r>
              <a:rPr kumimoji="1" lang="en-US" altLang="zh-CN" sz="2000" b="1" i="0" u="none" strike="noStrike" kern="1200" cap="none" spc="0" normalizeH="0" baseline="0" noProof="0" dirty="0">
                <a:ln>
                  <a:noFill/>
                </a:ln>
                <a:solidFill>
                  <a:srgbClr val="000000">
                    <a:lumMod val="95000"/>
                    <a:lumOff val="5000"/>
                  </a:srgbClr>
                </a:solidFill>
                <a:effectLst/>
                <a:uLnTx/>
                <a:uFillTx/>
                <a:latin typeface="微软雅黑" pitchFamily="34" charset="-122"/>
                <a:ea typeface="微软雅黑" pitchFamily="34" charset="-122"/>
                <a:cs typeface="+mn-cs"/>
              </a:rPr>
              <a:t>:</a:t>
            </a:r>
          </a:p>
        </p:txBody>
      </p:sp>
      <p:graphicFrame>
        <p:nvGraphicFramePr>
          <p:cNvPr id="33" name="Object 24"/>
          <p:cNvGraphicFramePr>
            <a:graphicFrameLocks noChangeAspect="1"/>
          </p:cNvGraphicFramePr>
          <p:nvPr/>
        </p:nvGraphicFramePr>
        <p:xfrm>
          <a:off x="-11113" y="5572125"/>
          <a:ext cx="5154617" cy="1069975"/>
        </p:xfrm>
        <a:graphic>
          <a:graphicData uri="http://schemas.openxmlformats.org/presentationml/2006/ole">
            <mc:AlternateContent xmlns:mc="http://schemas.openxmlformats.org/markup-compatibility/2006">
              <mc:Choice xmlns:v="urn:schemas-microsoft-com:vml" Requires="v">
                <p:oleObj name="Equation" r:id="rId45" imgW="3276360" imgH="698400" progId="Equation.DSMT4">
                  <p:embed/>
                </p:oleObj>
              </mc:Choice>
              <mc:Fallback>
                <p:oleObj name="Equation" r:id="rId45" imgW="3276360" imgH="698400" progId="Equation.DSMT4">
                  <p:embed/>
                  <p:pic>
                    <p:nvPicPr>
                      <p:cNvPr id="33" name="Object 24"/>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11113" y="5572125"/>
                        <a:ext cx="5154617" cy="1069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 name="Object 34"/>
          <p:cNvGraphicFramePr>
            <a:graphicFrameLocks noChangeAspect="1"/>
          </p:cNvGraphicFramePr>
          <p:nvPr/>
        </p:nvGraphicFramePr>
        <p:xfrm>
          <a:off x="5060950" y="5572125"/>
          <a:ext cx="3813175" cy="1069975"/>
        </p:xfrm>
        <a:graphic>
          <a:graphicData uri="http://schemas.openxmlformats.org/presentationml/2006/ole">
            <mc:AlternateContent xmlns:mc="http://schemas.openxmlformats.org/markup-compatibility/2006">
              <mc:Choice xmlns:v="urn:schemas-microsoft-com:vml" Requires="v">
                <p:oleObj name="Equation" r:id="rId47" imgW="2349360" imgH="698400" progId="Equation.DSMT4">
                  <p:embed/>
                </p:oleObj>
              </mc:Choice>
              <mc:Fallback>
                <p:oleObj name="Equation" r:id="rId47" imgW="2349360" imgH="698400" progId="Equation.DSMT4">
                  <p:embed/>
                  <p:pic>
                    <p:nvPicPr>
                      <p:cNvPr id="40" name="Object 34"/>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5060950" y="5572125"/>
                        <a:ext cx="3813175" cy="1069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 name="Object 25"/>
          <p:cNvGraphicFramePr>
            <a:graphicFrameLocks noChangeAspect="1"/>
          </p:cNvGraphicFramePr>
          <p:nvPr/>
        </p:nvGraphicFramePr>
        <p:xfrm>
          <a:off x="7558118" y="5572140"/>
          <a:ext cx="1443038" cy="1069975"/>
        </p:xfrm>
        <a:graphic>
          <a:graphicData uri="http://schemas.openxmlformats.org/presentationml/2006/ole">
            <mc:AlternateContent xmlns:mc="http://schemas.openxmlformats.org/markup-compatibility/2006">
              <mc:Choice xmlns:v="urn:schemas-microsoft-com:vml" Requires="v">
                <p:oleObj name="Equation" r:id="rId49" imgW="888840" imgH="698400" progId="Equation.DSMT4">
                  <p:embed/>
                </p:oleObj>
              </mc:Choice>
              <mc:Fallback>
                <p:oleObj name="Equation" r:id="rId49" imgW="888840" imgH="698400" progId="Equation.DSMT4">
                  <p:embed/>
                  <p:pic>
                    <p:nvPicPr>
                      <p:cNvPr id="36" name="Object 25"/>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558118" y="5572140"/>
                        <a:ext cx="1443038" cy="1069975"/>
                      </a:xfrm>
                      <a:prstGeom prst="rect">
                        <a:avLst/>
                      </a:prstGeom>
                      <a:solidFill>
                        <a:schemeClr val="bg1"/>
                      </a:solidFill>
                    </p:spPr>
                  </p:pic>
                </p:oleObj>
              </mc:Fallback>
            </mc:AlternateContent>
          </a:graphicData>
        </a:graphic>
      </p:graphicFrame>
      <p:graphicFrame>
        <p:nvGraphicFramePr>
          <p:cNvPr id="43" name="Object 35"/>
          <p:cNvGraphicFramePr>
            <a:graphicFrameLocks noChangeAspect="1"/>
          </p:cNvGraphicFramePr>
          <p:nvPr/>
        </p:nvGraphicFramePr>
        <p:xfrm>
          <a:off x="7556500" y="5572140"/>
          <a:ext cx="1587500" cy="1069975"/>
        </p:xfrm>
        <a:graphic>
          <a:graphicData uri="http://schemas.openxmlformats.org/presentationml/2006/ole">
            <mc:AlternateContent xmlns:mc="http://schemas.openxmlformats.org/markup-compatibility/2006">
              <mc:Choice xmlns:v="urn:schemas-microsoft-com:vml" Requires="v">
                <p:oleObj name="Equation" r:id="rId51" imgW="977760" imgH="698400" progId="Equation.DSMT4">
                  <p:embed/>
                </p:oleObj>
              </mc:Choice>
              <mc:Fallback>
                <p:oleObj name="Equation" r:id="rId51" imgW="977760" imgH="698400" progId="Equation.DSMT4">
                  <p:embed/>
                  <p:pic>
                    <p:nvPicPr>
                      <p:cNvPr id="43" name="Object 35"/>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7556500" y="5572140"/>
                        <a:ext cx="1587500" cy="1069975"/>
                      </a:xfrm>
                      <a:prstGeom prst="rect">
                        <a:avLst/>
                      </a:prstGeom>
                      <a:solidFill>
                        <a:schemeClr val="bg1"/>
                      </a:solidFill>
                    </p:spPr>
                  </p:pic>
                </p:oleObj>
              </mc:Fallback>
            </mc:AlternateContent>
          </a:graphicData>
        </a:graphic>
      </p:graphicFrame>
      <p:graphicFrame>
        <p:nvGraphicFramePr>
          <p:cNvPr id="44" name="Object 36"/>
          <p:cNvGraphicFramePr>
            <a:graphicFrameLocks noChangeAspect="1"/>
          </p:cNvGraphicFramePr>
          <p:nvPr/>
        </p:nvGraphicFramePr>
        <p:xfrm>
          <a:off x="4214813" y="4237038"/>
          <a:ext cx="3857625" cy="354012"/>
        </p:xfrm>
        <a:graphic>
          <a:graphicData uri="http://schemas.openxmlformats.org/presentationml/2006/ole">
            <mc:AlternateContent xmlns:mc="http://schemas.openxmlformats.org/markup-compatibility/2006">
              <mc:Choice xmlns:v="urn:schemas-microsoft-com:vml" Requires="v">
                <p:oleObj name="Equation" r:id="rId53" imgW="2286000" imgH="253800" progId="Equation.DSMT4">
                  <p:embed/>
                </p:oleObj>
              </mc:Choice>
              <mc:Fallback>
                <p:oleObj name="Equation" r:id="rId53" imgW="2286000" imgH="253800" progId="Equation.DSMT4">
                  <p:embed/>
                  <p:pic>
                    <p:nvPicPr>
                      <p:cNvPr id="44" name="Object 36"/>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4214813" y="4237038"/>
                        <a:ext cx="3857625" cy="354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9" name="Text Box 28"/>
          <p:cNvSpPr txBox="1">
            <a:spLocks noChangeArrowheads="1"/>
          </p:cNvSpPr>
          <p:nvPr/>
        </p:nvSpPr>
        <p:spPr bwMode="auto">
          <a:xfrm>
            <a:off x="3000364" y="5072896"/>
            <a:ext cx="6143636" cy="178510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能不能对角化关键看特征值的</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重根</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30" name="Object 23"/>
          <p:cNvGraphicFramePr>
            <a:graphicFrameLocks noChangeAspect="1"/>
          </p:cNvGraphicFramePr>
          <p:nvPr/>
        </p:nvGraphicFramePr>
        <p:xfrm>
          <a:off x="3143240" y="5430838"/>
          <a:ext cx="4405312" cy="1225550"/>
        </p:xfrm>
        <a:graphic>
          <a:graphicData uri="http://schemas.openxmlformats.org/presentationml/2006/ole">
            <mc:AlternateContent xmlns:mc="http://schemas.openxmlformats.org/markup-compatibility/2006">
              <mc:Choice xmlns:v="urn:schemas-microsoft-com:vml" Requires="v">
                <p:oleObj name="Equation" r:id="rId55" imgW="2590560" imgH="799920" progId="Equation.DSMT4">
                  <p:embed/>
                </p:oleObj>
              </mc:Choice>
              <mc:Fallback>
                <p:oleObj name="Equation" r:id="rId55" imgW="2590560" imgH="799920" progId="Equation.DSMT4">
                  <p:embed/>
                  <p:pic>
                    <p:nvPicPr>
                      <p:cNvPr id="30" name="Object 23"/>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3143240" y="5430838"/>
                        <a:ext cx="4405312" cy="1225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 name="AutoShape 5"/>
          <p:cNvSpPr>
            <a:spLocks noChangeArrowheads="1"/>
          </p:cNvSpPr>
          <p:nvPr/>
        </p:nvSpPr>
        <p:spPr bwMode="auto">
          <a:xfrm>
            <a:off x="7572332" y="5286388"/>
            <a:ext cx="1428824" cy="1214431"/>
          </a:xfrm>
          <a:prstGeom prst="roundRect">
            <a:avLst>
              <a:gd name="adj" fmla="val 4646"/>
            </a:avLst>
          </a:prstGeom>
          <a:noFill/>
          <a:ln w="28575">
            <a:noFill/>
            <a:round/>
            <a:headEnd/>
            <a:tailEnd/>
          </a:ln>
          <a:effectLst/>
        </p:spPr>
        <p:txBody>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可对角化</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可对角化</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不可对角化</a:t>
            </a:r>
            <a:endParaRPr kumimoji="1" lang="en-US" altLang="zh-CN" sz="18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773"/>
                                        </p:tgtEl>
                                        <p:attrNameLst>
                                          <p:attrName>style.visibility</p:attrName>
                                        </p:attrNameLst>
                                      </p:cBhvr>
                                      <p:to>
                                        <p:strVal val="visible"/>
                                      </p:to>
                                    </p:set>
                                    <p:animEffect transition="in" filter="wipe(left)">
                                      <p:cBhvr>
                                        <p:cTn id="7" dur="500"/>
                                        <p:tgtEl>
                                          <p:spTgt spid="32773"/>
                                        </p:tgtEl>
                                      </p:cBhvr>
                                    </p:animEffect>
                                  </p:childTnLst>
                                </p:cTn>
                              </p:par>
                              <p:par>
                                <p:cTn id="8" presetID="22" presetClass="entr" presetSubtype="8" fill="hold" nodeType="withEffect">
                                  <p:stCondLst>
                                    <p:cond delay="0"/>
                                  </p:stCondLst>
                                  <p:childTnLst>
                                    <p:set>
                                      <p:cBhvr>
                                        <p:cTn id="9" dur="1" fill="hold">
                                          <p:stCondLst>
                                            <p:cond delay="0"/>
                                          </p:stCondLst>
                                        </p:cTn>
                                        <p:tgtEl>
                                          <p:spTgt spid="32774"/>
                                        </p:tgtEl>
                                        <p:attrNameLst>
                                          <p:attrName>style.visibility</p:attrName>
                                        </p:attrNameLst>
                                      </p:cBhvr>
                                      <p:to>
                                        <p:strVal val="visible"/>
                                      </p:to>
                                    </p:set>
                                    <p:animEffect transition="in" filter="wipe(left)">
                                      <p:cBhvr>
                                        <p:cTn id="10" dur="500"/>
                                        <p:tgtEl>
                                          <p:spTgt spid="32774"/>
                                        </p:tgtEl>
                                      </p:cBhvr>
                                    </p:animEffect>
                                  </p:childTnLst>
                                </p:cTn>
                              </p:par>
                              <p:par>
                                <p:cTn id="11" presetID="22" presetClass="entr" presetSubtype="8" fill="hold" nodeType="withEffect">
                                  <p:stCondLst>
                                    <p:cond delay="0"/>
                                  </p:stCondLst>
                                  <p:childTnLst>
                                    <p:set>
                                      <p:cBhvr>
                                        <p:cTn id="12" dur="1" fill="hold">
                                          <p:stCondLst>
                                            <p:cond delay="0"/>
                                          </p:stCondLst>
                                        </p:cTn>
                                        <p:tgtEl>
                                          <p:spTgt spid="32776"/>
                                        </p:tgtEl>
                                        <p:attrNameLst>
                                          <p:attrName>style.visibility</p:attrName>
                                        </p:attrNameLst>
                                      </p:cBhvr>
                                      <p:to>
                                        <p:strVal val="visible"/>
                                      </p:to>
                                    </p:set>
                                    <p:animEffect transition="in" filter="wipe(left)">
                                      <p:cBhvr>
                                        <p:cTn id="13" dur="500"/>
                                        <p:tgtEl>
                                          <p:spTgt spid="32776"/>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32785"/>
                                        </p:tgtEl>
                                        <p:attrNameLst>
                                          <p:attrName>style.visibility</p:attrName>
                                        </p:attrNameLst>
                                      </p:cBhvr>
                                      <p:to>
                                        <p:strVal val="visible"/>
                                      </p:to>
                                    </p:set>
                                    <p:animEffect transition="in" filter="wipe(left)">
                                      <p:cBhvr>
                                        <p:cTn id="18" dur="500"/>
                                        <p:tgtEl>
                                          <p:spTgt spid="3278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32775"/>
                                        </p:tgtEl>
                                        <p:attrNameLst>
                                          <p:attrName>style.visibility</p:attrName>
                                        </p:attrNameLst>
                                      </p:cBhvr>
                                      <p:to>
                                        <p:strVal val="visible"/>
                                      </p:to>
                                    </p:set>
                                    <p:animEffect transition="in" filter="wipe(left)">
                                      <p:cBhvr>
                                        <p:cTn id="23" dur="500"/>
                                        <p:tgtEl>
                                          <p:spTgt spid="3277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2786"/>
                                        </p:tgtEl>
                                        <p:attrNameLst>
                                          <p:attrName>style.visibility</p:attrName>
                                        </p:attrNameLst>
                                      </p:cBhvr>
                                      <p:to>
                                        <p:strVal val="visible"/>
                                      </p:to>
                                    </p:set>
                                    <p:animEffect transition="in" filter="wipe(left)">
                                      <p:cBhvr>
                                        <p:cTn id="28" dur="500"/>
                                        <p:tgtEl>
                                          <p:spTgt spid="3278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wipe(left)">
                                      <p:cBhvr>
                                        <p:cTn id="33" dur="500"/>
                                        <p:tgtEl>
                                          <p:spTgt spid="19"/>
                                        </p:tgtEl>
                                      </p:cBhvr>
                                    </p:animEffect>
                                  </p:childTnLst>
                                </p:cTn>
                              </p:par>
                              <p:par>
                                <p:cTn id="34" presetID="22" presetClass="entr" presetSubtype="8" fill="hold" nodeType="with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wipe(left)">
                                      <p:cBhvr>
                                        <p:cTn id="36" dur="500"/>
                                        <p:tgtEl>
                                          <p:spTgt spid="25"/>
                                        </p:tgtEl>
                                      </p:cBhvr>
                                    </p:animEffect>
                                  </p:childTnLst>
                                </p:cTn>
                              </p:par>
                              <p:par>
                                <p:cTn id="37" presetID="22" presetClass="entr" presetSubtype="8"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left)">
                                      <p:cBhvr>
                                        <p:cTn id="39" dur="500"/>
                                        <p:tgtEl>
                                          <p:spTgt spid="11"/>
                                        </p:tgtEl>
                                      </p:cBhvr>
                                    </p:animEffect>
                                  </p:childTnLst>
                                </p:cTn>
                              </p:par>
                              <p:par>
                                <p:cTn id="40" presetID="22" presetClass="entr" presetSubtype="8"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left)">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wipe(left)">
                                      <p:cBhvr>
                                        <p:cTn id="47" dur="500"/>
                                        <p:tgtEl>
                                          <p:spTgt spid="26"/>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wipe(left)">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44"/>
                                        </p:tgtEl>
                                        <p:attrNameLst>
                                          <p:attrName>style.visibility</p:attrName>
                                        </p:attrNameLst>
                                      </p:cBhvr>
                                      <p:to>
                                        <p:strVal val="visible"/>
                                      </p:to>
                                    </p:set>
                                    <p:animEffect transition="in" filter="wipe(left)">
                                      <p:cBhvr>
                                        <p:cTn id="62" dur="500"/>
                                        <p:tgtEl>
                                          <p:spTgt spid="44"/>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wipe(left)">
                                      <p:cBhvr>
                                        <p:cTn id="67" dur="500"/>
                                        <p:tgtEl>
                                          <p:spTgt spid="3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5"/>
                                        </p:tgtEl>
                                        <p:attrNameLst>
                                          <p:attrName>style.visibility</p:attrName>
                                        </p:attrNameLst>
                                      </p:cBhvr>
                                      <p:to>
                                        <p:strVal val="visible"/>
                                      </p:to>
                                    </p:set>
                                    <p:animEffect transition="in" filter="wipe(left)">
                                      <p:cBhvr>
                                        <p:cTn id="72" dur="500"/>
                                        <p:tgtEl>
                                          <p:spTgt spid="35"/>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left)">
                                      <p:cBhvr>
                                        <p:cTn id="77" dur="500"/>
                                        <p:tgtEl>
                                          <p:spTgt spid="37"/>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8"/>
                                        </p:tgtEl>
                                        <p:attrNameLst>
                                          <p:attrName>style.visibility</p:attrName>
                                        </p:attrNameLst>
                                      </p:cBhvr>
                                      <p:to>
                                        <p:strVal val="visible"/>
                                      </p:to>
                                    </p:set>
                                    <p:animEffect transition="in" filter="wipe(left)">
                                      <p:cBhvr>
                                        <p:cTn id="82" dur="500"/>
                                        <p:tgtEl>
                                          <p:spTgt spid="38"/>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41"/>
                                        </p:tgtEl>
                                        <p:attrNameLst>
                                          <p:attrName>style.visibility</p:attrName>
                                        </p:attrNameLst>
                                      </p:cBhvr>
                                      <p:to>
                                        <p:strVal val="visible"/>
                                      </p:to>
                                    </p:set>
                                    <p:animEffect transition="in" filter="wipe(left)">
                                      <p:cBhvr>
                                        <p:cTn id="87" dur="500"/>
                                        <p:tgtEl>
                                          <p:spTgt spid="41"/>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39"/>
                                        </p:tgtEl>
                                        <p:attrNameLst>
                                          <p:attrName>style.visibility</p:attrName>
                                        </p:attrNameLst>
                                      </p:cBhvr>
                                      <p:to>
                                        <p:strVal val="visible"/>
                                      </p:to>
                                    </p:set>
                                    <p:animEffect transition="in" filter="wipe(left)">
                                      <p:cBhvr>
                                        <p:cTn id="92" dur="500"/>
                                        <p:tgtEl>
                                          <p:spTgt spid="39"/>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42"/>
                                        </p:tgtEl>
                                        <p:attrNameLst>
                                          <p:attrName>style.visibility</p:attrName>
                                        </p:attrNameLst>
                                      </p:cBhvr>
                                      <p:to>
                                        <p:strVal val="visible"/>
                                      </p:to>
                                    </p:set>
                                    <p:animEffect transition="in" filter="wipe(left)">
                                      <p:cBhvr>
                                        <p:cTn id="97" dur="500"/>
                                        <p:tgtEl>
                                          <p:spTgt spid="42"/>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29">
                                            <p:bg/>
                                          </p:spTgt>
                                        </p:tgtEl>
                                        <p:attrNameLst>
                                          <p:attrName>style.visibility</p:attrName>
                                        </p:attrNameLst>
                                      </p:cBhvr>
                                      <p:to>
                                        <p:strVal val="visible"/>
                                      </p:to>
                                    </p:set>
                                    <p:animEffect transition="in" filter="wipe(left)">
                                      <p:cBhvr>
                                        <p:cTn id="102" dur="500"/>
                                        <p:tgtEl>
                                          <p:spTgt spid="29">
                                            <p:bg/>
                                          </p:spTgt>
                                        </p:tgtEl>
                                      </p:cBhvr>
                                    </p:animEffect>
                                  </p:childTnLst>
                                </p:cTn>
                              </p:par>
                              <p:par>
                                <p:cTn id="103" presetID="22" presetClass="entr" presetSubtype="8" fill="hold" grpId="0" nodeType="withEffect">
                                  <p:stCondLst>
                                    <p:cond delay="0"/>
                                  </p:stCondLst>
                                  <p:childTnLst>
                                    <p:set>
                                      <p:cBhvr>
                                        <p:cTn id="104" dur="1" fill="hold">
                                          <p:stCondLst>
                                            <p:cond delay="0"/>
                                          </p:stCondLst>
                                        </p:cTn>
                                        <p:tgtEl>
                                          <p:spTgt spid="29">
                                            <p:txEl>
                                              <p:pRg st="0" end="0"/>
                                            </p:txEl>
                                          </p:spTgt>
                                        </p:tgtEl>
                                        <p:attrNameLst>
                                          <p:attrName>style.visibility</p:attrName>
                                        </p:attrNameLst>
                                      </p:cBhvr>
                                      <p:to>
                                        <p:strVal val="visible"/>
                                      </p:to>
                                    </p:set>
                                    <p:animEffect transition="in" filter="wipe(left)">
                                      <p:cBhvr>
                                        <p:cTn id="105" dur="500"/>
                                        <p:tgtEl>
                                          <p:spTgt spid="29">
                                            <p:txEl>
                                              <p:pRg st="0" end="0"/>
                                            </p:txEl>
                                          </p:spTgt>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8" fill="hold" nodeType="clickEffect">
                                  <p:stCondLst>
                                    <p:cond delay="0"/>
                                  </p:stCondLst>
                                  <p:childTnLst>
                                    <p:set>
                                      <p:cBhvr>
                                        <p:cTn id="109" dur="1" fill="hold">
                                          <p:stCondLst>
                                            <p:cond delay="0"/>
                                          </p:stCondLst>
                                        </p:cTn>
                                        <p:tgtEl>
                                          <p:spTgt spid="30"/>
                                        </p:tgtEl>
                                        <p:attrNameLst>
                                          <p:attrName>style.visibility</p:attrName>
                                        </p:attrNameLst>
                                      </p:cBhvr>
                                      <p:to>
                                        <p:strVal val="visible"/>
                                      </p:to>
                                    </p:set>
                                    <p:animEffect transition="in" filter="wipe(left)">
                                      <p:cBhvr>
                                        <p:cTn id="110" dur="500"/>
                                        <p:tgtEl>
                                          <p:spTgt spid="30"/>
                                        </p:tgtEl>
                                      </p:cBhvr>
                                    </p:animEffect>
                                  </p:childTnLst>
                                </p:cTn>
                              </p:par>
                            </p:childTnLst>
                          </p:cTn>
                        </p:par>
                      </p:childTnLst>
                    </p:cTn>
                  </p:par>
                  <p:par>
                    <p:cTn id="111" fill="hold">
                      <p:stCondLst>
                        <p:cond delay="indefinite"/>
                      </p:stCondLst>
                      <p:childTnLst>
                        <p:par>
                          <p:cTn id="112" fill="hold">
                            <p:stCondLst>
                              <p:cond delay="0"/>
                            </p:stCondLst>
                            <p:childTnLst>
                              <p:par>
                                <p:cTn id="113" presetID="22" presetClass="entr" presetSubtype="8" fill="hold" nodeType="clickEffect">
                                  <p:stCondLst>
                                    <p:cond delay="0"/>
                                  </p:stCondLst>
                                  <p:childTnLst>
                                    <p:set>
                                      <p:cBhvr>
                                        <p:cTn id="114" dur="1" fill="hold">
                                          <p:stCondLst>
                                            <p:cond delay="0"/>
                                          </p:stCondLst>
                                        </p:cTn>
                                        <p:tgtEl>
                                          <p:spTgt spid="46">
                                            <p:txEl>
                                              <p:pRg st="0" end="0"/>
                                            </p:txEl>
                                          </p:spTgt>
                                        </p:tgtEl>
                                        <p:attrNameLst>
                                          <p:attrName>style.visibility</p:attrName>
                                        </p:attrNameLst>
                                      </p:cBhvr>
                                      <p:to>
                                        <p:strVal val="visible"/>
                                      </p:to>
                                    </p:set>
                                    <p:animEffect transition="in" filter="wipe(left)">
                                      <p:cBhvr>
                                        <p:cTn id="115" dur="500"/>
                                        <p:tgtEl>
                                          <p:spTgt spid="46">
                                            <p:txEl>
                                              <p:pRg st="0" end="0"/>
                                            </p:txEl>
                                          </p:spTgt>
                                        </p:tgtEl>
                                      </p:cBhvr>
                                    </p:animEffect>
                                  </p:childTnLst>
                                </p:cTn>
                              </p:par>
                            </p:childTnLst>
                          </p:cTn>
                        </p:par>
                      </p:childTnLst>
                    </p:cTn>
                  </p:par>
                  <p:par>
                    <p:cTn id="116" fill="hold">
                      <p:stCondLst>
                        <p:cond delay="indefinite"/>
                      </p:stCondLst>
                      <p:childTnLst>
                        <p:par>
                          <p:cTn id="117" fill="hold">
                            <p:stCondLst>
                              <p:cond delay="0"/>
                            </p:stCondLst>
                            <p:childTnLst>
                              <p:par>
                                <p:cTn id="118" presetID="22" presetClass="entr" presetSubtype="8" fill="hold" nodeType="clickEffect">
                                  <p:stCondLst>
                                    <p:cond delay="0"/>
                                  </p:stCondLst>
                                  <p:childTnLst>
                                    <p:set>
                                      <p:cBhvr>
                                        <p:cTn id="119" dur="1" fill="hold">
                                          <p:stCondLst>
                                            <p:cond delay="0"/>
                                          </p:stCondLst>
                                        </p:cTn>
                                        <p:tgtEl>
                                          <p:spTgt spid="46">
                                            <p:txEl>
                                              <p:pRg st="1" end="1"/>
                                            </p:txEl>
                                          </p:spTgt>
                                        </p:tgtEl>
                                        <p:attrNameLst>
                                          <p:attrName>style.visibility</p:attrName>
                                        </p:attrNameLst>
                                      </p:cBhvr>
                                      <p:to>
                                        <p:strVal val="visible"/>
                                      </p:to>
                                    </p:set>
                                    <p:animEffect transition="in" filter="wipe(left)">
                                      <p:cBhvr>
                                        <p:cTn id="120" dur="500"/>
                                        <p:tgtEl>
                                          <p:spTgt spid="46">
                                            <p:txEl>
                                              <p:pRg st="1" end="1"/>
                                            </p:txEl>
                                          </p:spTgt>
                                        </p:tgtEl>
                                      </p:cBhvr>
                                    </p:animEffect>
                                  </p:childTnLst>
                                </p:cTn>
                              </p:par>
                            </p:childTnLst>
                          </p:cTn>
                        </p:par>
                      </p:childTnLst>
                    </p:cTn>
                  </p:par>
                  <p:par>
                    <p:cTn id="121" fill="hold">
                      <p:stCondLst>
                        <p:cond delay="indefinite"/>
                      </p:stCondLst>
                      <p:childTnLst>
                        <p:par>
                          <p:cTn id="122" fill="hold">
                            <p:stCondLst>
                              <p:cond delay="0"/>
                            </p:stCondLst>
                            <p:childTnLst>
                              <p:par>
                                <p:cTn id="123" presetID="22" presetClass="entr" presetSubtype="8" fill="hold" nodeType="clickEffect">
                                  <p:stCondLst>
                                    <p:cond delay="0"/>
                                  </p:stCondLst>
                                  <p:childTnLst>
                                    <p:set>
                                      <p:cBhvr>
                                        <p:cTn id="124" dur="1" fill="hold">
                                          <p:stCondLst>
                                            <p:cond delay="0"/>
                                          </p:stCondLst>
                                        </p:cTn>
                                        <p:tgtEl>
                                          <p:spTgt spid="46">
                                            <p:txEl>
                                              <p:pRg st="2" end="2"/>
                                            </p:txEl>
                                          </p:spTgt>
                                        </p:tgtEl>
                                        <p:attrNameLst>
                                          <p:attrName>style.visibility</p:attrName>
                                        </p:attrNameLst>
                                      </p:cBhvr>
                                      <p:to>
                                        <p:strVal val="visible"/>
                                      </p:to>
                                    </p:set>
                                    <p:animEffect transition="in" filter="wipe(left)">
                                      <p:cBhvr>
                                        <p:cTn id="125" dur="500"/>
                                        <p:tgtEl>
                                          <p:spTgt spid="46">
                                            <p:txEl>
                                              <p:pRg st="2" end="2"/>
                                            </p:txEl>
                                          </p:spTgt>
                                        </p:tgtEl>
                                      </p:cBhvr>
                                    </p:animEffect>
                                  </p:childTnLst>
                                </p:cTn>
                              </p:par>
                            </p:childTnLst>
                          </p:cTn>
                        </p:par>
                      </p:childTnLst>
                    </p:cTn>
                  </p:par>
                  <p:par>
                    <p:cTn id="126" fill="hold">
                      <p:stCondLst>
                        <p:cond delay="indefinite"/>
                      </p:stCondLst>
                      <p:childTnLst>
                        <p:par>
                          <p:cTn id="127" fill="hold">
                            <p:stCondLst>
                              <p:cond delay="0"/>
                            </p:stCondLst>
                            <p:childTnLst>
                              <p:par>
                                <p:cTn id="128" presetID="22" presetClass="entr" presetSubtype="8" fill="hold" nodeType="clickEffect">
                                  <p:stCondLst>
                                    <p:cond delay="0"/>
                                  </p:stCondLst>
                                  <p:childTnLst>
                                    <p:set>
                                      <p:cBhvr>
                                        <p:cTn id="129" dur="1" fill="hold">
                                          <p:stCondLst>
                                            <p:cond delay="0"/>
                                          </p:stCondLst>
                                        </p:cTn>
                                        <p:tgtEl>
                                          <p:spTgt spid="46">
                                            <p:txEl>
                                              <p:pRg st="2" end="2"/>
                                            </p:txEl>
                                          </p:spTgt>
                                        </p:tgtEl>
                                        <p:attrNameLst>
                                          <p:attrName>style.visibility</p:attrName>
                                        </p:attrNameLst>
                                      </p:cBhvr>
                                      <p:to>
                                        <p:strVal val="visible"/>
                                      </p:to>
                                    </p:set>
                                    <p:animEffect transition="in" filter="wipe(left)">
                                      <p:cBhvr>
                                        <p:cTn id="130" dur="500"/>
                                        <p:tgtEl>
                                          <p:spTgt spid="46">
                                            <p:txEl>
                                              <p:pRg st="2" end="2"/>
                                            </p:txEl>
                                          </p:spTgt>
                                        </p:tgtEl>
                                      </p:cBhvr>
                                    </p:animEffect>
                                  </p:childTnLst>
                                </p:cTn>
                              </p:par>
                            </p:childTnLst>
                          </p:cTn>
                        </p:par>
                      </p:childTnLst>
                    </p:cTn>
                  </p:par>
                  <p:par>
                    <p:cTn id="131" fill="hold">
                      <p:stCondLst>
                        <p:cond delay="indefinite"/>
                      </p:stCondLst>
                      <p:childTnLst>
                        <p:par>
                          <p:cTn id="132" fill="hold">
                            <p:stCondLst>
                              <p:cond delay="0"/>
                            </p:stCondLst>
                            <p:childTnLst>
                              <p:par>
                                <p:cTn id="133" presetID="22" presetClass="entr" presetSubtype="8" fill="hold" grpId="0" nodeType="clickEffect">
                                  <p:stCondLst>
                                    <p:cond delay="0"/>
                                  </p:stCondLst>
                                  <p:childTnLst>
                                    <p:set>
                                      <p:cBhvr>
                                        <p:cTn id="134" dur="1" fill="hold">
                                          <p:stCondLst>
                                            <p:cond delay="0"/>
                                          </p:stCondLst>
                                        </p:cTn>
                                        <p:tgtEl>
                                          <p:spTgt spid="31"/>
                                        </p:tgtEl>
                                        <p:attrNameLst>
                                          <p:attrName>style.visibility</p:attrName>
                                        </p:attrNameLst>
                                      </p:cBhvr>
                                      <p:to>
                                        <p:strVal val="visible"/>
                                      </p:to>
                                    </p:set>
                                    <p:animEffect transition="in" filter="wipe(left)">
                                      <p:cBhvr>
                                        <p:cTn id="135" dur="500"/>
                                        <p:tgtEl>
                                          <p:spTgt spid="31"/>
                                        </p:tgtEl>
                                      </p:cBhvr>
                                    </p:animEffect>
                                  </p:childTnLst>
                                </p:cTn>
                              </p:par>
                            </p:childTnLst>
                          </p:cTn>
                        </p:par>
                      </p:childTnLst>
                    </p:cTn>
                  </p:par>
                  <p:par>
                    <p:cTn id="136" fill="hold">
                      <p:stCondLst>
                        <p:cond delay="indefinite"/>
                      </p:stCondLst>
                      <p:childTnLst>
                        <p:par>
                          <p:cTn id="137" fill="hold">
                            <p:stCondLst>
                              <p:cond delay="0"/>
                            </p:stCondLst>
                            <p:childTnLst>
                              <p:par>
                                <p:cTn id="138" presetID="22" presetClass="exit" presetSubtype="8" fill="hold" grpId="1" nodeType="clickEffect">
                                  <p:stCondLst>
                                    <p:cond delay="0"/>
                                  </p:stCondLst>
                                  <p:childTnLst>
                                    <p:animEffect transition="out" filter="wipe(left)">
                                      <p:cBhvr>
                                        <p:cTn id="139" dur="500"/>
                                        <p:tgtEl>
                                          <p:spTgt spid="29">
                                            <p:txEl>
                                              <p:pRg st="0" end="0"/>
                                            </p:txEl>
                                          </p:spTgt>
                                        </p:tgtEl>
                                      </p:cBhvr>
                                    </p:animEffect>
                                    <p:set>
                                      <p:cBhvr>
                                        <p:cTn id="140" dur="1" fill="hold">
                                          <p:stCondLst>
                                            <p:cond delay="499"/>
                                          </p:stCondLst>
                                        </p:cTn>
                                        <p:tgtEl>
                                          <p:spTgt spid="29">
                                            <p:txEl>
                                              <p:pRg st="0" end="0"/>
                                            </p:txEl>
                                          </p:spTgt>
                                        </p:tgtEl>
                                        <p:attrNameLst>
                                          <p:attrName>style.visibility</p:attrName>
                                        </p:attrNameLst>
                                      </p:cBhvr>
                                      <p:to>
                                        <p:strVal val="hidden"/>
                                      </p:to>
                                    </p:set>
                                  </p:childTnLst>
                                </p:cTn>
                              </p:par>
                              <p:par>
                                <p:cTn id="141" presetID="22" presetClass="exit" presetSubtype="8" fill="hold" grpId="1" nodeType="withEffect">
                                  <p:stCondLst>
                                    <p:cond delay="0"/>
                                  </p:stCondLst>
                                  <p:childTnLst>
                                    <p:animEffect transition="out" filter="wipe(left)">
                                      <p:cBhvr>
                                        <p:cTn id="142" dur="500"/>
                                        <p:tgtEl>
                                          <p:spTgt spid="29">
                                            <p:bg/>
                                          </p:spTgt>
                                        </p:tgtEl>
                                      </p:cBhvr>
                                    </p:animEffect>
                                    <p:set>
                                      <p:cBhvr>
                                        <p:cTn id="143" dur="1" fill="hold">
                                          <p:stCondLst>
                                            <p:cond delay="499"/>
                                          </p:stCondLst>
                                        </p:cTn>
                                        <p:tgtEl>
                                          <p:spTgt spid="29">
                                            <p:bg/>
                                          </p:spTgt>
                                        </p:tgtEl>
                                        <p:attrNameLst>
                                          <p:attrName>style.visibility</p:attrName>
                                        </p:attrNameLst>
                                      </p:cBhvr>
                                      <p:to>
                                        <p:strVal val="hidden"/>
                                      </p:to>
                                    </p:set>
                                  </p:childTnLst>
                                </p:cTn>
                              </p:par>
                              <p:par>
                                <p:cTn id="144" presetID="22" presetClass="exit" presetSubtype="8" fill="hold" nodeType="withEffect">
                                  <p:stCondLst>
                                    <p:cond delay="0"/>
                                  </p:stCondLst>
                                  <p:childTnLst>
                                    <p:animEffect transition="out" filter="wipe(left)">
                                      <p:cBhvr>
                                        <p:cTn id="145" dur="500"/>
                                        <p:tgtEl>
                                          <p:spTgt spid="30"/>
                                        </p:tgtEl>
                                      </p:cBhvr>
                                    </p:animEffect>
                                    <p:set>
                                      <p:cBhvr>
                                        <p:cTn id="146" dur="1" fill="hold">
                                          <p:stCondLst>
                                            <p:cond delay="499"/>
                                          </p:stCondLst>
                                        </p:cTn>
                                        <p:tgtEl>
                                          <p:spTgt spid="30"/>
                                        </p:tgtEl>
                                        <p:attrNameLst>
                                          <p:attrName>style.visibility</p:attrName>
                                        </p:attrNameLst>
                                      </p:cBhvr>
                                      <p:to>
                                        <p:strVal val="hidden"/>
                                      </p:to>
                                    </p:set>
                                  </p:childTnLst>
                                </p:cTn>
                              </p:par>
                              <p:par>
                                <p:cTn id="147" presetID="22" presetClass="exit" presetSubtype="8" fill="hold" grpId="0" nodeType="withEffect">
                                  <p:stCondLst>
                                    <p:cond delay="0"/>
                                  </p:stCondLst>
                                  <p:childTnLst>
                                    <p:animEffect transition="out" filter="wipe(left)">
                                      <p:cBhvr>
                                        <p:cTn id="148" dur="500"/>
                                        <p:tgtEl>
                                          <p:spTgt spid="46">
                                            <p:txEl>
                                              <p:pRg st="0" end="0"/>
                                            </p:txEl>
                                          </p:spTgt>
                                        </p:tgtEl>
                                      </p:cBhvr>
                                    </p:animEffect>
                                    <p:set>
                                      <p:cBhvr>
                                        <p:cTn id="149" dur="1" fill="hold">
                                          <p:stCondLst>
                                            <p:cond delay="499"/>
                                          </p:stCondLst>
                                        </p:cTn>
                                        <p:tgtEl>
                                          <p:spTgt spid="46">
                                            <p:txEl>
                                              <p:pRg st="0" end="0"/>
                                            </p:txEl>
                                          </p:spTgt>
                                        </p:tgtEl>
                                        <p:attrNameLst>
                                          <p:attrName>style.visibility</p:attrName>
                                        </p:attrNameLst>
                                      </p:cBhvr>
                                      <p:to>
                                        <p:strVal val="hidden"/>
                                      </p:to>
                                    </p:set>
                                  </p:childTnLst>
                                </p:cTn>
                              </p:par>
                              <p:par>
                                <p:cTn id="150" presetID="22" presetClass="exit" presetSubtype="8" fill="hold" grpId="0" nodeType="withEffect">
                                  <p:stCondLst>
                                    <p:cond delay="0"/>
                                  </p:stCondLst>
                                  <p:childTnLst>
                                    <p:animEffect transition="out" filter="wipe(left)">
                                      <p:cBhvr>
                                        <p:cTn id="151" dur="500"/>
                                        <p:tgtEl>
                                          <p:spTgt spid="46">
                                            <p:txEl>
                                              <p:pRg st="1" end="1"/>
                                            </p:txEl>
                                          </p:spTgt>
                                        </p:tgtEl>
                                      </p:cBhvr>
                                    </p:animEffect>
                                    <p:set>
                                      <p:cBhvr>
                                        <p:cTn id="152" dur="1" fill="hold">
                                          <p:stCondLst>
                                            <p:cond delay="499"/>
                                          </p:stCondLst>
                                        </p:cTn>
                                        <p:tgtEl>
                                          <p:spTgt spid="46">
                                            <p:txEl>
                                              <p:pRg st="1" end="1"/>
                                            </p:txEl>
                                          </p:spTgt>
                                        </p:tgtEl>
                                        <p:attrNameLst>
                                          <p:attrName>style.visibility</p:attrName>
                                        </p:attrNameLst>
                                      </p:cBhvr>
                                      <p:to>
                                        <p:strVal val="hidden"/>
                                      </p:to>
                                    </p:set>
                                  </p:childTnLst>
                                </p:cTn>
                              </p:par>
                              <p:par>
                                <p:cTn id="153" presetID="22" presetClass="exit" presetSubtype="8" fill="hold" grpId="0" nodeType="withEffect">
                                  <p:stCondLst>
                                    <p:cond delay="0"/>
                                  </p:stCondLst>
                                  <p:childTnLst>
                                    <p:animEffect transition="out" filter="wipe(left)">
                                      <p:cBhvr>
                                        <p:cTn id="154" dur="500"/>
                                        <p:tgtEl>
                                          <p:spTgt spid="46">
                                            <p:txEl>
                                              <p:pRg st="2" end="2"/>
                                            </p:txEl>
                                          </p:spTgt>
                                        </p:tgtEl>
                                      </p:cBhvr>
                                    </p:animEffect>
                                    <p:set>
                                      <p:cBhvr>
                                        <p:cTn id="155" dur="1" fill="hold">
                                          <p:stCondLst>
                                            <p:cond delay="499"/>
                                          </p:stCondLst>
                                        </p:cTn>
                                        <p:tgtEl>
                                          <p:spTgt spid="46">
                                            <p:txEl>
                                              <p:pRg st="2" end="2"/>
                                            </p:txEl>
                                          </p:spTgt>
                                        </p:tgtEl>
                                        <p:attrNameLst>
                                          <p:attrName>style.visibility</p:attrName>
                                        </p:attrNameLst>
                                      </p:cBhvr>
                                      <p:to>
                                        <p:strVal val="hidden"/>
                                      </p:to>
                                    </p:set>
                                  </p:childTnLst>
                                </p:cTn>
                              </p:par>
                              <p:par>
                                <p:cTn id="156" presetID="22" presetClass="entr" presetSubtype="8" fill="hold" grpId="0" nodeType="withEffect">
                                  <p:stCondLst>
                                    <p:cond delay="0"/>
                                  </p:stCondLst>
                                  <p:childTnLst>
                                    <p:set>
                                      <p:cBhvr>
                                        <p:cTn id="157" dur="1" fill="hold">
                                          <p:stCondLst>
                                            <p:cond delay="0"/>
                                          </p:stCondLst>
                                        </p:cTn>
                                        <p:tgtEl>
                                          <p:spTgt spid="32">
                                            <p:bg/>
                                          </p:spTgt>
                                        </p:tgtEl>
                                        <p:attrNameLst>
                                          <p:attrName>style.visibility</p:attrName>
                                        </p:attrNameLst>
                                      </p:cBhvr>
                                      <p:to>
                                        <p:strVal val="visible"/>
                                      </p:to>
                                    </p:set>
                                    <p:animEffect transition="in" filter="wipe(left)">
                                      <p:cBhvr>
                                        <p:cTn id="158" dur="500"/>
                                        <p:tgtEl>
                                          <p:spTgt spid="32">
                                            <p:bg/>
                                          </p:spTgt>
                                        </p:tgtEl>
                                      </p:cBhvr>
                                    </p:animEffect>
                                  </p:childTnLst>
                                </p:cTn>
                              </p:par>
                              <p:par>
                                <p:cTn id="159" presetID="22" presetClass="entr" presetSubtype="8" fill="hold" nodeType="withEffect">
                                  <p:stCondLst>
                                    <p:cond delay="0"/>
                                  </p:stCondLst>
                                  <p:childTnLst>
                                    <p:set>
                                      <p:cBhvr>
                                        <p:cTn id="160" dur="1" fill="hold">
                                          <p:stCondLst>
                                            <p:cond delay="0"/>
                                          </p:stCondLst>
                                        </p:cTn>
                                        <p:tgtEl>
                                          <p:spTgt spid="32">
                                            <p:txEl>
                                              <p:pRg st="0" end="0"/>
                                            </p:txEl>
                                          </p:spTgt>
                                        </p:tgtEl>
                                        <p:attrNameLst>
                                          <p:attrName>style.visibility</p:attrName>
                                        </p:attrNameLst>
                                      </p:cBhvr>
                                      <p:to>
                                        <p:strVal val="visible"/>
                                      </p:to>
                                    </p:set>
                                    <p:animEffect transition="in" filter="wipe(left)">
                                      <p:cBhvr>
                                        <p:cTn id="161" dur="500"/>
                                        <p:tgtEl>
                                          <p:spTgt spid="32">
                                            <p:txEl>
                                              <p:pRg st="0" end="0"/>
                                            </p:txEl>
                                          </p:spTgt>
                                        </p:tgtEl>
                                      </p:cBhvr>
                                    </p:animEffect>
                                  </p:childTnLst>
                                </p:cTn>
                              </p:par>
                            </p:childTnLst>
                          </p:cTn>
                        </p:par>
                      </p:childTnLst>
                    </p:cTn>
                  </p:par>
                  <p:par>
                    <p:cTn id="162" fill="hold">
                      <p:stCondLst>
                        <p:cond delay="indefinite"/>
                      </p:stCondLst>
                      <p:childTnLst>
                        <p:par>
                          <p:cTn id="163" fill="hold">
                            <p:stCondLst>
                              <p:cond delay="0"/>
                            </p:stCondLst>
                            <p:childTnLst>
                              <p:par>
                                <p:cTn id="164" presetID="22" presetClass="entr" presetSubtype="8" fill="hold" nodeType="clickEffect">
                                  <p:stCondLst>
                                    <p:cond delay="0"/>
                                  </p:stCondLst>
                                  <p:childTnLst>
                                    <p:set>
                                      <p:cBhvr>
                                        <p:cTn id="165" dur="1" fill="hold">
                                          <p:stCondLst>
                                            <p:cond delay="0"/>
                                          </p:stCondLst>
                                        </p:cTn>
                                        <p:tgtEl>
                                          <p:spTgt spid="32">
                                            <p:txEl>
                                              <p:pRg st="1" end="1"/>
                                            </p:txEl>
                                          </p:spTgt>
                                        </p:tgtEl>
                                        <p:attrNameLst>
                                          <p:attrName>style.visibility</p:attrName>
                                        </p:attrNameLst>
                                      </p:cBhvr>
                                      <p:to>
                                        <p:strVal val="visible"/>
                                      </p:to>
                                    </p:set>
                                    <p:animEffect transition="in" filter="wipe(left)">
                                      <p:cBhvr>
                                        <p:cTn id="166" dur="500"/>
                                        <p:tgtEl>
                                          <p:spTgt spid="32">
                                            <p:txEl>
                                              <p:pRg st="1" end="1"/>
                                            </p:txEl>
                                          </p:spTgt>
                                        </p:tgtEl>
                                      </p:cBhvr>
                                    </p:animEffect>
                                  </p:childTnLst>
                                </p:cTn>
                              </p:par>
                              <p:par>
                                <p:cTn id="167" presetID="22" presetClass="entr" presetSubtype="8" fill="hold" nodeType="withEffect">
                                  <p:stCondLst>
                                    <p:cond delay="0"/>
                                  </p:stCondLst>
                                  <p:childTnLst>
                                    <p:set>
                                      <p:cBhvr>
                                        <p:cTn id="168" dur="1" fill="hold">
                                          <p:stCondLst>
                                            <p:cond delay="0"/>
                                          </p:stCondLst>
                                        </p:cTn>
                                        <p:tgtEl>
                                          <p:spTgt spid="33"/>
                                        </p:tgtEl>
                                        <p:attrNameLst>
                                          <p:attrName>style.visibility</p:attrName>
                                        </p:attrNameLst>
                                      </p:cBhvr>
                                      <p:to>
                                        <p:strVal val="visible"/>
                                      </p:to>
                                    </p:set>
                                    <p:animEffect transition="in" filter="wipe(left)">
                                      <p:cBhvr>
                                        <p:cTn id="169" dur="500"/>
                                        <p:tgtEl>
                                          <p:spTgt spid="33"/>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8" fill="hold" nodeType="clickEffect">
                                  <p:stCondLst>
                                    <p:cond delay="0"/>
                                  </p:stCondLst>
                                  <p:childTnLst>
                                    <p:set>
                                      <p:cBhvr>
                                        <p:cTn id="173" dur="1" fill="hold">
                                          <p:stCondLst>
                                            <p:cond delay="0"/>
                                          </p:stCondLst>
                                        </p:cTn>
                                        <p:tgtEl>
                                          <p:spTgt spid="40"/>
                                        </p:tgtEl>
                                        <p:attrNameLst>
                                          <p:attrName>style.visibility</p:attrName>
                                        </p:attrNameLst>
                                      </p:cBhvr>
                                      <p:to>
                                        <p:strVal val="visible"/>
                                      </p:to>
                                    </p:set>
                                    <p:animEffect transition="in" filter="wipe(left)">
                                      <p:cBhvr>
                                        <p:cTn id="174" dur="500"/>
                                        <p:tgtEl>
                                          <p:spTgt spid="40"/>
                                        </p:tgtEl>
                                      </p:cBhvr>
                                    </p:animEffect>
                                  </p:childTnLst>
                                </p:cTn>
                              </p:par>
                            </p:childTnLst>
                          </p:cTn>
                        </p:par>
                      </p:childTnLst>
                    </p:cTn>
                  </p:par>
                  <p:par>
                    <p:cTn id="175" fill="hold">
                      <p:stCondLst>
                        <p:cond delay="indefinite"/>
                      </p:stCondLst>
                      <p:childTnLst>
                        <p:par>
                          <p:cTn id="176" fill="hold">
                            <p:stCondLst>
                              <p:cond delay="0"/>
                            </p:stCondLst>
                            <p:childTnLst>
                              <p:par>
                                <p:cTn id="177" presetID="22" presetClass="entr" presetSubtype="8" fill="hold" nodeType="clickEffect">
                                  <p:stCondLst>
                                    <p:cond delay="0"/>
                                  </p:stCondLst>
                                  <p:childTnLst>
                                    <p:set>
                                      <p:cBhvr>
                                        <p:cTn id="178" dur="1" fill="hold">
                                          <p:stCondLst>
                                            <p:cond delay="0"/>
                                          </p:stCondLst>
                                        </p:cTn>
                                        <p:tgtEl>
                                          <p:spTgt spid="36"/>
                                        </p:tgtEl>
                                        <p:attrNameLst>
                                          <p:attrName>style.visibility</p:attrName>
                                        </p:attrNameLst>
                                      </p:cBhvr>
                                      <p:to>
                                        <p:strVal val="visible"/>
                                      </p:to>
                                    </p:set>
                                    <p:animEffect transition="in" filter="wipe(left)">
                                      <p:cBhvr>
                                        <p:cTn id="179" dur="500"/>
                                        <p:tgtEl>
                                          <p:spTgt spid="36"/>
                                        </p:tgtEl>
                                      </p:cBhvr>
                                    </p:animEffect>
                                  </p:childTnLst>
                                </p:cTn>
                              </p:par>
                            </p:childTnLst>
                          </p:cTn>
                        </p:par>
                      </p:childTnLst>
                    </p:cTn>
                  </p:par>
                  <p:par>
                    <p:cTn id="180" fill="hold">
                      <p:stCondLst>
                        <p:cond delay="indefinite"/>
                      </p:stCondLst>
                      <p:childTnLst>
                        <p:par>
                          <p:cTn id="181" fill="hold">
                            <p:stCondLst>
                              <p:cond delay="0"/>
                            </p:stCondLst>
                            <p:childTnLst>
                              <p:par>
                                <p:cTn id="182" presetID="22" presetClass="entr" presetSubtype="8" fill="hold" nodeType="clickEffect">
                                  <p:stCondLst>
                                    <p:cond delay="0"/>
                                  </p:stCondLst>
                                  <p:childTnLst>
                                    <p:set>
                                      <p:cBhvr>
                                        <p:cTn id="183" dur="1" fill="hold">
                                          <p:stCondLst>
                                            <p:cond delay="0"/>
                                          </p:stCondLst>
                                        </p:cTn>
                                        <p:tgtEl>
                                          <p:spTgt spid="43"/>
                                        </p:tgtEl>
                                        <p:attrNameLst>
                                          <p:attrName>style.visibility</p:attrName>
                                        </p:attrNameLst>
                                      </p:cBhvr>
                                      <p:to>
                                        <p:strVal val="visible"/>
                                      </p:to>
                                    </p:set>
                                    <p:animEffect transition="in" filter="wipe(left)">
                                      <p:cBhvr>
                                        <p:cTn id="184"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3" grpId="0"/>
      <p:bldP spid="31" grpId="0"/>
      <p:bldP spid="32" grpId="0" build="allAtOnce" animBg="1"/>
      <p:bldP spid="29" grpId="0" uiExpand="1" build="allAtOnce" animBg="1"/>
      <p:bldP spid="29" grpId="1" build="allAtOnce" animBg="1"/>
      <p:bldP spid="46" grpId="0" build="allAtOnce"/>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4" name="Text Box 21"/>
          <p:cNvSpPr txBox="1">
            <a:spLocks noChangeArrowheads="1"/>
          </p:cNvSpPr>
          <p:nvPr/>
        </p:nvSpPr>
        <p:spPr bwMode="auto">
          <a:xfrm>
            <a:off x="0" y="0"/>
            <a:ext cx="1524000" cy="461963"/>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rPr>
              <a:t>例 </a:t>
            </a:r>
            <a:r>
              <a:rPr kumimoji="1" lang="en-US" altLang="zh-CN" sz="2400" b="1" i="0" u="none" strike="noStrike" kern="1200" cap="none" spc="0" normalizeH="0" baseline="0" noProof="0">
                <a:ln>
                  <a:noFill/>
                </a:ln>
                <a:solidFill>
                  <a:srgbClr val="000000"/>
                </a:solidFill>
                <a:effectLst/>
                <a:uLnTx/>
                <a:uFillTx/>
                <a:latin typeface="黑体" pitchFamily="2" charset="-122"/>
                <a:ea typeface="黑体" pitchFamily="2" charset="-122"/>
                <a:cs typeface="+mn-cs"/>
              </a:rPr>
              <a:t>2</a:t>
            </a:r>
          </a:p>
        </p:txBody>
      </p:sp>
      <p:sp>
        <p:nvSpPr>
          <p:cNvPr id="26635" name="Text Box 22"/>
          <p:cNvSpPr txBox="1">
            <a:spLocks noChangeArrowheads="1"/>
          </p:cNvSpPr>
          <p:nvPr/>
        </p:nvSpPr>
        <p:spPr bwMode="auto">
          <a:xfrm>
            <a:off x="1000125" y="142875"/>
            <a:ext cx="3352800" cy="461963"/>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设</a:t>
            </a:r>
          </a:p>
        </p:txBody>
      </p:sp>
      <p:graphicFrame>
        <p:nvGraphicFramePr>
          <p:cNvPr id="26626" name="Object 0"/>
          <p:cNvGraphicFramePr>
            <a:graphicFrameLocks noChangeAspect="1"/>
          </p:cNvGraphicFramePr>
          <p:nvPr/>
        </p:nvGraphicFramePr>
        <p:xfrm>
          <a:off x="1357313" y="-71438"/>
          <a:ext cx="2286000" cy="1641476"/>
        </p:xfrm>
        <a:graphic>
          <a:graphicData uri="http://schemas.openxmlformats.org/presentationml/2006/ole">
            <mc:AlternateContent xmlns:mc="http://schemas.openxmlformats.org/markup-compatibility/2006">
              <mc:Choice xmlns:v="urn:schemas-microsoft-com:vml" Requires="v">
                <p:oleObj name="Equation" r:id="rId2" imgW="990360" imgH="711000" progId="Equation.3">
                  <p:embed/>
                </p:oleObj>
              </mc:Choice>
              <mc:Fallback>
                <p:oleObj name="Equation" r:id="rId2" imgW="990360" imgH="711000" progId="Equation.3">
                  <p:embed/>
                  <p:pic>
                    <p:nvPicPr>
                      <p:cNvPr id="26626" name="Object 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57313" y="-71438"/>
                        <a:ext cx="2286000" cy="164147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36" name="Text Box 24"/>
          <p:cNvSpPr txBox="1">
            <a:spLocks noChangeArrowheads="1"/>
          </p:cNvSpPr>
          <p:nvPr/>
        </p:nvSpPr>
        <p:spPr bwMode="auto">
          <a:xfrm>
            <a:off x="4191000" y="304800"/>
            <a:ext cx="4953000" cy="461963"/>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问</a:t>
            </a:r>
            <a:r>
              <a:rPr kumimoji="1" lang="en-US" altLang="zh-CN" sz="2400" b="0" i="1" u="none" strike="noStrike" kern="1200" cap="none" spc="0" normalizeH="0" baseline="0" noProof="0">
                <a:ln>
                  <a:noFill/>
                </a:ln>
                <a:solidFill>
                  <a:srgbClr val="000000"/>
                </a:solidFill>
                <a:effectLst/>
                <a:uLnTx/>
                <a:uFillTx/>
                <a:latin typeface="Times New Roman" pitchFamily="18" charset="0"/>
                <a:ea typeface="宋体" pitchFamily="2" charset="-122"/>
                <a:cs typeface="+mn-cs"/>
              </a:rPr>
              <a:t>x</a:t>
            </a:r>
            <a:r>
              <a:rPr kumimoji="1" lang="zh-CN" altLang="en-US" sz="2400" b="1" i="0"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为何值时，矩阵</a:t>
            </a:r>
            <a:r>
              <a:rPr kumimoji="1" lang="en-US" altLang="zh-CN" sz="2400" b="1" i="1"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A</a:t>
            </a:r>
            <a:r>
              <a:rPr kumimoji="1" lang="zh-CN" altLang="en-US" sz="2400" b="1" i="0"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能对角化？</a:t>
            </a:r>
          </a:p>
        </p:txBody>
      </p:sp>
      <p:sp>
        <p:nvSpPr>
          <p:cNvPr id="26637" name="Text Box 25"/>
          <p:cNvSpPr txBox="1">
            <a:spLocks noChangeArrowheads="1"/>
          </p:cNvSpPr>
          <p:nvPr/>
        </p:nvSpPr>
        <p:spPr bwMode="auto">
          <a:xfrm>
            <a:off x="0" y="1549400"/>
            <a:ext cx="1066800" cy="461963"/>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Times New Roman" pitchFamily="18" charset="0"/>
                <a:ea typeface="黑体" pitchFamily="2" charset="-122"/>
                <a:cs typeface="+mn-cs"/>
              </a:rPr>
              <a:t>解：</a:t>
            </a:r>
          </a:p>
        </p:txBody>
      </p:sp>
      <p:sp>
        <p:nvSpPr>
          <p:cNvPr id="26638" name="Text Box 26"/>
          <p:cNvSpPr txBox="1">
            <a:spLocks noChangeArrowheads="1"/>
          </p:cNvSpPr>
          <p:nvPr/>
        </p:nvSpPr>
        <p:spPr bwMode="auto">
          <a:xfrm>
            <a:off x="1219200" y="3581400"/>
            <a:ext cx="3048000" cy="461963"/>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26627" name="Object 1"/>
          <p:cNvGraphicFramePr>
            <a:graphicFrameLocks noChangeAspect="1"/>
          </p:cNvGraphicFramePr>
          <p:nvPr/>
        </p:nvGraphicFramePr>
        <p:xfrm>
          <a:off x="0" y="1600200"/>
          <a:ext cx="6072188" cy="1498600"/>
        </p:xfrm>
        <a:graphic>
          <a:graphicData uri="http://schemas.openxmlformats.org/presentationml/2006/ole">
            <mc:AlternateContent xmlns:mc="http://schemas.openxmlformats.org/markup-compatibility/2006">
              <mc:Choice xmlns:v="urn:schemas-microsoft-com:vml" Requires="v">
                <p:oleObj name="Equation" r:id="rId4" imgW="2882880" imgH="711000" progId="Equation.3">
                  <p:embed/>
                </p:oleObj>
              </mc:Choice>
              <mc:Fallback>
                <p:oleObj name="Equation" r:id="rId4" imgW="2882880" imgH="711000" progId="Equation.3">
                  <p:embed/>
                  <p:pic>
                    <p:nvPicPr>
                      <p:cNvPr id="26627"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600200"/>
                        <a:ext cx="6072188" cy="1498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39" name="Text Box 2"/>
          <p:cNvSpPr txBox="1">
            <a:spLocks noChangeArrowheads="1"/>
          </p:cNvSpPr>
          <p:nvPr/>
        </p:nvSpPr>
        <p:spPr bwMode="auto">
          <a:xfrm>
            <a:off x="838200" y="3348038"/>
            <a:ext cx="4325938" cy="461962"/>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26628" name="Object 2"/>
          <p:cNvGraphicFramePr>
            <a:graphicFrameLocks noChangeAspect="1"/>
          </p:cNvGraphicFramePr>
          <p:nvPr/>
        </p:nvGraphicFramePr>
        <p:xfrm>
          <a:off x="6000750" y="2071688"/>
          <a:ext cx="2252663" cy="455612"/>
        </p:xfrm>
        <a:graphic>
          <a:graphicData uri="http://schemas.openxmlformats.org/presentationml/2006/ole">
            <mc:AlternateContent xmlns:mc="http://schemas.openxmlformats.org/markup-compatibility/2006">
              <mc:Choice xmlns:v="urn:schemas-microsoft-com:vml" Requires="v">
                <p:oleObj name="Equation" r:id="rId6" imgW="1130040" imgH="228600" progId="Equation.3">
                  <p:embed/>
                </p:oleObj>
              </mc:Choice>
              <mc:Fallback>
                <p:oleObj name="Equation" r:id="rId6" imgW="1130040" imgH="228600" progId="Equation.3">
                  <p:embed/>
                  <p:pic>
                    <p:nvPicPr>
                      <p:cNvPr id="26628"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00750" y="2071688"/>
                        <a:ext cx="2252663" cy="455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40" name="Text Box 5"/>
          <p:cNvSpPr txBox="1">
            <a:spLocks noChangeArrowheads="1"/>
          </p:cNvSpPr>
          <p:nvPr/>
        </p:nvSpPr>
        <p:spPr bwMode="auto">
          <a:xfrm>
            <a:off x="1828800" y="4872038"/>
            <a:ext cx="3556000" cy="461962"/>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3" name="Object 3"/>
          <p:cNvGraphicFramePr>
            <a:graphicFrameLocks noChangeAspect="1"/>
          </p:cNvGraphicFramePr>
          <p:nvPr/>
        </p:nvGraphicFramePr>
        <p:xfrm>
          <a:off x="5545138" y="2857500"/>
          <a:ext cx="2946400" cy="469900"/>
        </p:xfrm>
        <a:graphic>
          <a:graphicData uri="http://schemas.openxmlformats.org/presentationml/2006/ole">
            <mc:AlternateContent xmlns:mc="http://schemas.openxmlformats.org/markup-compatibility/2006">
              <mc:Choice xmlns:v="urn:schemas-microsoft-com:vml" Requires="v">
                <p:oleObj name="Equation" r:id="rId8" imgW="1434960" imgH="228600" progId="Equation.DSMT4">
                  <p:embed/>
                </p:oleObj>
              </mc:Choice>
              <mc:Fallback>
                <p:oleObj name="Equation" r:id="rId8" imgW="1434960" imgH="228600" progId="Equation.DSMT4">
                  <p:embed/>
                  <p:pic>
                    <p:nvPicPr>
                      <p:cNvPr id="13" name="Object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45138" y="2857500"/>
                        <a:ext cx="2946400"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41" name="Text Box 7"/>
          <p:cNvSpPr txBox="1">
            <a:spLocks noChangeArrowheads="1"/>
          </p:cNvSpPr>
          <p:nvPr/>
        </p:nvSpPr>
        <p:spPr bwMode="auto">
          <a:xfrm>
            <a:off x="1066800" y="5024438"/>
            <a:ext cx="4325938" cy="461962"/>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5" name="Object 4"/>
          <p:cNvGraphicFramePr>
            <a:graphicFrameLocks noChangeAspect="1"/>
          </p:cNvGraphicFramePr>
          <p:nvPr/>
        </p:nvGraphicFramePr>
        <p:xfrm>
          <a:off x="195263" y="3429000"/>
          <a:ext cx="8323262" cy="433388"/>
        </p:xfrm>
        <a:graphic>
          <a:graphicData uri="http://schemas.openxmlformats.org/presentationml/2006/ole">
            <mc:AlternateContent xmlns:mc="http://schemas.openxmlformats.org/markup-compatibility/2006">
              <mc:Choice xmlns:v="urn:schemas-microsoft-com:vml" Requires="v">
                <p:oleObj name="Equation" r:id="rId10" imgW="4228920" imgH="241200" progId="Equation.DSMT4">
                  <p:embed/>
                </p:oleObj>
              </mc:Choice>
              <mc:Fallback>
                <p:oleObj name="Equation" r:id="rId10" imgW="4228920" imgH="241200" progId="Equation.DSMT4">
                  <p:embed/>
                  <p:pic>
                    <p:nvPicPr>
                      <p:cNvPr id="15" name="Object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5263" y="3429000"/>
                        <a:ext cx="8323262" cy="433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42" name="Text Box 10"/>
          <p:cNvSpPr txBox="1">
            <a:spLocks noChangeArrowheads="1"/>
          </p:cNvSpPr>
          <p:nvPr/>
        </p:nvSpPr>
        <p:spPr bwMode="auto">
          <a:xfrm>
            <a:off x="1219200" y="6929438"/>
            <a:ext cx="4800600" cy="461962"/>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7" name="Object 5"/>
          <p:cNvGraphicFramePr>
            <a:graphicFrameLocks noChangeAspect="1"/>
          </p:cNvGraphicFramePr>
          <p:nvPr/>
        </p:nvGraphicFramePr>
        <p:xfrm>
          <a:off x="0" y="4429125"/>
          <a:ext cx="4819650" cy="1214438"/>
        </p:xfrm>
        <a:graphic>
          <a:graphicData uri="http://schemas.openxmlformats.org/presentationml/2006/ole">
            <mc:AlternateContent xmlns:mc="http://schemas.openxmlformats.org/markup-compatibility/2006">
              <mc:Choice xmlns:v="urn:schemas-microsoft-com:vml" Requires="v">
                <p:oleObj name="Equation" r:id="rId12" imgW="2768400" imgH="698400" progId="Equation.DSMT4">
                  <p:embed/>
                </p:oleObj>
              </mc:Choice>
              <mc:Fallback>
                <p:oleObj name="Equation" r:id="rId12" imgW="2768400" imgH="698400" progId="Equation.DSMT4">
                  <p:embed/>
                  <p:pic>
                    <p:nvPicPr>
                      <p:cNvPr id="17" name="Object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4429125"/>
                        <a:ext cx="4819650" cy="1214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6"/>
          <p:cNvGraphicFramePr>
            <a:graphicFrameLocks noChangeAspect="1"/>
          </p:cNvGraphicFramePr>
          <p:nvPr/>
        </p:nvGraphicFramePr>
        <p:xfrm>
          <a:off x="357188" y="5929313"/>
          <a:ext cx="1362075" cy="414337"/>
        </p:xfrm>
        <a:graphic>
          <a:graphicData uri="http://schemas.openxmlformats.org/presentationml/2006/ole">
            <mc:AlternateContent xmlns:mc="http://schemas.openxmlformats.org/markup-compatibility/2006">
              <mc:Choice xmlns:v="urn:schemas-microsoft-com:vml" Requires="v">
                <p:oleObj name="Equation" r:id="rId14" imgW="583920" imgH="177480" progId="Equation.DSMT4">
                  <p:embed/>
                </p:oleObj>
              </mc:Choice>
              <mc:Fallback>
                <p:oleObj name="Equation" r:id="rId14" imgW="583920" imgH="177480" progId="Equation.DSMT4">
                  <p:embed/>
                  <p:pic>
                    <p:nvPicPr>
                      <p:cNvPr id="19" name="Object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7188" y="5929313"/>
                        <a:ext cx="1362075" cy="414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7"/>
          <p:cNvGraphicFramePr>
            <a:graphicFrameLocks noChangeAspect="1"/>
          </p:cNvGraphicFramePr>
          <p:nvPr/>
        </p:nvGraphicFramePr>
        <p:xfrm>
          <a:off x="0" y="4000500"/>
          <a:ext cx="2481263" cy="434975"/>
        </p:xfrm>
        <a:graphic>
          <a:graphicData uri="http://schemas.openxmlformats.org/presentationml/2006/ole">
            <mc:AlternateContent xmlns:mc="http://schemas.openxmlformats.org/markup-compatibility/2006">
              <mc:Choice xmlns:v="urn:schemas-microsoft-com:vml" Requires="v">
                <p:oleObj name="Equation" r:id="rId16" imgW="1307880" imgH="228600" progId="Equation.DSMT4">
                  <p:embed/>
                </p:oleObj>
              </mc:Choice>
              <mc:Fallback>
                <p:oleObj name="Equation" r:id="rId16" imgW="1307880" imgH="228600" progId="Equation.DSMT4">
                  <p:embed/>
                  <p:pic>
                    <p:nvPicPr>
                      <p:cNvPr id="20" name="Object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0" y="4000500"/>
                        <a:ext cx="2481263"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643" name="Line 15"/>
          <p:cNvSpPr>
            <a:spLocks noChangeShapeType="1"/>
          </p:cNvSpPr>
          <p:nvPr/>
        </p:nvSpPr>
        <p:spPr bwMode="auto">
          <a:xfrm>
            <a:off x="0" y="150018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left)">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p:cNvSpPr>
            <a:spLocks noChangeArrowheads="1"/>
          </p:cNvSpPr>
          <p:nvPr/>
        </p:nvSpPr>
        <p:spPr bwMode="auto">
          <a:xfrm>
            <a:off x="1907704" y="0"/>
            <a:ext cx="3892551" cy="430213"/>
          </a:xfrm>
          <a:prstGeom prst="rect">
            <a:avLst/>
          </a:prstGeom>
          <a:solidFill>
            <a:srgbClr val="FF0000"/>
          </a:solidFill>
          <a:ln w="19050">
            <a:solidFill>
              <a:srgbClr val="FFFF00"/>
            </a:solid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求</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E</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 0</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的根，即特征值 </a:t>
            </a:r>
          </a:p>
        </p:txBody>
      </p:sp>
      <p:grpSp>
        <p:nvGrpSpPr>
          <p:cNvPr id="3" name="Group 10"/>
          <p:cNvGrpSpPr>
            <a:grpSpLocks/>
          </p:cNvGrpSpPr>
          <p:nvPr/>
        </p:nvGrpSpPr>
        <p:grpSpPr bwMode="auto">
          <a:xfrm>
            <a:off x="3000375" y="428625"/>
            <a:ext cx="1681163" cy="1633538"/>
            <a:chOff x="1658865" y="811"/>
            <a:chExt cx="1681311" cy="1029"/>
          </a:xfrm>
        </p:grpSpPr>
        <p:sp>
          <p:nvSpPr>
            <p:cNvPr id="64549" name="Line 8"/>
            <p:cNvSpPr>
              <a:spLocks noChangeShapeType="1"/>
            </p:cNvSpPr>
            <p:nvPr/>
          </p:nvSpPr>
          <p:spPr bwMode="auto">
            <a:xfrm>
              <a:off x="2516121" y="811"/>
              <a:ext cx="11126" cy="213"/>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sp>
          <p:nvSpPr>
            <p:cNvPr id="64550" name="AutoShape 9"/>
            <p:cNvSpPr>
              <a:spLocks noChangeArrowheads="1"/>
            </p:cNvSpPr>
            <p:nvPr/>
          </p:nvSpPr>
          <p:spPr bwMode="auto">
            <a:xfrm>
              <a:off x="1658865" y="993"/>
              <a:ext cx="1681311" cy="847"/>
            </a:xfrm>
            <a:prstGeom prst="diamond">
              <a:avLst/>
            </a:prstGeom>
            <a:noFill/>
            <a:ln w="19050">
              <a:solidFill>
                <a:srgbClr val="FFFF00"/>
              </a:solidFill>
              <a:miter lim="800000"/>
              <a:headEnd/>
              <a:tailEnd/>
            </a:ln>
          </p:spPr>
          <p:txBody>
            <a:bodyPr wrap="none" lIns="0" tIns="0" rIns="0" bIns="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特征值</a:t>
              </a:r>
              <a:endPar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的重数</a:t>
              </a:r>
              <a:endPar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grpSp>
      <p:sp>
        <p:nvSpPr>
          <p:cNvPr id="7" name="AutoShape 18"/>
          <p:cNvSpPr>
            <a:spLocks noChangeArrowheads="1"/>
          </p:cNvSpPr>
          <p:nvPr/>
        </p:nvSpPr>
        <p:spPr bwMode="auto">
          <a:xfrm>
            <a:off x="6281738" y="3099375"/>
            <a:ext cx="2641600" cy="1345049"/>
          </a:xfrm>
          <a:prstGeom prst="diamond">
            <a:avLst/>
          </a:prstGeom>
          <a:solidFill>
            <a:schemeClr val="accent2">
              <a:lumMod val="75000"/>
            </a:schemeClr>
          </a:solidFill>
          <a:ln w="19050">
            <a:solidFill>
              <a:srgbClr val="FFFF00"/>
            </a:solidFill>
            <a:miter lim="800000"/>
            <a:headEnd/>
            <a:tailEnd/>
          </a:ln>
          <a:effectLst/>
        </p:spPr>
        <p:txBody>
          <a:bodyPr lIns="0" tIns="0" rIns="0" bIns="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检验</a:t>
            </a:r>
            <a:endPar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r</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与</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 –</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2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grpSp>
        <p:nvGrpSpPr>
          <p:cNvPr id="4" name="Group 28"/>
          <p:cNvGrpSpPr>
            <a:grpSpLocks/>
          </p:cNvGrpSpPr>
          <p:nvPr/>
        </p:nvGrpSpPr>
        <p:grpSpPr bwMode="auto">
          <a:xfrm>
            <a:off x="6942138" y="5516563"/>
            <a:ext cx="1457325" cy="812800"/>
            <a:chOff x="3168" y="3328"/>
            <a:chExt cx="918" cy="512"/>
          </a:xfrm>
        </p:grpSpPr>
        <p:sp>
          <p:nvSpPr>
            <p:cNvPr id="12" name="Rectangle 22"/>
            <p:cNvSpPr>
              <a:spLocks noChangeArrowheads="1"/>
            </p:cNvSpPr>
            <p:nvPr/>
          </p:nvSpPr>
          <p:spPr bwMode="auto">
            <a:xfrm>
              <a:off x="3168" y="3569"/>
              <a:ext cx="918" cy="271"/>
            </a:xfrm>
            <a:prstGeom prst="rect">
              <a:avLst/>
            </a:prstGeom>
            <a:solidFill>
              <a:schemeClr val="accent1">
                <a:lumMod val="40000"/>
                <a:lumOff val="60000"/>
              </a:schemeClr>
            </a:solidFill>
            <a:ln w="19050" algn="ctr">
              <a:solidFill>
                <a:srgbClr val="FFFF00"/>
              </a:solidFill>
              <a:prstDash val="dash"/>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Jordan</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化 </a:t>
              </a:r>
            </a:p>
          </p:txBody>
        </p:sp>
        <p:sp>
          <p:nvSpPr>
            <p:cNvPr id="64548" name="Line 23"/>
            <p:cNvSpPr>
              <a:spLocks noChangeShapeType="1"/>
            </p:cNvSpPr>
            <p:nvPr/>
          </p:nvSpPr>
          <p:spPr bwMode="auto">
            <a:xfrm>
              <a:off x="3624" y="3328"/>
              <a:ext cx="0" cy="240"/>
            </a:xfrm>
            <a:prstGeom prst="line">
              <a:avLst/>
            </a:prstGeom>
            <a:noFill/>
            <a:ln w="19050">
              <a:solidFill>
                <a:srgbClr val="FFFF00"/>
              </a:solidFill>
              <a:prstDash val="dash"/>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grpSp>
      <p:grpSp>
        <p:nvGrpSpPr>
          <p:cNvPr id="5" name="组合 39"/>
          <p:cNvGrpSpPr>
            <a:grpSpLocks/>
          </p:cNvGrpSpPr>
          <p:nvPr/>
        </p:nvGrpSpPr>
        <p:grpSpPr bwMode="auto">
          <a:xfrm>
            <a:off x="6418263" y="4476750"/>
            <a:ext cx="2725737" cy="998538"/>
            <a:chOff x="6418234" y="4333133"/>
            <a:chExt cx="2725730" cy="999934"/>
          </a:xfrm>
        </p:grpSpPr>
        <p:grpSp>
          <p:nvGrpSpPr>
            <p:cNvPr id="64543" name="Group 25"/>
            <p:cNvGrpSpPr>
              <a:grpSpLocks/>
            </p:cNvGrpSpPr>
            <p:nvPr/>
          </p:nvGrpSpPr>
          <p:grpSpPr bwMode="auto">
            <a:xfrm>
              <a:off x="7602505" y="4333133"/>
              <a:ext cx="1541459" cy="532520"/>
              <a:chOff x="1584" y="3392"/>
              <a:chExt cx="971" cy="256"/>
            </a:xfrm>
          </p:grpSpPr>
          <p:sp>
            <p:nvSpPr>
              <p:cNvPr id="64545" name="Rectangle 19"/>
              <p:cNvSpPr>
                <a:spLocks noChangeArrowheads="1"/>
              </p:cNvSpPr>
              <p:nvPr/>
            </p:nvSpPr>
            <p:spPr bwMode="auto">
              <a:xfrm>
                <a:off x="1610" y="3392"/>
                <a:ext cx="945" cy="207"/>
              </a:xfrm>
              <a:prstGeom prst="rect">
                <a:avLst/>
              </a:prstGeom>
              <a:noFill/>
              <a:ln w="9525">
                <a:noFill/>
                <a:miter lim="800000"/>
                <a:headEnd/>
                <a:tailEnd/>
              </a:ln>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r</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&gt;</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 –</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2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64546" name="Line 20"/>
              <p:cNvSpPr>
                <a:spLocks noChangeShapeType="1"/>
              </p:cNvSpPr>
              <p:nvPr/>
            </p:nvSpPr>
            <p:spPr bwMode="auto">
              <a:xfrm>
                <a:off x="1584" y="3398"/>
                <a:ext cx="11" cy="250"/>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grpSp>
        <p:sp>
          <p:nvSpPr>
            <p:cNvPr id="14" name="Rectangle 24"/>
            <p:cNvSpPr>
              <a:spLocks noChangeArrowheads="1"/>
            </p:cNvSpPr>
            <p:nvPr/>
          </p:nvSpPr>
          <p:spPr bwMode="auto">
            <a:xfrm>
              <a:off x="6418234" y="4902253"/>
              <a:ext cx="2428869" cy="430814"/>
            </a:xfrm>
            <a:prstGeom prst="rect">
              <a:avLst/>
            </a:prstGeom>
            <a:solidFill>
              <a:schemeClr val="accent1">
                <a:lumMod val="40000"/>
                <a:lumOff val="60000"/>
              </a:schemeClr>
            </a:solidFill>
            <a:ln w="19050" algn="ctr">
              <a:solidFill>
                <a:srgbClr val="FFFF00"/>
              </a:solidFill>
              <a:miter lim="800000"/>
              <a:headEnd/>
              <a:tailEnd/>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200" b="1" i="1"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mn-cs"/>
                </a:rPr>
                <a:t>不能相似对角化 </a:t>
              </a:r>
            </a:p>
          </p:txBody>
        </p:sp>
      </p:grpSp>
      <p:grpSp>
        <p:nvGrpSpPr>
          <p:cNvPr id="9" name="Group 36"/>
          <p:cNvGrpSpPr>
            <a:grpSpLocks/>
          </p:cNvGrpSpPr>
          <p:nvPr/>
        </p:nvGrpSpPr>
        <p:grpSpPr bwMode="auto">
          <a:xfrm>
            <a:off x="55563" y="6078538"/>
            <a:ext cx="6518276" cy="708025"/>
            <a:chOff x="2462" y="2832"/>
            <a:chExt cx="4106" cy="446"/>
          </a:xfrm>
        </p:grpSpPr>
        <p:sp>
          <p:nvSpPr>
            <p:cNvPr id="18" name="Rectangle 34"/>
            <p:cNvSpPr>
              <a:spLocks noChangeArrowheads="1"/>
            </p:cNvSpPr>
            <p:nvPr/>
          </p:nvSpPr>
          <p:spPr bwMode="auto">
            <a:xfrm>
              <a:off x="2462" y="3007"/>
              <a:ext cx="4106" cy="271"/>
            </a:xfrm>
            <a:prstGeom prst="rect">
              <a:avLst/>
            </a:prstGeom>
            <a:solidFill>
              <a:srgbClr val="FF0000"/>
            </a:solidFill>
            <a:ln w="19050">
              <a:solidFill>
                <a:srgbClr val="FFFF00"/>
              </a:solidFill>
              <a:miter lim="800000"/>
              <a:headEnd/>
              <a:tailEnd/>
            </a:ln>
            <a:effec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可得</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P </a:t>
              </a:r>
              <a:r>
                <a:rPr kumimoji="1" lang="en-US" altLang="zh-CN" sz="2200" b="1" i="0" u="none" strike="noStrike" kern="1200" cap="none" spc="0" normalizeH="0" baseline="30000" noProof="0" dirty="0">
                  <a:ln>
                    <a:noFill/>
                  </a:ln>
                  <a:solidFill>
                    <a:srgbClr val="FFFFFF"/>
                  </a:solidFill>
                  <a:effectLst/>
                  <a:uLnTx/>
                  <a:uFillTx/>
                  <a:latin typeface="微软雅黑" pitchFamily="34" charset="-122"/>
                  <a:ea typeface="微软雅黑" pitchFamily="34" charset="-122"/>
                  <a:cs typeface="+mn-cs"/>
                </a:rPr>
                <a:t>–1</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AP</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l-GR"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Λ</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，其中</a:t>
              </a:r>
              <a:r>
                <a:rPr kumimoji="1" lang="el-GR"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Λ </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diag</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1</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sym typeface="Symbol" pitchFamily="18" charset="2"/>
                </a:rPr>
                <a:t>n</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P=…</a:t>
              </a:r>
            </a:p>
          </p:txBody>
        </p:sp>
        <p:sp>
          <p:nvSpPr>
            <p:cNvPr id="64542" name="Line 35"/>
            <p:cNvSpPr>
              <a:spLocks noChangeShapeType="1"/>
            </p:cNvSpPr>
            <p:nvPr/>
          </p:nvSpPr>
          <p:spPr bwMode="auto">
            <a:xfrm>
              <a:off x="4320" y="2832"/>
              <a:ext cx="0" cy="192"/>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grpSp>
      <p:grpSp>
        <p:nvGrpSpPr>
          <p:cNvPr id="10" name="Group 32"/>
          <p:cNvGrpSpPr>
            <a:grpSpLocks/>
          </p:cNvGrpSpPr>
          <p:nvPr/>
        </p:nvGrpSpPr>
        <p:grpSpPr bwMode="auto">
          <a:xfrm>
            <a:off x="55563" y="5237163"/>
            <a:ext cx="6445250" cy="766762"/>
            <a:chOff x="2403" y="1952"/>
            <a:chExt cx="4060" cy="483"/>
          </a:xfrm>
        </p:grpSpPr>
        <p:sp>
          <p:nvSpPr>
            <p:cNvPr id="64538" name="Rectangle 30"/>
            <p:cNvSpPr>
              <a:spLocks noChangeArrowheads="1"/>
            </p:cNvSpPr>
            <p:nvPr/>
          </p:nvSpPr>
          <p:spPr bwMode="auto">
            <a:xfrm>
              <a:off x="2403" y="2164"/>
              <a:ext cx="4060" cy="271"/>
            </a:xfrm>
            <a:prstGeom prst="rect">
              <a:avLst/>
            </a:prstGeom>
            <a:solidFill>
              <a:srgbClr val="FF0000"/>
            </a:solidFill>
            <a:ln w="19050">
              <a:solidFill>
                <a:srgbClr val="FFFF00"/>
              </a:solid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n</a:t>
              </a:r>
              <a:r>
                <a:rPr kumimoji="1" lang="zh-CN" altLang="en-US"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个线性无关的特征向量记为可逆阵</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 = [</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200" b="1" i="0"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rPr>
                <a:t>1</a:t>
              </a: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 …, </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2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rPr>
                <a:t>n</a:t>
              </a: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p>
          </p:txBody>
        </p:sp>
        <p:sp>
          <p:nvSpPr>
            <p:cNvPr id="22" name="Line 31"/>
            <p:cNvSpPr>
              <a:spLocks noChangeShapeType="1"/>
            </p:cNvSpPr>
            <p:nvPr/>
          </p:nvSpPr>
          <p:spPr bwMode="auto">
            <a:xfrm>
              <a:off x="3392" y="1952"/>
              <a:ext cx="0" cy="192"/>
            </a:xfrm>
            <a:prstGeom prst="line">
              <a:avLst/>
            </a:prstGeom>
            <a:noFill/>
            <a:ln w="19050">
              <a:solidFill>
                <a:schemeClr val="accent1">
                  <a:lumMod val="40000"/>
                  <a:lumOff val="60000"/>
                </a:schemeClr>
              </a:solidFill>
              <a:round/>
              <a:headEnd/>
              <a:tailEnd type="stealth" w="lg" len="lg"/>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sp>
          <p:nvSpPr>
            <p:cNvPr id="64540" name="Line 31"/>
            <p:cNvSpPr>
              <a:spLocks noChangeShapeType="1"/>
            </p:cNvSpPr>
            <p:nvPr/>
          </p:nvSpPr>
          <p:spPr bwMode="auto">
            <a:xfrm>
              <a:off x="5048" y="1968"/>
              <a:ext cx="0" cy="192"/>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grpSp>
      <p:sp>
        <p:nvSpPr>
          <p:cNvPr id="25" name="Rectangle 30"/>
          <p:cNvSpPr>
            <a:spLocks noChangeArrowheads="1"/>
          </p:cNvSpPr>
          <p:nvPr/>
        </p:nvSpPr>
        <p:spPr bwMode="auto">
          <a:xfrm>
            <a:off x="3143250" y="2357438"/>
            <a:ext cx="1712913" cy="423862"/>
          </a:xfrm>
          <a:prstGeom prst="rect">
            <a:avLst/>
          </a:prstGeom>
          <a:solidFill>
            <a:srgbClr val="FF0000"/>
          </a:solidFill>
          <a:ln w="19050">
            <a:solidFill>
              <a:srgbClr val="FFFF00"/>
            </a:solid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E</a:t>
            </a: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a:t>
            </a:r>
            <a:r>
              <a:rPr kumimoji="1" lang="en-US" altLang="zh-CN"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)X=O</a:t>
            </a:r>
          </a:p>
        </p:txBody>
      </p:sp>
      <p:grpSp>
        <p:nvGrpSpPr>
          <p:cNvPr id="11" name="组合 45"/>
          <p:cNvGrpSpPr>
            <a:grpSpLocks/>
          </p:cNvGrpSpPr>
          <p:nvPr/>
        </p:nvGrpSpPr>
        <p:grpSpPr bwMode="auto">
          <a:xfrm>
            <a:off x="2571750" y="3275011"/>
            <a:ext cx="4000502" cy="683696"/>
            <a:chOff x="2960661" y="3132657"/>
            <a:chExt cx="4002697" cy="683256"/>
          </a:xfrm>
        </p:grpSpPr>
        <p:sp>
          <p:nvSpPr>
            <p:cNvPr id="64536" name="Rectangle 26"/>
            <p:cNvSpPr>
              <a:spLocks noChangeArrowheads="1"/>
            </p:cNvSpPr>
            <p:nvPr/>
          </p:nvSpPr>
          <p:spPr bwMode="auto">
            <a:xfrm>
              <a:off x="5246327" y="3132657"/>
              <a:ext cx="1717031" cy="430610"/>
            </a:xfrm>
            <a:prstGeom prst="rect">
              <a:avLst/>
            </a:prstGeom>
            <a:noFill/>
            <a:ln w="9525">
              <a:noFill/>
              <a:miter lim="800000"/>
              <a:headEnd/>
              <a:tailEnd/>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r</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n –</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2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grpSp>
          <p:nvGrpSpPr>
            <p:cNvPr id="13" name="组合 38"/>
            <p:cNvGrpSpPr/>
            <p:nvPr/>
          </p:nvGrpSpPr>
          <p:grpSpPr>
            <a:xfrm>
              <a:off x="2960661" y="3385026"/>
              <a:ext cx="3714776" cy="430887"/>
              <a:chOff x="2960661" y="3385026"/>
              <a:chExt cx="3714776" cy="430887"/>
            </a:xfrm>
            <a:solidFill>
              <a:srgbClr val="009900"/>
            </a:solidFill>
          </p:grpSpPr>
          <p:sp>
            <p:nvSpPr>
              <p:cNvPr id="27" name="Line 11"/>
              <p:cNvSpPr>
                <a:spLocks noChangeShapeType="1"/>
              </p:cNvSpPr>
              <p:nvPr/>
            </p:nvSpPr>
            <p:spPr bwMode="auto">
              <a:xfrm flipH="1">
                <a:off x="5500661" y="3643314"/>
                <a:ext cx="1174776" cy="3153"/>
              </a:xfrm>
              <a:prstGeom prst="line">
                <a:avLst/>
              </a:prstGeom>
              <a:grpFill/>
              <a:ln w="19050">
                <a:solidFill>
                  <a:srgbClr val="FFFF00"/>
                </a:solidFill>
                <a:round/>
                <a:headEnd/>
                <a:tailEnd type="stealth" w="lg" len="lg"/>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2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sp>
            <p:nvSpPr>
              <p:cNvPr id="28" name="Rectangle 14"/>
              <p:cNvSpPr>
                <a:spLocks noChangeArrowheads="1"/>
              </p:cNvSpPr>
              <p:nvPr/>
            </p:nvSpPr>
            <p:spPr bwMode="auto">
              <a:xfrm>
                <a:off x="2960661" y="3385026"/>
                <a:ext cx="2559048" cy="430887"/>
              </a:xfrm>
              <a:prstGeom prst="rect">
                <a:avLst/>
              </a:prstGeom>
              <a:solidFill>
                <a:srgbClr val="FF0000"/>
              </a:solidFill>
              <a:ln w="19050" algn="ctr">
                <a:solidFill>
                  <a:srgbClr val="FFFF00"/>
                </a:solidFill>
                <a:miter lim="800000"/>
                <a:headEnd/>
                <a:tailEnd/>
              </a:ln>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可相似对角化</a:t>
                </a:r>
                <a:endPar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grpSp>
      </p:grpSp>
      <p:sp>
        <p:nvSpPr>
          <p:cNvPr id="30" name="Rectangle 12"/>
          <p:cNvSpPr>
            <a:spLocks noChangeArrowheads="1"/>
          </p:cNvSpPr>
          <p:nvPr/>
        </p:nvSpPr>
        <p:spPr bwMode="auto">
          <a:xfrm>
            <a:off x="4992688" y="928688"/>
            <a:ext cx="2025650" cy="430212"/>
          </a:xfrm>
          <a:prstGeom prst="rect">
            <a:avLst/>
          </a:prstGeom>
          <a:solidFill>
            <a:schemeClr val="accent2">
              <a:lumMod val="75000"/>
            </a:schemeClr>
          </a:solidFill>
          <a:ln w="19050">
            <a:solidFill>
              <a:srgbClr val="FFFF00"/>
            </a:solidFill>
            <a:miter lim="800000"/>
            <a:headEnd/>
            <a:tailEnd/>
          </a:ln>
          <a:effec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q</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个</a:t>
            </a:r>
            <a:r>
              <a:rPr kumimoji="1" lang="en-US" altLang="zh-CN" sz="22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en-US" altLang="zh-CN" sz="2200" b="1" i="1"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sym typeface="Symbol" pitchFamily="18" charset="2"/>
              </a:rPr>
              <a:t>  </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重根</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cxnSp>
        <p:nvCxnSpPr>
          <p:cNvPr id="31" name="肘形连接符 51"/>
          <p:cNvCxnSpPr>
            <a:cxnSpLocks noChangeShapeType="1"/>
            <a:stCxn id="64550" idx="3"/>
            <a:endCxn id="25" idx="0"/>
          </p:cNvCxnSpPr>
          <p:nvPr/>
        </p:nvCxnSpPr>
        <p:spPr bwMode="auto">
          <a:xfrm flipH="1">
            <a:off x="3998913" y="1389063"/>
            <a:ext cx="682625" cy="968375"/>
          </a:xfrm>
          <a:prstGeom prst="bentConnector4">
            <a:avLst>
              <a:gd name="adj1" fmla="val -427486"/>
              <a:gd name="adj2" fmla="val 84741"/>
            </a:avLst>
          </a:prstGeom>
          <a:noFill/>
          <a:ln w="19050" algn="ctr">
            <a:solidFill>
              <a:srgbClr val="FFFF00"/>
            </a:solidFill>
            <a:round/>
            <a:headEnd/>
            <a:tailEnd type="arrow" w="med" len="med"/>
          </a:ln>
        </p:spPr>
      </p:cxnSp>
      <p:cxnSp>
        <p:nvCxnSpPr>
          <p:cNvPr id="52" name="肘形连接符 51"/>
          <p:cNvCxnSpPr>
            <a:cxnSpLocks noChangeShapeType="1"/>
            <a:stCxn id="25" idx="3"/>
            <a:endCxn id="7" idx="0"/>
          </p:cNvCxnSpPr>
          <p:nvPr/>
        </p:nvCxnSpPr>
        <p:spPr bwMode="auto">
          <a:xfrm>
            <a:off x="4856163" y="2569369"/>
            <a:ext cx="2746375" cy="530006"/>
          </a:xfrm>
          <a:prstGeom prst="bentConnector2">
            <a:avLst/>
          </a:prstGeom>
          <a:noFill/>
          <a:ln w="19050" algn="ctr">
            <a:solidFill>
              <a:srgbClr val="FFFF00"/>
            </a:solidFill>
            <a:round/>
            <a:headEnd/>
            <a:tailEnd type="arrow" w="med" len="med"/>
          </a:ln>
        </p:spPr>
      </p:cxnSp>
      <p:sp>
        <p:nvSpPr>
          <p:cNvPr id="6" name="Rectangle 13"/>
          <p:cNvSpPr>
            <a:spLocks noChangeArrowheads="1"/>
          </p:cNvSpPr>
          <p:nvPr/>
        </p:nvSpPr>
        <p:spPr bwMode="auto">
          <a:xfrm>
            <a:off x="1571625" y="927100"/>
            <a:ext cx="1379538" cy="430213"/>
          </a:xfrm>
          <a:prstGeom prst="rect">
            <a:avLst/>
          </a:prstGeom>
          <a:solidFill>
            <a:schemeClr val="bg1">
              <a:lumMod val="75000"/>
            </a:schemeClr>
          </a:solidFill>
          <a:ln w="19050">
            <a:solidFill>
              <a:srgbClr val="FFFF00"/>
            </a:solidFill>
            <a:miter lim="800000"/>
            <a:headEnd/>
            <a:tailEnd/>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m</a:t>
            </a:r>
            <a:r>
              <a:rPr kumimoji="1" lang="zh-CN" altLang="en-US"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个单根 </a:t>
            </a:r>
          </a:p>
        </p:txBody>
      </p:sp>
      <p:cxnSp>
        <p:nvCxnSpPr>
          <p:cNvPr id="35" name="肘形连接符 107"/>
          <p:cNvCxnSpPr>
            <a:endCxn id="28" idx="1"/>
          </p:cNvCxnSpPr>
          <p:nvPr/>
        </p:nvCxnSpPr>
        <p:spPr bwMode="auto">
          <a:xfrm rot="5400000">
            <a:off x="2291658" y="2891530"/>
            <a:ext cx="1131685" cy="571500"/>
          </a:xfrm>
          <a:prstGeom prst="bentConnector4">
            <a:avLst>
              <a:gd name="adj1" fmla="val 40475"/>
              <a:gd name="adj2" fmla="val 140000"/>
            </a:avLst>
          </a:prstGeom>
          <a:solidFill>
            <a:schemeClr val="accent1"/>
          </a:solidFill>
          <a:ln w="19050" cap="flat" cmpd="sng" algn="ctr">
            <a:solidFill>
              <a:schemeClr val="accent1">
                <a:lumMod val="40000"/>
                <a:lumOff val="60000"/>
              </a:schemeClr>
            </a:solidFill>
            <a:prstDash val="solid"/>
            <a:round/>
            <a:headEnd type="none" w="med" len="med"/>
            <a:tailEnd type="arrow"/>
          </a:ln>
          <a:effectLst/>
        </p:spPr>
      </p:cxnSp>
      <p:grpSp>
        <p:nvGrpSpPr>
          <p:cNvPr id="15" name="组合 43"/>
          <p:cNvGrpSpPr>
            <a:grpSpLocks/>
          </p:cNvGrpSpPr>
          <p:nvPr/>
        </p:nvGrpSpPr>
        <p:grpSpPr bwMode="auto">
          <a:xfrm>
            <a:off x="357188" y="3813175"/>
            <a:ext cx="2495550" cy="1387475"/>
            <a:chOff x="357158" y="3670347"/>
            <a:chExt cx="2495551" cy="1387408"/>
          </a:xfrm>
        </p:grpSpPr>
        <p:sp>
          <p:nvSpPr>
            <p:cNvPr id="16" name="Rectangle 30"/>
            <p:cNvSpPr>
              <a:spLocks noChangeArrowheads="1"/>
            </p:cNvSpPr>
            <p:nvPr/>
          </p:nvSpPr>
          <p:spPr bwMode="auto">
            <a:xfrm>
              <a:off x="357158" y="4287855"/>
              <a:ext cx="2495551" cy="769900"/>
            </a:xfrm>
            <a:prstGeom prst="rect">
              <a:avLst/>
            </a:prstGeom>
            <a:solidFill>
              <a:schemeClr val="bg1">
                <a:lumMod val="75000"/>
              </a:schemeClr>
            </a:solidFill>
            <a:ln w="19050">
              <a:solidFill>
                <a:srgbClr val="FFFF00"/>
              </a:solidFill>
              <a:miter lim="800000"/>
              <a:headEnd/>
              <a:tailEnd/>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a:t>
              </a:r>
              <a:r>
                <a:rPr kumimoji="1" lang="en-US" altLang="zh-CN" sz="22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m</a:t>
              </a:r>
              <a:r>
                <a:rPr kumimoji="1" lang="zh-CN" altLang="en-US"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个基础解，即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特征向量</a:t>
              </a:r>
              <a:r>
                <a:rPr kumimoji="1" lang="en-US" altLang="zh-CN" sz="22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22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 </a:t>
              </a:r>
              <a:r>
                <a:rPr kumimoji="1" lang="en-US" altLang="zh-CN" sz="22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2200" b="1" i="1"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m</a:t>
              </a:r>
              <a:endParaRPr kumimoji="1" lang="en-US" altLang="zh-CN" sz="22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cxnSp>
          <p:nvCxnSpPr>
            <p:cNvPr id="36" name="肘形连接符 107"/>
            <p:cNvCxnSpPr>
              <a:endCxn id="16" idx="0"/>
            </p:cNvCxnSpPr>
            <p:nvPr/>
          </p:nvCxnSpPr>
          <p:spPr bwMode="auto">
            <a:xfrm rot="10800000" flipV="1">
              <a:off x="1604934" y="3670347"/>
              <a:ext cx="966787" cy="617508"/>
            </a:xfrm>
            <a:prstGeom prst="bentConnector2">
              <a:avLst/>
            </a:prstGeom>
            <a:solidFill>
              <a:schemeClr val="accent1"/>
            </a:solidFill>
            <a:ln w="19050" cap="flat" cmpd="sng" algn="ctr">
              <a:solidFill>
                <a:schemeClr val="accent1">
                  <a:lumMod val="40000"/>
                  <a:lumOff val="60000"/>
                </a:schemeClr>
              </a:solidFill>
              <a:prstDash val="solid"/>
              <a:round/>
              <a:headEnd type="none" w="med" len="med"/>
              <a:tailEnd type="arrow"/>
            </a:ln>
            <a:effectLst/>
          </p:spPr>
        </p:cxnSp>
      </p:grpSp>
      <p:sp>
        <p:nvSpPr>
          <p:cNvPr id="64529" name="矩形 36"/>
          <p:cNvSpPr>
            <a:spLocks noChangeArrowheads="1"/>
          </p:cNvSpPr>
          <p:nvPr/>
        </p:nvSpPr>
        <p:spPr bwMode="auto">
          <a:xfrm>
            <a:off x="0" y="0"/>
            <a:ext cx="1597025" cy="503238"/>
          </a:xfrm>
          <a:prstGeom prst="rect">
            <a:avLst/>
          </a:prstGeom>
          <a:noFill/>
          <a:ln w="9525">
            <a:noFill/>
            <a:miter lim="800000"/>
            <a:headEnd/>
            <a:tailEnd/>
          </a:ln>
        </p:spPr>
        <p:txBody>
          <a:bodyPr wrap="none">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3、</a:t>
            </a:r>
            <a:r>
              <a:rPr kumimoji="1" lang="zh-CN" altLang="en-US"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步骤：</a:t>
            </a:r>
            <a:endParaRPr kumimoji="1" lang="en-US" altLang="zh-CN" sz="24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p:txBody>
      </p:sp>
      <p:grpSp>
        <p:nvGrpSpPr>
          <p:cNvPr id="17" name="组合 41"/>
          <p:cNvGrpSpPr>
            <a:grpSpLocks/>
          </p:cNvGrpSpPr>
          <p:nvPr/>
        </p:nvGrpSpPr>
        <p:grpSpPr bwMode="auto">
          <a:xfrm>
            <a:off x="3143250" y="4000500"/>
            <a:ext cx="2416175" cy="1198563"/>
            <a:chOff x="3143240" y="3857628"/>
            <a:chExt cx="2416046" cy="1198069"/>
          </a:xfrm>
        </p:grpSpPr>
        <p:sp>
          <p:nvSpPr>
            <p:cNvPr id="34" name="Rectangle 30"/>
            <p:cNvSpPr>
              <a:spLocks noChangeArrowheads="1"/>
            </p:cNvSpPr>
            <p:nvPr/>
          </p:nvSpPr>
          <p:spPr bwMode="auto">
            <a:xfrm>
              <a:off x="3143240" y="4286076"/>
              <a:ext cx="2416046" cy="769621"/>
            </a:xfrm>
            <a:prstGeom prst="rect">
              <a:avLst/>
            </a:prstGeom>
            <a:solidFill>
              <a:schemeClr val="accent2">
                <a:lumMod val="75000"/>
              </a:schemeClr>
            </a:solidFill>
            <a:ln w="19050">
              <a:solidFill>
                <a:srgbClr val="FFFF00"/>
              </a:solidFill>
              <a:miter lim="800000"/>
              <a:headEnd/>
              <a:tailEnd/>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求</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q</a:t>
              </a: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组基础解，即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特征向量</a:t>
              </a:r>
              <a:r>
                <a:rPr kumimoji="1" lang="en-US" altLang="zh-CN" sz="22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p</a:t>
              </a:r>
              <a:r>
                <a:rPr kumimoji="1" lang="en-US" altLang="zh-CN" sz="2200" b="1" i="0"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1</a:t>
              </a:r>
              <a:r>
                <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 </a:t>
              </a:r>
              <a:r>
                <a:rPr kumimoji="1" lang="en-US" altLang="zh-CN" sz="22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p</a:t>
              </a:r>
              <a:r>
                <a:rPr kumimoji="1" lang="en-US" altLang="zh-CN" sz="22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k</a:t>
              </a:r>
              <a:endParaRPr kumimoji="1" lang="en-US" altLang="zh-CN" sz="22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64533" name="Line 31"/>
            <p:cNvSpPr>
              <a:spLocks noChangeShapeType="1"/>
            </p:cNvSpPr>
            <p:nvPr/>
          </p:nvSpPr>
          <p:spPr bwMode="auto">
            <a:xfrm>
              <a:off x="4214810" y="3857628"/>
              <a:ext cx="0" cy="428628"/>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FF"/>
                </a:solidFill>
                <a:effectLst/>
                <a:uLnTx/>
                <a:uFillTx/>
                <a:latin typeface="Times New Roman" pitchFamily="18" charset="0"/>
                <a:ea typeface="宋体" pitchFamily="2" charset="-122"/>
                <a:cs typeface="+mn-cs"/>
              </a:endParaRPr>
            </a:p>
          </p:txBody>
        </p:sp>
      </p:grpSp>
      <p:cxnSp>
        <p:nvCxnSpPr>
          <p:cNvPr id="74" name="肘形连接符 107"/>
          <p:cNvCxnSpPr>
            <a:stCxn id="64550" idx="1"/>
          </p:cNvCxnSpPr>
          <p:nvPr/>
        </p:nvCxnSpPr>
        <p:spPr bwMode="auto">
          <a:xfrm rot="10800000" flipH="1" flipV="1">
            <a:off x="3000375" y="1389063"/>
            <a:ext cx="142875" cy="1147762"/>
          </a:xfrm>
          <a:prstGeom prst="bentConnector4">
            <a:avLst>
              <a:gd name="adj1" fmla="val -997525"/>
              <a:gd name="adj2" fmla="val 100962"/>
            </a:avLst>
          </a:prstGeom>
          <a:solidFill>
            <a:schemeClr val="accent1"/>
          </a:solidFill>
          <a:ln w="19050" cap="flat" cmpd="sng" algn="ctr">
            <a:solidFill>
              <a:schemeClr val="accent1">
                <a:lumMod val="40000"/>
                <a:lumOff val="60000"/>
              </a:schemeClr>
            </a:solidFill>
            <a:prstDash val="solid"/>
            <a:round/>
            <a:headEnd type="none" w="med" len="med"/>
            <a:tailEnd type="arrow"/>
          </a:ln>
          <a:effectLst/>
        </p:spPr>
      </p:cxn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up)">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wipe(up)">
                                      <p:cBhvr>
                                        <p:cTn id="17" dur="500"/>
                                        <p:tgtEl>
                                          <p:spTgt spid="30"/>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up)">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wipe(up)">
                                      <p:cBhvr>
                                        <p:cTn id="25" dur="500"/>
                                        <p:tgtEl>
                                          <p:spTgt spid="31"/>
                                        </p:tgtEl>
                                      </p:cBhvr>
                                    </p:animEffect>
                                  </p:childTnLst>
                                </p:cTn>
                              </p:par>
                            </p:childTnLst>
                          </p:cTn>
                        </p:par>
                        <p:par>
                          <p:cTn id="26" fill="hold">
                            <p:stCondLst>
                              <p:cond delay="500"/>
                            </p:stCondLst>
                            <p:childTnLst>
                              <p:par>
                                <p:cTn id="27" presetID="22" presetClass="entr" presetSubtype="1" fill="hold" grpId="0" nodeType="after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wipe(up)">
                                      <p:cBhvr>
                                        <p:cTn id="29" dur="500"/>
                                        <p:tgtEl>
                                          <p:spTgt spid="2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wipe(up)">
                                      <p:cBhvr>
                                        <p:cTn id="34" dur="500"/>
                                        <p:tgtEl>
                                          <p:spTgt spid="52"/>
                                        </p:tgtEl>
                                      </p:cBhvr>
                                    </p:animEffect>
                                  </p:childTnLst>
                                </p:cTn>
                              </p:par>
                            </p:childTnLst>
                          </p:cTn>
                        </p:par>
                        <p:par>
                          <p:cTn id="35" fill="hold">
                            <p:stCondLst>
                              <p:cond delay="500"/>
                            </p:stCondLst>
                            <p:childTnLst>
                              <p:par>
                                <p:cTn id="36" presetID="22" presetClass="entr" presetSubtype="1" fill="hold"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wipe(up)">
                                      <p:cBhvr>
                                        <p:cTn id="38" dur="500"/>
                                        <p:tgtEl>
                                          <p:spTgt spid="7"/>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4"/>
                                        </p:tgtEl>
                                        <p:attrNameLst>
                                          <p:attrName>style.visibility</p:attrName>
                                        </p:attrNameLst>
                                      </p:cBhvr>
                                      <p:to>
                                        <p:strVal val="visible"/>
                                      </p:to>
                                    </p:set>
                                    <p:animEffect transition="in" filter="wipe(up)">
                                      <p:cBhvr>
                                        <p:cTn id="48" dur="500"/>
                                        <p:tgtEl>
                                          <p:spTgt spid="4"/>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2" fill="hold" nodeType="click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right)">
                                      <p:cBhvr>
                                        <p:cTn id="53" dur="500"/>
                                        <p:tgtEl>
                                          <p:spTgt spid="1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nodeType="click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wipe(up)">
                                      <p:cBhvr>
                                        <p:cTn id="58" dur="500"/>
                                        <p:tgtEl>
                                          <p:spTgt spid="17"/>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74"/>
                                        </p:tgtEl>
                                        <p:attrNameLst>
                                          <p:attrName>style.visibility</p:attrName>
                                        </p:attrNameLst>
                                      </p:cBhvr>
                                      <p:to>
                                        <p:strVal val="visible"/>
                                      </p:to>
                                    </p:set>
                                    <p:animEffect transition="in" filter="wipe(up)">
                                      <p:cBhvr>
                                        <p:cTn id="63" dur="500"/>
                                        <p:tgtEl>
                                          <p:spTgt spid="74"/>
                                        </p:tgtEl>
                                      </p:cBhvr>
                                    </p:animEffect>
                                  </p:childTnLst>
                                </p:cTn>
                              </p:par>
                              <p:par>
                                <p:cTn id="64" presetID="22" presetClass="entr" presetSubtype="1" fill="hold" nodeType="withEffect">
                                  <p:stCondLst>
                                    <p:cond delay="0"/>
                                  </p:stCondLst>
                                  <p:childTnLst>
                                    <p:set>
                                      <p:cBhvr>
                                        <p:cTn id="65" dur="1" fill="hold">
                                          <p:stCondLst>
                                            <p:cond delay="0"/>
                                          </p:stCondLst>
                                        </p:cTn>
                                        <p:tgtEl>
                                          <p:spTgt spid="35"/>
                                        </p:tgtEl>
                                        <p:attrNameLst>
                                          <p:attrName>style.visibility</p:attrName>
                                        </p:attrNameLst>
                                      </p:cBhvr>
                                      <p:to>
                                        <p:strVal val="visible"/>
                                      </p:to>
                                    </p:set>
                                    <p:animEffect transition="in" filter="wipe(up)">
                                      <p:cBhvr>
                                        <p:cTn id="66" dur="500"/>
                                        <p:tgtEl>
                                          <p:spTgt spid="35"/>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1"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animEffect transition="in" filter="wipe(up)">
                                      <p:cBhvr>
                                        <p:cTn id="71" dur="500"/>
                                        <p:tgtEl>
                                          <p:spTgt spid="15"/>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1"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up)">
                                      <p:cBhvr>
                                        <p:cTn id="76" dur="500"/>
                                        <p:tgtEl>
                                          <p:spTgt spid="10"/>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1" fill="hold" nodeType="clickEffect">
                                  <p:stCondLst>
                                    <p:cond delay="0"/>
                                  </p:stCondLst>
                                  <p:childTnLst>
                                    <p:set>
                                      <p:cBhvr>
                                        <p:cTn id="80" dur="1" fill="hold">
                                          <p:stCondLst>
                                            <p:cond delay="0"/>
                                          </p:stCondLst>
                                        </p:cTn>
                                        <p:tgtEl>
                                          <p:spTgt spid="9"/>
                                        </p:tgtEl>
                                        <p:attrNameLst>
                                          <p:attrName>style.visibility</p:attrName>
                                        </p:attrNameLst>
                                      </p:cBhvr>
                                      <p:to>
                                        <p:strVal val="visible"/>
                                      </p:to>
                                    </p:set>
                                    <p:animEffect transition="in" filter="wipe(up)">
                                      <p:cBhvr>
                                        <p:cTn id="8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5" grpId="0" animBg="1"/>
      <p:bldP spid="30" grpId="0" animBg="1"/>
      <p:bldP spid="6"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bwMode="auto">
          <a:xfrm>
            <a:off x="0" y="0"/>
            <a:ext cx="9144000" cy="1214438"/>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28674" name="Object 5"/>
          <p:cNvGraphicFramePr>
            <a:graphicFrameLocks noChangeAspect="1"/>
          </p:cNvGraphicFramePr>
          <p:nvPr/>
        </p:nvGraphicFramePr>
        <p:xfrm>
          <a:off x="5715000" y="0"/>
          <a:ext cx="1922463" cy="1228725"/>
        </p:xfrm>
        <a:graphic>
          <a:graphicData uri="http://schemas.openxmlformats.org/presentationml/2006/ole">
            <mc:AlternateContent xmlns:mc="http://schemas.openxmlformats.org/markup-compatibility/2006">
              <mc:Choice xmlns:v="urn:schemas-microsoft-com:vml" Requires="v">
                <p:oleObj name="Equation" r:id="rId2" imgW="1155600" imgH="698400" progId="Equation.DSMT4">
                  <p:embed/>
                </p:oleObj>
              </mc:Choice>
              <mc:Fallback>
                <p:oleObj name="Equation" r:id="rId2" imgW="1155600" imgH="698400" progId="Equation.DSMT4">
                  <p:embed/>
                  <p:pic>
                    <p:nvPicPr>
                      <p:cNvPr id="28674"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5000" y="0"/>
                        <a:ext cx="1922463" cy="1228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687" name="Text Box 11"/>
          <p:cNvSpPr txBox="1">
            <a:spLocks noChangeArrowheads="1"/>
          </p:cNvSpPr>
          <p:nvPr/>
        </p:nvSpPr>
        <p:spPr bwMode="auto">
          <a:xfrm>
            <a:off x="0" y="0"/>
            <a:ext cx="5791200" cy="708025"/>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能否对角化？若能对角化，则求出可逆阵</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P，</a:t>
            </a: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使</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P </a:t>
            </a:r>
            <a:r>
              <a:rPr kumimoji="1" lang="en-US" altLang="zh-CN" sz="2000" b="1" i="0" u="none" strike="noStrike" kern="1200" cap="none" spc="0" normalizeH="0" baseline="30000" noProof="0">
                <a:ln>
                  <a:noFill/>
                </a:ln>
                <a:solidFill>
                  <a:srgbClr val="0000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AP</a:t>
            </a: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为对角阵。</a:t>
            </a:r>
            <a:r>
              <a:rPr kumimoji="1" lang="en-US" altLang="zh-CN"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 </a:t>
            </a:r>
            <a:endPar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sp>
        <p:nvSpPr>
          <p:cNvPr id="34844" name="Text Box 28"/>
          <p:cNvSpPr txBox="1">
            <a:spLocks noChangeArrowheads="1"/>
          </p:cNvSpPr>
          <p:nvPr/>
        </p:nvSpPr>
        <p:spPr bwMode="auto">
          <a:xfrm>
            <a:off x="0" y="1160463"/>
            <a:ext cx="442913" cy="400050"/>
          </a:xfrm>
          <a:prstGeom prst="rect">
            <a:avLst/>
          </a:prstGeom>
          <a:noFill/>
          <a:ln w="9525">
            <a:noFill/>
            <a:miter lim="800000"/>
            <a:headEnd/>
            <a:tailEnd/>
          </a:ln>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p>
        </p:txBody>
      </p:sp>
      <p:graphicFrame>
        <p:nvGraphicFramePr>
          <p:cNvPr id="34845" name="Object 2"/>
          <p:cNvGraphicFramePr>
            <a:graphicFrameLocks noChangeAspect="1"/>
          </p:cNvGraphicFramePr>
          <p:nvPr/>
        </p:nvGraphicFramePr>
        <p:xfrm>
          <a:off x="228600" y="1236663"/>
          <a:ext cx="3124200" cy="1120775"/>
        </p:xfrm>
        <a:graphic>
          <a:graphicData uri="http://schemas.openxmlformats.org/presentationml/2006/ole">
            <mc:AlternateContent xmlns:mc="http://schemas.openxmlformats.org/markup-compatibility/2006">
              <mc:Choice xmlns:v="urn:schemas-microsoft-com:vml" Requires="v">
                <p:oleObj name="Equation" r:id="rId4" imgW="4749480" imgH="1511280" progId="Equation.3">
                  <p:embed/>
                </p:oleObj>
              </mc:Choice>
              <mc:Fallback>
                <p:oleObj name="Equation" r:id="rId4" imgW="4749480" imgH="1511280" progId="Equation.3">
                  <p:embed/>
                  <p:pic>
                    <p:nvPicPr>
                      <p:cNvPr id="34845"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1236663"/>
                        <a:ext cx="3124200" cy="1120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46" name="Object 3"/>
          <p:cNvGraphicFramePr>
            <a:graphicFrameLocks noChangeAspect="1"/>
          </p:cNvGraphicFramePr>
          <p:nvPr/>
        </p:nvGraphicFramePr>
        <p:xfrm>
          <a:off x="3352800" y="1617663"/>
          <a:ext cx="2009775" cy="390525"/>
        </p:xfrm>
        <a:graphic>
          <a:graphicData uri="http://schemas.openxmlformats.org/presentationml/2006/ole">
            <mc:AlternateContent xmlns:mc="http://schemas.openxmlformats.org/markup-compatibility/2006">
              <mc:Choice xmlns:v="urn:schemas-microsoft-com:vml" Requires="v">
                <p:oleObj name="Equation" r:id="rId6" imgW="2628720" imgH="482400" progId="Equation.3">
                  <p:embed/>
                </p:oleObj>
              </mc:Choice>
              <mc:Fallback>
                <p:oleObj name="Equation" r:id="rId6" imgW="2628720" imgH="482400" progId="Equation.3">
                  <p:embed/>
                  <p:pic>
                    <p:nvPicPr>
                      <p:cNvPr id="34846" name="Object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52800" y="1617663"/>
                        <a:ext cx="2009775" cy="390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47" name="Object 4"/>
          <p:cNvGraphicFramePr>
            <a:graphicFrameLocks noChangeAspect="1"/>
          </p:cNvGraphicFramePr>
          <p:nvPr/>
        </p:nvGraphicFramePr>
        <p:xfrm>
          <a:off x="5410200" y="1617663"/>
          <a:ext cx="3581400" cy="381000"/>
        </p:xfrm>
        <a:graphic>
          <a:graphicData uri="http://schemas.openxmlformats.org/presentationml/2006/ole">
            <mc:AlternateContent xmlns:mc="http://schemas.openxmlformats.org/markup-compatibility/2006">
              <mc:Choice xmlns:v="urn:schemas-microsoft-com:vml" Requires="v">
                <p:oleObj name="Equation" r:id="rId8" imgW="2311200" imgH="241200" progId="Equation.DSMT4">
                  <p:embed/>
                </p:oleObj>
              </mc:Choice>
              <mc:Fallback>
                <p:oleObj name="Equation" r:id="rId8" imgW="2311200" imgH="241200" progId="Equation.DSMT4">
                  <p:embed/>
                  <p:pic>
                    <p:nvPicPr>
                      <p:cNvPr id="34847"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10200" y="1617663"/>
                        <a:ext cx="3581400" cy="381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6"/>
          <p:cNvGraphicFramePr>
            <a:graphicFrameLocks noChangeAspect="1"/>
          </p:cNvGraphicFramePr>
          <p:nvPr/>
        </p:nvGraphicFramePr>
        <p:xfrm>
          <a:off x="319088" y="2819400"/>
          <a:ext cx="4395787" cy="379413"/>
        </p:xfrm>
        <a:graphic>
          <a:graphicData uri="http://schemas.openxmlformats.org/presentationml/2006/ole">
            <mc:AlternateContent xmlns:mc="http://schemas.openxmlformats.org/markup-compatibility/2006">
              <mc:Choice xmlns:v="urn:schemas-microsoft-com:vml" Requires="v">
                <p:oleObj name="Equation" r:id="rId10" imgW="2946240" imgH="253800" progId="Equation.DSMT4">
                  <p:embed/>
                </p:oleObj>
              </mc:Choice>
              <mc:Fallback>
                <p:oleObj name="Equation" r:id="rId10" imgW="2946240" imgH="253800" progId="Equation.DSMT4">
                  <p:embed/>
                  <p:pic>
                    <p:nvPicPr>
                      <p:cNvPr id="12"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9088" y="2819400"/>
                        <a:ext cx="4395787" cy="3794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7"/>
          <p:cNvGraphicFramePr>
            <a:graphicFrameLocks noChangeAspect="1"/>
          </p:cNvGraphicFramePr>
          <p:nvPr/>
        </p:nvGraphicFramePr>
        <p:xfrm>
          <a:off x="4643438" y="2500313"/>
          <a:ext cx="1857375" cy="1219200"/>
        </p:xfrm>
        <a:graphic>
          <a:graphicData uri="http://schemas.openxmlformats.org/presentationml/2006/ole">
            <mc:AlternateContent xmlns:mc="http://schemas.openxmlformats.org/markup-compatibility/2006">
              <mc:Choice xmlns:v="urn:schemas-microsoft-com:vml" Requires="v">
                <p:oleObj name="Equation" r:id="rId12" imgW="2438280" imgH="1511280" progId="Equation.3">
                  <p:embed/>
                </p:oleObj>
              </mc:Choice>
              <mc:Fallback>
                <p:oleObj name="Equation" r:id="rId12" imgW="2438280" imgH="1511280" progId="Equation.3">
                  <p:embed/>
                  <p:pic>
                    <p:nvPicPr>
                      <p:cNvPr id="13"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43438" y="2500313"/>
                        <a:ext cx="1857375" cy="1219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Rectangle 8"/>
          <p:cNvSpPr>
            <a:spLocks noChangeArrowheads="1"/>
          </p:cNvSpPr>
          <p:nvPr/>
        </p:nvSpPr>
        <p:spPr bwMode="auto">
          <a:xfrm>
            <a:off x="6491288" y="2514600"/>
            <a:ext cx="2438400" cy="400050"/>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解之得基础解系</a:t>
            </a:r>
            <a:endParaRPr kumimoji="1" lang="zh-CN" altLang="en-US" sz="20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15" name="Object 8"/>
          <p:cNvGraphicFramePr>
            <a:graphicFrameLocks noChangeAspect="1"/>
          </p:cNvGraphicFramePr>
          <p:nvPr/>
        </p:nvGraphicFramePr>
        <p:xfrm>
          <a:off x="6715125" y="2928938"/>
          <a:ext cx="1000125" cy="1152525"/>
        </p:xfrm>
        <a:graphic>
          <a:graphicData uri="http://schemas.openxmlformats.org/presentationml/2006/ole">
            <mc:AlternateContent xmlns:mc="http://schemas.openxmlformats.org/markup-compatibility/2006">
              <mc:Choice xmlns:v="urn:schemas-microsoft-com:vml" Requires="v">
                <p:oleObj name="Equation" r:id="rId14" imgW="698400" imgH="698400" progId="Equation.DSMT4">
                  <p:embed/>
                </p:oleObj>
              </mc:Choice>
              <mc:Fallback>
                <p:oleObj name="Equation" r:id="rId14" imgW="698400" imgH="698400" progId="Equation.DSMT4">
                  <p:embed/>
                  <p:pic>
                    <p:nvPicPr>
                      <p:cNvPr id="15"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15125" y="2928938"/>
                        <a:ext cx="1000125" cy="1152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9"/>
          <p:cNvGraphicFramePr>
            <a:graphicFrameLocks noChangeAspect="1"/>
          </p:cNvGraphicFramePr>
          <p:nvPr/>
        </p:nvGraphicFramePr>
        <p:xfrm>
          <a:off x="7937500" y="2928938"/>
          <a:ext cx="892175" cy="1152525"/>
        </p:xfrm>
        <a:graphic>
          <a:graphicData uri="http://schemas.openxmlformats.org/presentationml/2006/ole">
            <mc:AlternateContent xmlns:mc="http://schemas.openxmlformats.org/markup-compatibility/2006">
              <mc:Choice xmlns:v="urn:schemas-microsoft-com:vml" Requires="v">
                <p:oleObj name="Equation" r:id="rId16" imgW="622080" imgH="698400" progId="Equation.DSMT4">
                  <p:embed/>
                </p:oleObj>
              </mc:Choice>
              <mc:Fallback>
                <p:oleObj name="Equation" r:id="rId16" imgW="622080" imgH="698400" progId="Equation.DSMT4">
                  <p:embed/>
                  <p:pic>
                    <p:nvPicPr>
                      <p:cNvPr id="16"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937500" y="2928938"/>
                        <a:ext cx="892175" cy="1152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54" name="Object 11"/>
          <p:cNvGraphicFramePr>
            <a:graphicFrameLocks noChangeAspect="1"/>
          </p:cNvGraphicFramePr>
          <p:nvPr/>
        </p:nvGraphicFramePr>
        <p:xfrm>
          <a:off x="252413" y="4267200"/>
          <a:ext cx="6681787" cy="1100138"/>
        </p:xfrm>
        <a:graphic>
          <a:graphicData uri="http://schemas.openxmlformats.org/presentationml/2006/ole">
            <mc:AlternateContent xmlns:mc="http://schemas.openxmlformats.org/markup-compatibility/2006">
              <mc:Choice xmlns:v="urn:schemas-microsoft-com:vml" Requires="v">
                <p:oleObj name="Equation" r:id="rId18" imgW="4178160" imgH="698400" progId="Equation.DSMT4">
                  <p:embed/>
                </p:oleObj>
              </mc:Choice>
              <mc:Fallback>
                <p:oleObj name="Equation" r:id="rId18" imgW="4178160" imgH="698400" progId="Equation.DSMT4">
                  <p:embed/>
                  <p:pic>
                    <p:nvPicPr>
                      <p:cNvPr id="34854" name="Object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52413" y="4267200"/>
                        <a:ext cx="6681787" cy="11001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55" name="Object 12"/>
          <p:cNvGraphicFramePr>
            <a:graphicFrameLocks noChangeAspect="1"/>
          </p:cNvGraphicFramePr>
          <p:nvPr/>
        </p:nvGraphicFramePr>
        <p:xfrm>
          <a:off x="0" y="5337175"/>
          <a:ext cx="3738563" cy="377825"/>
        </p:xfrm>
        <a:graphic>
          <a:graphicData uri="http://schemas.openxmlformats.org/presentationml/2006/ole">
            <mc:AlternateContent xmlns:mc="http://schemas.openxmlformats.org/markup-compatibility/2006">
              <mc:Choice xmlns:v="urn:schemas-microsoft-com:vml" Requires="v">
                <p:oleObj name="Equation" r:id="rId20" imgW="2374560" imgH="241200" progId="Equation.DSMT4">
                  <p:embed/>
                </p:oleObj>
              </mc:Choice>
              <mc:Fallback>
                <p:oleObj name="Equation" r:id="rId20" imgW="2374560" imgH="241200" progId="Equation.DSMT4">
                  <p:embed/>
                  <p:pic>
                    <p:nvPicPr>
                      <p:cNvPr id="34855" name="Object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0" y="5337175"/>
                        <a:ext cx="3738563" cy="377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56" name="Object 13"/>
          <p:cNvGraphicFramePr>
            <a:graphicFrameLocks noChangeAspect="1"/>
          </p:cNvGraphicFramePr>
          <p:nvPr/>
        </p:nvGraphicFramePr>
        <p:xfrm>
          <a:off x="1828800" y="5757863"/>
          <a:ext cx="2940050" cy="1100137"/>
        </p:xfrm>
        <a:graphic>
          <a:graphicData uri="http://schemas.openxmlformats.org/presentationml/2006/ole">
            <mc:AlternateContent xmlns:mc="http://schemas.openxmlformats.org/markup-compatibility/2006">
              <mc:Choice xmlns:v="urn:schemas-microsoft-com:vml" Requires="v">
                <p:oleObj name="Equation" r:id="rId22" imgW="2184120" imgH="698400" progId="Equation.DSMT4">
                  <p:embed/>
                </p:oleObj>
              </mc:Choice>
              <mc:Fallback>
                <p:oleObj name="Equation" r:id="rId22" imgW="2184120" imgH="698400" progId="Equation.DSMT4">
                  <p:embed/>
                  <p:pic>
                    <p:nvPicPr>
                      <p:cNvPr id="34856" name="Object 1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28800" y="5757863"/>
                        <a:ext cx="2940050" cy="1100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857" name="Object 14"/>
          <p:cNvGraphicFramePr>
            <a:graphicFrameLocks noChangeAspect="1"/>
          </p:cNvGraphicFramePr>
          <p:nvPr/>
        </p:nvGraphicFramePr>
        <p:xfrm>
          <a:off x="4953000" y="5757863"/>
          <a:ext cx="2349500" cy="1100137"/>
        </p:xfrm>
        <a:graphic>
          <a:graphicData uri="http://schemas.openxmlformats.org/presentationml/2006/ole">
            <mc:AlternateContent xmlns:mc="http://schemas.openxmlformats.org/markup-compatibility/2006">
              <mc:Choice xmlns:v="urn:schemas-microsoft-com:vml" Requires="v">
                <p:oleObj name="Equation" r:id="rId24" imgW="1625400" imgH="698400" progId="Equation.DSMT4">
                  <p:embed/>
                </p:oleObj>
              </mc:Choice>
              <mc:Fallback>
                <p:oleObj name="Equation" r:id="rId24" imgW="1625400" imgH="698400" progId="Equation.DSMT4">
                  <p:embed/>
                  <p:pic>
                    <p:nvPicPr>
                      <p:cNvPr id="34857" name="Object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4953000" y="5757863"/>
                        <a:ext cx="2349500" cy="1100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844"/>
                                        </p:tgtEl>
                                        <p:attrNameLst>
                                          <p:attrName>style.visibility</p:attrName>
                                        </p:attrNameLst>
                                      </p:cBhvr>
                                      <p:to>
                                        <p:strVal val="visible"/>
                                      </p:to>
                                    </p:set>
                                    <p:animEffect transition="in" filter="wipe(left)">
                                      <p:cBhvr>
                                        <p:cTn id="7" dur="500"/>
                                        <p:tgtEl>
                                          <p:spTgt spid="34844"/>
                                        </p:tgtEl>
                                      </p:cBhvr>
                                    </p:animEffect>
                                  </p:childTnLst>
                                </p:cTn>
                              </p:par>
                              <p:par>
                                <p:cTn id="8" presetID="22" presetClass="entr" presetSubtype="8" fill="hold" nodeType="withEffect">
                                  <p:stCondLst>
                                    <p:cond delay="0"/>
                                  </p:stCondLst>
                                  <p:childTnLst>
                                    <p:set>
                                      <p:cBhvr>
                                        <p:cTn id="9" dur="1" fill="hold">
                                          <p:stCondLst>
                                            <p:cond delay="0"/>
                                          </p:stCondLst>
                                        </p:cTn>
                                        <p:tgtEl>
                                          <p:spTgt spid="34845"/>
                                        </p:tgtEl>
                                        <p:attrNameLst>
                                          <p:attrName>style.visibility</p:attrName>
                                        </p:attrNameLst>
                                      </p:cBhvr>
                                      <p:to>
                                        <p:strVal val="visible"/>
                                      </p:to>
                                    </p:set>
                                    <p:animEffect transition="in" filter="wipe(left)">
                                      <p:cBhvr>
                                        <p:cTn id="10" dur="500"/>
                                        <p:tgtEl>
                                          <p:spTgt spid="3484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4846"/>
                                        </p:tgtEl>
                                        <p:attrNameLst>
                                          <p:attrName>style.visibility</p:attrName>
                                        </p:attrNameLst>
                                      </p:cBhvr>
                                      <p:to>
                                        <p:strVal val="visible"/>
                                      </p:to>
                                    </p:set>
                                    <p:animEffect transition="in" filter="wipe(left)">
                                      <p:cBhvr>
                                        <p:cTn id="15" dur="500"/>
                                        <p:tgtEl>
                                          <p:spTgt spid="3484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4847"/>
                                        </p:tgtEl>
                                        <p:attrNameLst>
                                          <p:attrName>style.visibility</p:attrName>
                                        </p:attrNameLst>
                                      </p:cBhvr>
                                      <p:to>
                                        <p:strVal val="visible"/>
                                      </p:to>
                                    </p:set>
                                    <p:animEffect transition="in" filter="wipe(left)">
                                      <p:cBhvr>
                                        <p:cTn id="20" dur="500"/>
                                        <p:tgtEl>
                                          <p:spTgt spid="3484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left)">
                                      <p:cBhvr>
                                        <p:cTn id="35" dur="500"/>
                                        <p:tgtEl>
                                          <p:spTgt spid="14"/>
                                        </p:tgtEl>
                                      </p:cBhvr>
                                    </p:animEffect>
                                  </p:childTnLst>
                                </p:cTn>
                              </p:par>
                              <p:par>
                                <p:cTn id="36" presetID="22" presetClass="entr" presetSubtype="1" fill="hold"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up)">
                                      <p:cBhvr>
                                        <p:cTn id="38" dur="500"/>
                                        <p:tgtEl>
                                          <p:spTgt spid="15"/>
                                        </p:tgtEl>
                                      </p:cBhvr>
                                    </p:animEffect>
                                  </p:childTnLst>
                                </p:cTn>
                              </p:par>
                              <p:par>
                                <p:cTn id="39" presetID="22" presetClass="entr" presetSubtype="1" fill="hold"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ipe(up)">
                                      <p:cBhvr>
                                        <p:cTn id="41" dur="5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34854"/>
                                        </p:tgtEl>
                                        <p:attrNameLst>
                                          <p:attrName>style.visibility</p:attrName>
                                        </p:attrNameLst>
                                      </p:cBhvr>
                                      <p:to>
                                        <p:strVal val="visible"/>
                                      </p:to>
                                    </p:set>
                                    <p:animEffect transition="in" filter="wipe(left)">
                                      <p:cBhvr>
                                        <p:cTn id="46" dur="500"/>
                                        <p:tgtEl>
                                          <p:spTgt spid="3485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34855"/>
                                        </p:tgtEl>
                                        <p:attrNameLst>
                                          <p:attrName>style.visibility</p:attrName>
                                        </p:attrNameLst>
                                      </p:cBhvr>
                                      <p:to>
                                        <p:strVal val="visible"/>
                                      </p:to>
                                    </p:set>
                                    <p:animEffect transition="in" filter="wipe(left)">
                                      <p:cBhvr>
                                        <p:cTn id="51" dur="500"/>
                                        <p:tgtEl>
                                          <p:spTgt spid="3485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34856"/>
                                        </p:tgtEl>
                                        <p:attrNameLst>
                                          <p:attrName>style.visibility</p:attrName>
                                        </p:attrNameLst>
                                      </p:cBhvr>
                                      <p:to>
                                        <p:strVal val="visible"/>
                                      </p:to>
                                    </p:set>
                                    <p:animEffect transition="in" filter="wipe(left)">
                                      <p:cBhvr>
                                        <p:cTn id="56" dur="500"/>
                                        <p:tgtEl>
                                          <p:spTgt spid="3485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34857"/>
                                        </p:tgtEl>
                                        <p:attrNameLst>
                                          <p:attrName>style.visibility</p:attrName>
                                        </p:attrNameLst>
                                      </p:cBhvr>
                                      <p:to>
                                        <p:strVal val="visible"/>
                                      </p:to>
                                    </p:set>
                                    <p:animEffect transition="in" filter="wipe(left)">
                                      <p:cBhvr>
                                        <p:cTn id="61" dur="500"/>
                                        <p:tgtEl>
                                          <p:spTgt spid="348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44" grpId="0" autoUpdateAnimBg="0"/>
      <p:bldP spid="14" grpId="0" autoUpdateAnimBg="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矩形 28"/>
          <p:cNvSpPr/>
          <p:nvPr/>
        </p:nvSpPr>
        <p:spPr bwMode="auto">
          <a:xfrm>
            <a:off x="0" y="0"/>
            <a:ext cx="9144000" cy="1214438"/>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30" name="Object 5"/>
          <p:cNvGraphicFramePr>
            <a:graphicFrameLocks noChangeAspect="1"/>
          </p:cNvGraphicFramePr>
          <p:nvPr/>
        </p:nvGraphicFramePr>
        <p:xfrm>
          <a:off x="6572264" y="0"/>
          <a:ext cx="1965325" cy="1228725"/>
        </p:xfrm>
        <a:graphic>
          <a:graphicData uri="http://schemas.openxmlformats.org/presentationml/2006/ole">
            <mc:AlternateContent xmlns:mc="http://schemas.openxmlformats.org/markup-compatibility/2006">
              <mc:Choice xmlns:v="urn:schemas-microsoft-com:vml" Requires="v">
                <p:oleObj name="Equation" r:id="rId3" imgW="1180800" imgH="698400" progId="Equation.DSMT4">
                  <p:embed/>
                </p:oleObj>
              </mc:Choice>
              <mc:Fallback>
                <p:oleObj name="Equation" r:id="rId3" imgW="1180800" imgH="698400" progId="Equation.DSMT4">
                  <p:embed/>
                  <p:pic>
                    <p:nvPicPr>
                      <p:cNvPr id="3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72264" y="0"/>
                        <a:ext cx="1965325" cy="1228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Rectangle 7"/>
          <p:cNvSpPr>
            <a:spLocks noChangeArrowheads="1"/>
          </p:cNvSpPr>
          <p:nvPr/>
        </p:nvSpPr>
        <p:spPr bwMode="auto">
          <a:xfrm>
            <a:off x="0" y="0"/>
            <a:ext cx="6317755" cy="830997"/>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若</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可对角化，且</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是矩阵</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重特征值</a:t>
            </a:r>
            <a:endPar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 </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 y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及与</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相似的对角矩阵</a:t>
            </a:r>
            <a:r>
              <a:rPr kumimoji="1" lang="el-GR"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Λ</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p>
        </p:txBody>
      </p:sp>
      <p:sp>
        <p:nvSpPr>
          <p:cNvPr id="17" name="TextBox 16"/>
          <p:cNvSpPr txBox="1">
            <a:spLocks noChangeArrowheads="1"/>
          </p:cNvSpPr>
          <p:nvPr/>
        </p:nvSpPr>
        <p:spPr bwMode="auto">
          <a:xfrm>
            <a:off x="0" y="1214422"/>
            <a:ext cx="2057400" cy="461665"/>
          </a:xfrm>
          <a:prstGeom prst="rect">
            <a:avLst/>
          </a:prstGeom>
          <a:noFill/>
          <a:ln w="25400">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sp>
        <p:nvSpPr>
          <p:cNvPr id="18" name="矩形 17"/>
          <p:cNvSpPr>
            <a:spLocks noChangeArrowheads="1"/>
          </p:cNvSpPr>
          <p:nvPr/>
        </p:nvSpPr>
        <p:spPr bwMode="auto">
          <a:xfrm>
            <a:off x="571472" y="1214422"/>
            <a:ext cx="3158237"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相似于对角矩阵</a:t>
            </a:r>
          </a:p>
        </p:txBody>
      </p:sp>
      <p:sp>
        <p:nvSpPr>
          <p:cNvPr id="19" name="矩形 18"/>
          <p:cNvSpPr>
            <a:spLocks noChangeArrowheads="1"/>
          </p:cNvSpPr>
          <p:nvPr/>
        </p:nvSpPr>
        <p:spPr bwMode="auto">
          <a:xfrm>
            <a:off x="714348" y="1714488"/>
            <a:ext cx="2828018"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又</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是二重特征值</a:t>
            </a:r>
          </a:p>
        </p:txBody>
      </p:sp>
      <p:sp>
        <p:nvSpPr>
          <p:cNvPr id="21" name="TextBox 20"/>
          <p:cNvSpPr txBox="1">
            <a:spLocks noChangeArrowheads="1"/>
          </p:cNvSpPr>
          <p:nvPr/>
        </p:nvSpPr>
        <p:spPr bwMode="auto">
          <a:xfrm>
            <a:off x="1000100" y="2181517"/>
            <a:ext cx="4143404" cy="461665"/>
          </a:xfrm>
          <a:prstGeom prst="rect">
            <a:avLst/>
          </a:prstGeom>
          <a:noFill/>
          <a:ln w="25400">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∴R(A-2E)=n-k=3-2=1</a:t>
            </a: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31" name="Object 5"/>
          <p:cNvGraphicFramePr>
            <a:graphicFrameLocks noChangeAspect="1"/>
          </p:cNvGraphicFramePr>
          <p:nvPr/>
        </p:nvGraphicFramePr>
        <p:xfrm>
          <a:off x="1071538" y="2643182"/>
          <a:ext cx="5715040" cy="1357322"/>
        </p:xfrm>
        <a:graphic>
          <a:graphicData uri="http://schemas.openxmlformats.org/presentationml/2006/ole">
            <mc:AlternateContent xmlns:mc="http://schemas.openxmlformats.org/markup-compatibility/2006">
              <mc:Choice xmlns:v="urn:schemas-microsoft-com:vml" Requires="v">
                <p:oleObj name="Equation" r:id="rId5" imgW="3377880" imgH="698400" progId="Equation.DSMT4">
                  <p:embed/>
                </p:oleObj>
              </mc:Choice>
              <mc:Fallback>
                <p:oleObj name="Equation" r:id="rId5" imgW="3377880" imgH="698400" progId="Equation.DSMT4">
                  <p:embed/>
                  <p:pic>
                    <p:nvPicPr>
                      <p:cNvPr id="31"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1538" y="2643182"/>
                        <a:ext cx="5715040" cy="13573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2" name="Object 5"/>
          <p:cNvGraphicFramePr>
            <a:graphicFrameLocks noChangeAspect="1"/>
          </p:cNvGraphicFramePr>
          <p:nvPr/>
        </p:nvGraphicFramePr>
        <p:xfrm>
          <a:off x="1135063" y="4143375"/>
          <a:ext cx="1495425" cy="428625"/>
        </p:xfrm>
        <a:graphic>
          <a:graphicData uri="http://schemas.openxmlformats.org/presentationml/2006/ole">
            <mc:AlternateContent xmlns:mc="http://schemas.openxmlformats.org/markup-compatibility/2006">
              <mc:Choice xmlns:v="urn:schemas-microsoft-com:vml" Requires="v">
                <p:oleObj name="Equation" r:id="rId7" imgW="749160" imgH="203040" progId="Equation.DSMT4">
                  <p:embed/>
                </p:oleObj>
              </mc:Choice>
              <mc:Fallback>
                <p:oleObj name="Equation" r:id="rId7" imgW="749160" imgH="203040" progId="Equation.DSMT4">
                  <p:embed/>
                  <p:pic>
                    <p:nvPicPr>
                      <p:cNvPr id="32"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35063" y="4143375"/>
                        <a:ext cx="1495425"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3" name="矩形 32"/>
          <p:cNvSpPr>
            <a:spLocks noChangeArrowheads="1"/>
          </p:cNvSpPr>
          <p:nvPr/>
        </p:nvSpPr>
        <p:spPr bwMode="auto">
          <a:xfrm>
            <a:off x="500034" y="4643446"/>
            <a:ext cx="7173759"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由特征值之和为对角元之和</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可知</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2+2+λ=1+4+5</a:t>
            </a: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4" name="矩形 33"/>
          <p:cNvSpPr>
            <a:spLocks noChangeArrowheads="1"/>
          </p:cNvSpPr>
          <p:nvPr/>
        </p:nvSpPr>
        <p:spPr bwMode="auto">
          <a:xfrm>
            <a:off x="7715272" y="4643446"/>
            <a:ext cx="1064715"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00"/>
                </a:solidFill>
                <a:effectLst/>
                <a:uLnTx/>
                <a:uFillTx/>
                <a:latin typeface="Gulim"/>
                <a:ea typeface="Gulim"/>
                <a:cs typeface="+mn-cs"/>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λ=6</a:t>
            </a: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35" name="Object 5"/>
          <p:cNvGraphicFramePr>
            <a:graphicFrameLocks noChangeAspect="1"/>
          </p:cNvGraphicFramePr>
          <p:nvPr/>
        </p:nvGraphicFramePr>
        <p:xfrm>
          <a:off x="1142976" y="5214950"/>
          <a:ext cx="2303467" cy="1357312"/>
        </p:xfrm>
        <a:graphic>
          <a:graphicData uri="http://schemas.openxmlformats.org/presentationml/2006/ole">
            <mc:AlternateContent xmlns:mc="http://schemas.openxmlformats.org/markup-compatibility/2006">
              <mc:Choice xmlns:v="urn:schemas-microsoft-com:vml" Requires="v">
                <p:oleObj name="Equation" r:id="rId9" imgW="1117440" imgH="698400" progId="Equation.DSMT4">
                  <p:embed/>
                </p:oleObj>
              </mc:Choice>
              <mc:Fallback>
                <p:oleObj name="Equation" r:id="rId9" imgW="1117440" imgH="698400" progId="Equation.DSMT4">
                  <p:embed/>
                  <p:pic>
                    <p:nvPicPr>
                      <p:cNvPr id="35"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42976" y="5214950"/>
                        <a:ext cx="2303467" cy="1357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AutoShape 5"/>
          <p:cNvSpPr>
            <a:spLocks noChangeArrowheads="1"/>
          </p:cNvSpPr>
          <p:nvPr/>
        </p:nvSpPr>
        <p:spPr bwMode="auto">
          <a:xfrm>
            <a:off x="0" y="2357406"/>
            <a:ext cx="9144000" cy="4500594"/>
          </a:xfrm>
          <a:prstGeom prst="roundRect">
            <a:avLst>
              <a:gd name="adj" fmla="val 4646"/>
            </a:avLst>
          </a:prstGeom>
          <a:solidFill>
            <a:srgbClr val="FFFFCC"/>
          </a:solidFill>
          <a:ln w="28575">
            <a:solidFill>
              <a:srgbClr val="FF3300"/>
            </a:solidFill>
            <a:round/>
            <a:headEnd/>
            <a:tailEnd/>
          </a:ln>
          <a:effectLst/>
        </p:spPr>
        <p:txBody>
          <a:bodyPr>
            <a:scene3d>
              <a:camera prst="orthographicFront"/>
              <a:lightRig rig="threePt" dir="t"/>
            </a:scene3d>
            <a:sp3d z="38100"/>
          </a:bodyPr>
          <a:lstStyle/>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66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可对角化的矩阵</a:t>
            </a:r>
            <a:r>
              <a:rPr kumimoji="0" lang="en-US" altLang="zh-CN" sz="2000" b="1" i="0" u="none" strike="noStrike" kern="0" cap="none" spc="0" normalizeH="0" baseline="0" noProof="0" dirty="0">
                <a:ln>
                  <a:noFill/>
                </a:ln>
                <a:solidFill>
                  <a:srgbClr val="0066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  </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的特征值</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的重数与</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E </a:t>
            </a: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及</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R</a:t>
            </a: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设</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的特征值</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为</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重根，则</a:t>
            </a: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=n-</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非零特征值的个数 </a:t>
            </a: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解释：</a:t>
            </a: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当</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en-US" altLang="zh-CN" sz="2000" b="1" i="1"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=0</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时，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l-GR" altLang="zh-CN" sz="2000" b="1" i="1"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=n-</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，其中</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为</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0</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的重数，</a:t>
            </a: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∵总的特征值个数为</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n   </a:t>
            </a: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∴n-</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 </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非零特征值的个数</a:t>
            </a: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none" strike="noStrike" kern="0" cap="none" spc="0" normalizeH="0" baseline="0" noProof="0" dirty="0">
                <a:ln>
                  <a:noFill/>
                </a:ln>
                <a:solidFill>
                  <a:srgbClr val="0066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可对角化的矩阵</a:t>
            </a:r>
            <a:r>
              <a:rPr kumimoji="0" lang="en-US" altLang="zh-CN" sz="2000" b="1" i="0" u="none" strike="noStrike" kern="0" cap="none" spc="0" normalizeH="0" baseline="0" noProof="0" dirty="0">
                <a:ln>
                  <a:noFill/>
                </a:ln>
                <a:solidFill>
                  <a:srgbClr val="006600"/>
                </a:solidFill>
                <a:effectLst>
                  <a:outerShdw blurRad="38100" dist="38100" dir="2700000" algn="tl">
                    <a:srgbClr val="000000">
                      <a:alpha val="43137"/>
                    </a:srgbClr>
                  </a:outerShdw>
                </a:effectLst>
                <a:uLnTx/>
                <a:uFillTx/>
                <a:latin typeface="微软雅黑" pitchFamily="34" charset="-122"/>
                <a:ea typeface="微软雅黑" pitchFamily="34" charset="-122"/>
                <a:cs typeface="楷体_GB2312"/>
              </a:rPr>
              <a:t>A  </a:t>
            </a:r>
            <a:r>
              <a:rPr kumimoji="0" lang="zh-CN" altLang="en-US" sz="2000" b="1" i="0" u="none" strike="noStrike" kern="0" cap="none" spc="0" normalizeH="0" baseline="0" noProof="0" dirty="0">
                <a:ln>
                  <a:noFill/>
                </a:ln>
                <a:solidFill>
                  <a:srgbClr val="000099">
                    <a:lumMod val="60000"/>
                    <a:lumOff val="40000"/>
                  </a:srgbClr>
                </a:solidFill>
                <a:effectLst/>
                <a:uLnTx/>
                <a:uFillTx/>
                <a:latin typeface="微软雅黑" pitchFamily="34" charset="-122"/>
                <a:ea typeface="微软雅黑" pitchFamily="34" charset="-122"/>
                <a:cs typeface="楷体_GB2312"/>
              </a:rPr>
              <a:t>有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非零特征值的个数 </a:t>
            </a:r>
          </a:p>
          <a:p>
            <a:pPr marL="342900" marR="0" lvl="0" indent="-342900" algn="l" defTabSz="914400" rtl="0" eaLnBrk="0" fontAlgn="auto" latinLnBrk="0" hangingPunct="0">
              <a:lnSpc>
                <a:spcPct val="110000"/>
              </a:lnSpc>
              <a:spcBef>
                <a:spcPct val="20000"/>
              </a:spcBef>
              <a:spcAft>
                <a:spcPts val="0"/>
              </a:spcAft>
              <a:buClr>
                <a:srgbClr val="0000FF"/>
              </a:buClr>
              <a:buSzPct val="75000"/>
              <a:buFontTx/>
              <a:buNone/>
              <a:tabLst/>
              <a:defRPr/>
            </a:pPr>
            <a:endParaRPr kumimoji="0" lang="el-GR"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Tx/>
              <a:buNone/>
              <a:tabLst/>
              <a:defRPr/>
            </a:pPr>
            <a:endPar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auto" latinLnBrk="0" hangingPunct="0">
              <a:lnSpc>
                <a:spcPct val="110000"/>
              </a:lnSpc>
              <a:spcBef>
                <a:spcPct val="20000"/>
              </a:spcBef>
              <a:spcAft>
                <a:spcPts val="0"/>
              </a:spcAft>
              <a:buClr>
                <a:srgbClr val="0000FF"/>
              </a:buClr>
              <a:buSzPct val="75000"/>
              <a:buFont typeface="Wingdings" pitchFamily="2" charset="2"/>
              <a:buNone/>
              <a:tabLst/>
              <a:defRPr/>
            </a:pPr>
            <a:endParaRPr kumimoji="0" lang="en-US" altLang="zh-CN" sz="2000" b="1" i="0" u="none" strike="noStrike" kern="0" cap="none" spc="0" normalizeH="0" baseline="0" noProof="0" dirty="0">
              <a:ln>
                <a:noFill/>
              </a:ln>
              <a:solidFill>
                <a:srgbClr val="000000"/>
              </a:solidFill>
              <a:effectLst/>
              <a:uLnTx/>
              <a:uFillTx/>
              <a:latin typeface="Times New Roman" pitchFamily="18" charset="0"/>
              <a:ea typeface="楷体_GB2312"/>
              <a:cs typeface="楷体_GB2312"/>
            </a:endParaRPr>
          </a:p>
        </p:txBody>
      </p:sp>
      <p:graphicFrame>
        <p:nvGraphicFramePr>
          <p:cNvPr id="20" name="Object 5"/>
          <p:cNvGraphicFramePr>
            <a:graphicFrameLocks noChangeAspect="1"/>
          </p:cNvGraphicFramePr>
          <p:nvPr/>
        </p:nvGraphicFramePr>
        <p:xfrm>
          <a:off x="6143636" y="3214686"/>
          <a:ext cx="2003425" cy="379413"/>
        </p:xfrm>
        <a:graphic>
          <a:graphicData uri="http://schemas.openxmlformats.org/presentationml/2006/ole">
            <mc:AlternateContent xmlns:mc="http://schemas.openxmlformats.org/markup-compatibility/2006">
              <mc:Choice xmlns:v="urn:schemas-microsoft-com:vml" Requires="v">
                <p:oleObj name="Equation" r:id="rId11" imgW="1206360" imgH="215640" progId="Equation.DSMT4">
                  <p:embed/>
                </p:oleObj>
              </mc:Choice>
              <mc:Fallback>
                <p:oleObj name="Equation" r:id="rId11" imgW="1206360" imgH="215640" progId="Equation.DSMT4">
                  <p:embed/>
                  <p:pic>
                    <p:nvPicPr>
                      <p:cNvPr id="20" name="Object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43636" y="3214686"/>
                        <a:ext cx="2003425" cy="3794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5"/>
          <p:cNvGraphicFramePr>
            <a:graphicFrameLocks noChangeAspect="1"/>
          </p:cNvGraphicFramePr>
          <p:nvPr/>
        </p:nvGraphicFramePr>
        <p:xfrm>
          <a:off x="2519372" y="3214666"/>
          <a:ext cx="3338512" cy="1230313"/>
        </p:xfrm>
        <a:graphic>
          <a:graphicData uri="http://schemas.openxmlformats.org/presentationml/2006/ole">
            <mc:AlternateContent xmlns:mc="http://schemas.openxmlformats.org/markup-compatibility/2006">
              <mc:Choice xmlns:v="urn:schemas-microsoft-com:vml" Requires="v">
                <p:oleObj name="Equation" r:id="rId13" imgW="2006280" imgH="698400" progId="Equation.DSMT4">
                  <p:embed/>
                </p:oleObj>
              </mc:Choice>
              <mc:Fallback>
                <p:oleObj name="Equation" r:id="rId13" imgW="2006280" imgH="698400" progId="Equation.DSMT4">
                  <p:embed/>
                  <p:pic>
                    <p:nvPicPr>
                      <p:cNvPr id="22" name="Object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19372" y="3214666"/>
                        <a:ext cx="3338512" cy="1230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5"/>
          <p:cNvGraphicFramePr>
            <a:graphicFrameLocks noChangeAspect="1"/>
          </p:cNvGraphicFramePr>
          <p:nvPr/>
        </p:nvGraphicFramePr>
        <p:xfrm>
          <a:off x="6143636" y="3621091"/>
          <a:ext cx="1878013" cy="401637"/>
        </p:xfrm>
        <a:graphic>
          <a:graphicData uri="http://schemas.openxmlformats.org/presentationml/2006/ole">
            <mc:AlternateContent xmlns:mc="http://schemas.openxmlformats.org/markup-compatibility/2006">
              <mc:Choice xmlns:v="urn:schemas-microsoft-com:vml" Requires="v">
                <p:oleObj name="Equation" r:id="rId15" imgW="1130040" imgH="228600" progId="Equation.DSMT4">
                  <p:embed/>
                </p:oleObj>
              </mc:Choice>
              <mc:Fallback>
                <p:oleObj name="Equation" r:id="rId15" imgW="1130040" imgH="228600" progId="Equation.DSMT4">
                  <p:embed/>
                  <p:pic>
                    <p:nvPicPr>
                      <p:cNvPr id="23" name="Object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143636" y="3621091"/>
                        <a:ext cx="1878013" cy="401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5"/>
          <p:cNvGraphicFramePr>
            <a:graphicFrameLocks noChangeAspect="1"/>
          </p:cNvGraphicFramePr>
          <p:nvPr/>
        </p:nvGraphicFramePr>
        <p:xfrm>
          <a:off x="6143636" y="4000504"/>
          <a:ext cx="1878013" cy="379412"/>
        </p:xfrm>
        <a:graphic>
          <a:graphicData uri="http://schemas.openxmlformats.org/presentationml/2006/ole">
            <mc:AlternateContent xmlns:mc="http://schemas.openxmlformats.org/markup-compatibility/2006">
              <mc:Choice xmlns:v="urn:schemas-microsoft-com:vml" Requires="v">
                <p:oleObj name="Equation" r:id="rId17" imgW="1130040" imgH="215640" progId="Equation.DSMT4">
                  <p:embed/>
                </p:oleObj>
              </mc:Choice>
              <mc:Fallback>
                <p:oleObj name="Equation" r:id="rId17" imgW="1130040" imgH="215640" progId="Equation.DSMT4">
                  <p:embed/>
                  <p:pic>
                    <p:nvPicPr>
                      <p:cNvPr id="24" name="Object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143636" y="4000504"/>
                        <a:ext cx="1878013" cy="379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wipe(left)">
                                      <p:cBhvr>
                                        <p:cTn id="10" dur="5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ipe(left)">
                                      <p:cBhvr>
                                        <p:cTn id="15" dur="500"/>
                                        <p:tgtEl>
                                          <p:spTgt spid="1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wipe(left)">
                                      <p:cBhvr>
                                        <p:cTn id="25" dur="500"/>
                                        <p:tgtEl>
                                          <p:spTgt spid="31"/>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wipe(left)">
                                      <p:cBhvr>
                                        <p:cTn id="30" dur="500"/>
                                        <p:tgtEl>
                                          <p:spTgt spid="3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wipe(left)">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wipe(left)">
                                      <p:cBhvr>
                                        <p:cTn id="40" dur="500"/>
                                        <p:tgtEl>
                                          <p:spTgt spid="34"/>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wipe(left)">
                                      <p:cBhvr>
                                        <p:cTn id="45" dur="500"/>
                                        <p:tgtEl>
                                          <p:spTgt spid="35"/>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16">
                                            <p:bg/>
                                          </p:spTgt>
                                        </p:tgtEl>
                                        <p:attrNameLst>
                                          <p:attrName>style.visibility</p:attrName>
                                        </p:attrNameLst>
                                      </p:cBhvr>
                                      <p:to>
                                        <p:strVal val="visible"/>
                                      </p:to>
                                    </p:set>
                                    <p:animEffect transition="in" filter="wipe(left)">
                                      <p:cBhvr>
                                        <p:cTn id="50" dur="500"/>
                                        <p:tgtEl>
                                          <p:spTgt spid="16">
                                            <p:bg/>
                                          </p:spTgt>
                                        </p:tgtEl>
                                      </p:cBhvr>
                                    </p:animEffect>
                                  </p:childTnLst>
                                </p:cTn>
                              </p:par>
                              <p:par>
                                <p:cTn id="51" presetID="22" presetClass="entr" presetSubtype="8" fill="hold" nodeType="withEffect">
                                  <p:stCondLst>
                                    <p:cond delay="0"/>
                                  </p:stCondLst>
                                  <p:iterate type="lt">
                                    <p:tmPct val="0"/>
                                  </p:iterate>
                                  <p:childTnLst>
                                    <p:set>
                                      <p:cBhvr>
                                        <p:cTn id="52" dur="1" fill="hold">
                                          <p:stCondLst>
                                            <p:cond delay="0"/>
                                          </p:stCondLst>
                                        </p:cTn>
                                        <p:tgtEl>
                                          <p:spTgt spid="16">
                                            <p:txEl>
                                              <p:pRg st="0" end="0"/>
                                            </p:txEl>
                                          </p:spTgt>
                                        </p:tgtEl>
                                        <p:attrNameLst>
                                          <p:attrName>style.visibility</p:attrName>
                                        </p:attrNameLst>
                                      </p:cBhvr>
                                      <p:to>
                                        <p:strVal val="visible"/>
                                      </p:to>
                                    </p:set>
                                    <p:animEffect transition="in" filter="wipe(left)">
                                      <p:cBhvr>
                                        <p:cTn id="53" dur="500"/>
                                        <p:tgtEl>
                                          <p:spTgt spid="16">
                                            <p:txEl>
                                              <p:pRg st="0" end="0"/>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6">
                                            <p:txEl>
                                              <p:pRg st="1" end="1"/>
                                            </p:txEl>
                                          </p:spTgt>
                                        </p:tgtEl>
                                        <p:attrNameLst>
                                          <p:attrName>style.visibility</p:attrName>
                                        </p:attrNameLst>
                                      </p:cBhvr>
                                      <p:to>
                                        <p:strVal val="visible"/>
                                      </p:to>
                                    </p:set>
                                    <p:animEffect transition="in" filter="wipe(left)">
                                      <p:cBhvr>
                                        <p:cTn id="58" dur="500"/>
                                        <p:tgtEl>
                                          <p:spTgt spid="16">
                                            <p:txEl>
                                              <p:pRg st="1" end="1"/>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6">
                                            <p:txEl>
                                              <p:pRg st="3" end="3"/>
                                            </p:txEl>
                                          </p:spTgt>
                                        </p:tgtEl>
                                        <p:attrNameLst>
                                          <p:attrName>style.visibility</p:attrName>
                                        </p:attrNameLst>
                                      </p:cBhvr>
                                      <p:to>
                                        <p:strVal val="visible"/>
                                      </p:to>
                                    </p:set>
                                    <p:animEffect transition="in" filter="wipe(left)">
                                      <p:cBhvr>
                                        <p:cTn id="63" dur="500"/>
                                        <p:tgtEl>
                                          <p:spTgt spid="16">
                                            <p:txEl>
                                              <p:pRg st="3" end="3"/>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16">
                                            <p:txEl>
                                              <p:pRg st="5" end="5"/>
                                            </p:txEl>
                                          </p:spTgt>
                                        </p:tgtEl>
                                        <p:attrNameLst>
                                          <p:attrName>style.visibility</p:attrName>
                                        </p:attrNameLst>
                                      </p:cBhvr>
                                      <p:to>
                                        <p:strVal val="visible"/>
                                      </p:to>
                                    </p:set>
                                    <p:animEffect transition="in" filter="wipe(left)">
                                      <p:cBhvr>
                                        <p:cTn id="68" dur="500"/>
                                        <p:tgtEl>
                                          <p:spTgt spid="16">
                                            <p:txEl>
                                              <p:pRg st="5" end="5"/>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16">
                                            <p:txEl>
                                              <p:pRg st="6" end="6"/>
                                            </p:txEl>
                                          </p:spTgt>
                                        </p:tgtEl>
                                        <p:attrNameLst>
                                          <p:attrName>style.visibility</p:attrName>
                                        </p:attrNameLst>
                                      </p:cBhvr>
                                      <p:to>
                                        <p:strVal val="visible"/>
                                      </p:to>
                                    </p:set>
                                    <p:animEffect transition="in" filter="wipe(left)">
                                      <p:cBhvr>
                                        <p:cTn id="73" dur="500"/>
                                        <p:tgtEl>
                                          <p:spTgt spid="16">
                                            <p:txEl>
                                              <p:pRg st="6" end="6"/>
                                            </p:txEl>
                                          </p:spTgt>
                                        </p:tgtEl>
                                      </p:cBhvr>
                                    </p:animEffect>
                                  </p:childTnLst>
                                </p:cTn>
                              </p:par>
                              <p:par>
                                <p:cTn id="74" presetID="22" presetClass="entr" presetSubtype="8" fill="hold" nodeType="withEffect">
                                  <p:stCondLst>
                                    <p:cond delay="0"/>
                                  </p:stCondLst>
                                  <p:childTnLst>
                                    <p:set>
                                      <p:cBhvr>
                                        <p:cTn id="75" dur="1" fill="hold">
                                          <p:stCondLst>
                                            <p:cond delay="0"/>
                                          </p:stCondLst>
                                        </p:cTn>
                                        <p:tgtEl>
                                          <p:spTgt spid="16">
                                            <p:txEl>
                                              <p:pRg st="7" end="7"/>
                                            </p:txEl>
                                          </p:spTgt>
                                        </p:tgtEl>
                                        <p:attrNameLst>
                                          <p:attrName>style.visibility</p:attrName>
                                        </p:attrNameLst>
                                      </p:cBhvr>
                                      <p:to>
                                        <p:strVal val="visible"/>
                                      </p:to>
                                    </p:set>
                                    <p:animEffect transition="in" filter="wipe(left)">
                                      <p:cBhvr>
                                        <p:cTn id="76" dur="500"/>
                                        <p:tgtEl>
                                          <p:spTgt spid="16">
                                            <p:txEl>
                                              <p:pRg st="7" end="7"/>
                                            </p:txEl>
                                          </p:spTgt>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nodeType="clickEffect">
                                  <p:stCondLst>
                                    <p:cond delay="0"/>
                                  </p:stCondLst>
                                  <p:childTnLst>
                                    <p:set>
                                      <p:cBhvr>
                                        <p:cTn id="80" dur="1" fill="hold">
                                          <p:stCondLst>
                                            <p:cond delay="0"/>
                                          </p:stCondLst>
                                        </p:cTn>
                                        <p:tgtEl>
                                          <p:spTgt spid="16">
                                            <p:txEl>
                                              <p:pRg st="8" end="8"/>
                                            </p:txEl>
                                          </p:spTgt>
                                        </p:tgtEl>
                                        <p:attrNameLst>
                                          <p:attrName>style.visibility</p:attrName>
                                        </p:attrNameLst>
                                      </p:cBhvr>
                                      <p:to>
                                        <p:strVal val="visible"/>
                                      </p:to>
                                    </p:set>
                                    <p:animEffect transition="in" filter="wipe(left)">
                                      <p:cBhvr>
                                        <p:cTn id="81" dur="500"/>
                                        <p:tgtEl>
                                          <p:spTgt spid="16">
                                            <p:txEl>
                                              <p:pRg st="8" end="8"/>
                                            </p:txEl>
                                          </p:spTgt>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16">
                                            <p:txEl>
                                              <p:pRg st="9" end="9"/>
                                            </p:txEl>
                                          </p:spTgt>
                                        </p:tgtEl>
                                        <p:attrNameLst>
                                          <p:attrName>style.visibility</p:attrName>
                                        </p:attrNameLst>
                                      </p:cBhvr>
                                      <p:to>
                                        <p:strVal val="visible"/>
                                      </p:to>
                                    </p:set>
                                    <p:animEffect transition="in" filter="wipe(left)">
                                      <p:cBhvr>
                                        <p:cTn id="86" dur="500"/>
                                        <p:tgtEl>
                                          <p:spTgt spid="16">
                                            <p:txEl>
                                              <p:pRg st="9" end="9"/>
                                            </p:txEl>
                                          </p:spTgt>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16">
                                            <p:txEl>
                                              <p:pRg st="10" end="10"/>
                                            </p:txEl>
                                          </p:spTgt>
                                        </p:tgtEl>
                                        <p:attrNameLst>
                                          <p:attrName>style.visibility</p:attrName>
                                        </p:attrNameLst>
                                      </p:cBhvr>
                                      <p:to>
                                        <p:strVal val="visible"/>
                                      </p:to>
                                    </p:set>
                                    <p:animEffect transition="in" filter="wipe(left)">
                                      <p:cBhvr>
                                        <p:cTn id="91" dur="500"/>
                                        <p:tgtEl>
                                          <p:spTgt spid="16">
                                            <p:txEl>
                                              <p:pRg st="10" end="10"/>
                                            </p:txEl>
                                          </p:spTgt>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22"/>
                                        </p:tgtEl>
                                        <p:attrNameLst>
                                          <p:attrName>style.visibility</p:attrName>
                                        </p:attrNameLst>
                                      </p:cBhvr>
                                      <p:to>
                                        <p:strVal val="visible"/>
                                      </p:to>
                                    </p:set>
                                    <p:animEffect transition="in" filter="wipe(left)">
                                      <p:cBhvr>
                                        <p:cTn id="96" dur="500"/>
                                        <p:tgtEl>
                                          <p:spTgt spid="2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20"/>
                                        </p:tgtEl>
                                        <p:attrNameLst>
                                          <p:attrName>style.visibility</p:attrName>
                                        </p:attrNameLst>
                                      </p:cBhvr>
                                      <p:to>
                                        <p:strVal val="visible"/>
                                      </p:to>
                                    </p:set>
                                    <p:animEffect transition="in" filter="wipe(left)">
                                      <p:cBhvr>
                                        <p:cTn id="101" dur="500"/>
                                        <p:tgtEl>
                                          <p:spTgt spid="20"/>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wipe(left)">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24"/>
                                        </p:tgtEl>
                                        <p:attrNameLst>
                                          <p:attrName>style.visibility</p:attrName>
                                        </p:attrNameLst>
                                      </p:cBhvr>
                                      <p:to>
                                        <p:strVal val="visible"/>
                                      </p:to>
                                    </p:set>
                                    <p:animEffect transition="in" filter="wipe(left)">
                                      <p:cBhvr>
                                        <p:cTn id="111" dur="500"/>
                                        <p:tgtEl>
                                          <p:spTgt spid="24"/>
                                        </p:tgtEl>
                                      </p:cBhvr>
                                    </p:animEffect>
                                  </p:childTnLst>
                                </p:cTn>
                              </p:par>
                            </p:childTnLst>
                          </p:cTn>
                        </p:par>
                      </p:childTnLst>
                    </p:cTn>
                  </p:par>
                  <p:par>
                    <p:cTn id="112" fill="hold">
                      <p:stCondLst>
                        <p:cond delay="indefinite"/>
                      </p:stCondLst>
                      <p:childTnLst>
                        <p:par>
                          <p:cTn id="113" fill="hold">
                            <p:stCondLst>
                              <p:cond delay="0"/>
                            </p:stCondLst>
                            <p:childTnLst>
                              <p:par>
                                <p:cTn id="114" presetID="34" presetClass="emph" presetSubtype="0" fill="hold" nodeType="clickEffect">
                                  <p:stCondLst>
                                    <p:cond delay="0"/>
                                  </p:stCondLst>
                                  <p:iterate type="lt">
                                    <p:tmPct val="10000"/>
                                  </p:iterate>
                                  <p:childTnLst>
                                    <p:animMotion origin="layout" path="M 0.0 0.0 L 0.0 -0.07213" pathEditMode="relative" ptsTypes="">
                                      <p:cBhvr>
                                        <p:cTn id="115" dur="250" accel="50000" decel="50000" autoRev="1" fill="hold">
                                          <p:stCondLst>
                                            <p:cond delay="0"/>
                                          </p:stCondLst>
                                        </p:cTn>
                                        <p:tgtEl>
                                          <p:spTgt spid="16">
                                            <p:txEl>
                                              <p:pRg st="0" end="0"/>
                                            </p:txEl>
                                          </p:spTgt>
                                        </p:tgtEl>
                                        <p:attrNameLst>
                                          <p:attrName>ppt_x</p:attrName>
                                          <p:attrName>ppt_y</p:attrName>
                                        </p:attrNameLst>
                                      </p:cBhvr>
                                    </p:animMotion>
                                    <p:animRot by="1500000">
                                      <p:cBhvr>
                                        <p:cTn id="116" dur="125" fill="hold">
                                          <p:stCondLst>
                                            <p:cond delay="0"/>
                                          </p:stCondLst>
                                        </p:cTn>
                                        <p:tgtEl>
                                          <p:spTgt spid="16">
                                            <p:txEl>
                                              <p:pRg st="0" end="0"/>
                                            </p:txEl>
                                          </p:spTgt>
                                        </p:tgtEl>
                                        <p:attrNameLst>
                                          <p:attrName>r</p:attrName>
                                        </p:attrNameLst>
                                      </p:cBhvr>
                                    </p:animRot>
                                    <p:animRot by="-1500000">
                                      <p:cBhvr>
                                        <p:cTn id="117" dur="125" fill="hold">
                                          <p:stCondLst>
                                            <p:cond delay="125"/>
                                          </p:stCondLst>
                                        </p:cTn>
                                        <p:tgtEl>
                                          <p:spTgt spid="16">
                                            <p:txEl>
                                              <p:pRg st="0" end="0"/>
                                            </p:txEl>
                                          </p:spTgt>
                                        </p:tgtEl>
                                        <p:attrNameLst>
                                          <p:attrName>r</p:attrName>
                                        </p:attrNameLst>
                                      </p:cBhvr>
                                    </p:animRot>
                                    <p:animRot by="-1500000">
                                      <p:cBhvr>
                                        <p:cTn id="118" dur="125" fill="hold">
                                          <p:stCondLst>
                                            <p:cond delay="250"/>
                                          </p:stCondLst>
                                        </p:cTn>
                                        <p:tgtEl>
                                          <p:spTgt spid="16">
                                            <p:txEl>
                                              <p:pRg st="0" end="0"/>
                                            </p:txEl>
                                          </p:spTgt>
                                        </p:tgtEl>
                                        <p:attrNameLst>
                                          <p:attrName>r</p:attrName>
                                        </p:attrNameLst>
                                      </p:cBhvr>
                                    </p:animRot>
                                    <p:animRot by="1500000">
                                      <p:cBhvr>
                                        <p:cTn id="119" dur="125" fill="hold">
                                          <p:stCondLst>
                                            <p:cond delay="375"/>
                                          </p:stCondLst>
                                        </p:cTn>
                                        <p:tgtEl>
                                          <p:spTgt spid="16">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1" grpId="0"/>
      <p:bldP spid="33" grpId="0"/>
      <p:bldP spid="34" grpId="0"/>
      <p:bldP spid="16" grpId="0" build="allAtOnce"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255370" y="-71229"/>
            <a:ext cx="266420" cy="1384995"/>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zh-CN" sz="28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rPr>
              <a:t> </a:t>
            </a:r>
            <a:endParaRPr kumimoji="1" lang="zh-CN" altLang="zh-CN" sz="28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800" b="1"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7" name="Text Box 35"/>
          <p:cNvSpPr txBox="1">
            <a:spLocks noChangeArrowheads="1"/>
          </p:cNvSpPr>
          <p:nvPr/>
        </p:nvSpPr>
        <p:spPr bwMode="auto">
          <a:xfrm>
            <a:off x="642910" y="1000108"/>
            <a:ext cx="850109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与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B</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特征值相同</a:t>
            </a:r>
            <a:r>
              <a:rPr kumimoji="1" lang="zh-CN" altLang="en-US" sz="1800" b="1" i="0" u="none" strike="noStrike" kern="1200" cap="none" spc="0" normalizeH="0" baseline="0" noProof="0" dirty="0">
                <a:ln>
                  <a:noFill/>
                </a:ln>
                <a:solidFill>
                  <a:srgbClr val="FFFFCC"/>
                </a:solidFill>
                <a:effectLst/>
                <a:uLnTx/>
                <a:uFillTx/>
                <a:latin typeface="Gulim"/>
                <a:ea typeface="Gulim"/>
                <a:cs typeface="+mn-cs"/>
                <a:sym typeface="Symbol"/>
              </a:rPr>
              <a:t>，不</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一定不相似；</a:t>
            </a:r>
            <a:endParaRPr kumimoji="1" lang="en-US" altLang="zh-CN"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当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与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B</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都相似于同一个对角阵</a:t>
            </a:r>
            <a:r>
              <a:rPr kumimoji="1" lang="zh-CN" altLang="en-US" sz="1800" b="1" i="0" u="none" strike="noStrike" kern="1200" cap="none" spc="0" normalizeH="0" baseline="0" noProof="0" dirty="0">
                <a:ln>
                  <a:noFill/>
                </a:ln>
                <a:solidFill>
                  <a:srgbClr val="FFFFCC"/>
                </a:solidFill>
                <a:effectLst/>
                <a:uLnTx/>
                <a:uFillTx/>
                <a:latin typeface="Gulim"/>
                <a:ea typeface="Gulim"/>
                <a:cs typeface="+mn-cs"/>
                <a:sym typeface="Symbol"/>
              </a:rPr>
              <a:t>⇒</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与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B</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相似</a:t>
            </a:r>
            <a:endParaRPr kumimoji="1" lang="en-US" altLang="zh-CN"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当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与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B</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都可对角化时， 则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与 </a:t>
            </a:r>
            <a:r>
              <a:rPr kumimoji="1" lang="zh-CN" altLang="en-US" sz="1800" b="1" i="1" u="none" strike="noStrike" kern="1200" cap="none" spc="0" normalizeH="0" baseline="0" noProof="0" dirty="0">
                <a:ln>
                  <a:noFill/>
                </a:ln>
                <a:solidFill>
                  <a:srgbClr val="FFFFCC"/>
                </a:solidFill>
                <a:effectLst/>
                <a:uLnTx/>
                <a:uFillTx/>
                <a:latin typeface="黑体" pitchFamily="2" charset="-122"/>
                <a:ea typeface="黑体" pitchFamily="2" charset="-122"/>
                <a:cs typeface="+mn-cs"/>
              </a:rPr>
              <a:t>B</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相似</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sym typeface="Symbol"/>
              </a:rPr>
              <a:t></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特征值相同</a:t>
            </a:r>
            <a:endParaRPr kumimoji="1" lang="en-US" altLang="zh-CN"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两个实对称阵相似</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sym typeface="Symbol"/>
              </a:rPr>
              <a:t></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特征值相同</a:t>
            </a:r>
            <a:endParaRPr kumimoji="1" lang="en-US" altLang="zh-CN"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特征值不同</a:t>
            </a:r>
            <a:r>
              <a:rPr kumimoji="1" lang="zh-CN" altLang="en-US" sz="1800" b="1" i="0" u="none" strike="noStrike" kern="1200" cap="none" spc="0" normalizeH="0" baseline="0" noProof="0" dirty="0">
                <a:ln>
                  <a:noFill/>
                </a:ln>
                <a:solidFill>
                  <a:srgbClr val="FFFFCC"/>
                </a:solidFill>
                <a:effectLst/>
                <a:uLnTx/>
                <a:uFillTx/>
                <a:latin typeface="Gulim"/>
                <a:ea typeface="Gulim"/>
                <a:cs typeface="+mn-cs"/>
                <a:sym typeface="Symbol"/>
              </a:rPr>
              <a:t>⇒</a:t>
            </a:r>
            <a:r>
              <a:rPr kumimoji="1" lang="zh-CN" altLang="en-US" sz="1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一定不相似</a:t>
            </a:r>
          </a:p>
        </p:txBody>
      </p:sp>
      <p:sp>
        <p:nvSpPr>
          <p:cNvPr id="6" name="WordArt 77"/>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5-6 </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特征值与相似的关系</a:t>
            </a:r>
          </a:p>
        </p:txBody>
      </p:sp>
      <p:sp>
        <p:nvSpPr>
          <p:cNvPr id="5" name="AutoShape 5"/>
          <p:cNvSpPr>
            <a:spLocks noChangeArrowheads="1"/>
          </p:cNvSpPr>
          <p:nvPr/>
        </p:nvSpPr>
        <p:spPr bwMode="auto">
          <a:xfrm>
            <a:off x="714348" y="2928934"/>
            <a:ext cx="8429652" cy="3929066"/>
          </a:xfrm>
          <a:prstGeom prst="roundRect">
            <a:avLst>
              <a:gd name="adj" fmla="val 4646"/>
            </a:avLst>
          </a:prstGeom>
          <a:solidFill>
            <a:srgbClr val="FFFFCC"/>
          </a:solidFill>
          <a:ln w="28575">
            <a:solidFill>
              <a:srgbClr val="FF3300"/>
            </a:solidFill>
            <a:round/>
            <a:headEnd/>
            <a:tailEnd/>
          </a:ln>
          <a:effectLst/>
        </p:spPr>
        <p:txBody>
          <a:bodyPr>
            <a:scene3d>
              <a:camera prst="orthographicFront"/>
              <a:lightRig rig="threePt" dir="t"/>
            </a:scene3d>
            <a:sp3d z="38100"/>
          </a:bodyPr>
          <a:lstStyle/>
          <a:p>
            <a:pPr marL="342900" marR="0" lvl="0" indent="-342900" algn="l" defTabSz="914400" rtl="0" eaLnBrk="0" fontAlgn="auto" latinLnBrk="0" hangingPunct="0">
              <a:lnSpc>
                <a:spcPct val="110000"/>
              </a:lnSpc>
              <a:spcBef>
                <a:spcPct val="20000"/>
              </a:spcBef>
              <a:spcAft>
                <a:spcPts val="0"/>
              </a:spcAft>
              <a:buClr>
                <a:srgbClr val="0000FF"/>
              </a:buClr>
              <a:buSzPct val="75000"/>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试判断 </a:t>
            </a:r>
            <a:r>
              <a:rPr kumimoji="1" lang="zh-CN" altLang="en-US"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与 </a:t>
            </a:r>
            <a:r>
              <a:rPr kumimoji="1" lang="zh-CN" altLang="en-US"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B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是否相似</a:t>
            </a:r>
            <a:endParaRPr kumimoji="0" lang="en-US" altLang="zh-CN" sz="2400" b="1" i="0" u="none" strike="noStrike" kern="0" cap="none" spc="0" normalizeH="0" baseline="0" noProof="0" dirty="0">
              <a:ln>
                <a:noFill/>
              </a:ln>
              <a:solidFill>
                <a:srgbClr val="000000"/>
              </a:solidFill>
              <a:effectLst/>
              <a:uLnTx/>
              <a:uFillTx/>
              <a:latin typeface="黑体" pitchFamily="2" charset="-122"/>
              <a:ea typeface="黑体" pitchFamily="2" charset="-122"/>
              <a:cs typeface="楷体_GB2312"/>
            </a:endParaRPr>
          </a:p>
        </p:txBody>
      </p:sp>
      <p:grpSp>
        <p:nvGrpSpPr>
          <p:cNvPr id="13" name="Group 33"/>
          <p:cNvGrpSpPr>
            <a:grpSpLocks/>
          </p:cNvGrpSpPr>
          <p:nvPr/>
        </p:nvGrpSpPr>
        <p:grpSpPr bwMode="auto">
          <a:xfrm>
            <a:off x="820936" y="4631890"/>
            <a:ext cx="4265123" cy="1029735"/>
            <a:chOff x="0" y="-10"/>
            <a:chExt cx="7297" cy="2240"/>
          </a:xfrm>
        </p:grpSpPr>
        <p:sp>
          <p:nvSpPr>
            <p:cNvPr id="14" name="Text Box 34"/>
            <p:cNvSpPr txBox="1">
              <a:spLocks noChangeArrowheads="1"/>
            </p:cNvSpPr>
            <p:nvPr/>
          </p:nvSpPr>
          <p:spPr bwMode="auto">
            <a:xfrm>
              <a:off x="0" y="680"/>
              <a:ext cx="1490"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600" b="1" i="0" u="none" strike="noStrike" kern="1200" cap="none" spc="0" normalizeH="0" baseline="0" noProof="0">
                  <a:ln>
                    <a:noFill/>
                  </a:ln>
                  <a:solidFill>
                    <a:srgbClr val="000000"/>
                  </a:solidFill>
                  <a:effectLst/>
                  <a:uLnTx/>
                  <a:uFillTx/>
                  <a:latin typeface="Times New Roman" pitchFamily="18" charset="0"/>
                  <a:ea typeface="宋体" pitchFamily="2" charset="-122"/>
                  <a:cs typeface="+mn-cs"/>
                </a:rPr>
                <a:t>(2)</a:t>
              </a:r>
            </a:p>
          </p:txBody>
        </p:sp>
        <p:graphicFrame>
          <p:nvGraphicFramePr>
            <p:cNvPr id="15" name="Object 35"/>
            <p:cNvGraphicFramePr>
              <a:graphicFrameLocks/>
            </p:cNvGraphicFramePr>
            <p:nvPr/>
          </p:nvGraphicFramePr>
          <p:xfrm>
            <a:off x="800" y="-10"/>
            <a:ext cx="3077" cy="2240"/>
          </p:xfrm>
          <a:graphic>
            <a:graphicData uri="http://schemas.openxmlformats.org/presentationml/2006/ole">
              <mc:AlternateContent xmlns:mc="http://schemas.openxmlformats.org/markup-compatibility/2006">
                <mc:Choice xmlns:v="urn:schemas-microsoft-com:vml" Requires="v">
                  <p:oleObj name="Equation" r:id="rId4" imgW="1981200" imgH="1447800" progId="Equation.DSMT4">
                    <p:embed/>
                  </p:oleObj>
                </mc:Choice>
                <mc:Fallback>
                  <p:oleObj name="Equation" r:id="rId4" imgW="1981200" imgH="1447800" progId="Equation.DSMT4">
                    <p:embed/>
                    <p:pic>
                      <p:nvPicPr>
                        <p:cNvPr id="15" name="Object 3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 y="-10"/>
                          <a:ext cx="3077"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Object 36"/>
            <p:cNvGraphicFramePr>
              <a:graphicFrameLocks/>
            </p:cNvGraphicFramePr>
            <p:nvPr/>
          </p:nvGraphicFramePr>
          <p:xfrm>
            <a:off x="4095" y="-10"/>
            <a:ext cx="3202" cy="2240"/>
          </p:xfrm>
          <a:graphic>
            <a:graphicData uri="http://schemas.openxmlformats.org/presentationml/2006/ole">
              <mc:AlternateContent xmlns:mc="http://schemas.openxmlformats.org/markup-compatibility/2006">
                <mc:Choice xmlns:v="urn:schemas-microsoft-com:vml" Requires="v">
                  <p:oleObj name="Equation" r:id="rId6" imgW="2057400" imgH="1447800" progId="Equation.DSMT4">
                    <p:embed/>
                  </p:oleObj>
                </mc:Choice>
                <mc:Fallback>
                  <p:oleObj name="Equation" r:id="rId6" imgW="2057400" imgH="1447800" progId="Equation.DSMT4">
                    <p:embed/>
                    <p:pic>
                      <p:nvPicPr>
                        <p:cNvPr id="16" name="Object 36"/>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95" y="-10"/>
                          <a:ext cx="3202"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17" name="Group 37"/>
          <p:cNvGrpSpPr>
            <a:grpSpLocks/>
          </p:cNvGrpSpPr>
          <p:nvPr/>
        </p:nvGrpSpPr>
        <p:grpSpPr bwMode="auto">
          <a:xfrm>
            <a:off x="820936" y="5756851"/>
            <a:ext cx="4265422" cy="1029735"/>
            <a:chOff x="0" y="-10"/>
            <a:chExt cx="7298" cy="2240"/>
          </a:xfrm>
        </p:grpSpPr>
        <p:sp>
          <p:nvSpPr>
            <p:cNvPr id="18" name="Text Box 38"/>
            <p:cNvSpPr txBox="1">
              <a:spLocks noChangeArrowheads="1"/>
            </p:cNvSpPr>
            <p:nvPr/>
          </p:nvSpPr>
          <p:spPr bwMode="auto">
            <a:xfrm>
              <a:off x="0" y="511"/>
              <a:ext cx="2750"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600" b="1" i="0" u="none" strike="noStrike" kern="1200" cap="none" spc="0" normalizeH="0" baseline="0" noProof="0">
                  <a:ln>
                    <a:noFill/>
                  </a:ln>
                  <a:solidFill>
                    <a:srgbClr val="000000"/>
                  </a:solidFill>
                  <a:effectLst/>
                  <a:uLnTx/>
                  <a:uFillTx/>
                  <a:latin typeface="Times New Roman" pitchFamily="18" charset="0"/>
                  <a:ea typeface="宋体" pitchFamily="2" charset="-122"/>
                  <a:cs typeface="+mn-cs"/>
                </a:rPr>
                <a:t>(3)</a:t>
              </a:r>
            </a:p>
          </p:txBody>
        </p:sp>
        <p:graphicFrame>
          <p:nvGraphicFramePr>
            <p:cNvPr id="19" name="Object 39"/>
            <p:cNvGraphicFramePr>
              <a:graphicFrameLocks/>
            </p:cNvGraphicFramePr>
            <p:nvPr/>
          </p:nvGraphicFramePr>
          <p:xfrm>
            <a:off x="4096" y="-10"/>
            <a:ext cx="3202" cy="2240"/>
          </p:xfrm>
          <a:graphic>
            <a:graphicData uri="http://schemas.openxmlformats.org/presentationml/2006/ole">
              <mc:AlternateContent xmlns:mc="http://schemas.openxmlformats.org/markup-compatibility/2006">
                <mc:Choice xmlns:v="urn:schemas-microsoft-com:vml" Requires="v">
                  <p:oleObj name="Equation" r:id="rId8" imgW="2057400" imgH="1447560" progId="Equation.DSMT4">
                    <p:embed/>
                  </p:oleObj>
                </mc:Choice>
                <mc:Fallback>
                  <p:oleObj name="Equation" r:id="rId8" imgW="2057400" imgH="1447560" progId="Equation.DSMT4">
                    <p:embed/>
                    <p:pic>
                      <p:nvPicPr>
                        <p:cNvPr id="19" name="Object 3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96" y="-10"/>
                          <a:ext cx="3202"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40"/>
            <p:cNvGraphicFramePr>
              <a:graphicFrameLocks/>
            </p:cNvGraphicFramePr>
            <p:nvPr/>
          </p:nvGraphicFramePr>
          <p:xfrm>
            <a:off x="905" y="-10"/>
            <a:ext cx="3064" cy="2240"/>
          </p:xfrm>
          <a:graphic>
            <a:graphicData uri="http://schemas.openxmlformats.org/presentationml/2006/ole">
              <mc:AlternateContent xmlns:mc="http://schemas.openxmlformats.org/markup-compatibility/2006">
                <mc:Choice xmlns:v="urn:schemas-microsoft-com:vml" Requires="v">
                  <p:oleObj name="Equation" r:id="rId10" imgW="1968480" imgH="1447560" progId="Equation.DSMT4">
                    <p:embed/>
                  </p:oleObj>
                </mc:Choice>
                <mc:Fallback>
                  <p:oleObj name="Equation" r:id="rId10" imgW="1968480" imgH="1447560" progId="Equation.DSMT4">
                    <p:embed/>
                    <p:pic>
                      <p:nvPicPr>
                        <p:cNvPr id="20" name="Object 40"/>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5" y="-10"/>
                          <a:ext cx="3064"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25" name="Text Box 28"/>
          <p:cNvSpPr txBox="1">
            <a:spLocks noChangeArrowheads="1"/>
          </p:cNvSpPr>
          <p:nvPr/>
        </p:nvSpPr>
        <p:spPr bwMode="auto">
          <a:xfrm>
            <a:off x="5072066" y="3500439"/>
            <a:ext cx="4071934"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解：</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B</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的特征值都是</a:t>
            </a: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-1,-1,-1</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但</a:t>
            </a: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不能对角化</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故</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B</a:t>
            </a:r>
            <a:r>
              <a:rPr kumimoji="1" lang="zh-CN" altLang="en-US"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 </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不相似</a:t>
            </a:r>
            <a:endParaRPr kumimoji="1" lang="zh-CN" altLang="en-US"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p:txBody>
      </p:sp>
      <p:sp>
        <p:nvSpPr>
          <p:cNvPr id="31" name="Text Box 28"/>
          <p:cNvSpPr txBox="1">
            <a:spLocks noChangeArrowheads="1"/>
          </p:cNvSpPr>
          <p:nvPr/>
        </p:nvSpPr>
        <p:spPr bwMode="auto">
          <a:xfrm>
            <a:off x="5072066" y="4714884"/>
            <a:ext cx="4071934"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解：</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B</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特征值都是</a:t>
            </a: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0,0,3</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且都可以对角化</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故</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B </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相似</a:t>
            </a:r>
          </a:p>
        </p:txBody>
      </p:sp>
      <p:sp>
        <p:nvSpPr>
          <p:cNvPr id="32" name="Text Box 28"/>
          <p:cNvSpPr txBox="1">
            <a:spLocks noChangeArrowheads="1"/>
          </p:cNvSpPr>
          <p:nvPr/>
        </p:nvSpPr>
        <p:spPr bwMode="auto">
          <a:xfrm>
            <a:off x="5072066" y="5786454"/>
            <a:ext cx="4071934"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解：</a:t>
            </a:r>
            <a:r>
              <a:rPr kumimoji="1" lang="en-US" altLang="zh-CN" sz="2000" b="1" i="1"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B</a:t>
            </a: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的特征值分别为</a:t>
            </a:r>
            <a:endParaRPr kumimoji="1" lang="en-US" altLang="zh-CN"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1,1,4</a:t>
            </a: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和</a:t>
            </a:r>
            <a:r>
              <a:rPr kumimoji="1" lang="en-US" altLang="zh-CN"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1,3,4</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故</a:t>
            </a:r>
            <a:r>
              <a:rPr kumimoji="1" lang="en-US" altLang="zh-CN" sz="2000" b="1" i="1"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A</a:t>
            </a: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B </a:t>
            </a:r>
            <a:r>
              <a:rPr kumimoji="1" lang="zh-CN" altLang="en-US" sz="2000" b="1" i="0"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rPr>
              <a:t>不相似</a:t>
            </a:r>
            <a:endParaRPr kumimoji="1" lang="zh-CN" altLang="en-US" sz="2000" b="1" i="1" u="none" strike="noStrike" kern="1200" cap="none" spc="0" normalizeH="0" baseline="0" noProof="0" dirty="0">
              <a:ln>
                <a:noFill/>
              </a:ln>
              <a:solidFill>
                <a:srgbClr val="FF3300">
                  <a:lumMod val="50000"/>
                </a:srgbClr>
              </a:solidFill>
              <a:effectLst/>
              <a:uLnTx/>
              <a:uFillTx/>
              <a:latin typeface="黑体" pitchFamily="2" charset="-122"/>
              <a:ea typeface="黑体" pitchFamily="2" charset="-122"/>
              <a:cs typeface="+mn-cs"/>
            </a:endParaRPr>
          </a:p>
        </p:txBody>
      </p:sp>
      <p:graphicFrame>
        <p:nvGraphicFramePr>
          <p:cNvPr id="837642" name="Object 3"/>
          <p:cNvGraphicFramePr>
            <a:graphicFrameLocks noChangeAspect="1"/>
          </p:cNvGraphicFramePr>
          <p:nvPr/>
        </p:nvGraphicFramePr>
        <p:xfrm>
          <a:off x="1311759" y="3429000"/>
          <a:ext cx="1831481" cy="1073160"/>
        </p:xfrm>
        <a:graphic>
          <a:graphicData uri="http://schemas.openxmlformats.org/presentationml/2006/ole">
            <mc:AlternateContent xmlns:mc="http://schemas.openxmlformats.org/markup-compatibility/2006">
              <mc:Choice xmlns:v="urn:schemas-microsoft-com:vml" Requires="v">
                <p:oleObj name="Equation" r:id="rId12" imgW="1143000" imgH="711000" progId="Equation.DSMT4">
                  <p:embed/>
                </p:oleObj>
              </mc:Choice>
              <mc:Fallback>
                <p:oleObj name="Equation" r:id="rId12" imgW="1143000" imgH="711000" progId="Equation.DSMT4">
                  <p:embed/>
                  <p:pic>
                    <p:nvPicPr>
                      <p:cNvPr id="837642" name="Object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11759" y="3429000"/>
                        <a:ext cx="1831481" cy="107316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9" name="Group 29"/>
          <p:cNvGrpSpPr>
            <a:grpSpLocks/>
          </p:cNvGrpSpPr>
          <p:nvPr/>
        </p:nvGrpSpPr>
        <p:grpSpPr bwMode="auto">
          <a:xfrm>
            <a:off x="820936" y="3489345"/>
            <a:ext cx="5394138" cy="1028812"/>
            <a:chOff x="0" y="-9"/>
            <a:chExt cx="9720" cy="2239"/>
          </a:xfrm>
        </p:grpSpPr>
        <p:sp>
          <p:nvSpPr>
            <p:cNvPr id="11" name="Text Box 31"/>
            <p:cNvSpPr txBox="1">
              <a:spLocks noChangeArrowheads="1"/>
            </p:cNvSpPr>
            <p:nvPr/>
          </p:nvSpPr>
          <p:spPr bwMode="auto">
            <a:xfrm>
              <a:off x="0" y="576"/>
              <a:ext cx="9720" cy="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6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(1)</a:t>
              </a:r>
            </a:p>
          </p:txBody>
        </p:sp>
        <p:graphicFrame>
          <p:nvGraphicFramePr>
            <p:cNvPr id="12" name="Object 32"/>
            <p:cNvGraphicFramePr>
              <a:graphicFrameLocks/>
            </p:cNvGraphicFramePr>
            <p:nvPr/>
          </p:nvGraphicFramePr>
          <p:xfrm>
            <a:off x="4300" y="-9"/>
            <a:ext cx="3360" cy="2239"/>
          </p:xfrm>
          <a:graphic>
            <a:graphicData uri="http://schemas.openxmlformats.org/presentationml/2006/ole">
              <mc:AlternateContent xmlns:mc="http://schemas.openxmlformats.org/markup-compatibility/2006">
                <mc:Choice xmlns:v="urn:schemas-microsoft-com:vml" Requires="v">
                  <p:oleObj name="Equation" r:id="rId14" imgW="2590560" imgH="1447560" progId="Equation.DSMT4">
                    <p:embed/>
                  </p:oleObj>
                </mc:Choice>
                <mc:Fallback>
                  <p:oleObj name="Equation" r:id="rId14" imgW="2590560" imgH="1447560" progId="Equation.DSMT4">
                    <p:embed/>
                    <p:pic>
                      <p:nvPicPr>
                        <p:cNvPr id="12" name="Object 32"/>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00" y="-9"/>
                          <a:ext cx="3360" cy="223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Tree>
    <p:extLst>
      <p:ext uri="{BB962C8B-B14F-4D97-AF65-F5344CB8AC3E}">
        <p14:creationId xmlns:p14="http://schemas.microsoft.com/office/powerpoint/2010/main" val="18073330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wipe(left)">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xEl>
                                              <p:pRg st="5" end="5"/>
                                            </p:txEl>
                                          </p:spTgt>
                                        </p:tgtEl>
                                        <p:attrNameLst>
                                          <p:attrName>style.visibility</p:attrName>
                                        </p:attrNameLst>
                                      </p:cBhvr>
                                      <p:to>
                                        <p:strVal val="visible"/>
                                      </p:to>
                                    </p:set>
                                    <p:animEffect transition="in" filter="wipe(left)">
                                      <p:cBhvr>
                                        <p:cTn id="12" dur="500"/>
                                        <p:tgtEl>
                                          <p:spTgt spid="7">
                                            <p:txEl>
                                              <p:pRg st="5" end="5"/>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
                                            <p:bg/>
                                          </p:spTgt>
                                        </p:tgtEl>
                                        <p:attrNameLst>
                                          <p:attrName>style.visibility</p:attrName>
                                        </p:attrNameLst>
                                      </p:cBhvr>
                                      <p:to>
                                        <p:strVal val="visible"/>
                                      </p:to>
                                    </p:set>
                                    <p:animEffect transition="in" filter="wipe(left)">
                                      <p:cBhvr>
                                        <p:cTn id="17" dur="500"/>
                                        <p:tgtEl>
                                          <p:spTgt spid="5">
                                            <p:bg/>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wipe(left)">
                                      <p:cBhvr>
                                        <p:cTn id="20" dur="500"/>
                                        <p:tgtEl>
                                          <p:spTgt spid="5">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1000"/>
                                        <p:tgtEl>
                                          <p:spTgt spid="9"/>
                                        </p:tgtEl>
                                      </p:cBhvr>
                                    </p:animEffect>
                                  </p:childTnLst>
                                </p:cTn>
                              </p:par>
                              <p:par>
                                <p:cTn id="26" presetID="22" presetClass="entr" presetSubtype="8" fill="hold" nodeType="withEffect">
                                  <p:stCondLst>
                                    <p:cond delay="0"/>
                                  </p:stCondLst>
                                  <p:childTnLst>
                                    <p:set>
                                      <p:cBhvr>
                                        <p:cTn id="27" dur="1" fill="hold">
                                          <p:stCondLst>
                                            <p:cond delay="0"/>
                                          </p:stCondLst>
                                        </p:cTn>
                                        <p:tgtEl>
                                          <p:spTgt spid="837642"/>
                                        </p:tgtEl>
                                        <p:attrNameLst>
                                          <p:attrName>style.visibility</p:attrName>
                                        </p:attrNameLst>
                                      </p:cBhvr>
                                      <p:to>
                                        <p:strVal val="visible"/>
                                      </p:to>
                                    </p:set>
                                    <p:animEffect transition="in" filter="wipe(left)">
                                      <p:cBhvr>
                                        <p:cTn id="28" dur="500"/>
                                        <p:tgtEl>
                                          <p:spTgt spid="837642"/>
                                        </p:tgtEl>
                                      </p:cBhvr>
                                    </p:animEffect>
                                  </p:childTnLst>
                                </p:cTn>
                              </p:par>
                              <p:par>
                                <p:cTn id="29" presetID="22" presetClass="entr" presetSubtype="8"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wipe(left)">
                                      <p:cBhvr>
                                        <p:cTn id="31" dur="1000"/>
                                        <p:tgtEl>
                                          <p:spTgt spid="13"/>
                                        </p:tgtEl>
                                      </p:cBhvr>
                                    </p:animEffect>
                                  </p:childTnLst>
                                </p:cTn>
                              </p:par>
                              <p:par>
                                <p:cTn id="32" presetID="22" presetClass="entr" presetSubtype="8"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wipe(left)">
                                      <p:cBhvr>
                                        <p:cTn id="34" dur="10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Effect transition="in" filter="wipe(left)">
                                      <p:cBhvr>
                                        <p:cTn id="39" dur="1000"/>
                                        <p:tgtEl>
                                          <p:spTgt spid="25">
                                            <p:txEl>
                                              <p:pRg st="0" end="0"/>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25">
                                            <p:txEl>
                                              <p:pRg st="1" end="1"/>
                                            </p:txEl>
                                          </p:spTgt>
                                        </p:tgtEl>
                                        <p:attrNameLst>
                                          <p:attrName>style.visibility</p:attrName>
                                        </p:attrNameLst>
                                      </p:cBhvr>
                                      <p:to>
                                        <p:strVal val="visible"/>
                                      </p:to>
                                    </p:set>
                                    <p:animEffect transition="in" filter="wipe(left)">
                                      <p:cBhvr>
                                        <p:cTn id="44" dur="1000"/>
                                        <p:tgtEl>
                                          <p:spTgt spid="25">
                                            <p:txEl>
                                              <p:pRg st="1" end="1"/>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5">
                                            <p:txEl>
                                              <p:pRg st="2" end="2"/>
                                            </p:txEl>
                                          </p:spTgt>
                                        </p:tgtEl>
                                        <p:attrNameLst>
                                          <p:attrName>style.visibility</p:attrName>
                                        </p:attrNameLst>
                                      </p:cBhvr>
                                      <p:to>
                                        <p:strVal val="visible"/>
                                      </p:to>
                                    </p:set>
                                    <p:animEffect transition="in" filter="wipe(left)">
                                      <p:cBhvr>
                                        <p:cTn id="49" dur="1000"/>
                                        <p:tgtEl>
                                          <p:spTgt spid="25">
                                            <p:txEl>
                                              <p:pRg st="2" end="2"/>
                                            </p:txEl>
                                          </p:spTgt>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7">
                                            <p:txEl>
                                              <p:pRg st="2" end="2"/>
                                            </p:txEl>
                                          </p:spTgt>
                                        </p:tgtEl>
                                        <p:attrNameLst>
                                          <p:attrName>style.visibility</p:attrName>
                                        </p:attrNameLst>
                                      </p:cBhvr>
                                      <p:to>
                                        <p:strVal val="visible"/>
                                      </p:to>
                                    </p:set>
                                    <p:animEffect transition="in" filter="wipe(left)">
                                      <p:cBhvr>
                                        <p:cTn id="54" dur="500"/>
                                        <p:tgtEl>
                                          <p:spTgt spid="7">
                                            <p:txEl>
                                              <p:pRg st="2" end="2"/>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wipe(left)">
                                      <p:cBhvr>
                                        <p:cTn id="59" dur="1000"/>
                                        <p:tgtEl>
                                          <p:spTgt spid="31">
                                            <p:txEl>
                                              <p:pRg st="0" end="0"/>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31">
                                            <p:txEl>
                                              <p:pRg st="1" end="1"/>
                                            </p:txEl>
                                          </p:spTgt>
                                        </p:tgtEl>
                                        <p:attrNameLst>
                                          <p:attrName>style.visibility</p:attrName>
                                        </p:attrNameLst>
                                      </p:cBhvr>
                                      <p:to>
                                        <p:strVal val="visible"/>
                                      </p:to>
                                    </p:set>
                                    <p:animEffect transition="in" filter="wipe(left)">
                                      <p:cBhvr>
                                        <p:cTn id="64" dur="1000"/>
                                        <p:tgtEl>
                                          <p:spTgt spid="31">
                                            <p:txEl>
                                              <p:pRg st="1" end="1"/>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31">
                                            <p:txEl>
                                              <p:pRg st="2" end="2"/>
                                            </p:txEl>
                                          </p:spTgt>
                                        </p:tgtEl>
                                        <p:attrNameLst>
                                          <p:attrName>style.visibility</p:attrName>
                                        </p:attrNameLst>
                                      </p:cBhvr>
                                      <p:to>
                                        <p:strVal val="visible"/>
                                      </p:to>
                                    </p:set>
                                    <p:animEffect transition="in" filter="wipe(left)">
                                      <p:cBhvr>
                                        <p:cTn id="69" dur="1000"/>
                                        <p:tgtEl>
                                          <p:spTgt spid="31">
                                            <p:txEl>
                                              <p:pRg st="2" end="2"/>
                                            </p:txEl>
                                          </p:spTgt>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7">
                                            <p:txEl>
                                              <p:pRg st="3" end="3"/>
                                            </p:txEl>
                                          </p:spTgt>
                                        </p:tgtEl>
                                        <p:attrNameLst>
                                          <p:attrName>style.visibility</p:attrName>
                                        </p:attrNameLst>
                                      </p:cBhvr>
                                      <p:to>
                                        <p:strVal val="visible"/>
                                      </p:to>
                                    </p:set>
                                    <p:animEffect transition="in" filter="wipe(left)">
                                      <p:cBhvr>
                                        <p:cTn id="74" dur="500"/>
                                        <p:tgtEl>
                                          <p:spTgt spid="7">
                                            <p:txEl>
                                              <p:pRg st="3" end="3"/>
                                            </p:txEl>
                                          </p:spTgt>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7">
                                            <p:txEl>
                                              <p:pRg st="4" end="4"/>
                                            </p:txEl>
                                          </p:spTgt>
                                        </p:tgtEl>
                                        <p:attrNameLst>
                                          <p:attrName>style.visibility</p:attrName>
                                        </p:attrNameLst>
                                      </p:cBhvr>
                                      <p:to>
                                        <p:strVal val="visible"/>
                                      </p:to>
                                    </p:set>
                                    <p:animEffect transition="in" filter="wipe(left)">
                                      <p:cBhvr>
                                        <p:cTn id="79" dur="500"/>
                                        <p:tgtEl>
                                          <p:spTgt spid="7">
                                            <p:txEl>
                                              <p:pRg st="4" end="4"/>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32">
                                            <p:txEl>
                                              <p:pRg st="0" end="0"/>
                                            </p:txEl>
                                          </p:spTgt>
                                        </p:tgtEl>
                                        <p:attrNameLst>
                                          <p:attrName>style.visibility</p:attrName>
                                        </p:attrNameLst>
                                      </p:cBhvr>
                                      <p:to>
                                        <p:strVal val="visible"/>
                                      </p:to>
                                    </p:set>
                                    <p:animEffect transition="in" filter="wipe(left)">
                                      <p:cBhvr>
                                        <p:cTn id="84" dur="1000"/>
                                        <p:tgtEl>
                                          <p:spTgt spid="32">
                                            <p:txEl>
                                              <p:pRg st="0" end="0"/>
                                            </p:txEl>
                                          </p:spTgt>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32">
                                            <p:txEl>
                                              <p:pRg st="1" end="1"/>
                                            </p:txEl>
                                          </p:spTgt>
                                        </p:tgtEl>
                                        <p:attrNameLst>
                                          <p:attrName>style.visibility</p:attrName>
                                        </p:attrNameLst>
                                      </p:cBhvr>
                                      <p:to>
                                        <p:strVal val="visible"/>
                                      </p:to>
                                    </p:set>
                                    <p:animEffect transition="in" filter="wipe(left)">
                                      <p:cBhvr>
                                        <p:cTn id="87" dur="1000"/>
                                        <p:tgtEl>
                                          <p:spTgt spid="32">
                                            <p:txEl>
                                              <p:pRg st="1" end="1"/>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grpId="0" nodeType="clickEffect">
                                  <p:stCondLst>
                                    <p:cond delay="0"/>
                                  </p:stCondLst>
                                  <p:childTnLst>
                                    <p:set>
                                      <p:cBhvr>
                                        <p:cTn id="91" dur="1" fill="hold">
                                          <p:stCondLst>
                                            <p:cond delay="0"/>
                                          </p:stCondLst>
                                        </p:cTn>
                                        <p:tgtEl>
                                          <p:spTgt spid="32">
                                            <p:txEl>
                                              <p:pRg st="2" end="2"/>
                                            </p:txEl>
                                          </p:spTgt>
                                        </p:tgtEl>
                                        <p:attrNameLst>
                                          <p:attrName>style.visibility</p:attrName>
                                        </p:attrNameLst>
                                      </p:cBhvr>
                                      <p:to>
                                        <p:strVal val="visible"/>
                                      </p:to>
                                    </p:set>
                                    <p:animEffect transition="in" filter="wipe(left)">
                                      <p:cBhvr>
                                        <p:cTn id="92" dur="1000"/>
                                        <p:tgtEl>
                                          <p:spTgt spid="3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animBg="1"/>
      <p:bldP spid="25" grpId="0" uiExpand="1" build="p" autoUpdateAnimBg="0"/>
      <p:bldP spid="31" grpId="0" build="p" autoUpdateAnimBg="0"/>
      <p:bldP spid="32" grpId="0" uiExpand="1" build="p" autoUpdateAnimBg="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15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5-7 </a:t>
            </a:r>
            <a:r>
              <a:rPr kumimoji="1" lang="zh-CN" altLang="en-US" sz="4800" b="1" i="0" u="none" strike="noStrike" kern="10" cap="none" spc="-15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对称阵对角化</a:t>
            </a:r>
          </a:p>
        </p:txBody>
      </p:sp>
      <p:sp>
        <p:nvSpPr>
          <p:cNvPr id="20" name="AutoShape 5"/>
          <p:cNvSpPr>
            <a:spLocks noChangeArrowheads="1"/>
          </p:cNvSpPr>
          <p:nvPr/>
        </p:nvSpPr>
        <p:spPr bwMode="auto">
          <a:xfrm>
            <a:off x="714349" y="2571744"/>
            <a:ext cx="8429652" cy="4286256"/>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说明：以对角阵为例</a:t>
            </a: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设对角阵</a:t>
            </a:r>
            <a:r>
              <a:rPr kumimoji="1" lang="el-GR"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Λ</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的特征值</a:t>
            </a:r>
            <a:r>
              <a:rPr kumimoji="1" lang="el-GR"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λ</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为</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k</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重根，从而可知</a:t>
            </a: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l-GR"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endParaRPr>
          </a:p>
        </p:txBody>
      </p:sp>
      <p:graphicFrame>
        <p:nvGraphicFramePr>
          <p:cNvPr id="260098" name="Object 2"/>
          <p:cNvGraphicFramePr>
            <a:graphicFrameLocks noChangeAspect="1"/>
          </p:cNvGraphicFramePr>
          <p:nvPr/>
        </p:nvGraphicFramePr>
        <p:xfrm>
          <a:off x="1128713" y="2071688"/>
          <a:ext cx="7486650" cy="498475"/>
        </p:xfrm>
        <a:graphic>
          <a:graphicData uri="http://schemas.openxmlformats.org/presentationml/2006/ole">
            <mc:AlternateContent xmlns:mc="http://schemas.openxmlformats.org/markup-compatibility/2006">
              <mc:Choice xmlns:v="urn:schemas-microsoft-com:vml" Requires="v">
                <p:oleObj name="Equation" r:id="rId4" imgW="3327120" imgH="228600" progId="Equation.DSMT4">
                  <p:embed/>
                </p:oleObj>
              </mc:Choice>
              <mc:Fallback>
                <p:oleObj name="Equation" r:id="rId4" imgW="3327120" imgH="228600" progId="Equation.DSMT4">
                  <p:embed/>
                  <p:pic>
                    <p:nvPicPr>
                      <p:cNvPr id="260098"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28713" y="2071688"/>
                        <a:ext cx="7486650" cy="498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 name="Object 2"/>
          <p:cNvGraphicFramePr>
            <a:graphicFrameLocks noChangeAspect="1"/>
          </p:cNvGraphicFramePr>
          <p:nvPr/>
        </p:nvGraphicFramePr>
        <p:xfrm>
          <a:off x="785813" y="1073150"/>
          <a:ext cx="8286750" cy="998538"/>
        </p:xfrm>
        <a:graphic>
          <a:graphicData uri="http://schemas.openxmlformats.org/presentationml/2006/ole">
            <mc:AlternateContent xmlns:mc="http://schemas.openxmlformats.org/markup-compatibility/2006">
              <mc:Choice xmlns:v="urn:schemas-microsoft-com:vml" Requires="v">
                <p:oleObj name="Equation" r:id="rId6" imgW="3682800" imgH="457200" progId="Equation.DSMT4">
                  <p:embed/>
                </p:oleObj>
              </mc:Choice>
              <mc:Fallback>
                <p:oleObj name="Equation" r:id="rId6" imgW="3682800" imgH="457200" progId="Equation.DSMT4">
                  <p:embed/>
                  <p:pic>
                    <p:nvPicPr>
                      <p:cNvPr id="5" name="Object 2"/>
                      <p:cNvPicPr>
                        <a:picLocks noChangeAspect="1" noChangeArrowheads="1"/>
                      </p:cNvPicPr>
                      <p:nvPr/>
                    </p:nvPicPr>
                    <p:blipFill>
                      <a:blip r:embed="rId7"/>
                      <a:srcRect/>
                      <a:stretch>
                        <a:fillRect/>
                      </a:stretch>
                    </p:blipFill>
                    <p:spPr bwMode="auto">
                      <a:xfrm>
                        <a:off x="785813" y="1073150"/>
                        <a:ext cx="8286750" cy="998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2"/>
          <p:cNvGraphicFramePr>
            <a:graphicFrameLocks noChangeAspect="1"/>
          </p:cNvGraphicFramePr>
          <p:nvPr/>
        </p:nvGraphicFramePr>
        <p:xfrm>
          <a:off x="5157788" y="1558925"/>
          <a:ext cx="1943100" cy="471488"/>
        </p:xfrm>
        <a:graphic>
          <a:graphicData uri="http://schemas.openxmlformats.org/presentationml/2006/ole">
            <mc:AlternateContent xmlns:mc="http://schemas.openxmlformats.org/markup-compatibility/2006">
              <mc:Choice xmlns:v="urn:schemas-microsoft-com:vml" Requires="v">
                <p:oleObj name="Equation" r:id="rId8" imgW="863280" imgH="215640" progId="Equation.DSMT4">
                  <p:embed/>
                </p:oleObj>
              </mc:Choice>
              <mc:Fallback>
                <p:oleObj name="Equation" r:id="rId8" imgW="863280" imgH="215640" progId="Equation.DSMT4">
                  <p:embed/>
                  <p:pic>
                    <p:nvPicPr>
                      <p:cNvPr id="6" name="Object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57788" y="1558925"/>
                        <a:ext cx="1943100" cy="4714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49" name="Object 5"/>
          <p:cNvGraphicFramePr>
            <a:graphicFrameLocks noChangeAspect="1"/>
          </p:cNvGraphicFramePr>
          <p:nvPr/>
        </p:nvGraphicFramePr>
        <p:xfrm>
          <a:off x="1338263" y="5053013"/>
          <a:ext cx="4352925" cy="1733550"/>
        </p:xfrm>
        <a:graphic>
          <a:graphicData uri="http://schemas.openxmlformats.org/presentationml/2006/ole">
            <mc:AlternateContent xmlns:mc="http://schemas.openxmlformats.org/markup-compatibility/2006">
              <mc:Choice xmlns:v="urn:schemas-microsoft-com:vml" Requires="v">
                <p:oleObj name="Equation" r:id="rId10" imgW="2361960" imgH="939600" progId="Equation.DSMT4">
                  <p:embed/>
                </p:oleObj>
              </mc:Choice>
              <mc:Fallback>
                <p:oleObj name="Equation" r:id="rId10" imgW="2361960" imgH="939600" progId="Equation.DSMT4">
                  <p:embed/>
                  <p:pic>
                    <p:nvPicPr>
                      <p:cNvPr id="569349"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38263" y="5053013"/>
                        <a:ext cx="4352925" cy="173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5"/>
          <p:cNvGraphicFramePr>
            <a:graphicFrameLocks noChangeAspect="1"/>
          </p:cNvGraphicFramePr>
          <p:nvPr/>
        </p:nvGraphicFramePr>
        <p:xfrm>
          <a:off x="1266825" y="3429000"/>
          <a:ext cx="4845050" cy="1733550"/>
        </p:xfrm>
        <a:graphic>
          <a:graphicData uri="http://schemas.openxmlformats.org/presentationml/2006/ole">
            <mc:AlternateContent xmlns:mc="http://schemas.openxmlformats.org/markup-compatibility/2006">
              <mc:Choice xmlns:v="urn:schemas-microsoft-com:vml" Requires="v">
                <p:oleObj name="Equation" r:id="rId12" imgW="2628720" imgH="939600" progId="Equation.DSMT4">
                  <p:embed/>
                </p:oleObj>
              </mc:Choice>
              <mc:Fallback>
                <p:oleObj name="Equation" r:id="rId12" imgW="2628720" imgH="939600" progId="Equation.DSMT4">
                  <p:embed/>
                  <p:pic>
                    <p:nvPicPr>
                      <p:cNvPr id="8" name="Object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266825" y="3429000"/>
                        <a:ext cx="4845050" cy="173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5"/>
          <p:cNvGraphicFramePr>
            <a:graphicFrameLocks noChangeAspect="1"/>
          </p:cNvGraphicFramePr>
          <p:nvPr/>
        </p:nvGraphicFramePr>
        <p:xfrm>
          <a:off x="5891213" y="5756275"/>
          <a:ext cx="2620962" cy="469900"/>
        </p:xfrm>
        <a:graphic>
          <a:graphicData uri="http://schemas.openxmlformats.org/presentationml/2006/ole">
            <mc:AlternateContent xmlns:mc="http://schemas.openxmlformats.org/markup-compatibility/2006">
              <mc:Choice xmlns:v="urn:schemas-microsoft-com:vml" Requires="v">
                <p:oleObj name="Equation" r:id="rId14" imgW="1422360" imgH="253800" progId="Equation.DSMT4">
                  <p:embed/>
                </p:oleObj>
              </mc:Choice>
              <mc:Fallback>
                <p:oleObj name="Equation" r:id="rId14" imgW="1422360" imgH="253800" progId="Equation.DSMT4">
                  <p:embed/>
                  <p:pic>
                    <p:nvPicPr>
                      <p:cNvPr id="9" name="Object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91213" y="5756275"/>
                        <a:ext cx="2620962"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AutoShape 5"/>
          <p:cNvSpPr>
            <a:spLocks noChangeArrowheads="1"/>
          </p:cNvSpPr>
          <p:nvPr/>
        </p:nvSpPr>
        <p:spPr bwMode="auto">
          <a:xfrm>
            <a:off x="714348" y="2571744"/>
            <a:ext cx="8429652" cy="4286256"/>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对称阵</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的特征值</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的重数与</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p>
          <a:p>
            <a:pPr marL="631825" marR="0" lvl="0" indent="-3603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设</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的特征值</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为</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重根，则</a:t>
            </a: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631825" marR="0" lvl="0" indent="-3603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endParaRPr>
          </a:p>
          <a:p>
            <a:pPr marL="631825" marR="0" lvl="0" indent="-3603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l-GR" altLang="zh-CN" sz="20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λ</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=n-</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k</a:t>
            </a: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631825" marR="0" lvl="0" indent="-3603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p>
          <a:p>
            <a:pPr marL="631825" marR="0" lvl="0" indent="-360363"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sym typeface="Wingdings"/>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非零特征值的个数 </a:t>
            </a: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l-GR"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endParaRPr>
          </a:p>
        </p:txBody>
      </p:sp>
      <p:sp>
        <p:nvSpPr>
          <p:cNvPr id="12" name="矩形 11"/>
          <p:cNvSpPr/>
          <p:nvPr/>
        </p:nvSpPr>
        <p:spPr>
          <a:xfrm>
            <a:off x="785785" y="2671700"/>
            <a:ext cx="8270079" cy="400110"/>
          </a:xfrm>
          <a:prstGeom prst="rect">
            <a:avLst/>
          </a:prstGeom>
          <a:solidFill>
            <a:schemeClr val="accent1"/>
          </a:solidFill>
          <a:ln>
            <a:solidFill>
              <a:schemeClr val="bg2">
                <a:lumMod val="60000"/>
                <a:lumOff val="40000"/>
              </a:schemeClr>
            </a:solid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可对角化的矩阵</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A</a:t>
            </a:r>
            <a:r>
              <a:rPr kumimoji="0" lang="zh-CN" altLang="en-US"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有：</a:t>
            </a:r>
            <a:endParaRPr kumimoji="1" lang="zh-CN" altLang="en-US" sz="20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13" name="矩形 12"/>
          <p:cNvSpPr/>
          <p:nvPr/>
        </p:nvSpPr>
        <p:spPr>
          <a:xfrm>
            <a:off x="785786" y="2643182"/>
            <a:ext cx="8270080" cy="2677656"/>
          </a:xfrm>
          <a:prstGeom prst="rect">
            <a:avLst/>
          </a:prstGeom>
          <a:noFill/>
          <a:ln w="38100">
            <a:solidFill>
              <a:schemeClr val="bg2">
                <a:lumMod val="60000"/>
                <a:lumOff val="40000"/>
              </a:schemeClr>
            </a:solid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zh-CN" sz="2400" b="0" i="0" u="none" strike="noStrike" kern="1200" cap="none" spc="0" normalizeH="0" baseline="0" noProof="0" dirty="0">
              <a:ln>
                <a:noFill/>
              </a:ln>
              <a:noFill/>
              <a:effectLst/>
              <a:uLnTx/>
              <a:uFillTx/>
              <a:latin typeface="Times New Roman" pitchFamily="18" charset="0"/>
              <a:ea typeface="宋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noFill/>
              <a:effectLst/>
              <a:uLnTx/>
              <a:uFillTx/>
              <a:latin typeface="Times New Roman" pitchFamily="18" charset="0"/>
              <a:ea typeface="宋体" pitchFamily="2" charset="-122"/>
              <a:cs typeface="+mn-cs"/>
            </a:endParaRPr>
          </a:p>
        </p:txBody>
      </p:sp>
      <p:graphicFrame>
        <p:nvGraphicFramePr>
          <p:cNvPr id="30728" name="Object 6"/>
          <p:cNvGraphicFramePr>
            <a:graphicFrameLocks noChangeAspect="1"/>
          </p:cNvGraphicFramePr>
          <p:nvPr/>
        </p:nvGraphicFramePr>
        <p:xfrm>
          <a:off x="6945343" y="3440906"/>
          <a:ext cx="1984375" cy="1206500"/>
        </p:xfrm>
        <a:graphic>
          <a:graphicData uri="http://schemas.openxmlformats.org/presentationml/2006/ole">
            <mc:AlternateContent xmlns:mc="http://schemas.openxmlformats.org/markup-compatibility/2006">
              <mc:Choice xmlns:v="urn:schemas-microsoft-com:vml" Requires="v">
                <p:oleObj name="Equation" r:id="rId16" imgW="1193760" imgH="685800" progId="Equation.DSMT4">
                  <p:embed/>
                </p:oleObj>
              </mc:Choice>
              <mc:Fallback>
                <p:oleObj name="Equation" r:id="rId16" imgW="1193760" imgH="685800" progId="Equation.DSMT4">
                  <p:embed/>
                  <p:pic>
                    <p:nvPicPr>
                      <p:cNvPr id="30728" name="Object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945343" y="3440906"/>
                        <a:ext cx="1984375" cy="1206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729" name="Object 9"/>
          <p:cNvGraphicFramePr>
            <a:graphicFrameLocks noChangeAspect="1"/>
          </p:cNvGraphicFramePr>
          <p:nvPr/>
        </p:nvGraphicFramePr>
        <p:xfrm>
          <a:off x="3463956" y="3429000"/>
          <a:ext cx="3338512" cy="1230312"/>
        </p:xfrm>
        <a:graphic>
          <a:graphicData uri="http://schemas.openxmlformats.org/presentationml/2006/ole">
            <mc:AlternateContent xmlns:mc="http://schemas.openxmlformats.org/markup-compatibility/2006">
              <mc:Choice xmlns:v="urn:schemas-microsoft-com:vml" Requires="v">
                <p:oleObj name="Equation" r:id="rId18" imgW="2006280" imgH="698400" progId="Equation.DSMT4">
                  <p:embed/>
                </p:oleObj>
              </mc:Choice>
              <mc:Fallback>
                <p:oleObj name="Equation" r:id="rId18" imgW="2006280" imgH="698400" progId="Equation.DSMT4">
                  <p:embed/>
                  <p:pic>
                    <p:nvPicPr>
                      <p:cNvPr id="30729" name="Object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63956" y="3429000"/>
                        <a:ext cx="3338512" cy="1230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矩形 25"/>
          <p:cNvSpPr/>
          <p:nvPr/>
        </p:nvSpPr>
        <p:spPr bwMode="auto">
          <a:xfrm>
            <a:off x="785786" y="5457782"/>
            <a:ext cx="8358215" cy="785818"/>
          </a:xfrm>
          <a:prstGeom prst="rect">
            <a:avLst/>
          </a:prstGeom>
          <a:solidFill>
            <a:srgbClr val="3333CC">
              <a:lumMod val="20000"/>
              <a:lumOff val="80000"/>
            </a:srgbClr>
          </a:solidFill>
          <a:ln w="38100" cap="flat" cmpd="sng" algn="ctr">
            <a:solidFill>
              <a:srgbClr val="3333CC">
                <a:lumMod val="75000"/>
              </a:srgbClr>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0" lang="en-US" altLang="zh-CN" sz="2000" b="1" i="0" u="none" strike="noStrike" kern="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设 8 阶实对称阵 </a:t>
            </a:r>
            <a:r>
              <a:rPr kumimoji="0" lang="zh-CN" altLang="en-US" sz="2000" b="1" i="1"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A</a:t>
            </a:r>
            <a:r>
              <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 的特征值为 1(3重)，</a:t>
            </a:r>
            <a:r>
              <a:rPr kumimoji="0" lang="en-US" altLang="zh-CN"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-1(</a:t>
            </a:r>
            <a:r>
              <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4重</a:t>
            </a:r>
            <a:r>
              <a:rPr kumimoji="0" lang="en-US" altLang="zh-CN"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a:t>
            </a:r>
            <a:r>
              <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 2(</a:t>
            </a:r>
            <a:r>
              <a:rPr kumimoji="0" lang="en-US" altLang="zh-CN"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1</a:t>
            </a:r>
            <a:r>
              <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rPr>
              <a:t>重)， 则</a:t>
            </a:r>
            <a:endParaRPr kumimoji="0" lang="en-US" altLang="zh-CN"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en-US" altLang="zh-CN" sz="2000" b="1" i="0" u="none" strike="noStrike" kern="0" cap="none" spc="0" normalizeH="0" baseline="30000" noProof="0" dirty="0">
                <a:ln>
                  <a:noFill/>
                </a:ln>
                <a:solidFill>
                  <a:srgbClr val="0000FF"/>
                </a:solidFill>
                <a:effectLst/>
                <a:uLnTx/>
                <a:uFillTx/>
                <a:latin typeface="微软雅黑" pitchFamily="34" charset="-122"/>
                <a:ea typeface="微软雅黑" pitchFamily="34" charset="-122"/>
                <a:cs typeface="楷体_GB2312"/>
              </a:rPr>
              <a:t>2</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sng"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0" lang="en-US" altLang="zh-CN" sz="2000" b="1" i="0" u="none" strike="noStrike" kern="0" cap="none" spc="0" normalizeH="0" baseline="30000" noProof="0" dirty="0">
                <a:ln>
                  <a:noFill/>
                </a:ln>
                <a:solidFill>
                  <a:srgbClr val="0000FF"/>
                </a:solidFill>
                <a:effectLst/>
                <a:uLnTx/>
                <a:uFillTx/>
                <a:latin typeface="微软雅黑" pitchFamily="34" charset="-122"/>
                <a:ea typeface="微软雅黑" pitchFamily="34" charset="-122"/>
                <a:cs typeface="楷体_GB2312"/>
              </a:rPr>
              <a:t>2</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2</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sng"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l-GR"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FF0000"/>
                </a:solidFill>
                <a:effectLst/>
                <a:uLnTx/>
                <a:uFillTx/>
                <a:latin typeface="微软雅黑" pitchFamily="34" charset="-122"/>
                <a:ea typeface="微软雅黑" pitchFamily="34" charset="-122"/>
                <a:cs typeface="楷体_GB2312"/>
              </a:rPr>
              <a:t>4</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E-A</a:t>
            </a:r>
            <a:r>
              <a:rPr kumimoji="0" lang="en-US" altLang="zh-CN" sz="2000" b="1" i="0" u="none" strike="noStrike" kern="0" cap="none" spc="0" normalizeH="0" baseline="30000" noProof="0" dirty="0">
                <a:ln>
                  <a:noFill/>
                </a:ln>
                <a:solidFill>
                  <a:srgbClr val="0000FF"/>
                </a:solidFill>
                <a:effectLst/>
                <a:uLnTx/>
                <a:uFillTx/>
                <a:latin typeface="微软雅黑" pitchFamily="34" charset="-122"/>
                <a:ea typeface="微软雅黑" pitchFamily="34" charset="-122"/>
                <a:cs typeface="楷体_GB2312"/>
              </a:rPr>
              <a:t>2</a:t>
            </a:r>
            <a:r>
              <a:rPr kumimoji="0" lang="zh-CN" altLang="en-US"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0" lang="zh-CN" altLang="en-US" sz="2000" b="1" i="0" u="sng"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r>
              <a:rPr kumimoji="0" lang="en-US" altLang="zh-CN" sz="2000" b="1" i="0" u="none" strike="noStrike" kern="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endPar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mn-cs"/>
            </a:endParaRPr>
          </a:p>
        </p:txBody>
      </p:sp>
      <p:sp>
        <p:nvSpPr>
          <p:cNvPr id="27" name="Text Box 41"/>
          <p:cNvSpPr txBox="1">
            <a:spLocks noChangeArrowheads="1"/>
          </p:cNvSpPr>
          <p:nvPr/>
        </p:nvSpPr>
        <p:spPr bwMode="auto">
          <a:xfrm>
            <a:off x="857320" y="6315038"/>
            <a:ext cx="8358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0000FF"/>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的特征值为 1</a:t>
            </a:r>
            <a:r>
              <a:rPr kumimoji="1" lang="en-US" altLang="zh-CN" sz="2000" b="1" i="0" u="none" strike="noStrike" kern="1200" cap="none" spc="0" normalizeH="0" baseline="30000" noProof="0" dirty="0">
                <a:ln>
                  <a:noFill/>
                </a:ln>
                <a:solidFill>
                  <a:srgbClr val="000099">
                    <a:lumMod val="50000"/>
                  </a:srgbClr>
                </a:solidFill>
                <a:effectLst/>
                <a:uLnTx/>
                <a:uFillTx/>
                <a:latin typeface="微软雅黑" pitchFamily="34" charset="-122"/>
                <a:ea typeface="微软雅黑" pitchFamily="34" charset="-122"/>
                <a:cs typeface="+mn-cs"/>
              </a:rPr>
              <a:t>2</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(3重)，</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30000" noProof="0" dirty="0">
                <a:ln>
                  <a:noFill/>
                </a:ln>
                <a:solidFill>
                  <a:srgbClr val="000099">
                    <a:lumMod val="50000"/>
                  </a:srgbClr>
                </a:solidFill>
                <a:effectLst/>
                <a:uLnTx/>
                <a:uFillTx/>
                <a:latin typeface="微软雅黑" pitchFamily="34" charset="-122"/>
                <a:ea typeface="微软雅黑" pitchFamily="34" charset="-122"/>
                <a:cs typeface="+mn-cs"/>
              </a:rPr>
              <a:t> 2</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=1 (</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4重</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 2</a:t>
            </a:r>
            <a:r>
              <a:rPr kumimoji="1" lang="en-US" altLang="zh-CN" sz="2000" b="1" i="0" u="none" strike="noStrike" kern="1200" cap="none" spc="0" normalizeH="0" baseline="30000" noProof="0" dirty="0">
                <a:ln>
                  <a:noFill/>
                </a:ln>
                <a:solidFill>
                  <a:srgbClr val="000099">
                    <a:lumMod val="50000"/>
                  </a:srgbClr>
                </a:solidFill>
                <a:effectLst/>
                <a:uLnTx/>
                <a:uFillTx/>
                <a:latin typeface="微软雅黑" pitchFamily="34" charset="-122"/>
                <a:ea typeface="微软雅黑" pitchFamily="34" charset="-122"/>
                <a:cs typeface="+mn-cs"/>
              </a:rPr>
              <a:t> 2</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=4 </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99">
                    <a:lumMod val="50000"/>
                  </a:srgbClr>
                </a:solidFill>
                <a:effectLst/>
                <a:uLnTx/>
                <a:uFillTx/>
                <a:latin typeface="微软雅黑" pitchFamily="34" charset="-122"/>
                <a:ea typeface="微软雅黑" pitchFamily="34" charset="-122"/>
                <a:cs typeface="+mn-cs"/>
              </a:rPr>
              <a:t>重)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A（A-E）=O</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sp>
        <p:nvSpPr>
          <p:cNvPr id="28" name="Text Box 28"/>
          <p:cNvSpPr txBox="1">
            <a:spLocks noChangeArrowheads="1"/>
          </p:cNvSpPr>
          <p:nvPr/>
        </p:nvSpPr>
        <p:spPr bwMode="auto">
          <a:xfrm>
            <a:off x="2357422" y="5786454"/>
            <a:ext cx="15818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8-3-4=1</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endParaRPr>
          </a:p>
        </p:txBody>
      </p:sp>
      <p:sp>
        <p:nvSpPr>
          <p:cNvPr id="29" name="Text Box 28"/>
          <p:cNvSpPr txBox="1">
            <a:spLocks noChangeArrowheads="1"/>
          </p:cNvSpPr>
          <p:nvPr/>
        </p:nvSpPr>
        <p:spPr bwMode="auto">
          <a:xfrm>
            <a:off x="8039246" y="5733256"/>
            <a:ext cx="13572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8-1=7</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endParaRPr>
          </a:p>
        </p:txBody>
      </p:sp>
      <p:sp>
        <p:nvSpPr>
          <p:cNvPr id="30" name="Text Box 28"/>
          <p:cNvSpPr txBox="1">
            <a:spLocks noChangeArrowheads="1"/>
          </p:cNvSpPr>
          <p:nvPr/>
        </p:nvSpPr>
        <p:spPr bwMode="auto">
          <a:xfrm>
            <a:off x="5572132" y="5786454"/>
            <a:ext cx="5000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8</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60098"/>
                                        </p:tgtEl>
                                        <p:attrNameLst>
                                          <p:attrName>style.visibility</p:attrName>
                                        </p:attrNameLst>
                                      </p:cBhvr>
                                      <p:to>
                                        <p:strVal val="visible"/>
                                      </p:to>
                                    </p:set>
                                    <p:animEffect transition="in" filter="wipe(left)">
                                      <p:cBhvr>
                                        <p:cTn id="7" dur="500"/>
                                        <p:tgtEl>
                                          <p:spTgt spid="26009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0">
                                            <p:bg/>
                                          </p:spTgt>
                                        </p:tgtEl>
                                        <p:attrNameLst>
                                          <p:attrName>style.visibility</p:attrName>
                                        </p:attrNameLst>
                                      </p:cBhvr>
                                      <p:to>
                                        <p:strVal val="visible"/>
                                      </p:to>
                                    </p:set>
                                    <p:animEffect transition="in" filter="wipe(left)">
                                      <p:cBhvr>
                                        <p:cTn id="17" dur="500"/>
                                        <p:tgtEl>
                                          <p:spTgt spid="20">
                                            <p:bg/>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wipe(left)">
                                      <p:cBhvr>
                                        <p:cTn id="20" dur="500"/>
                                        <p:tgtEl>
                                          <p:spTgt spid="20">
                                            <p:txEl>
                                              <p:pRg st="0" end="0"/>
                                            </p:txEl>
                                          </p:spTgt>
                                        </p:tgtEl>
                                      </p:cBhvr>
                                    </p:animEffect>
                                  </p:childTnLst>
                                </p:cTn>
                              </p:par>
                              <p:par>
                                <p:cTn id="21" presetID="22" presetClass="entr" presetSubtype="8" fill="hold" nodeType="withEffect">
                                  <p:stCondLst>
                                    <p:cond delay="0"/>
                                  </p:stCondLst>
                                  <p:childTnLst>
                                    <p:set>
                                      <p:cBhvr>
                                        <p:cTn id="22" dur="1" fill="hold">
                                          <p:stCondLst>
                                            <p:cond delay="0"/>
                                          </p:stCondLst>
                                        </p:cTn>
                                        <p:tgtEl>
                                          <p:spTgt spid="20">
                                            <p:txEl>
                                              <p:pRg st="1" end="1"/>
                                            </p:txEl>
                                          </p:spTgt>
                                        </p:tgtEl>
                                        <p:attrNameLst>
                                          <p:attrName>style.visibility</p:attrName>
                                        </p:attrNameLst>
                                      </p:cBhvr>
                                      <p:to>
                                        <p:strVal val="visible"/>
                                      </p:to>
                                    </p:set>
                                    <p:animEffect transition="in" filter="wipe(left)">
                                      <p:cBhvr>
                                        <p:cTn id="23" dur="500"/>
                                        <p:tgtEl>
                                          <p:spTgt spid="20">
                                            <p:txEl>
                                              <p:pRg st="1" end="1"/>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wipe(left)">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69349"/>
                                        </p:tgtEl>
                                        <p:attrNameLst>
                                          <p:attrName>style.visibility</p:attrName>
                                        </p:attrNameLst>
                                      </p:cBhvr>
                                      <p:to>
                                        <p:strVal val="visible"/>
                                      </p:to>
                                    </p:set>
                                    <p:animEffect transition="in" filter="wipe(left)">
                                      <p:cBhvr>
                                        <p:cTn id="33" dur="500"/>
                                        <p:tgtEl>
                                          <p:spTgt spid="569349"/>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wipe(left)">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0">
                                            <p:bg/>
                                          </p:spTgt>
                                        </p:tgtEl>
                                        <p:attrNameLst>
                                          <p:attrName>style.visibility</p:attrName>
                                        </p:attrNameLst>
                                      </p:cBhvr>
                                      <p:to>
                                        <p:strVal val="visible"/>
                                      </p:to>
                                    </p:set>
                                    <p:animEffect transition="in" filter="wipe(left)">
                                      <p:cBhvr>
                                        <p:cTn id="43" dur="500"/>
                                        <p:tgtEl>
                                          <p:spTgt spid="10">
                                            <p:bg/>
                                          </p:spTgt>
                                        </p:tgtEl>
                                      </p:cBhvr>
                                    </p:animEffect>
                                  </p:childTnLst>
                                </p:cTn>
                              </p:par>
                              <p:par>
                                <p:cTn id="44" presetID="22" presetClass="entr" presetSubtype="8" fill="hold" nodeType="withEffect">
                                  <p:stCondLst>
                                    <p:cond delay="0"/>
                                  </p:stCondLst>
                                  <p:childTnLst>
                                    <p:set>
                                      <p:cBhvr>
                                        <p:cTn id="45" dur="1" fill="hold">
                                          <p:stCondLst>
                                            <p:cond delay="0"/>
                                          </p:stCondLst>
                                        </p:cTn>
                                        <p:tgtEl>
                                          <p:spTgt spid="10">
                                            <p:txEl>
                                              <p:pRg st="0" end="0"/>
                                            </p:txEl>
                                          </p:spTgt>
                                        </p:tgtEl>
                                        <p:attrNameLst>
                                          <p:attrName>style.visibility</p:attrName>
                                        </p:attrNameLst>
                                      </p:cBhvr>
                                      <p:to>
                                        <p:strVal val="visible"/>
                                      </p:to>
                                    </p:set>
                                    <p:animEffect transition="in" filter="wipe(left)">
                                      <p:cBhvr>
                                        <p:cTn id="46" dur="500"/>
                                        <p:tgtEl>
                                          <p:spTgt spid="10">
                                            <p:txEl>
                                              <p:pRg st="0" end="0"/>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0">
                                            <p:txEl>
                                              <p:pRg st="1" end="1"/>
                                            </p:txEl>
                                          </p:spTgt>
                                        </p:tgtEl>
                                        <p:attrNameLst>
                                          <p:attrName>style.visibility</p:attrName>
                                        </p:attrNameLst>
                                      </p:cBhvr>
                                      <p:to>
                                        <p:strVal val="visible"/>
                                      </p:to>
                                    </p:set>
                                    <p:animEffect transition="in" filter="wipe(left)">
                                      <p:cBhvr>
                                        <p:cTn id="51" dur="500"/>
                                        <p:tgtEl>
                                          <p:spTgt spid="10">
                                            <p:txEl>
                                              <p:pRg st="1" end="1"/>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10">
                                            <p:txEl>
                                              <p:pRg st="3" end="3"/>
                                            </p:txEl>
                                          </p:spTgt>
                                        </p:tgtEl>
                                        <p:attrNameLst>
                                          <p:attrName>style.visibility</p:attrName>
                                        </p:attrNameLst>
                                      </p:cBhvr>
                                      <p:to>
                                        <p:strVal val="visible"/>
                                      </p:to>
                                    </p:set>
                                    <p:animEffect transition="in" filter="wipe(left)">
                                      <p:cBhvr>
                                        <p:cTn id="56" dur="500"/>
                                        <p:tgtEl>
                                          <p:spTgt spid="10">
                                            <p:txEl>
                                              <p:pRg st="3" end="3"/>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10">
                                            <p:txEl>
                                              <p:pRg st="5" end="5"/>
                                            </p:txEl>
                                          </p:spTgt>
                                        </p:tgtEl>
                                        <p:attrNameLst>
                                          <p:attrName>style.visibility</p:attrName>
                                        </p:attrNameLst>
                                      </p:cBhvr>
                                      <p:to>
                                        <p:strVal val="visible"/>
                                      </p:to>
                                    </p:set>
                                    <p:animEffect transition="in" filter="wipe(left)">
                                      <p:cBhvr>
                                        <p:cTn id="61" dur="500"/>
                                        <p:tgtEl>
                                          <p:spTgt spid="10">
                                            <p:txEl>
                                              <p:pRg st="5" end="5"/>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30729"/>
                                        </p:tgtEl>
                                        <p:attrNameLst>
                                          <p:attrName>style.visibility</p:attrName>
                                        </p:attrNameLst>
                                      </p:cBhvr>
                                      <p:to>
                                        <p:strVal val="visible"/>
                                      </p:to>
                                    </p:set>
                                    <p:animEffect transition="in" filter="wipe(left)">
                                      <p:cBhvr>
                                        <p:cTn id="66" dur="500"/>
                                        <p:tgtEl>
                                          <p:spTgt spid="30729"/>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30728"/>
                                        </p:tgtEl>
                                        <p:attrNameLst>
                                          <p:attrName>style.visibility</p:attrName>
                                        </p:attrNameLst>
                                      </p:cBhvr>
                                      <p:to>
                                        <p:strVal val="visible"/>
                                      </p:to>
                                    </p:set>
                                    <p:animEffect transition="in" filter="wipe(left)">
                                      <p:cBhvr>
                                        <p:cTn id="71" dur="500"/>
                                        <p:tgtEl>
                                          <p:spTgt spid="30728"/>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wipe(left)">
                                      <p:cBhvr>
                                        <p:cTn id="76" dur="500"/>
                                        <p:tgtEl>
                                          <p:spTgt spid="26"/>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wipe(left)">
                                      <p:cBhvr>
                                        <p:cTn id="81" dur="500"/>
                                        <p:tgtEl>
                                          <p:spTgt spid="27"/>
                                        </p:tgtEl>
                                      </p:cBhvr>
                                    </p:animEffect>
                                  </p:childTnLst>
                                </p:cTn>
                              </p:par>
                            </p:childTnLst>
                          </p:cTn>
                        </p:par>
                      </p:childTnLst>
                    </p:cTn>
                  </p:par>
                  <p:par>
                    <p:cTn id="82" fill="hold">
                      <p:stCondLst>
                        <p:cond delay="indefinite"/>
                      </p:stCondLst>
                      <p:childTnLst>
                        <p:par>
                          <p:cTn id="83" fill="hold">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additive="base">
                                        <p:cTn id="86" dur="500" fill="hold"/>
                                        <p:tgtEl>
                                          <p:spTgt spid="28"/>
                                        </p:tgtEl>
                                        <p:attrNameLst>
                                          <p:attrName>ppt_x</p:attrName>
                                        </p:attrNameLst>
                                      </p:cBhvr>
                                      <p:tavLst>
                                        <p:tav tm="0">
                                          <p:val>
                                            <p:strVal val="#ppt_x"/>
                                          </p:val>
                                        </p:tav>
                                        <p:tav tm="100000">
                                          <p:val>
                                            <p:strVal val="#ppt_x"/>
                                          </p:val>
                                        </p:tav>
                                      </p:tavLst>
                                    </p:anim>
                                    <p:anim calcmode="lin" valueType="num">
                                      <p:cBhvr additive="base">
                                        <p:cTn id="87"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4" fill="hold" grpId="0" nodeType="clickEffect">
                                  <p:stCondLst>
                                    <p:cond delay="0"/>
                                  </p:stCondLst>
                                  <p:childTnLst>
                                    <p:set>
                                      <p:cBhvr>
                                        <p:cTn id="91" dur="1" fill="hold">
                                          <p:stCondLst>
                                            <p:cond delay="0"/>
                                          </p:stCondLst>
                                        </p:cTn>
                                        <p:tgtEl>
                                          <p:spTgt spid="30"/>
                                        </p:tgtEl>
                                        <p:attrNameLst>
                                          <p:attrName>style.visibility</p:attrName>
                                        </p:attrNameLst>
                                      </p:cBhvr>
                                      <p:to>
                                        <p:strVal val="visible"/>
                                      </p:to>
                                    </p:set>
                                    <p:anim calcmode="lin" valueType="num">
                                      <p:cBhvr additive="base">
                                        <p:cTn id="92" dur="500" fill="hold"/>
                                        <p:tgtEl>
                                          <p:spTgt spid="30"/>
                                        </p:tgtEl>
                                        <p:attrNameLst>
                                          <p:attrName>ppt_x</p:attrName>
                                        </p:attrNameLst>
                                      </p:cBhvr>
                                      <p:tavLst>
                                        <p:tav tm="0">
                                          <p:val>
                                            <p:strVal val="#ppt_x"/>
                                          </p:val>
                                        </p:tav>
                                        <p:tav tm="100000">
                                          <p:val>
                                            <p:strVal val="#ppt_x"/>
                                          </p:val>
                                        </p:tav>
                                      </p:tavLst>
                                    </p:anim>
                                    <p:anim calcmode="lin" valueType="num">
                                      <p:cBhvr additive="base">
                                        <p:cTn id="93"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2" presetClass="entr" presetSubtype="4" fill="hold" grpId="0" nodeType="clickEffect">
                                  <p:stCondLst>
                                    <p:cond delay="0"/>
                                  </p:stCondLst>
                                  <p:childTnLst>
                                    <p:set>
                                      <p:cBhvr>
                                        <p:cTn id="97" dur="1" fill="hold">
                                          <p:stCondLst>
                                            <p:cond delay="0"/>
                                          </p:stCondLst>
                                        </p:cTn>
                                        <p:tgtEl>
                                          <p:spTgt spid="29"/>
                                        </p:tgtEl>
                                        <p:attrNameLst>
                                          <p:attrName>style.visibility</p:attrName>
                                        </p:attrNameLst>
                                      </p:cBhvr>
                                      <p:to>
                                        <p:strVal val="visible"/>
                                      </p:to>
                                    </p:set>
                                    <p:anim calcmode="lin" valueType="num">
                                      <p:cBhvr additive="base">
                                        <p:cTn id="98" dur="500" fill="hold"/>
                                        <p:tgtEl>
                                          <p:spTgt spid="29"/>
                                        </p:tgtEl>
                                        <p:attrNameLst>
                                          <p:attrName>ppt_x</p:attrName>
                                        </p:attrNameLst>
                                      </p:cBhvr>
                                      <p:tavLst>
                                        <p:tav tm="0">
                                          <p:val>
                                            <p:strVal val="#ppt_x"/>
                                          </p:val>
                                        </p:tav>
                                        <p:tav tm="100000">
                                          <p:val>
                                            <p:strVal val="#ppt_x"/>
                                          </p:val>
                                        </p:tav>
                                      </p:tavLst>
                                    </p:anim>
                                    <p:anim calcmode="lin" valueType="num">
                                      <p:cBhvr additive="base">
                                        <p:cTn id="99"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12"/>
                                        </p:tgtEl>
                                        <p:attrNameLst>
                                          <p:attrName>style.visibility</p:attrName>
                                        </p:attrNameLst>
                                      </p:cBhvr>
                                      <p:to>
                                        <p:strVal val="visible"/>
                                      </p:to>
                                    </p:set>
                                    <p:animEffect transition="in" filter="wipe(left)">
                                      <p:cBhvr>
                                        <p:cTn id="104" dur="500"/>
                                        <p:tgtEl>
                                          <p:spTgt spid="12"/>
                                        </p:tgtEl>
                                      </p:cBhvr>
                                    </p:animEffect>
                                  </p:childTnLst>
                                </p:cTn>
                              </p:par>
                              <p:par>
                                <p:cTn id="105" presetID="22" presetClass="entr" presetSubtype="8"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Effect transition="in" filter="wipe(left)">
                                      <p:cBhvr>
                                        <p:cTn id="107" dur="500"/>
                                        <p:tgtEl>
                                          <p:spTgt spid="13"/>
                                        </p:tgtEl>
                                      </p:cBhvr>
                                    </p:animEffect>
                                  </p:childTnLst>
                                </p:cTn>
                              </p:par>
                              <p:par>
                                <p:cTn id="108" presetID="22" presetClass="entr" presetSubtype="8" fill="hold" grpId="1" nodeType="withEffect">
                                  <p:stCondLst>
                                    <p:cond delay="0"/>
                                  </p:stCondLst>
                                  <p:childTnLst>
                                    <p:set>
                                      <p:cBhvr>
                                        <p:cTn id="109" dur="1" fill="hold">
                                          <p:stCondLst>
                                            <p:cond delay="0"/>
                                          </p:stCondLst>
                                        </p:cTn>
                                        <p:tgtEl>
                                          <p:spTgt spid="13"/>
                                        </p:tgtEl>
                                        <p:attrNameLst>
                                          <p:attrName>style.visibility</p:attrName>
                                        </p:attrNameLst>
                                      </p:cBhvr>
                                      <p:to>
                                        <p:strVal val="visible"/>
                                      </p:to>
                                    </p:set>
                                    <p:animEffect transition="in" filter="wipe(left)">
                                      <p:cBhvr>
                                        <p:cTn id="1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build="allAtOnce" animBg="1"/>
      <p:bldP spid="10" grpId="0" build="allAtOnce" animBg="1"/>
      <p:bldP spid="12" grpId="0" animBg="1"/>
      <p:bldP spid="13" grpId="0" animBg="1"/>
      <p:bldP spid="13" grpId="1" animBg="1"/>
      <p:bldP spid="26" grpId="0" animBg="1"/>
      <p:bldP spid="27" grpId="0"/>
      <p:bldP spid="28" grpId="0"/>
      <p:bldP spid="29" grpId="0"/>
      <p:bldP spid="30"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2" name="Rectangle 2"/>
          <p:cNvSpPr>
            <a:spLocks noChangeArrowheads="1"/>
          </p:cNvSpPr>
          <p:nvPr/>
        </p:nvSpPr>
        <p:spPr bwMode="auto">
          <a:xfrm>
            <a:off x="714375" y="1000125"/>
            <a:ext cx="8429625" cy="978729"/>
          </a:xfrm>
          <a:prstGeom prst="rect">
            <a:avLst/>
          </a:prstGeom>
          <a:noFill/>
          <a:ln w="9525">
            <a:noFill/>
            <a:miter lim="800000"/>
            <a:headEnd/>
            <a:tailEnd/>
          </a:ln>
        </p:spPr>
        <p:txBody>
          <a:bodyPr>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定理</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：设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楷体_GB2312" pitchFamily="49" charset="-122"/>
                <a:ea typeface="微软雅黑" pitchFamily="34" charset="-122"/>
                <a:cs typeface="楷体_GB2312" pitchFamily="49" charset="-122"/>
              </a:rPr>
              <a:t>1</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和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是对称阵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的特征值，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0"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是对应的</a:t>
            </a:r>
            <a:endPar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特征向量，如果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 </a:t>
            </a:r>
            <a:r>
              <a:rPr kumimoji="1" lang="en-US"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Symbol" pitchFamily="18" charset="2"/>
                <a:ea typeface="微软雅黑" pitchFamily="34" charset="-122"/>
                <a:cs typeface="楷体_GB2312" pitchFamily="49" charset="-122"/>
              </a:rPr>
              <a:t>l</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，则 </a:t>
            </a:r>
            <a:r>
              <a:rPr kumimoji="1" lang="zh-CN" altLang="en-US" sz="2400" b="1" i="1"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1</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400" b="1" i="1"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a:t>
            </a:r>
            <a:r>
              <a:rPr kumimoji="1" lang="en-US" altLang="zh-CN" sz="2400" b="1" i="0" u="none" strike="noStrike" kern="1200" cap="none" spc="0" normalizeH="0" baseline="-25000" noProof="0" dirty="0">
                <a:ln>
                  <a:noFill/>
                </a:ln>
                <a:solidFill>
                  <a:srgbClr val="FFFF99"/>
                </a:solidFill>
                <a:effectLst/>
                <a:uLnTx/>
                <a:uFillTx/>
                <a:latin typeface="微软雅黑" pitchFamily="34" charset="-122"/>
                <a:ea typeface="微软雅黑" pitchFamily="34" charset="-122"/>
                <a:cs typeface="楷体_GB2312" pitchFamily="49" charset="-122"/>
              </a:rPr>
              <a:t>2</a:t>
            </a:r>
            <a:r>
              <a:rPr kumimoji="1" lang="en-US" altLang="zh-CN" sz="2400" b="0"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正交．（</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P128</a:t>
            </a:r>
            <a:r>
              <a:rPr kumimoji="1" lang="zh-CN" altLang="en-US"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性质</a:t>
            </a:r>
            <a:r>
              <a:rPr kumimoji="1" lang="en-US" altLang="zh-CN"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2 </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t>
            </a:r>
          </a:p>
        </p:txBody>
      </p:sp>
      <p:sp>
        <p:nvSpPr>
          <p:cNvPr id="10" name="Rectangle 2"/>
          <p:cNvSpPr>
            <a:spLocks noChangeArrowheads="1"/>
          </p:cNvSpPr>
          <p:nvPr/>
        </p:nvSpPr>
        <p:spPr bwMode="auto">
          <a:xfrm>
            <a:off x="714375" y="2000250"/>
            <a:ext cx="8429625" cy="978729"/>
          </a:xfrm>
          <a:prstGeom prst="rect">
            <a:avLst/>
          </a:prstGeom>
          <a:noFill/>
          <a:ln w="9525">
            <a:noFill/>
            <a:miter lim="800000"/>
            <a:headEnd/>
            <a:tailEnd/>
          </a:ln>
        </p:spPr>
        <p:txBody>
          <a:bodyPr>
            <a:spAutoFit/>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定理</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3</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：对称阵 </a:t>
            </a:r>
            <a:r>
              <a:rPr kumimoji="1" lang="en-US" altLang="zh-CN" sz="24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rPr>
              <a:t>必可正交对角化：</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 </a:t>
            </a:r>
            <a:r>
              <a:rPr kumimoji="1" lang="en-US" altLang="zh-CN"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P128</a:t>
            </a:r>
            <a:r>
              <a:rPr kumimoji="1" lang="zh-CN" altLang="en-US"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定理</a:t>
            </a:r>
            <a:r>
              <a:rPr kumimoji="1" lang="en-US" altLang="zh-CN" sz="20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5</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pitchFamily="49" charset="-122"/>
              </a:rPr>
              <a:t>）</a:t>
            </a:r>
            <a:endParaRPr kumimoji="1" lang="en-US" altLang="zh-CN" sz="24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a:rPr>
              <a:t>   即必有</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正交</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a:rPr>
              <a:t>矩阵</a:t>
            </a:r>
            <a:r>
              <a:rPr kumimoji="1" lang="en-US" altLang="zh-CN"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a:rPr>
              <a:t>P，</a:t>
            </a:r>
            <a:r>
              <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a:rPr>
              <a:t>可使</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 </a:t>
            </a:r>
            <a:r>
              <a:rPr kumimoji="1" lang="en-US" altLang="zh-CN" sz="24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AP = </a:t>
            </a:r>
            <a:r>
              <a:rPr kumimoji="1" lang="el-GR"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endParaRPr kumimoji="1" lang="zh-CN" altLang="en-US" sz="2400" b="1" i="0" u="none" strike="noStrike" kern="1200" cap="none" spc="0" normalizeH="0" baseline="0" noProof="0" dirty="0">
              <a:ln>
                <a:noFill/>
              </a:ln>
              <a:solidFill>
                <a:srgbClr val="FFFF99"/>
              </a:solidFill>
              <a:effectLst/>
              <a:uLnTx/>
              <a:uFillTx/>
              <a:latin typeface="微软雅黑" pitchFamily="34" charset="-122"/>
              <a:ea typeface="微软雅黑" pitchFamily="34" charset="-122"/>
              <a:cs typeface="楷体_GB2312"/>
            </a:endParaRPr>
          </a:p>
        </p:txBody>
      </p:sp>
      <p:sp>
        <p:nvSpPr>
          <p:cNvPr id="11" name="矩形 10"/>
          <p:cNvSpPr/>
          <p:nvPr/>
        </p:nvSpPr>
        <p:spPr>
          <a:xfrm>
            <a:off x="6000750" y="2500313"/>
            <a:ext cx="2517775" cy="461962"/>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或记为</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P </a:t>
            </a:r>
            <a:r>
              <a:rPr kumimoji="1" lang="en-US" altLang="zh-CN" sz="2400" b="1" i="0" u="none" strike="noStrike" kern="1200" cap="none" spc="0" normalizeH="0" baseline="30000" noProof="0" dirty="0">
                <a:ln>
                  <a:noFill/>
                </a:ln>
                <a:solidFill>
                  <a:srgbClr val="FFFFCC">
                    <a:lumMod val="75000"/>
                  </a:srgbClr>
                </a:solidFill>
                <a:effectLst/>
                <a:uLnTx/>
                <a:uFillTx/>
                <a:latin typeface="微软雅黑" pitchFamily="34" charset="-122"/>
                <a:ea typeface="微软雅黑" pitchFamily="34" charset="-122"/>
                <a:cs typeface="+mn-cs"/>
              </a:rPr>
              <a:t>T</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AP = </a:t>
            </a:r>
            <a:r>
              <a:rPr kumimoji="1" lang="el-GR"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12" name="AutoShape 5"/>
          <p:cNvSpPr>
            <a:spLocks noChangeArrowheads="1"/>
          </p:cNvSpPr>
          <p:nvPr/>
        </p:nvSpPr>
        <p:spPr bwMode="auto">
          <a:xfrm>
            <a:off x="785813" y="3071813"/>
            <a:ext cx="8358187" cy="3786187"/>
          </a:xfrm>
          <a:prstGeom prst="roundRect">
            <a:avLst>
              <a:gd name="adj" fmla="val 4648"/>
            </a:avLst>
          </a:prstGeom>
          <a:solidFill>
            <a:schemeClr val="accent1"/>
          </a:solidFill>
          <a:ln w="28575">
            <a:solidFill>
              <a:schemeClr val="accent2"/>
            </a:solidFill>
            <a:round/>
            <a:headEnd/>
            <a:tailEnd/>
          </a:ln>
        </p:spPr>
        <p:txBody>
          <a:bodyPr wrap="none"/>
          <a:lstStyle/>
          <a:p>
            <a:pPr marL="342900" marR="0" lvl="0" indent="-34290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方阵</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为正交阵</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892175"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 AA</a:t>
            </a:r>
            <a:r>
              <a:rPr kumimoji="1" lang="en-US" altLang="zh-CN" sz="24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=E</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 </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endParaRPr>
          </a:p>
          <a:p>
            <a:pPr marL="892175"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a:t>
            </a:r>
            <a:r>
              <a:rPr kumimoji="1" lang="en-US" altLang="zh-CN" sz="24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4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-1</a:t>
            </a:r>
          </a:p>
          <a:p>
            <a:pPr marL="892175"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的列向量都是</a:t>
            </a:r>
            <a:r>
              <a:rPr kumimoji="1" lang="zh-CN" altLang="en-US" sz="2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单位向量</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，且</a:t>
            </a:r>
            <a:r>
              <a:rPr kumimoji="1" lang="zh-CN" altLang="en-US" sz="2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两两正交</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p>
          <a:p>
            <a:pPr marL="892175"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sym typeface="Wingdings"/>
              </a:rPr>
              <a:t> </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 </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的列向量组构成</a:t>
            </a:r>
            <a:r>
              <a:rPr kumimoji="1" lang="en-US" altLang="zh-CN" sz="2400" b="1" i="0" u="none" strike="noStrike" kern="1200" cap="none" spc="0" normalizeH="0" baseline="0" noProof="0" dirty="0" err="1">
                <a:ln>
                  <a:noFill/>
                </a:ln>
                <a:solidFill>
                  <a:srgbClr val="010199">
                    <a:lumMod val="75000"/>
                  </a:srgbClr>
                </a:solidFill>
                <a:effectLst/>
                <a:uLnTx/>
                <a:uFillTx/>
                <a:latin typeface="微软雅黑" pitchFamily="34" charset="-122"/>
                <a:ea typeface="微软雅黑" pitchFamily="34" charset="-122"/>
                <a:cs typeface="楷体_GB2312"/>
              </a:rPr>
              <a:t>R</a:t>
            </a:r>
            <a:r>
              <a:rPr kumimoji="1" lang="en-US" altLang="zh-CN" sz="2400" b="1" i="0" u="none" strike="noStrike" kern="1200" cap="none" spc="0" normalizeH="0" baseline="30000" noProof="0" dirty="0" err="1">
                <a:ln>
                  <a:noFill/>
                </a:ln>
                <a:solidFill>
                  <a:srgbClr val="010199">
                    <a:lumMod val="75000"/>
                  </a:srgbClr>
                </a:solidFill>
                <a:effectLst/>
                <a:uLnTx/>
                <a:uFillTx/>
                <a:latin typeface="微软雅黑" pitchFamily="34" charset="-122"/>
                <a:ea typeface="微软雅黑" pitchFamily="34" charset="-122"/>
                <a:cs typeface="楷体_GB2312"/>
              </a:rPr>
              <a:t>n</a:t>
            </a:r>
            <a:r>
              <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 </a:t>
            </a:r>
            <a:r>
              <a:rPr kumimoji="1" lang="zh-CN" altLang="en-US"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的规范正交基  </a:t>
            </a:r>
            <a:endParaRPr kumimoji="1" lang="en-US" altLang="zh-CN" sz="24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p:txBody>
      </p:sp>
      <p:graphicFrame>
        <p:nvGraphicFramePr>
          <p:cNvPr id="24" name="Object 5"/>
          <p:cNvGraphicFramePr>
            <a:graphicFrameLocks noChangeAspect="1"/>
          </p:cNvGraphicFramePr>
          <p:nvPr/>
        </p:nvGraphicFramePr>
        <p:xfrm>
          <a:off x="1357313" y="5613400"/>
          <a:ext cx="6656387" cy="958850"/>
        </p:xfrm>
        <a:graphic>
          <a:graphicData uri="http://schemas.openxmlformats.org/presentationml/2006/ole">
            <mc:AlternateContent xmlns:mc="http://schemas.openxmlformats.org/markup-compatibility/2006">
              <mc:Choice xmlns:v="urn:schemas-microsoft-com:vml" Requires="v">
                <p:oleObj name="Equation" r:id="rId3" imgW="3708360" imgH="533160" progId="Equation.DSMT4">
                  <p:embed/>
                </p:oleObj>
              </mc:Choice>
              <mc:Fallback>
                <p:oleObj name="Equation" r:id="rId3" imgW="3708360" imgH="533160" progId="Equation.DSMT4">
                  <p:embed/>
                  <p:pic>
                    <p:nvPicPr>
                      <p:cNvPr id="24"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7313" y="5613400"/>
                        <a:ext cx="6656387" cy="958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 name="AutoShape 5"/>
          <p:cNvSpPr>
            <a:spLocks noChangeArrowheads="1"/>
          </p:cNvSpPr>
          <p:nvPr/>
        </p:nvSpPr>
        <p:spPr bwMode="auto">
          <a:xfrm>
            <a:off x="785845" y="3071837"/>
            <a:ext cx="8358187" cy="3786187"/>
          </a:xfrm>
          <a:prstGeom prst="roundRect">
            <a:avLst>
              <a:gd name="adj" fmla="val 4648"/>
            </a:avLst>
          </a:prstGeom>
          <a:solidFill>
            <a:srgbClr val="FFFFCC"/>
          </a:solidFill>
          <a:ln w="28575">
            <a:solidFill>
              <a:srgbClr val="FF3300"/>
            </a:solidFill>
            <a:round/>
            <a:headEnd/>
            <a:tailEnd/>
          </a:ln>
        </p:spPr>
        <p:txBody>
          <a:bodyPr wrap="square"/>
          <a:lstStyle/>
          <a:p>
            <a:pPr marL="342900" marR="0" lvl="0" indent="-342900" algn="l" defTabSz="914400" rtl="0" eaLnBrk="1" fontAlgn="base" latinLnBrk="0" hangingPunct="1">
              <a:lnSpc>
                <a:spcPct val="15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实对称矩阵</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实对称矩阵</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的</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特征值</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都是</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实对称阵的</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相异特征值</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对应的</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特征向量</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任一实</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对称矩阵</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都</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可以对角化</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，更进一步一定存在</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矩阵</a:t>
            </a:r>
            <a:r>
              <a:rPr kumimoji="1" lang="en-US" altLang="zh-CN"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Q</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，使得</a:t>
            </a:r>
            <a:r>
              <a:rPr kumimoji="1" lang="en-US" altLang="zh-CN"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Q</a:t>
            </a:r>
            <a:r>
              <a:rPr kumimoji="1" lang="en-US" altLang="zh-CN" sz="1800" b="1" i="1" u="none" strike="noStrike" kern="1200" cap="none" spc="0" normalizeH="0" baseline="30000" noProof="0" dirty="0">
                <a:ln>
                  <a:noFill/>
                </a:ln>
                <a:solidFill>
                  <a:srgbClr val="010199">
                    <a:lumMod val="75000"/>
                  </a:srgbClr>
                </a:solidFill>
                <a:effectLst/>
                <a:uLnTx/>
                <a:uFillTx/>
                <a:latin typeface="黑体" pitchFamily="2" charset="-122"/>
                <a:ea typeface="黑体" pitchFamily="2" charset="-122"/>
                <a:cs typeface="+mn-cs"/>
              </a:rPr>
              <a:t>T</a:t>
            </a:r>
            <a:r>
              <a:rPr kumimoji="1" lang="en-US" altLang="zh-CN"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AQ</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为对角阵。</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若</a:t>
            </a:r>
            <a:r>
              <a:rPr kumimoji="1" lang="zh-CN" altLang="en-US" sz="1800" b="1" i="1" u="none" strike="noStrike" kern="1200" cap="none" spc="0" normalizeH="0" baseline="0" noProof="0" dirty="0">
                <a:ln>
                  <a:noFill/>
                </a:ln>
                <a:solidFill>
                  <a:srgbClr val="0000FF"/>
                </a:solidFill>
                <a:effectLst/>
                <a:uLnTx/>
                <a:uFillTx/>
                <a:latin typeface="黑体" pitchFamily="2" charset="-122"/>
                <a:ea typeface="黑体" pitchFamily="2" charset="-122"/>
                <a:cs typeface="Times New Roman" panose="02020603050405020304" pitchFamily="18" charset="0"/>
                <a:sym typeface="Symbol"/>
              </a:rPr>
              <a:t></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为实对称阵 </a:t>
            </a:r>
            <a:r>
              <a:rPr kumimoji="1" lang="zh-CN" altLang="en-US"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的</a:t>
            </a:r>
            <a:r>
              <a:rPr kumimoji="1" lang="en-US" altLang="zh-CN" sz="1800" b="1" i="1" u="none" strike="noStrike" kern="1200" cap="none" spc="0" normalizeH="0" baseline="0" noProof="0" dirty="0">
                <a:ln>
                  <a:noFill/>
                </a:ln>
                <a:solidFill>
                  <a:srgbClr val="0000FF"/>
                </a:solidFill>
                <a:effectLst/>
                <a:uLnTx/>
                <a:uFillTx/>
                <a:latin typeface="黑体" pitchFamily="2" charset="-122"/>
                <a:ea typeface="黑体" pitchFamily="2" charset="-122"/>
                <a:cs typeface="+mn-cs"/>
              </a:rPr>
              <a:t>k</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重特征值</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，则</a:t>
            </a:r>
            <a:r>
              <a:rPr kumimoji="1" lang="en-US" altLang="zh-CN"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R(A-</a:t>
            </a:r>
            <a:r>
              <a:rPr kumimoji="1" lang="zh-CN" altLang="en-US"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Times New Roman" panose="02020603050405020304" pitchFamily="18" charset="0"/>
                <a:sym typeface="Symbol"/>
              </a:rPr>
              <a:t></a:t>
            </a:r>
            <a:r>
              <a:rPr kumimoji="1" lang="en-US" altLang="zh-CN"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E</a:t>
            </a:r>
            <a:r>
              <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r>
              <a:rPr kumimoji="1" lang="en-US" altLang="zh-CN"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endParaRPr kumimoji="1" lang="en-US" altLang="zh-CN"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实对称矩阵 </a:t>
            </a:r>
            <a:r>
              <a:rPr kumimoji="1" lang="zh-CN" altLang="en-US" sz="1800" b="1" i="1"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的</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非</a:t>
            </a:r>
            <a:r>
              <a:rPr kumimoji="1" lang="en-US" altLang="zh-CN"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0</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特征值</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的个数</a:t>
            </a:r>
            <a:r>
              <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当</a:t>
            </a:r>
            <a:r>
              <a:rPr kumimoji="1" lang="zh-CN" altLang="en-US"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0</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是实对称矩阵的特征值时，</a:t>
            </a:r>
            <a:r>
              <a:rPr kumimoji="1" lang="en-US" altLang="zh-CN" sz="1800" b="1" i="0" u="none" strike="noStrike" kern="1200" cap="none" spc="0" normalizeH="0" baseline="0" noProof="0" dirty="0">
                <a:ln>
                  <a:noFill/>
                </a:ln>
                <a:solidFill>
                  <a:srgbClr val="0000FF"/>
                </a:solidFill>
                <a:effectLst/>
                <a:uLnTx/>
                <a:uFillTx/>
                <a:latin typeface="黑体" pitchFamily="2" charset="-122"/>
                <a:ea typeface="黑体" pitchFamily="2" charset="-122"/>
                <a:cs typeface="+mn-cs"/>
              </a:rPr>
              <a:t>0</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的重数</a:t>
            </a:r>
            <a:r>
              <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a:t>
            </a:r>
            <a:endParaRPr kumimoji="1" lang="en-US" altLang="zh-CN"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a:p>
            <a:pPr marL="342900" marR="0" lvl="0" indent="-342900" algn="l" defTabSz="914400" rtl="0" eaLnBrk="1" fontAlgn="base" latinLnBrk="0" hangingPunct="1">
              <a:lnSpc>
                <a:spcPct val="150000"/>
              </a:lnSpc>
              <a:spcBef>
                <a:spcPct val="0"/>
              </a:spcBef>
              <a:spcAft>
                <a:spcPct val="0"/>
              </a:spcAft>
              <a:buClrTx/>
              <a:buSzTx/>
              <a:buFontTx/>
              <a:buAutoNum type="arabicPeriod"/>
              <a:tabLst/>
              <a:defRPr/>
            </a:pP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非对称矩阵</a:t>
            </a:r>
            <a:r>
              <a:rPr kumimoji="1" lang="zh-CN" altLang="en-US" sz="1800" b="1" i="0" u="sng"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        </a:t>
            </a:r>
            <a:r>
              <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rPr>
              <a:t>进行正交对角化。</a:t>
            </a:r>
          </a:p>
          <a:p>
            <a:pPr marL="342900" marR="0" lvl="0" indent="-342900" algn="l" defTabSz="914400" rtl="0" eaLnBrk="1" fontAlgn="base" latinLnBrk="0" hangingPunct="1">
              <a:lnSpc>
                <a:spcPct val="100000"/>
              </a:lnSpc>
              <a:spcBef>
                <a:spcPct val="0"/>
              </a:spcBef>
              <a:spcAft>
                <a:spcPct val="0"/>
              </a:spcAft>
              <a:buClrTx/>
              <a:buSzTx/>
              <a:buFontTx/>
              <a:buAutoNum type="arabicPeriod"/>
              <a:tabLst/>
              <a:defRPr/>
            </a:pPr>
            <a:endParaRPr kumimoji="1" lang="zh-CN" altLang="en-US" sz="1800" b="1" i="0" u="none" strike="noStrike" kern="1200" cap="none" spc="0" normalizeH="0" baseline="0" noProof="0" dirty="0">
              <a:ln>
                <a:noFill/>
              </a:ln>
              <a:solidFill>
                <a:srgbClr val="010199">
                  <a:lumMod val="75000"/>
                </a:srgbClr>
              </a:solidFill>
              <a:effectLst/>
              <a:uLnTx/>
              <a:uFillTx/>
              <a:latin typeface="黑体" pitchFamily="2" charset="-122"/>
              <a:ea typeface="黑体" pitchFamily="2" charset="-122"/>
              <a:cs typeface="+mn-cs"/>
            </a:endParaRPr>
          </a:p>
        </p:txBody>
      </p:sp>
      <p:sp>
        <p:nvSpPr>
          <p:cNvPr id="35" name="矩形 34"/>
          <p:cNvSpPr/>
          <p:nvPr/>
        </p:nvSpPr>
        <p:spPr>
          <a:xfrm>
            <a:off x="5143504" y="5560568"/>
            <a:ext cx="652743" cy="36933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8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R</a:t>
            </a:r>
            <a:r>
              <a:rPr kumimoji="1" lang="en-US" altLang="zh-CN"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t>
            </a:r>
            <a:r>
              <a:rPr kumimoji="1" lang="en-US" altLang="zh-CN" sz="18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a:t>
            </a:r>
            <a:r>
              <a:rPr kumimoji="1" lang="en-US" altLang="zh-CN"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t>
            </a:r>
            <a:endParaRPr kumimoji="1" lang="zh-CN" altLang="en-US" sz="18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sp>
        <p:nvSpPr>
          <p:cNvPr id="36" name="矩形 35"/>
          <p:cNvSpPr/>
          <p:nvPr/>
        </p:nvSpPr>
        <p:spPr>
          <a:xfrm>
            <a:off x="5868144" y="5160458"/>
            <a:ext cx="57419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dirty="0">
                <a:ln>
                  <a:noFill/>
                </a:ln>
                <a:solidFill>
                  <a:srgbClr val="FF0000"/>
                </a:solidFill>
                <a:effectLst/>
                <a:uLnTx/>
                <a:uFillTx/>
                <a:latin typeface="黑体" pitchFamily="2" charset="-122"/>
                <a:ea typeface="黑体" pitchFamily="2" charset="-122"/>
                <a:cs typeface="+mn-cs"/>
              </a:rPr>
              <a:t>n</a:t>
            </a:r>
            <a:r>
              <a:rPr kumimoji="1" lang="en-US" altLang="zh-CN" sz="2000" b="1" i="0" u="none" strike="noStrike" kern="1200" cap="none" spc="0" normalizeH="0" baseline="0" noProof="0" dirty="0">
                <a:ln>
                  <a:noFill/>
                </a:ln>
                <a:solidFill>
                  <a:srgbClr val="FF0000"/>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FF0000"/>
                </a:solidFill>
                <a:effectLst/>
                <a:uLnTx/>
                <a:uFillTx/>
                <a:latin typeface="黑体" pitchFamily="2" charset="-122"/>
                <a:ea typeface="黑体" pitchFamily="2" charset="-122"/>
                <a:cs typeface="+mn-cs"/>
              </a:rPr>
              <a:t>k</a:t>
            </a:r>
            <a:endParaRPr kumimoji="1" lang="zh-CN" altLang="en-US" sz="2000" b="0" i="0" u="none" strike="noStrike" kern="1200" cap="none" spc="0" normalizeH="0" baseline="0" noProof="0" dirty="0">
              <a:ln>
                <a:noFill/>
              </a:ln>
              <a:solidFill>
                <a:srgbClr val="FF0000"/>
              </a:solidFill>
              <a:effectLst/>
              <a:uLnTx/>
              <a:uFillTx/>
              <a:latin typeface="黑体" pitchFamily="2" charset="-122"/>
              <a:ea typeface="黑体" pitchFamily="2" charset="-122"/>
              <a:cs typeface="+mn-cs"/>
            </a:endParaRPr>
          </a:p>
        </p:txBody>
      </p:sp>
      <p:sp>
        <p:nvSpPr>
          <p:cNvPr id="37" name="矩形 36"/>
          <p:cNvSpPr/>
          <p:nvPr/>
        </p:nvSpPr>
        <p:spPr>
          <a:xfrm>
            <a:off x="5286439" y="3929636"/>
            <a:ext cx="649537" cy="36933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mn-cs"/>
              </a:rPr>
              <a:t>正交</a:t>
            </a:r>
            <a:endParaRPr kumimoji="1" lang="zh-CN" altLang="en-US" sz="1800" b="0"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p:txBody>
      </p:sp>
      <p:sp>
        <p:nvSpPr>
          <p:cNvPr id="38" name="矩形 37"/>
          <p:cNvSpPr/>
          <p:nvPr/>
        </p:nvSpPr>
        <p:spPr>
          <a:xfrm>
            <a:off x="3857620" y="3501008"/>
            <a:ext cx="649537" cy="36933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mn-cs"/>
              </a:rPr>
              <a:t>实数</a:t>
            </a:r>
            <a:endParaRPr kumimoji="1" lang="zh-CN" altLang="en-US" sz="1800" b="0"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p:txBody>
      </p:sp>
      <p:sp>
        <p:nvSpPr>
          <p:cNvPr id="39" name="矩形 38"/>
          <p:cNvSpPr/>
          <p:nvPr/>
        </p:nvSpPr>
        <p:spPr>
          <a:xfrm>
            <a:off x="6725618" y="4334454"/>
            <a:ext cx="649537" cy="36933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mn-cs"/>
              </a:rPr>
              <a:t>正交</a:t>
            </a:r>
            <a:endParaRPr kumimoji="1" lang="zh-CN" altLang="en-US" sz="1800" b="0"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p:txBody>
      </p:sp>
      <p:sp>
        <p:nvSpPr>
          <p:cNvPr id="40" name="矩形 39"/>
          <p:cNvSpPr/>
          <p:nvPr/>
        </p:nvSpPr>
        <p:spPr>
          <a:xfrm>
            <a:off x="5419396" y="5989196"/>
            <a:ext cx="867116" cy="36933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8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n-R</a:t>
            </a:r>
            <a:r>
              <a:rPr kumimoji="1" lang="en-US" altLang="zh-CN"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t>
            </a:r>
            <a:r>
              <a:rPr kumimoji="1" lang="en-US" altLang="zh-CN" sz="1800" b="1" i="1"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a:t>
            </a:r>
            <a:r>
              <a:rPr kumimoji="1" lang="en-US" altLang="zh-CN"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a:t>
            </a:r>
            <a:endParaRPr kumimoji="1" lang="zh-CN" altLang="en-US" sz="18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sp>
        <p:nvSpPr>
          <p:cNvPr id="2" name="矩形 1">
            <a:extLst>
              <a:ext uri="{FF2B5EF4-FFF2-40B4-BE49-F238E27FC236}">
                <a16:creationId xmlns:a16="http://schemas.microsoft.com/office/drawing/2014/main" id="{72E70819-B450-EF63-F12C-F8EF0444CF83}"/>
              </a:ext>
            </a:extLst>
          </p:cNvPr>
          <p:cNvSpPr/>
          <p:nvPr/>
        </p:nvSpPr>
        <p:spPr>
          <a:xfrm>
            <a:off x="2555776" y="6423333"/>
            <a:ext cx="867116" cy="36933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800" b="1" i="0" u="none" strike="noStrike" kern="1200" cap="none" spc="0" normalizeH="0" baseline="0" noProof="0" dirty="0">
                <a:ln>
                  <a:noFill/>
                </a:ln>
                <a:solidFill>
                  <a:srgbClr val="FF0000"/>
                </a:solidFill>
                <a:effectLst/>
                <a:uLnTx/>
                <a:uFillTx/>
                <a:latin typeface="黑体" pitchFamily="2" charset="-122"/>
                <a:ea typeface="黑体" pitchFamily="2" charset="-122"/>
                <a:cs typeface="Times New Roman" panose="02020603050405020304" pitchFamily="18" charset="0"/>
              </a:rPr>
              <a:t>不能</a:t>
            </a:r>
            <a:endParaRPr kumimoji="1" lang="zh-CN" altLang="en-US" sz="18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graphicFrame>
        <p:nvGraphicFramePr>
          <p:cNvPr id="3" name="对象 2">
            <a:extLst>
              <a:ext uri="{FF2B5EF4-FFF2-40B4-BE49-F238E27FC236}">
                <a16:creationId xmlns:a16="http://schemas.microsoft.com/office/drawing/2014/main" id="{2AE30A19-BA0A-E56D-CD83-58D1F8390018}"/>
              </a:ext>
            </a:extLst>
          </p:cNvPr>
          <p:cNvGraphicFramePr>
            <a:graphicFrameLocks noChangeAspect="1"/>
          </p:cNvGraphicFramePr>
          <p:nvPr/>
        </p:nvGraphicFramePr>
        <p:xfrm>
          <a:off x="7164288" y="4796620"/>
          <a:ext cx="1976437" cy="2040470"/>
        </p:xfrm>
        <a:graphic>
          <a:graphicData uri="http://schemas.openxmlformats.org/presentationml/2006/ole">
            <mc:AlternateContent xmlns:mc="http://schemas.openxmlformats.org/markup-compatibility/2006">
              <mc:Choice xmlns:v="urn:schemas-microsoft-com:vml" Requires="v">
                <p:oleObj name="Equation" r:id="rId5" imgW="3263760" imgH="3009600" progId="Equation.DSMT4">
                  <p:embed/>
                </p:oleObj>
              </mc:Choice>
              <mc:Fallback>
                <p:oleObj name="Equation" r:id="rId5" imgW="3263760" imgH="3009600" progId="Equation.DSMT4">
                  <p:embed/>
                  <p:pic>
                    <p:nvPicPr>
                      <p:cNvPr id="3" name="对象 2">
                        <a:extLst>
                          <a:ext uri="{FF2B5EF4-FFF2-40B4-BE49-F238E27FC236}">
                            <a16:creationId xmlns:a16="http://schemas.microsoft.com/office/drawing/2014/main" id="{2AE30A19-BA0A-E56D-CD83-58D1F8390018}"/>
                          </a:ext>
                        </a:extLst>
                      </p:cNvPr>
                      <p:cNvPicPr>
                        <a:picLocks noChangeAspect="1" noChangeArrowheads="1"/>
                      </p:cNvPicPr>
                      <p:nvPr/>
                    </p:nvPicPr>
                    <p:blipFill>
                      <a:blip r:embed="rId6"/>
                      <a:srcRect/>
                      <a:stretch>
                        <a:fillRect/>
                      </a:stretch>
                    </p:blipFill>
                    <p:spPr bwMode="auto">
                      <a:xfrm>
                        <a:off x="7164288" y="4796620"/>
                        <a:ext cx="1976437" cy="2040470"/>
                      </a:xfrm>
                      <a:prstGeom prst="rect">
                        <a:avLst/>
                      </a:prstGeom>
                      <a:solidFill>
                        <a:srgbClr val="FFC000"/>
                      </a:solidFill>
                      <a:ln w="28575">
                        <a:solidFill>
                          <a:schemeClr val="accent6"/>
                        </a:solidFill>
                      </a:ln>
                    </p:spPr>
                  </p:pic>
                </p:oleObj>
              </mc:Fallback>
            </mc:AlternateContent>
          </a:graphicData>
        </a:graphic>
      </p:graphicFrame>
      <p:sp>
        <p:nvSpPr>
          <p:cNvPr id="4" name="WordArt 77">
            <a:extLst>
              <a:ext uri="{FF2B5EF4-FFF2-40B4-BE49-F238E27FC236}">
                <a16:creationId xmlns:a16="http://schemas.microsoft.com/office/drawing/2014/main" id="{5FB5264C-7CD5-DBB8-69B9-43B9C3830FCB}"/>
              </a:ext>
            </a:extLst>
          </p:cNvPr>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150" normalizeH="0" baseline="0" noProof="0" dirty="0">
                <a:ln w="76200">
                  <a:solidFill>
                    <a:srgbClr val="FFC000"/>
                  </a:solidFill>
                  <a:round/>
                  <a:headEnd/>
                  <a:tailEnd/>
                </a:ln>
                <a:blipFill>
                  <a:blip r:embed="rId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5-7 </a:t>
            </a:r>
            <a:r>
              <a:rPr kumimoji="1" lang="zh-CN" altLang="en-US" sz="4800" b="1" i="0" u="none" strike="noStrike" kern="10" cap="none" spc="-150" normalizeH="0" baseline="0" noProof="0" dirty="0">
                <a:ln w="76200">
                  <a:solidFill>
                    <a:srgbClr val="FFC000"/>
                  </a:solidFill>
                  <a:round/>
                  <a:headEnd/>
                  <a:tailEnd/>
                </a:ln>
                <a:blipFill>
                  <a:blip r:embed="rId7"/>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对称阵对角化</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wipe(left)">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
                                            <p:bg/>
                                          </p:spTgt>
                                        </p:tgtEl>
                                        <p:attrNameLst>
                                          <p:attrName>style.visibility</p:attrName>
                                        </p:attrNameLst>
                                      </p:cBhvr>
                                      <p:to>
                                        <p:strVal val="visible"/>
                                      </p:to>
                                    </p:set>
                                    <p:animEffect transition="in" filter="wipe(left)">
                                      <p:cBhvr>
                                        <p:cTn id="22" dur="500"/>
                                        <p:tgtEl>
                                          <p:spTgt spid="12">
                                            <p:bg/>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Effect transition="in" filter="wipe(left)">
                                      <p:cBhvr>
                                        <p:cTn id="25" dur="500"/>
                                        <p:tgtEl>
                                          <p:spTgt spid="12">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2">
                                            <p:txEl>
                                              <p:pRg st="1" end="1"/>
                                            </p:txEl>
                                          </p:spTgt>
                                        </p:tgtEl>
                                        <p:attrNameLst>
                                          <p:attrName>style.visibility</p:attrName>
                                        </p:attrNameLst>
                                      </p:cBhvr>
                                      <p:to>
                                        <p:strVal val="visible"/>
                                      </p:to>
                                    </p:set>
                                    <p:animEffect transition="in" filter="wipe(left)">
                                      <p:cBhvr>
                                        <p:cTn id="30" dur="500"/>
                                        <p:tgtEl>
                                          <p:spTgt spid="12">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2">
                                            <p:txEl>
                                              <p:pRg st="2" end="2"/>
                                            </p:txEl>
                                          </p:spTgt>
                                        </p:tgtEl>
                                        <p:attrNameLst>
                                          <p:attrName>style.visibility</p:attrName>
                                        </p:attrNameLst>
                                      </p:cBhvr>
                                      <p:to>
                                        <p:strVal val="visible"/>
                                      </p:to>
                                    </p:set>
                                    <p:animEffect transition="in" filter="wipe(left)">
                                      <p:cBhvr>
                                        <p:cTn id="35" dur="500"/>
                                        <p:tgtEl>
                                          <p:spTgt spid="12">
                                            <p:txEl>
                                              <p:pRg st="2" end="2"/>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2">
                                            <p:txEl>
                                              <p:pRg st="3" end="3"/>
                                            </p:txEl>
                                          </p:spTgt>
                                        </p:tgtEl>
                                        <p:attrNameLst>
                                          <p:attrName>style.visibility</p:attrName>
                                        </p:attrNameLst>
                                      </p:cBhvr>
                                      <p:to>
                                        <p:strVal val="visible"/>
                                      </p:to>
                                    </p:set>
                                    <p:animEffect transition="in" filter="wipe(left)">
                                      <p:cBhvr>
                                        <p:cTn id="40" dur="500"/>
                                        <p:tgtEl>
                                          <p:spTgt spid="12">
                                            <p:txEl>
                                              <p:pRg st="3" end="3"/>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wipe(left)">
                                      <p:cBhvr>
                                        <p:cTn id="45" dur="500"/>
                                        <p:tgtEl>
                                          <p:spTgt spid="24"/>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12">
                                            <p:txEl>
                                              <p:pRg st="4" end="4"/>
                                            </p:txEl>
                                          </p:spTgt>
                                        </p:tgtEl>
                                        <p:attrNameLst>
                                          <p:attrName>style.visibility</p:attrName>
                                        </p:attrNameLst>
                                      </p:cBhvr>
                                      <p:to>
                                        <p:strVal val="visible"/>
                                      </p:to>
                                    </p:set>
                                    <p:animEffect transition="in" filter="wipe(left)">
                                      <p:cBhvr>
                                        <p:cTn id="50" dur="500"/>
                                        <p:tgtEl>
                                          <p:spTgt spid="12">
                                            <p:txEl>
                                              <p:pRg st="4" end="4"/>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34">
                                            <p:bg/>
                                          </p:spTgt>
                                        </p:tgtEl>
                                        <p:attrNameLst>
                                          <p:attrName>style.visibility</p:attrName>
                                        </p:attrNameLst>
                                      </p:cBhvr>
                                      <p:to>
                                        <p:strVal val="visible"/>
                                      </p:to>
                                    </p:set>
                                    <p:animEffect transition="in" filter="wipe(left)">
                                      <p:cBhvr>
                                        <p:cTn id="55" dur="500"/>
                                        <p:tgtEl>
                                          <p:spTgt spid="34">
                                            <p:bg/>
                                          </p:spTgt>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34">
                                            <p:txEl>
                                              <p:pRg st="0" end="0"/>
                                            </p:txEl>
                                          </p:spTgt>
                                        </p:tgtEl>
                                        <p:attrNameLst>
                                          <p:attrName>style.visibility</p:attrName>
                                        </p:attrNameLst>
                                      </p:cBhvr>
                                      <p:to>
                                        <p:strVal val="visible"/>
                                      </p:to>
                                    </p:set>
                                    <p:animEffect transition="in" filter="wipe(left)">
                                      <p:cBhvr>
                                        <p:cTn id="58" dur="500"/>
                                        <p:tgtEl>
                                          <p:spTgt spid="34">
                                            <p:txEl>
                                              <p:pRg st="0" end="0"/>
                                            </p:txEl>
                                          </p:spTgt>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34">
                                            <p:txEl>
                                              <p:pRg st="1" end="1"/>
                                            </p:txEl>
                                          </p:spTgt>
                                        </p:tgtEl>
                                        <p:attrNameLst>
                                          <p:attrName>style.visibility</p:attrName>
                                        </p:attrNameLst>
                                      </p:cBhvr>
                                      <p:to>
                                        <p:strVal val="visible"/>
                                      </p:to>
                                    </p:set>
                                    <p:animEffect transition="in" filter="wipe(left)">
                                      <p:cBhvr>
                                        <p:cTn id="61" dur="500"/>
                                        <p:tgtEl>
                                          <p:spTgt spid="34">
                                            <p:txEl>
                                              <p:pRg st="1" end="1"/>
                                            </p:txEl>
                                          </p:spTgt>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34">
                                            <p:txEl>
                                              <p:pRg st="2" end="2"/>
                                            </p:txEl>
                                          </p:spTgt>
                                        </p:tgtEl>
                                        <p:attrNameLst>
                                          <p:attrName>style.visibility</p:attrName>
                                        </p:attrNameLst>
                                      </p:cBhvr>
                                      <p:to>
                                        <p:strVal val="visible"/>
                                      </p:to>
                                    </p:set>
                                    <p:animEffect transition="in" filter="wipe(left)">
                                      <p:cBhvr>
                                        <p:cTn id="64" dur="500"/>
                                        <p:tgtEl>
                                          <p:spTgt spid="34">
                                            <p:txEl>
                                              <p:pRg st="2" end="2"/>
                                            </p:txEl>
                                          </p:spTgt>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34">
                                            <p:txEl>
                                              <p:pRg st="3" end="3"/>
                                            </p:txEl>
                                          </p:spTgt>
                                        </p:tgtEl>
                                        <p:attrNameLst>
                                          <p:attrName>style.visibility</p:attrName>
                                        </p:attrNameLst>
                                      </p:cBhvr>
                                      <p:to>
                                        <p:strVal val="visible"/>
                                      </p:to>
                                    </p:set>
                                    <p:animEffect transition="in" filter="wipe(left)">
                                      <p:cBhvr>
                                        <p:cTn id="67" dur="500"/>
                                        <p:tgtEl>
                                          <p:spTgt spid="34">
                                            <p:txEl>
                                              <p:pRg st="3" end="3"/>
                                            </p:txEl>
                                          </p:spTgt>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34">
                                            <p:txEl>
                                              <p:pRg st="4" end="4"/>
                                            </p:txEl>
                                          </p:spTgt>
                                        </p:tgtEl>
                                        <p:attrNameLst>
                                          <p:attrName>style.visibility</p:attrName>
                                        </p:attrNameLst>
                                      </p:cBhvr>
                                      <p:to>
                                        <p:strVal val="visible"/>
                                      </p:to>
                                    </p:set>
                                    <p:animEffect transition="in" filter="wipe(left)">
                                      <p:cBhvr>
                                        <p:cTn id="70" dur="500"/>
                                        <p:tgtEl>
                                          <p:spTgt spid="34">
                                            <p:txEl>
                                              <p:pRg st="4" end="4"/>
                                            </p:txEl>
                                          </p:spTgt>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34">
                                            <p:txEl>
                                              <p:pRg st="5" end="5"/>
                                            </p:txEl>
                                          </p:spTgt>
                                        </p:tgtEl>
                                        <p:attrNameLst>
                                          <p:attrName>style.visibility</p:attrName>
                                        </p:attrNameLst>
                                      </p:cBhvr>
                                      <p:to>
                                        <p:strVal val="visible"/>
                                      </p:to>
                                    </p:set>
                                    <p:animEffect transition="in" filter="wipe(left)">
                                      <p:cBhvr>
                                        <p:cTn id="73" dur="500"/>
                                        <p:tgtEl>
                                          <p:spTgt spid="34">
                                            <p:txEl>
                                              <p:pRg st="5" end="5"/>
                                            </p:txEl>
                                          </p:spTgt>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34">
                                            <p:txEl>
                                              <p:pRg st="6" end="6"/>
                                            </p:txEl>
                                          </p:spTgt>
                                        </p:tgtEl>
                                        <p:attrNameLst>
                                          <p:attrName>style.visibility</p:attrName>
                                        </p:attrNameLst>
                                      </p:cBhvr>
                                      <p:to>
                                        <p:strVal val="visible"/>
                                      </p:to>
                                    </p:set>
                                    <p:animEffect transition="in" filter="wipe(left)">
                                      <p:cBhvr>
                                        <p:cTn id="76" dur="500"/>
                                        <p:tgtEl>
                                          <p:spTgt spid="34">
                                            <p:txEl>
                                              <p:pRg st="6" end="6"/>
                                            </p:txEl>
                                          </p:spTgt>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34">
                                            <p:txEl>
                                              <p:pRg st="7" end="7"/>
                                            </p:txEl>
                                          </p:spTgt>
                                        </p:tgtEl>
                                        <p:attrNameLst>
                                          <p:attrName>style.visibility</p:attrName>
                                        </p:attrNameLst>
                                      </p:cBhvr>
                                      <p:to>
                                        <p:strVal val="visible"/>
                                      </p:to>
                                    </p:set>
                                    <p:animEffect transition="in" filter="wipe(left)">
                                      <p:cBhvr>
                                        <p:cTn id="79" dur="500"/>
                                        <p:tgtEl>
                                          <p:spTgt spid="34">
                                            <p:txEl>
                                              <p:pRg st="7" end="7"/>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38"/>
                                        </p:tgtEl>
                                        <p:attrNameLst>
                                          <p:attrName>style.visibility</p:attrName>
                                        </p:attrNameLst>
                                      </p:cBhvr>
                                      <p:to>
                                        <p:strVal val="visible"/>
                                      </p:to>
                                    </p:set>
                                    <p:animEffect transition="in" filter="wipe(left)">
                                      <p:cBhvr>
                                        <p:cTn id="84" dur="500"/>
                                        <p:tgtEl>
                                          <p:spTgt spid="38"/>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37"/>
                                        </p:tgtEl>
                                        <p:attrNameLst>
                                          <p:attrName>style.visibility</p:attrName>
                                        </p:attrNameLst>
                                      </p:cBhvr>
                                      <p:to>
                                        <p:strVal val="visible"/>
                                      </p:to>
                                    </p:set>
                                    <p:animEffect transition="in" filter="wipe(left)">
                                      <p:cBhvr>
                                        <p:cTn id="89" dur="500"/>
                                        <p:tgtEl>
                                          <p:spTgt spid="37"/>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wipe(left)">
                                      <p:cBhvr>
                                        <p:cTn id="94" dur="500"/>
                                        <p:tgtEl>
                                          <p:spTgt spid="39"/>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8" fill="hold" grpId="0" nodeType="clickEffect">
                                  <p:stCondLst>
                                    <p:cond delay="0"/>
                                  </p:stCondLst>
                                  <p:childTnLst>
                                    <p:set>
                                      <p:cBhvr>
                                        <p:cTn id="98" dur="1" fill="hold">
                                          <p:stCondLst>
                                            <p:cond delay="0"/>
                                          </p:stCondLst>
                                        </p:cTn>
                                        <p:tgtEl>
                                          <p:spTgt spid="36"/>
                                        </p:tgtEl>
                                        <p:attrNameLst>
                                          <p:attrName>style.visibility</p:attrName>
                                        </p:attrNameLst>
                                      </p:cBhvr>
                                      <p:to>
                                        <p:strVal val="visible"/>
                                      </p:to>
                                    </p:set>
                                    <p:animEffect transition="in" filter="wipe(left)">
                                      <p:cBhvr>
                                        <p:cTn id="99" dur="500"/>
                                        <p:tgtEl>
                                          <p:spTgt spid="36"/>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5"/>
                                        </p:tgtEl>
                                        <p:attrNameLst>
                                          <p:attrName>style.visibility</p:attrName>
                                        </p:attrNameLst>
                                      </p:cBhvr>
                                      <p:to>
                                        <p:strVal val="visible"/>
                                      </p:to>
                                    </p:set>
                                    <p:animEffect transition="in" filter="wipe(left)">
                                      <p:cBhvr>
                                        <p:cTn id="104" dur="500"/>
                                        <p:tgtEl>
                                          <p:spTgt spid="35"/>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8" fill="hold" grpId="0" nodeType="click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wipe(left)">
                                      <p:cBhvr>
                                        <p:cTn id="109" dur="500"/>
                                        <p:tgtEl>
                                          <p:spTgt spid="40"/>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8" fill="hold" grpId="0" nodeType="clickEffect">
                                  <p:stCondLst>
                                    <p:cond delay="0"/>
                                  </p:stCondLst>
                                  <p:childTnLst>
                                    <p:set>
                                      <p:cBhvr>
                                        <p:cTn id="113" dur="1" fill="hold">
                                          <p:stCondLst>
                                            <p:cond delay="0"/>
                                          </p:stCondLst>
                                        </p:cTn>
                                        <p:tgtEl>
                                          <p:spTgt spid="2"/>
                                        </p:tgtEl>
                                        <p:attrNameLst>
                                          <p:attrName>style.visibility</p:attrName>
                                        </p:attrNameLst>
                                      </p:cBhvr>
                                      <p:to>
                                        <p:strVal val="visible"/>
                                      </p:to>
                                    </p:set>
                                    <p:animEffect transition="in" filter="wipe(left)">
                                      <p:cBhvr>
                                        <p:cTn id="114" dur="500"/>
                                        <p:tgtEl>
                                          <p:spTgt spid="2"/>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nodeType="clickEffect">
                                  <p:stCondLst>
                                    <p:cond delay="0"/>
                                  </p:stCondLst>
                                  <p:childTnLst>
                                    <p:set>
                                      <p:cBhvr>
                                        <p:cTn id="118" dur="1" fill="hold">
                                          <p:stCondLst>
                                            <p:cond delay="0"/>
                                          </p:stCondLst>
                                        </p:cTn>
                                        <p:tgtEl>
                                          <p:spTgt spid="3"/>
                                        </p:tgtEl>
                                        <p:attrNameLst>
                                          <p:attrName>style.visibility</p:attrName>
                                        </p:attrNameLst>
                                      </p:cBhvr>
                                      <p:to>
                                        <p:strVal val="visible"/>
                                      </p:to>
                                    </p:set>
                                    <p:animEffect transition="in" filter="wipe(left)">
                                      <p:cBhvr>
                                        <p:cTn id="1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uiExpand="1" build="allAtOnce" animBg="1"/>
      <p:bldP spid="34" grpId="0" build="allAtOnce" animBg="1"/>
      <p:bldP spid="35" grpId="0"/>
      <p:bldP spid="36" grpId="0"/>
      <p:bldP spid="37" grpId="0"/>
      <p:bldP spid="38" grpId="0"/>
      <p:bldP spid="39" grpId="0"/>
      <p:bldP spid="40" grpId="0"/>
      <p:bldP spid="2"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299" name="Object 2"/>
          <p:cNvGraphicFramePr>
            <a:graphicFrameLocks noChangeAspect="1"/>
          </p:cNvGraphicFramePr>
          <p:nvPr/>
        </p:nvGraphicFramePr>
        <p:xfrm>
          <a:off x="0" y="1341438"/>
          <a:ext cx="3352800" cy="1476375"/>
        </p:xfrm>
        <a:graphic>
          <a:graphicData uri="http://schemas.openxmlformats.org/presentationml/2006/ole">
            <mc:AlternateContent xmlns:mc="http://schemas.openxmlformats.org/markup-compatibility/2006">
              <mc:Choice xmlns:v="urn:schemas-microsoft-com:vml" Requires="v">
                <p:oleObj name="Equation" r:id="rId3" imgW="4241520" imgH="1511280" progId="Equation.3">
                  <p:embed/>
                </p:oleObj>
              </mc:Choice>
              <mc:Fallback>
                <p:oleObj name="Equation" r:id="rId3" imgW="4241520" imgH="1511280" progId="Equation.3">
                  <p:embed/>
                  <p:pic>
                    <p:nvPicPr>
                      <p:cNvPr id="567299"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341438"/>
                        <a:ext cx="3352800" cy="1476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7298" name="Text Box 2"/>
          <p:cNvSpPr txBox="1">
            <a:spLocks noChangeArrowheads="1"/>
          </p:cNvSpPr>
          <p:nvPr/>
        </p:nvSpPr>
        <p:spPr bwMode="auto">
          <a:xfrm>
            <a:off x="-71438" y="1285875"/>
            <a:ext cx="539751" cy="519113"/>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解</a:t>
            </a:r>
          </a:p>
        </p:txBody>
      </p:sp>
      <p:graphicFrame>
        <p:nvGraphicFramePr>
          <p:cNvPr id="31762" name="Object 16"/>
          <p:cNvGraphicFramePr>
            <a:graphicFrameLocks noChangeAspect="1"/>
          </p:cNvGraphicFramePr>
          <p:nvPr/>
        </p:nvGraphicFramePr>
        <p:xfrm>
          <a:off x="3353747" y="1825624"/>
          <a:ext cx="2802429" cy="317500"/>
        </p:xfrm>
        <a:graphic>
          <a:graphicData uri="http://schemas.openxmlformats.org/presentationml/2006/ole">
            <mc:AlternateContent xmlns:mc="http://schemas.openxmlformats.org/markup-compatibility/2006">
              <mc:Choice xmlns:v="urn:schemas-microsoft-com:vml" Requires="v">
                <p:oleObj name="Equation" r:id="rId5" imgW="3251160" imgH="406080" progId="Equation.DSMT4">
                  <p:embed/>
                </p:oleObj>
              </mc:Choice>
              <mc:Fallback>
                <p:oleObj name="Equation" r:id="rId5" imgW="3251160" imgH="406080" progId="Equation.DSMT4">
                  <p:embed/>
                  <p:pic>
                    <p:nvPicPr>
                      <p:cNvPr id="31762" name="Object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3747" y="1825624"/>
                        <a:ext cx="2802429" cy="317500"/>
                      </a:xfrm>
                      <a:prstGeom prst="rect">
                        <a:avLst/>
                      </a:prstGeom>
                      <a:noFill/>
                    </p:spPr>
                  </p:pic>
                </p:oleObj>
              </mc:Fallback>
            </mc:AlternateContent>
          </a:graphicData>
        </a:graphic>
      </p:graphicFrame>
      <p:graphicFrame>
        <p:nvGraphicFramePr>
          <p:cNvPr id="567303" name="Object 3"/>
          <p:cNvGraphicFramePr>
            <a:graphicFrameLocks noChangeAspect="1"/>
          </p:cNvGraphicFramePr>
          <p:nvPr/>
        </p:nvGraphicFramePr>
        <p:xfrm>
          <a:off x="3311600" y="2259136"/>
          <a:ext cx="2946400" cy="441325"/>
        </p:xfrm>
        <a:graphic>
          <a:graphicData uri="http://schemas.openxmlformats.org/presentationml/2006/ole">
            <mc:AlternateContent xmlns:mc="http://schemas.openxmlformats.org/markup-compatibility/2006">
              <mc:Choice xmlns:v="urn:schemas-microsoft-com:vml" Requires="v">
                <p:oleObj name="Equation" r:id="rId7" imgW="1574640" imgH="228600" progId="Equation.DSMT4">
                  <p:embed/>
                </p:oleObj>
              </mc:Choice>
              <mc:Fallback>
                <p:oleObj name="Equation" r:id="rId7" imgW="1574640" imgH="228600" progId="Equation.DSMT4">
                  <p:embed/>
                  <p:pic>
                    <p:nvPicPr>
                      <p:cNvPr id="567303" name="Object 3"/>
                      <p:cNvPicPr>
                        <a:picLocks noChangeAspect="1" noChangeArrowheads="1"/>
                      </p:cNvPicPr>
                      <p:nvPr/>
                    </p:nvPicPr>
                    <p:blipFill>
                      <a:blip r:embed="rId8"/>
                      <a:srcRect/>
                      <a:stretch>
                        <a:fillRect/>
                      </a:stretch>
                    </p:blipFill>
                    <p:spPr bwMode="auto">
                      <a:xfrm>
                        <a:off x="3311600" y="2259136"/>
                        <a:ext cx="2946400" cy="441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04" name="Object 4"/>
          <p:cNvGraphicFramePr>
            <a:graphicFrameLocks noChangeAspect="1"/>
          </p:cNvGraphicFramePr>
          <p:nvPr/>
        </p:nvGraphicFramePr>
        <p:xfrm>
          <a:off x="5257800" y="12700"/>
          <a:ext cx="2513013" cy="1411288"/>
        </p:xfrm>
        <a:graphic>
          <a:graphicData uri="http://schemas.openxmlformats.org/presentationml/2006/ole">
            <mc:AlternateContent xmlns:mc="http://schemas.openxmlformats.org/markup-compatibility/2006">
              <mc:Choice xmlns:v="urn:schemas-microsoft-com:vml" Requires="v">
                <p:oleObj name="Equation" r:id="rId9" imgW="1244520" imgH="698400" progId="Equation.DSMT4">
                  <p:embed/>
                </p:oleObj>
              </mc:Choice>
              <mc:Fallback>
                <p:oleObj name="Equation" r:id="rId9" imgW="1244520" imgH="698400" progId="Equation.DSMT4">
                  <p:embed/>
                  <p:pic>
                    <p:nvPicPr>
                      <p:cNvPr id="567304" name="Object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57800" y="12700"/>
                        <a:ext cx="2513013" cy="1411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7305" name="Text Box 9"/>
          <p:cNvSpPr txBox="1">
            <a:spLocks noChangeArrowheads="1"/>
          </p:cNvSpPr>
          <p:nvPr/>
        </p:nvSpPr>
        <p:spPr bwMode="auto">
          <a:xfrm>
            <a:off x="0" y="0"/>
            <a:ext cx="4876800" cy="94615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1" lang="en-US" altLang="zh-CN"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对实对称矩阵，求出可逆矩阵</a:t>
            </a:r>
            <a:r>
              <a:rPr kumimoji="1" lang="en-US" altLang="zh-CN"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P</a:t>
            </a:r>
            <a:r>
              <a:rPr kumimoji="1" lang="zh-CN" altLang="en-US"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，将</a:t>
            </a:r>
            <a:r>
              <a:rPr kumimoji="1" lang="en-US" altLang="zh-CN"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对角化</a:t>
            </a:r>
            <a:r>
              <a:rPr kumimoji="1" lang="en-US" altLang="zh-CN" sz="28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p>
        </p:txBody>
      </p:sp>
      <p:graphicFrame>
        <p:nvGraphicFramePr>
          <p:cNvPr id="567306" name="Object 5"/>
          <p:cNvGraphicFramePr>
            <a:graphicFrameLocks noChangeAspect="1"/>
          </p:cNvGraphicFramePr>
          <p:nvPr/>
        </p:nvGraphicFramePr>
        <p:xfrm>
          <a:off x="-9525" y="3313113"/>
          <a:ext cx="2724137" cy="541337"/>
        </p:xfrm>
        <a:graphic>
          <a:graphicData uri="http://schemas.openxmlformats.org/presentationml/2006/ole">
            <mc:AlternateContent xmlns:mc="http://schemas.openxmlformats.org/markup-compatibility/2006">
              <mc:Choice xmlns:v="urn:schemas-microsoft-com:vml" Requires="v">
                <p:oleObj name="Equation" r:id="rId11" imgW="1333440" imgH="253800" progId="Equation.DSMT4">
                  <p:embed/>
                </p:oleObj>
              </mc:Choice>
              <mc:Fallback>
                <p:oleObj name="Equation" r:id="rId11" imgW="1333440" imgH="253800" progId="Equation.DSMT4">
                  <p:embed/>
                  <p:pic>
                    <p:nvPicPr>
                      <p:cNvPr id="567306" name="Object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525" y="3313113"/>
                        <a:ext cx="2724137" cy="541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07" name="Object 6"/>
          <p:cNvGraphicFramePr>
            <a:graphicFrameLocks noChangeAspect="1"/>
          </p:cNvGraphicFramePr>
          <p:nvPr/>
        </p:nvGraphicFramePr>
        <p:xfrm>
          <a:off x="2590800" y="2971800"/>
          <a:ext cx="3060700" cy="1295400"/>
        </p:xfrm>
        <a:graphic>
          <a:graphicData uri="http://schemas.openxmlformats.org/presentationml/2006/ole">
            <mc:AlternateContent xmlns:mc="http://schemas.openxmlformats.org/markup-compatibility/2006">
              <mc:Choice xmlns:v="urn:schemas-microsoft-com:vml" Requires="v">
                <p:oleObj name="Equation" r:id="rId13" imgW="3060360" imgH="1536480" progId="Equation.DSMT4">
                  <p:embed/>
                </p:oleObj>
              </mc:Choice>
              <mc:Fallback>
                <p:oleObj name="Equation" r:id="rId13" imgW="3060360" imgH="1536480" progId="Equation.DSMT4">
                  <p:embed/>
                  <p:pic>
                    <p:nvPicPr>
                      <p:cNvPr id="567307" name="Object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90800" y="2971800"/>
                        <a:ext cx="3060700" cy="1295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08" name="Object 7"/>
          <p:cNvGraphicFramePr>
            <a:graphicFrameLocks noChangeAspect="1"/>
          </p:cNvGraphicFramePr>
          <p:nvPr/>
        </p:nvGraphicFramePr>
        <p:xfrm>
          <a:off x="5976938" y="3059113"/>
          <a:ext cx="1511300" cy="1241425"/>
        </p:xfrm>
        <a:graphic>
          <a:graphicData uri="http://schemas.openxmlformats.org/presentationml/2006/ole">
            <mc:AlternateContent xmlns:mc="http://schemas.openxmlformats.org/markup-compatibility/2006">
              <mc:Choice xmlns:v="urn:schemas-microsoft-com:vml" Requires="v">
                <p:oleObj name="Equation" r:id="rId15" imgW="850680" imgH="698400" progId="Equation.DSMT4">
                  <p:embed/>
                </p:oleObj>
              </mc:Choice>
              <mc:Fallback>
                <p:oleObj name="Equation" r:id="rId15" imgW="850680" imgH="698400" progId="Equation.DSMT4">
                  <p:embed/>
                  <p:pic>
                    <p:nvPicPr>
                      <p:cNvPr id="567308" name="Object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976938" y="3059113"/>
                        <a:ext cx="1511300" cy="1241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09" name="Object 8"/>
          <p:cNvGraphicFramePr>
            <a:graphicFrameLocks noChangeAspect="1"/>
          </p:cNvGraphicFramePr>
          <p:nvPr/>
        </p:nvGraphicFramePr>
        <p:xfrm>
          <a:off x="-32" y="4608513"/>
          <a:ext cx="2676526" cy="541337"/>
        </p:xfrm>
        <a:graphic>
          <a:graphicData uri="http://schemas.openxmlformats.org/presentationml/2006/ole">
            <mc:AlternateContent xmlns:mc="http://schemas.openxmlformats.org/markup-compatibility/2006">
              <mc:Choice xmlns:v="urn:schemas-microsoft-com:vml" Requires="v">
                <p:oleObj name="Equation" r:id="rId17" imgW="1257120" imgH="253800" progId="Equation.DSMT4">
                  <p:embed/>
                </p:oleObj>
              </mc:Choice>
              <mc:Fallback>
                <p:oleObj name="Equation" r:id="rId17" imgW="1257120" imgH="253800" progId="Equation.DSMT4">
                  <p:embed/>
                  <p:pic>
                    <p:nvPicPr>
                      <p:cNvPr id="567309" name="Object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2" y="4608513"/>
                        <a:ext cx="2676526" cy="541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0" name="Object 9"/>
          <p:cNvGraphicFramePr>
            <a:graphicFrameLocks noChangeAspect="1"/>
          </p:cNvGraphicFramePr>
          <p:nvPr/>
        </p:nvGraphicFramePr>
        <p:xfrm>
          <a:off x="2590800" y="4267200"/>
          <a:ext cx="2260600" cy="1295400"/>
        </p:xfrm>
        <a:graphic>
          <a:graphicData uri="http://schemas.openxmlformats.org/presentationml/2006/ole">
            <mc:AlternateContent xmlns:mc="http://schemas.openxmlformats.org/markup-compatibility/2006">
              <mc:Choice xmlns:v="urn:schemas-microsoft-com:vml" Requires="v">
                <p:oleObj name="Equation" r:id="rId19" imgW="2260440" imgH="1536480" progId="Equation.3">
                  <p:embed/>
                </p:oleObj>
              </mc:Choice>
              <mc:Fallback>
                <p:oleObj name="Equation" r:id="rId19" imgW="2260440" imgH="1536480" progId="Equation.3">
                  <p:embed/>
                  <p:pic>
                    <p:nvPicPr>
                      <p:cNvPr id="567310" name="Object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590800" y="4267200"/>
                        <a:ext cx="2260600" cy="1295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1" name="Object 10"/>
          <p:cNvGraphicFramePr>
            <a:graphicFrameLocks noChangeAspect="1"/>
          </p:cNvGraphicFramePr>
          <p:nvPr/>
        </p:nvGraphicFramePr>
        <p:xfrm>
          <a:off x="5976938" y="4354513"/>
          <a:ext cx="1531937" cy="1241425"/>
        </p:xfrm>
        <a:graphic>
          <a:graphicData uri="http://schemas.openxmlformats.org/presentationml/2006/ole">
            <mc:AlternateContent xmlns:mc="http://schemas.openxmlformats.org/markup-compatibility/2006">
              <mc:Choice xmlns:v="urn:schemas-microsoft-com:vml" Requires="v">
                <p:oleObj name="Equation" r:id="rId21" imgW="863280" imgH="698400" progId="Equation.DSMT4">
                  <p:embed/>
                </p:oleObj>
              </mc:Choice>
              <mc:Fallback>
                <p:oleObj name="Equation" r:id="rId21" imgW="863280" imgH="698400" progId="Equation.DSMT4">
                  <p:embed/>
                  <p:pic>
                    <p:nvPicPr>
                      <p:cNvPr id="567311" name="Object 1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976938" y="4354513"/>
                        <a:ext cx="1531937" cy="1241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755" name="Object 11"/>
          <p:cNvGraphicFramePr>
            <a:graphicFrameLocks noChangeAspect="1"/>
          </p:cNvGraphicFramePr>
          <p:nvPr/>
        </p:nvGraphicFramePr>
        <p:xfrm>
          <a:off x="-22225" y="5837238"/>
          <a:ext cx="2736837" cy="534987"/>
        </p:xfrm>
        <a:graphic>
          <a:graphicData uri="http://schemas.openxmlformats.org/presentationml/2006/ole">
            <mc:AlternateContent xmlns:mc="http://schemas.openxmlformats.org/markup-compatibility/2006">
              <mc:Choice xmlns:v="urn:schemas-microsoft-com:vml" Requires="v">
                <p:oleObj name="Equation" r:id="rId23" imgW="1346040" imgH="253800" progId="Equation.DSMT4">
                  <p:embed/>
                </p:oleObj>
              </mc:Choice>
              <mc:Fallback>
                <p:oleObj name="Equation" r:id="rId23" imgW="1346040" imgH="253800" progId="Equation.DSMT4">
                  <p:embed/>
                  <p:pic>
                    <p:nvPicPr>
                      <p:cNvPr id="31755" name="Object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2225" y="5837238"/>
                        <a:ext cx="2736837" cy="534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3" name="Object 12"/>
          <p:cNvGraphicFramePr>
            <a:graphicFrameLocks noChangeAspect="1"/>
          </p:cNvGraphicFramePr>
          <p:nvPr/>
        </p:nvGraphicFramePr>
        <p:xfrm>
          <a:off x="2590800" y="5562600"/>
          <a:ext cx="3048000" cy="1371600"/>
        </p:xfrm>
        <a:graphic>
          <a:graphicData uri="http://schemas.openxmlformats.org/presentationml/2006/ole">
            <mc:AlternateContent xmlns:mc="http://schemas.openxmlformats.org/markup-compatibility/2006">
              <mc:Choice xmlns:v="urn:schemas-microsoft-com:vml" Requires="v">
                <p:oleObj name="Equation" r:id="rId25" imgW="3047760" imgH="1536480" progId="Equation.3">
                  <p:embed/>
                </p:oleObj>
              </mc:Choice>
              <mc:Fallback>
                <p:oleObj name="Equation" r:id="rId25" imgW="3047760" imgH="1536480" progId="Equation.3">
                  <p:embed/>
                  <p:pic>
                    <p:nvPicPr>
                      <p:cNvPr id="567313" name="Object 1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590800" y="5562600"/>
                        <a:ext cx="3048000" cy="1371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4" name="Object 13"/>
          <p:cNvGraphicFramePr>
            <a:graphicFrameLocks noChangeAspect="1"/>
          </p:cNvGraphicFramePr>
          <p:nvPr/>
        </p:nvGraphicFramePr>
        <p:xfrm>
          <a:off x="5956300" y="5500688"/>
          <a:ext cx="1574800" cy="1420812"/>
        </p:xfrm>
        <a:graphic>
          <a:graphicData uri="http://schemas.openxmlformats.org/presentationml/2006/ole">
            <mc:AlternateContent xmlns:mc="http://schemas.openxmlformats.org/markup-compatibility/2006">
              <mc:Choice xmlns:v="urn:schemas-microsoft-com:vml" Requires="v">
                <p:oleObj name="Equation" r:id="rId27" imgW="774360" imgH="698400" progId="Equation.DSMT4">
                  <p:embed/>
                </p:oleObj>
              </mc:Choice>
              <mc:Fallback>
                <p:oleObj name="Equation" r:id="rId27" imgW="774360" imgH="698400" progId="Equation.DSMT4">
                  <p:embed/>
                  <p:pic>
                    <p:nvPicPr>
                      <p:cNvPr id="567314" name="Object 1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956300" y="5500688"/>
                        <a:ext cx="1574800" cy="14208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5" name="Object 14"/>
          <p:cNvGraphicFramePr>
            <a:graphicFrameLocks noChangeAspect="1"/>
          </p:cNvGraphicFramePr>
          <p:nvPr/>
        </p:nvGraphicFramePr>
        <p:xfrm>
          <a:off x="7464425" y="3932238"/>
          <a:ext cx="1262063" cy="2058987"/>
        </p:xfrm>
        <a:graphic>
          <a:graphicData uri="http://schemas.openxmlformats.org/presentationml/2006/ole">
            <mc:AlternateContent xmlns:mc="http://schemas.openxmlformats.org/markup-compatibility/2006">
              <mc:Choice xmlns:v="urn:schemas-microsoft-com:vml" Requires="v">
                <p:oleObj name="Equation" r:id="rId29" imgW="711000" imgH="1155600" progId="Equation.DSMT4">
                  <p:embed/>
                </p:oleObj>
              </mc:Choice>
              <mc:Fallback>
                <p:oleObj name="Equation" r:id="rId29" imgW="711000" imgH="1155600" progId="Equation.DSMT4">
                  <p:embed/>
                  <p:pic>
                    <p:nvPicPr>
                      <p:cNvPr id="567315" name="Object 1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464425" y="3932238"/>
                        <a:ext cx="1262063" cy="2058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6" name="Object 15"/>
          <p:cNvGraphicFramePr>
            <a:graphicFrameLocks noChangeAspect="1"/>
          </p:cNvGraphicFramePr>
          <p:nvPr/>
        </p:nvGraphicFramePr>
        <p:xfrm>
          <a:off x="6777038" y="1393825"/>
          <a:ext cx="2343150" cy="1241425"/>
        </p:xfrm>
        <a:graphic>
          <a:graphicData uri="http://schemas.openxmlformats.org/presentationml/2006/ole">
            <mc:AlternateContent xmlns:mc="http://schemas.openxmlformats.org/markup-compatibility/2006">
              <mc:Choice xmlns:v="urn:schemas-microsoft-com:vml" Requires="v">
                <p:oleObj name="Equation" r:id="rId31" imgW="1320480" imgH="698400" progId="Equation.DSMT4">
                  <p:embed/>
                </p:oleObj>
              </mc:Choice>
              <mc:Fallback>
                <p:oleObj name="Equation" r:id="rId31" imgW="1320480" imgH="698400" progId="Equation.DSMT4">
                  <p:embed/>
                  <p:pic>
                    <p:nvPicPr>
                      <p:cNvPr id="567316" name="Object 15"/>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6777038" y="1393825"/>
                        <a:ext cx="2343150" cy="1241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767" name="Line 21"/>
          <p:cNvSpPr>
            <a:spLocks noChangeShapeType="1"/>
          </p:cNvSpPr>
          <p:nvPr/>
        </p:nvSpPr>
        <p:spPr bwMode="auto">
          <a:xfrm>
            <a:off x="0" y="134143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endParaRPr>
          </a:p>
        </p:txBody>
      </p:sp>
      <p:graphicFrame>
        <p:nvGraphicFramePr>
          <p:cNvPr id="22" name="Object 18"/>
          <p:cNvGraphicFramePr>
            <a:graphicFrameLocks noChangeAspect="1"/>
          </p:cNvGraphicFramePr>
          <p:nvPr/>
        </p:nvGraphicFramePr>
        <p:xfrm>
          <a:off x="8643938" y="4786322"/>
          <a:ext cx="428625" cy="317500"/>
        </p:xfrm>
        <a:graphic>
          <a:graphicData uri="http://schemas.openxmlformats.org/presentationml/2006/ole">
            <mc:AlternateContent xmlns:mc="http://schemas.openxmlformats.org/markup-compatibility/2006">
              <mc:Choice xmlns:v="urn:schemas-microsoft-com:vml" Requires="v">
                <p:oleObj name="Equation" r:id="rId33" imgW="241200" imgH="177480" progId="Equation.DSMT4">
                  <p:embed/>
                </p:oleObj>
              </mc:Choice>
              <mc:Fallback>
                <p:oleObj name="Equation" r:id="rId33" imgW="241200" imgH="177480" progId="Equation.DSMT4">
                  <p:embed/>
                  <p:pic>
                    <p:nvPicPr>
                      <p:cNvPr id="22" name="Object 18"/>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8643938" y="4786322"/>
                        <a:ext cx="428625" cy="317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矩形 14">
            <a:extLst>
              <a:ext uri="{FF2B5EF4-FFF2-40B4-BE49-F238E27FC236}">
                <a16:creationId xmlns:a16="http://schemas.microsoft.com/office/drawing/2014/main" id="{07687725-8D73-2DD4-D7AB-4B63777E2213}"/>
              </a:ext>
            </a:extLst>
          </p:cNvPr>
          <p:cNvSpPr/>
          <p:nvPr/>
        </p:nvSpPr>
        <p:spPr bwMode="auto">
          <a:xfrm>
            <a:off x="-9525" y="2786063"/>
            <a:ext cx="9153525" cy="1482834"/>
          </a:xfrm>
          <a:prstGeom prst="rect">
            <a:avLst/>
          </a:prstGeom>
          <a:solidFill>
            <a:srgbClr val="0000FF"/>
          </a:solid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23" name="Object 19"/>
          <p:cNvGraphicFramePr>
            <a:graphicFrameLocks noChangeAspect="1"/>
          </p:cNvGraphicFramePr>
          <p:nvPr/>
        </p:nvGraphicFramePr>
        <p:xfrm>
          <a:off x="7858148" y="5286375"/>
          <a:ext cx="1195387" cy="452438"/>
        </p:xfrm>
        <a:graphic>
          <a:graphicData uri="http://schemas.openxmlformats.org/presentationml/2006/ole">
            <mc:AlternateContent xmlns:mc="http://schemas.openxmlformats.org/markup-compatibility/2006">
              <mc:Choice xmlns:v="urn:schemas-microsoft-com:vml" Requires="v">
                <p:oleObj name="Equation" r:id="rId35" imgW="672840" imgH="253800" progId="Equation.DSMT4">
                  <p:embed/>
                </p:oleObj>
              </mc:Choice>
              <mc:Fallback>
                <p:oleObj name="Equation" r:id="rId35" imgW="672840" imgH="253800" progId="Equation.DSMT4">
                  <p:embed/>
                  <p:pic>
                    <p:nvPicPr>
                      <p:cNvPr id="23" name="Object 1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858148" y="5286375"/>
                        <a:ext cx="1195387" cy="452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 name="Object 16">
            <a:extLst>
              <a:ext uri="{FF2B5EF4-FFF2-40B4-BE49-F238E27FC236}">
                <a16:creationId xmlns:a16="http://schemas.microsoft.com/office/drawing/2014/main" id="{DB7196DB-17EE-EEC6-B5B3-161561AC972C}"/>
              </a:ext>
            </a:extLst>
          </p:cNvPr>
          <p:cNvGraphicFramePr>
            <a:graphicFrameLocks noChangeAspect="1"/>
          </p:cNvGraphicFramePr>
          <p:nvPr/>
        </p:nvGraphicFramePr>
        <p:xfrm>
          <a:off x="3323505" y="1393825"/>
          <a:ext cx="2760663" cy="404813"/>
        </p:xfrm>
        <a:graphic>
          <a:graphicData uri="http://schemas.openxmlformats.org/presentationml/2006/ole">
            <mc:AlternateContent xmlns:mc="http://schemas.openxmlformats.org/markup-compatibility/2006">
              <mc:Choice xmlns:v="urn:schemas-microsoft-com:vml" Requires="v">
                <p:oleObj name="Equation" r:id="rId37" imgW="1257120" imgH="203040" progId="Equation.DSMT4">
                  <p:embed/>
                </p:oleObj>
              </mc:Choice>
              <mc:Fallback>
                <p:oleObj name="Equation" r:id="rId37" imgW="1257120" imgH="203040" progId="Equation.DSMT4">
                  <p:embed/>
                  <p:pic>
                    <p:nvPicPr>
                      <p:cNvPr id="4" name="Object 16">
                        <a:extLst>
                          <a:ext uri="{FF2B5EF4-FFF2-40B4-BE49-F238E27FC236}">
                            <a16:creationId xmlns:a16="http://schemas.microsoft.com/office/drawing/2014/main" id="{DB7196DB-17EE-EEC6-B5B3-161561AC972C}"/>
                          </a:ext>
                        </a:extLst>
                      </p:cNvPr>
                      <p:cNvPicPr>
                        <a:picLocks noChangeAspect="1" noChangeArrowheads="1"/>
                      </p:cNvPicPr>
                      <p:nvPr/>
                    </p:nvPicPr>
                    <p:blipFill>
                      <a:blip r:embed="rId38"/>
                      <a:srcRect/>
                      <a:stretch>
                        <a:fillRect/>
                      </a:stretch>
                    </p:blipFill>
                    <p:spPr bwMode="auto">
                      <a:xfrm>
                        <a:off x="3323505" y="1393825"/>
                        <a:ext cx="2760663" cy="404813"/>
                      </a:xfrm>
                      <a:prstGeom prst="rect">
                        <a:avLst/>
                      </a:prstGeom>
                      <a:noFill/>
                    </p:spPr>
                  </p:pic>
                </p:oleObj>
              </mc:Fallback>
            </mc:AlternateContent>
          </a:graphicData>
        </a:graphic>
      </p:graphicFrame>
      <p:graphicFrame>
        <p:nvGraphicFramePr>
          <p:cNvPr id="5" name="Object 17">
            <a:extLst>
              <a:ext uri="{FF2B5EF4-FFF2-40B4-BE49-F238E27FC236}">
                <a16:creationId xmlns:a16="http://schemas.microsoft.com/office/drawing/2014/main" id="{C128BE6D-CC90-B95C-E1F8-E02E229E31A3}"/>
              </a:ext>
            </a:extLst>
          </p:cNvPr>
          <p:cNvGraphicFramePr>
            <a:graphicFrameLocks noChangeAspect="1"/>
          </p:cNvGraphicFramePr>
          <p:nvPr/>
        </p:nvGraphicFramePr>
        <p:xfrm>
          <a:off x="6217206" y="1825624"/>
          <a:ext cx="488394" cy="247775"/>
        </p:xfrm>
        <a:graphic>
          <a:graphicData uri="http://schemas.openxmlformats.org/presentationml/2006/ole">
            <mc:AlternateContent xmlns:mc="http://schemas.openxmlformats.org/markup-compatibility/2006">
              <mc:Choice xmlns:v="urn:schemas-microsoft-com:vml" Requires="v">
                <p:oleObj name="Equation" r:id="rId39" imgW="495000" imgH="317160" progId="Equation.3">
                  <p:embed/>
                </p:oleObj>
              </mc:Choice>
              <mc:Fallback>
                <p:oleObj name="Equation" r:id="rId39" imgW="495000" imgH="317160" progId="Equation.3">
                  <p:embed/>
                  <p:pic>
                    <p:nvPicPr>
                      <p:cNvPr id="5" name="Object 17">
                        <a:extLst>
                          <a:ext uri="{FF2B5EF4-FFF2-40B4-BE49-F238E27FC236}">
                            <a16:creationId xmlns:a16="http://schemas.microsoft.com/office/drawing/2014/main" id="{C128BE6D-CC90-B95C-E1F8-E02E229E31A3}"/>
                          </a:ext>
                        </a:extLst>
                      </p:cNvPr>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217206" y="1825624"/>
                        <a:ext cx="488394" cy="247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10">
            <a:extLst>
              <a:ext uri="{FF2B5EF4-FFF2-40B4-BE49-F238E27FC236}">
                <a16:creationId xmlns:a16="http://schemas.microsoft.com/office/drawing/2014/main" id="{43C796EE-C06C-946E-F4C3-8EE8A9F736FC}"/>
              </a:ext>
            </a:extLst>
          </p:cNvPr>
          <p:cNvGraphicFramePr>
            <a:graphicFrameLocks noChangeAspect="1"/>
          </p:cNvGraphicFramePr>
          <p:nvPr/>
        </p:nvGraphicFramePr>
        <p:xfrm>
          <a:off x="3260576" y="2786063"/>
          <a:ext cx="5126038" cy="527050"/>
        </p:xfrm>
        <a:graphic>
          <a:graphicData uri="http://schemas.openxmlformats.org/presentationml/2006/ole">
            <mc:AlternateContent xmlns:mc="http://schemas.openxmlformats.org/markup-compatibility/2006">
              <mc:Choice xmlns:v="urn:schemas-microsoft-com:vml" Requires="v">
                <p:oleObj name="Equation" r:id="rId41" imgW="3619440" imgH="317160" progId="Equation.DSMT4">
                  <p:embed/>
                </p:oleObj>
              </mc:Choice>
              <mc:Fallback>
                <p:oleObj name="Equation" r:id="rId41" imgW="3619440" imgH="317160" progId="Equation.DSMT4">
                  <p:embed/>
                  <p:pic>
                    <p:nvPicPr>
                      <p:cNvPr id="6" name="Object 10">
                        <a:extLst>
                          <a:ext uri="{FF2B5EF4-FFF2-40B4-BE49-F238E27FC236}">
                            <a16:creationId xmlns:a16="http://schemas.microsoft.com/office/drawing/2014/main" id="{43C796EE-C06C-946E-F4C3-8EE8A9F736FC}"/>
                          </a:ext>
                        </a:extLst>
                      </p:cNvPr>
                      <p:cNvPicPr>
                        <a:picLocks noChangeAspect="1" noChangeArrowheads="1"/>
                      </p:cNvPicPr>
                      <p:nvPr/>
                    </p:nvPicPr>
                    <p:blipFill>
                      <a:blip r:embed="rId42"/>
                      <a:srcRect/>
                      <a:stretch>
                        <a:fillRect/>
                      </a:stretch>
                    </p:blipFill>
                    <p:spPr bwMode="auto">
                      <a:xfrm>
                        <a:off x="3260576" y="2786063"/>
                        <a:ext cx="5126038" cy="527050"/>
                      </a:xfrm>
                      <a:prstGeom prst="rect">
                        <a:avLst/>
                      </a:prstGeom>
                      <a:solidFill>
                        <a:srgbClr val="0000FF"/>
                      </a:solidFill>
                    </p:spPr>
                  </p:pic>
                </p:oleObj>
              </mc:Fallback>
            </mc:AlternateContent>
          </a:graphicData>
        </a:graphic>
      </p:graphicFrame>
      <p:graphicFrame>
        <p:nvGraphicFramePr>
          <p:cNvPr id="7" name="Object 10">
            <a:extLst>
              <a:ext uri="{FF2B5EF4-FFF2-40B4-BE49-F238E27FC236}">
                <a16:creationId xmlns:a16="http://schemas.microsoft.com/office/drawing/2014/main" id="{68E03C0C-881E-D0D3-4E0D-A3963491C946}"/>
              </a:ext>
            </a:extLst>
          </p:cNvPr>
          <p:cNvGraphicFramePr>
            <a:graphicFrameLocks noChangeAspect="1"/>
          </p:cNvGraphicFramePr>
          <p:nvPr/>
        </p:nvGraphicFramePr>
        <p:xfrm>
          <a:off x="1022350" y="3448050"/>
          <a:ext cx="1851025" cy="800100"/>
        </p:xfrm>
        <a:graphic>
          <a:graphicData uri="http://schemas.openxmlformats.org/presentationml/2006/ole">
            <mc:AlternateContent xmlns:mc="http://schemas.openxmlformats.org/markup-compatibility/2006">
              <mc:Choice xmlns:v="urn:schemas-microsoft-com:vml" Requires="v">
                <p:oleObj name="Equation" r:id="rId43" imgW="1307880" imgH="482400" progId="Equation.DSMT4">
                  <p:embed/>
                </p:oleObj>
              </mc:Choice>
              <mc:Fallback>
                <p:oleObj name="Equation" r:id="rId43" imgW="1307880" imgH="482400" progId="Equation.DSMT4">
                  <p:embed/>
                  <p:pic>
                    <p:nvPicPr>
                      <p:cNvPr id="7" name="Object 10">
                        <a:extLst>
                          <a:ext uri="{FF2B5EF4-FFF2-40B4-BE49-F238E27FC236}">
                            <a16:creationId xmlns:a16="http://schemas.microsoft.com/office/drawing/2014/main" id="{68E03C0C-881E-D0D3-4E0D-A3963491C946}"/>
                          </a:ext>
                        </a:extLst>
                      </p:cNvPr>
                      <p:cNvPicPr>
                        <a:picLocks noChangeAspect="1" noChangeArrowheads="1"/>
                      </p:cNvPicPr>
                      <p:nvPr/>
                    </p:nvPicPr>
                    <p:blipFill>
                      <a:blip r:embed="rId44"/>
                      <a:srcRect/>
                      <a:stretch>
                        <a:fillRect/>
                      </a:stretch>
                    </p:blipFill>
                    <p:spPr bwMode="auto">
                      <a:xfrm>
                        <a:off x="1022350" y="3448050"/>
                        <a:ext cx="1851025" cy="800100"/>
                      </a:xfrm>
                      <a:prstGeom prst="rect">
                        <a:avLst/>
                      </a:prstGeom>
                      <a:solidFill>
                        <a:srgbClr val="0000FF"/>
                      </a:solidFill>
                    </p:spPr>
                  </p:pic>
                </p:oleObj>
              </mc:Fallback>
            </mc:AlternateContent>
          </a:graphicData>
        </a:graphic>
      </p:graphicFrame>
      <p:graphicFrame>
        <p:nvGraphicFramePr>
          <p:cNvPr id="12" name="Object 9">
            <a:extLst>
              <a:ext uri="{FF2B5EF4-FFF2-40B4-BE49-F238E27FC236}">
                <a16:creationId xmlns:a16="http://schemas.microsoft.com/office/drawing/2014/main" id="{620D1554-4C39-3193-4798-0CAB69EC3F9A}"/>
              </a:ext>
            </a:extLst>
          </p:cNvPr>
          <p:cNvGraphicFramePr>
            <a:graphicFrameLocks noChangeAspect="1"/>
          </p:cNvGraphicFramePr>
          <p:nvPr/>
        </p:nvGraphicFramePr>
        <p:xfrm>
          <a:off x="1038076" y="2836863"/>
          <a:ext cx="2222500" cy="419100"/>
        </p:xfrm>
        <a:graphic>
          <a:graphicData uri="http://schemas.openxmlformats.org/presentationml/2006/ole">
            <mc:AlternateContent xmlns:mc="http://schemas.openxmlformats.org/markup-compatibility/2006">
              <mc:Choice xmlns:v="urn:schemas-microsoft-com:vml" Requires="v">
                <p:oleObj name="Equation" r:id="rId45" imgW="1714320" imgH="253800" progId="Equation.DSMT4">
                  <p:embed/>
                </p:oleObj>
              </mc:Choice>
              <mc:Fallback>
                <p:oleObj name="Equation" r:id="rId45" imgW="1714320" imgH="253800" progId="Equation.DSMT4">
                  <p:embed/>
                  <p:pic>
                    <p:nvPicPr>
                      <p:cNvPr id="12" name="Object 9">
                        <a:extLst>
                          <a:ext uri="{FF2B5EF4-FFF2-40B4-BE49-F238E27FC236}">
                            <a16:creationId xmlns:a16="http://schemas.microsoft.com/office/drawing/2014/main" id="{620D1554-4C39-3193-4798-0CAB69EC3F9A}"/>
                          </a:ext>
                        </a:extLst>
                      </p:cNvPr>
                      <p:cNvPicPr>
                        <a:picLocks noChangeAspect="1" noChangeArrowheads="1"/>
                      </p:cNvPicPr>
                      <p:nvPr/>
                    </p:nvPicPr>
                    <p:blipFill>
                      <a:blip r:embed="rId46"/>
                      <a:srcRect/>
                      <a:stretch>
                        <a:fillRect/>
                      </a:stretch>
                    </p:blipFill>
                    <p:spPr bwMode="auto">
                      <a:xfrm>
                        <a:off x="1038076" y="2836863"/>
                        <a:ext cx="2222500" cy="419100"/>
                      </a:xfrm>
                      <a:prstGeom prst="rect">
                        <a:avLst/>
                      </a:prstGeom>
                      <a:solidFill>
                        <a:srgbClr val="0000FF"/>
                      </a:solidFill>
                    </p:spPr>
                  </p:pic>
                </p:oleObj>
              </mc:Fallback>
            </mc:AlternateContent>
          </a:graphicData>
        </a:graphic>
      </p:graphicFrame>
      <p:graphicFrame>
        <p:nvGraphicFramePr>
          <p:cNvPr id="13" name="Object 10">
            <a:extLst>
              <a:ext uri="{FF2B5EF4-FFF2-40B4-BE49-F238E27FC236}">
                <a16:creationId xmlns:a16="http://schemas.microsoft.com/office/drawing/2014/main" id="{AE7EE6CD-B057-0718-8DFC-018035BFC3BE}"/>
              </a:ext>
            </a:extLst>
          </p:cNvPr>
          <p:cNvGraphicFramePr>
            <a:graphicFrameLocks noChangeAspect="1"/>
          </p:cNvGraphicFramePr>
          <p:nvPr/>
        </p:nvGraphicFramePr>
        <p:xfrm>
          <a:off x="3166591" y="3448050"/>
          <a:ext cx="3349625" cy="379413"/>
        </p:xfrm>
        <a:graphic>
          <a:graphicData uri="http://schemas.openxmlformats.org/presentationml/2006/ole">
            <mc:AlternateContent xmlns:mc="http://schemas.openxmlformats.org/markup-compatibility/2006">
              <mc:Choice xmlns:v="urn:schemas-microsoft-com:vml" Requires="v">
                <p:oleObj name="Equation" r:id="rId47" imgW="2361960" imgH="228600" progId="Equation.DSMT4">
                  <p:embed/>
                </p:oleObj>
              </mc:Choice>
              <mc:Fallback>
                <p:oleObj name="Equation" r:id="rId47" imgW="2361960" imgH="228600" progId="Equation.DSMT4">
                  <p:embed/>
                  <p:pic>
                    <p:nvPicPr>
                      <p:cNvPr id="13" name="Object 10">
                        <a:extLst>
                          <a:ext uri="{FF2B5EF4-FFF2-40B4-BE49-F238E27FC236}">
                            <a16:creationId xmlns:a16="http://schemas.microsoft.com/office/drawing/2014/main" id="{AE7EE6CD-B057-0718-8DFC-018035BFC3BE}"/>
                          </a:ext>
                        </a:extLst>
                      </p:cNvPr>
                      <p:cNvPicPr>
                        <a:picLocks noChangeAspect="1" noChangeArrowheads="1"/>
                      </p:cNvPicPr>
                      <p:nvPr/>
                    </p:nvPicPr>
                    <p:blipFill>
                      <a:blip r:embed="rId48"/>
                      <a:srcRect/>
                      <a:stretch>
                        <a:fillRect/>
                      </a:stretch>
                    </p:blipFill>
                    <p:spPr bwMode="auto">
                      <a:xfrm>
                        <a:off x="3166591" y="3448050"/>
                        <a:ext cx="3349625" cy="379413"/>
                      </a:xfrm>
                      <a:prstGeom prst="rect">
                        <a:avLst/>
                      </a:prstGeom>
                      <a:solidFill>
                        <a:srgbClr val="0000FF"/>
                      </a:solidFill>
                    </p:spPr>
                  </p:pic>
                </p:oleObj>
              </mc:Fallback>
            </mc:AlternateContent>
          </a:graphicData>
        </a:graphic>
      </p:graphicFrame>
      <p:graphicFrame>
        <p:nvGraphicFramePr>
          <p:cNvPr id="14" name="Object 10">
            <a:extLst>
              <a:ext uri="{FF2B5EF4-FFF2-40B4-BE49-F238E27FC236}">
                <a16:creationId xmlns:a16="http://schemas.microsoft.com/office/drawing/2014/main" id="{A5D422E9-9D4D-D8AA-07A7-A434B0F21727}"/>
              </a:ext>
            </a:extLst>
          </p:cNvPr>
          <p:cNvGraphicFramePr>
            <a:graphicFrameLocks noChangeAspect="1"/>
          </p:cNvGraphicFramePr>
          <p:nvPr/>
        </p:nvGraphicFramePr>
        <p:xfrm>
          <a:off x="3151237" y="3862388"/>
          <a:ext cx="2428875" cy="420687"/>
        </p:xfrm>
        <a:graphic>
          <a:graphicData uri="http://schemas.openxmlformats.org/presentationml/2006/ole">
            <mc:AlternateContent xmlns:mc="http://schemas.openxmlformats.org/markup-compatibility/2006">
              <mc:Choice xmlns:v="urn:schemas-microsoft-com:vml" Requires="v">
                <p:oleObj name="Equation" r:id="rId49" imgW="1714320" imgH="253800" progId="Equation.DSMT4">
                  <p:embed/>
                </p:oleObj>
              </mc:Choice>
              <mc:Fallback>
                <p:oleObj name="Equation" r:id="rId49" imgW="1714320" imgH="253800" progId="Equation.DSMT4">
                  <p:embed/>
                  <p:pic>
                    <p:nvPicPr>
                      <p:cNvPr id="14" name="Object 10">
                        <a:extLst>
                          <a:ext uri="{FF2B5EF4-FFF2-40B4-BE49-F238E27FC236}">
                            <a16:creationId xmlns:a16="http://schemas.microsoft.com/office/drawing/2014/main" id="{A5D422E9-9D4D-D8AA-07A7-A434B0F21727}"/>
                          </a:ext>
                        </a:extLst>
                      </p:cNvPr>
                      <p:cNvPicPr>
                        <a:picLocks noChangeAspect="1" noChangeArrowheads="1"/>
                      </p:cNvPicPr>
                      <p:nvPr/>
                    </p:nvPicPr>
                    <p:blipFill>
                      <a:blip r:embed="rId50"/>
                      <a:srcRect/>
                      <a:stretch>
                        <a:fillRect/>
                      </a:stretch>
                    </p:blipFill>
                    <p:spPr bwMode="auto">
                      <a:xfrm>
                        <a:off x="3151237" y="3862388"/>
                        <a:ext cx="2428875" cy="420687"/>
                      </a:xfrm>
                      <a:prstGeom prst="rect">
                        <a:avLst/>
                      </a:prstGeom>
                      <a:solidFill>
                        <a:srgbClr val="0000FF"/>
                      </a:solidFill>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67298"/>
                                        </p:tgtEl>
                                        <p:attrNameLst>
                                          <p:attrName>style.visibility</p:attrName>
                                        </p:attrNameLst>
                                      </p:cBhvr>
                                      <p:to>
                                        <p:strVal val="visible"/>
                                      </p:to>
                                    </p:set>
                                    <p:animEffect transition="in" filter="wipe(left)">
                                      <p:cBhvr>
                                        <p:cTn id="7" dur="500"/>
                                        <p:tgtEl>
                                          <p:spTgt spid="567298"/>
                                        </p:tgtEl>
                                      </p:cBhvr>
                                    </p:animEffect>
                                  </p:childTnLst>
                                </p:cTn>
                              </p:par>
                              <p:par>
                                <p:cTn id="8" presetID="22" presetClass="entr" presetSubtype="8" fill="hold" nodeType="withEffect">
                                  <p:stCondLst>
                                    <p:cond delay="0"/>
                                  </p:stCondLst>
                                  <p:childTnLst>
                                    <p:set>
                                      <p:cBhvr>
                                        <p:cTn id="9" dur="1" fill="hold">
                                          <p:stCondLst>
                                            <p:cond delay="0"/>
                                          </p:stCondLst>
                                        </p:cTn>
                                        <p:tgtEl>
                                          <p:spTgt spid="567299"/>
                                        </p:tgtEl>
                                        <p:attrNameLst>
                                          <p:attrName>style.visibility</p:attrName>
                                        </p:attrNameLst>
                                      </p:cBhvr>
                                      <p:to>
                                        <p:strVal val="visible"/>
                                      </p:to>
                                    </p:set>
                                    <p:animEffect transition="in" filter="wipe(left)">
                                      <p:cBhvr>
                                        <p:cTn id="10" dur="500"/>
                                        <p:tgtEl>
                                          <p:spTgt spid="56729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1762"/>
                                        </p:tgtEl>
                                        <p:attrNameLst>
                                          <p:attrName>style.visibility</p:attrName>
                                        </p:attrNameLst>
                                      </p:cBhvr>
                                      <p:to>
                                        <p:strVal val="visible"/>
                                      </p:to>
                                    </p:set>
                                    <p:animEffect transition="in" filter="wipe(left)">
                                      <p:cBhvr>
                                        <p:cTn id="25" dur="500"/>
                                        <p:tgtEl>
                                          <p:spTgt spid="3176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67303"/>
                                        </p:tgtEl>
                                        <p:attrNameLst>
                                          <p:attrName>style.visibility</p:attrName>
                                        </p:attrNameLst>
                                      </p:cBhvr>
                                      <p:to>
                                        <p:strVal val="visible"/>
                                      </p:to>
                                    </p:set>
                                    <p:animEffect transition="in" filter="wipe(left)">
                                      <p:cBhvr>
                                        <p:cTn id="30" dur="500"/>
                                        <p:tgtEl>
                                          <p:spTgt spid="567303"/>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par>
                                <p:cTn id="36" presetID="22" presetClass="entr" presetSubtype="8"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ipe(left)">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left)">
                                      <p:cBhvr>
                                        <p:cTn id="43" dur="500"/>
                                        <p:tgtEl>
                                          <p:spTgt spid="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left)">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wipe(left)">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xit" presetSubtype="8" fill="hold" nodeType="clickEffect">
                                  <p:stCondLst>
                                    <p:cond delay="0"/>
                                  </p:stCondLst>
                                  <p:childTnLst>
                                    <p:animEffect transition="out" filter="wipe(left)">
                                      <p:cBhvr>
                                        <p:cTn id="62" dur="500"/>
                                        <p:tgtEl>
                                          <p:spTgt spid="12"/>
                                        </p:tgtEl>
                                      </p:cBhvr>
                                    </p:animEffect>
                                    <p:set>
                                      <p:cBhvr>
                                        <p:cTn id="63" dur="1" fill="hold">
                                          <p:stCondLst>
                                            <p:cond delay="499"/>
                                          </p:stCondLst>
                                        </p:cTn>
                                        <p:tgtEl>
                                          <p:spTgt spid="12"/>
                                        </p:tgtEl>
                                        <p:attrNameLst>
                                          <p:attrName>style.visibility</p:attrName>
                                        </p:attrNameLst>
                                      </p:cBhvr>
                                      <p:to>
                                        <p:strVal val="hidden"/>
                                      </p:to>
                                    </p:set>
                                  </p:childTnLst>
                                </p:cTn>
                              </p:par>
                              <p:par>
                                <p:cTn id="64" presetID="22" presetClass="exit" presetSubtype="8" fill="hold" nodeType="withEffect">
                                  <p:stCondLst>
                                    <p:cond delay="0"/>
                                  </p:stCondLst>
                                  <p:childTnLst>
                                    <p:animEffect transition="out" filter="wipe(left)">
                                      <p:cBhvr>
                                        <p:cTn id="65" dur="500"/>
                                        <p:tgtEl>
                                          <p:spTgt spid="6"/>
                                        </p:tgtEl>
                                      </p:cBhvr>
                                    </p:animEffect>
                                    <p:set>
                                      <p:cBhvr>
                                        <p:cTn id="66" dur="1" fill="hold">
                                          <p:stCondLst>
                                            <p:cond delay="499"/>
                                          </p:stCondLst>
                                        </p:cTn>
                                        <p:tgtEl>
                                          <p:spTgt spid="6"/>
                                        </p:tgtEl>
                                        <p:attrNameLst>
                                          <p:attrName>style.visibility</p:attrName>
                                        </p:attrNameLst>
                                      </p:cBhvr>
                                      <p:to>
                                        <p:strVal val="hidden"/>
                                      </p:to>
                                    </p:set>
                                  </p:childTnLst>
                                </p:cTn>
                              </p:par>
                              <p:par>
                                <p:cTn id="67" presetID="22" presetClass="exit" presetSubtype="8" fill="hold" nodeType="withEffect">
                                  <p:stCondLst>
                                    <p:cond delay="0"/>
                                  </p:stCondLst>
                                  <p:childTnLst>
                                    <p:animEffect transition="out" filter="wipe(left)">
                                      <p:cBhvr>
                                        <p:cTn id="68" dur="500"/>
                                        <p:tgtEl>
                                          <p:spTgt spid="7"/>
                                        </p:tgtEl>
                                      </p:cBhvr>
                                    </p:animEffect>
                                    <p:set>
                                      <p:cBhvr>
                                        <p:cTn id="69" dur="1" fill="hold">
                                          <p:stCondLst>
                                            <p:cond delay="499"/>
                                          </p:stCondLst>
                                        </p:cTn>
                                        <p:tgtEl>
                                          <p:spTgt spid="7"/>
                                        </p:tgtEl>
                                        <p:attrNameLst>
                                          <p:attrName>style.visibility</p:attrName>
                                        </p:attrNameLst>
                                      </p:cBhvr>
                                      <p:to>
                                        <p:strVal val="hidden"/>
                                      </p:to>
                                    </p:set>
                                  </p:childTnLst>
                                </p:cTn>
                              </p:par>
                              <p:par>
                                <p:cTn id="70" presetID="22" presetClass="exit" presetSubtype="8" fill="hold" nodeType="withEffect">
                                  <p:stCondLst>
                                    <p:cond delay="0"/>
                                  </p:stCondLst>
                                  <p:childTnLst>
                                    <p:animEffect transition="out" filter="wipe(left)">
                                      <p:cBhvr>
                                        <p:cTn id="71" dur="500"/>
                                        <p:tgtEl>
                                          <p:spTgt spid="13"/>
                                        </p:tgtEl>
                                      </p:cBhvr>
                                    </p:animEffect>
                                    <p:set>
                                      <p:cBhvr>
                                        <p:cTn id="72" dur="1" fill="hold">
                                          <p:stCondLst>
                                            <p:cond delay="499"/>
                                          </p:stCondLst>
                                        </p:cTn>
                                        <p:tgtEl>
                                          <p:spTgt spid="13"/>
                                        </p:tgtEl>
                                        <p:attrNameLst>
                                          <p:attrName>style.visibility</p:attrName>
                                        </p:attrNameLst>
                                      </p:cBhvr>
                                      <p:to>
                                        <p:strVal val="hidden"/>
                                      </p:to>
                                    </p:set>
                                  </p:childTnLst>
                                </p:cTn>
                              </p:par>
                              <p:par>
                                <p:cTn id="73" presetID="22" presetClass="exit" presetSubtype="8" fill="hold" nodeType="withEffect">
                                  <p:stCondLst>
                                    <p:cond delay="0"/>
                                  </p:stCondLst>
                                  <p:childTnLst>
                                    <p:animEffect transition="out" filter="wipe(left)">
                                      <p:cBhvr>
                                        <p:cTn id="74" dur="500"/>
                                        <p:tgtEl>
                                          <p:spTgt spid="14"/>
                                        </p:tgtEl>
                                      </p:cBhvr>
                                    </p:animEffect>
                                    <p:set>
                                      <p:cBhvr>
                                        <p:cTn id="75" dur="1" fill="hold">
                                          <p:stCondLst>
                                            <p:cond delay="499"/>
                                          </p:stCondLst>
                                        </p:cTn>
                                        <p:tgtEl>
                                          <p:spTgt spid="14"/>
                                        </p:tgtEl>
                                        <p:attrNameLst>
                                          <p:attrName>style.visibility</p:attrName>
                                        </p:attrNameLst>
                                      </p:cBhvr>
                                      <p:to>
                                        <p:strVal val="hidden"/>
                                      </p:to>
                                    </p:set>
                                  </p:childTnLst>
                                </p:cTn>
                              </p:par>
                              <p:par>
                                <p:cTn id="76" presetID="22" presetClass="exit" presetSubtype="8" fill="hold" grpId="1" nodeType="withEffect">
                                  <p:stCondLst>
                                    <p:cond delay="0"/>
                                  </p:stCondLst>
                                  <p:childTnLst>
                                    <p:animEffect transition="out" filter="wipe(left)">
                                      <p:cBhvr>
                                        <p:cTn id="77" dur="500"/>
                                        <p:tgtEl>
                                          <p:spTgt spid="15"/>
                                        </p:tgtEl>
                                      </p:cBhvr>
                                    </p:animEffect>
                                    <p:set>
                                      <p:cBhvr>
                                        <p:cTn id="78" dur="1" fill="hold">
                                          <p:stCondLst>
                                            <p:cond delay="499"/>
                                          </p:stCondLst>
                                        </p:cTn>
                                        <p:tgtEl>
                                          <p:spTgt spid="15"/>
                                        </p:tgtEl>
                                        <p:attrNameLst>
                                          <p:attrName>style.visibility</p:attrName>
                                        </p:attrNameLst>
                                      </p:cBhvr>
                                      <p:to>
                                        <p:strVal val="hidden"/>
                                      </p:to>
                                    </p:set>
                                  </p:childTnLst>
                                </p:cTn>
                              </p:par>
                              <p:par>
                                <p:cTn id="79" presetID="22" presetClass="entr" presetSubtype="8" fill="hold" nodeType="withEffect">
                                  <p:stCondLst>
                                    <p:cond delay="0"/>
                                  </p:stCondLst>
                                  <p:childTnLst>
                                    <p:set>
                                      <p:cBhvr>
                                        <p:cTn id="80" dur="1" fill="hold">
                                          <p:stCondLst>
                                            <p:cond delay="0"/>
                                          </p:stCondLst>
                                        </p:cTn>
                                        <p:tgtEl>
                                          <p:spTgt spid="567306"/>
                                        </p:tgtEl>
                                        <p:attrNameLst>
                                          <p:attrName>style.visibility</p:attrName>
                                        </p:attrNameLst>
                                      </p:cBhvr>
                                      <p:to>
                                        <p:strVal val="visible"/>
                                      </p:to>
                                    </p:set>
                                    <p:animEffect transition="in" filter="wipe(left)">
                                      <p:cBhvr>
                                        <p:cTn id="81" dur="500"/>
                                        <p:tgtEl>
                                          <p:spTgt spid="567306"/>
                                        </p:tgtEl>
                                      </p:cBhvr>
                                    </p:animEffect>
                                  </p:childTnLst>
                                </p:cTn>
                              </p:par>
                              <p:par>
                                <p:cTn id="82" presetID="22" presetClass="entr" presetSubtype="8" fill="hold" nodeType="withEffect">
                                  <p:stCondLst>
                                    <p:cond delay="0"/>
                                  </p:stCondLst>
                                  <p:childTnLst>
                                    <p:set>
                                      <p:cBhvr>
                                        <p:cTn id="83" dur="1" fill="hold">
                                          <p:stCondLst>
                                            <p:cond delay="0"/>
                                          </p:stCondLst>
                                        </p:cTn>
                                        <p:tgtEl>
                                          <p:spTgt spid="567309"/>
                                        </p:tgtEl>
                                        <p:attrNameLst>
                                          <p:attrName>style.visibility</p:attrName>
                                        </p:attrNameLst>
                                      </p:cBhvr>
                                      <p:to>
                                        <p:strVal val="visible"/>
                                      </p:to>
                                    </p:set>
                                    <p:animEffect transition="in" filter="wipe(left)">
                                      <p:cBhvr>
                                        <p:cTn id="84" dur="500"/>
                                        <p:tgtEl>
                                          <p:spTgt spid="567309"/>
                                        </p:tgtEl>
                                      </p:cBhvr>
                                    </p:animEffect>
                                  </p:childTnLst>
                                </p:cTn>
                              </p:par>
                              <p:par>
                                <p:cTn id="85" presetID="22" presetClass="entr" presetSubtype="8" fill="hold" nodeType="withEffect">
                                  <p:stCondLst>
                                    <p:cond delay="0"/>
                                  </p:stCondLst>
                                  <p:childTnLst>
                                    <p:set>
                                      <p:cBhvr>
                                        <p:cTn id="86" dur="1" fill="hold">
                                          <p:stCondLst>
                                            <p:cond delay="0"/>
                                          </p:stCondLst>
                                        </p:cTn>
                                        <p:tgtEl>
                                          <p:spTgt spid="31755"/>
                                        </p:tgtEl>
                                        <p:attrNameLst>
                                          <p:attrName>style.visibility</p:attrName>
                                        </p:attrNameLst>
                                      </p:cBhvr>
                                      <p:to>
                                        <p:strVal val="visible"/>
                                      </p:to>
                                    </p:set>
                                    <p:animEffect transition="in" filter="wipe(left)">
                                      <p:cBhvr>
                                        <p:cTn id="87" dur="500"/>
                                        <p:tgtEl>
                                          <p:spTgt spid="31755"/>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567307"/>
                                        </p:tgtEl>
                                        <p:attrNameLst>
                                          <p:attrName>style.visibility</p:attrName>
                                        </p:attrNameLst>
                                      </p:cBhvr>
                                      <p:to>
                                        <p:strVal val="visible"/>
                                      </p:to>
                                    </p:set>
                                    <p:animEffect transition="in" filter="wipe(left)">
                                      <p:cBhvr>
                                        <p:cTn id="92" dur="500"/>
                                        <p:tgtEl>
                                          <p:spTgt spid="567307"/>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567308"/>
                                        </p:tgtEl>
                                        <p:attrNameLst>
                                          <p:attrName>style.visibility</p:attrName>
                                        </p:attrNameLst>
                                      </p:cBhvr>
                                      <p:to>
                                        <p:strVal val="visible"/>
                                      </p:to>
                                    </p:set>
                                    <p:animEffect transition="in" filter="wipe(left)">
                                      <p:cBhvr>
                                        <p:cTn id="97" dur="500"/>
                                        <p:tgtEl>
                                          <p:spTgt spid="567308"/>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567310"/>
                                        </p:tgtEl>
                                        <p:attrNameLst>
                                          <p:attrName>style.visibility</p:attrName>
                                        </p:attrNameLst>
                                      </p:cBhvr>
                                      <p:to>
                                        <p:strVal val="visible"/>
                                      </p:to>
                                    </p:set>
                                    <p:animEffect transition="in" filter="wipe(left)">
                                      <p:cBhvr>
                                        <p:cTn id="102" dur="500"/>
                                        <p:tgtEl>
                                          <p:spTgt spid="567310"/>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nodeType="clickEffect">
                                  <p:stCondLst>
                                    <p:cond delay="0"/>
                                  </p:stCondLst>
                                  <p:childTnLst>
                                    <p:set>
                                      <p:cBhvr>
                                        <p:cTn id="106" dur="1" fill="hold">
                                          <p:stCondLst>
                                            <p:cond delay="0"/>
                                          </p:stCondLst>
                                        </p:cTn>
                                        <p:tgtEl>
                                          <p:spTgt spid="567311"/>
                                        </p:tgtEl>
                                        <p:attrNameLst>
                                          <p:attrName>style.visibility</p:attrName>
                                        </p:attrNameLst>
                                      </p:cBhvr>
                                      <p:to>
                                        <p:strVal val="visible"/>
                                      </p:to>
                                    </p:set>
                                    <p:animEffect transition="in" filter="wipe(left)">
                                      <p:cBhvr>
                                        <p:cTn id="107" dur="500"/>
                                        <p:tgtEl>
                                          <p:spTgt spid="567311"/>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567313"/>
                                        </p:tgtEl>
                                        <p:attrNameLst>
                                          <p:attrName>style.visibility</p:attrName>
                                        </p:attrNameLst>
                                      </p:cBhvr>
                                      <p:to>
                                        <p:strVal val="visible"/>
                                      </p:to>
                                    </p:set>
                                    <p:animEffect transition="in" filter="wipe(left)">
                                      <p:cBhvr>
                                        <p:cTn id="112" dur="500"/>
                                        <p:tgtEl>
                                          <p:spTgt spid="567313"/>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nodeType="clickEffect">
                                  <p:stCondLst>
                                    <p:cond delay="0"/>
                                  </p:stCondLst>
                                  <p:childTnLst>
                                    <p:set>
                                      <p:cBhvr>
                                        <p:cTn id="116" dur="1" fill="hold">
                                          <p:stCondLst>
                                            <p:cond delay="0"/>
                                          </p:stCondLst>
                                        </p:cTn>
                                        <p:tgtEl>
                                          <p:spTgt spid="567314"/>
                                        </p:tgtEl>
                                        <p:attrNameLst>
                                          <p:attrName>style.visibility</p:attrName>
                                        </p:attrNameLst>
                                      </p:cBhvr>
                                      <p:to>
                                        <p:strVal val="visible"/>
                                      </p:to>
                                    </p:set>
                                    <p:animEffect transition="in" filter="wipe(left)">
                                      <p:cBhvr>
                                        <p:cTn id="117" dur="500"/>
                                        <p:tgtEl>
                                          <p:spTgt spid="567314"/>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nodeType="clickEffect">
                                  <p:stCondLst>
                                    <p:cond delay="0"/>
                                  </p:stCondLst>
                                  <p:childTnLst>
                                    <p:set>
                                      <p:cBhvr>
                                        <p:cTn id="121" dur="1" fill="hold">
                                          <p:stCondLst>
                                            <p:cond delay="0"/>
                                          </p:stCondLst>
                                        </p:cTn>
                                        <p:tgtEl>
                                          <p:spTgt spid="567316"/>
                                        </p:tgtEl>
                                        <p:attrNameLst>
                                          <p:attrName>style.visibility</p:attrName>
                                        </p:attrNameLst>
                                      </p:cBhvr>
                                      <p:to>
                                        <p:strVal val="visible"/>
                                      </p:to>
                                    </p:set>
                                    <p:animEffect transition="in" filter="wipe(left)">
                                      <p:cBhvr>
                                        <p:cTn id="122" dur="500"/>
                                        <p:tgtEl>
                                          <p:spTgt spid="567316"/>
                                        </p:tgtEl>
                                      </p:cBhvr>
                                    </p:animEffect>
                                  </p:childTnLst>
                                </p:cTn>
                              </p:par>
                            </p:childTnLst>
                          </p:cTn>
                        </p:par>
                      </p:childTnLst>
                    </p:cTn>
                  </p:par>
                  <p:par>
                    <p:cTn id="123" fill="hold">
                      <p:stCondLst>
                        <p:cond delay="indefinite"/>
                      </p:stCondLst>
                      <p:childTnLst>
                        <p:par>
                          <p:cTn id="124" fill="hold">
                            <p:stCondLst>
                              <p:cond delay="0"/>
                            </p:stCondLst>
                            <p:childTnLst>
                              <p:par>
                                <p:cTn id="125" presetID="22" presetClass="entr" presetSubtype="8" fill="hold" nodeType="clickEffect">
                                  <p:stCondLst>
                                    <p:cond delay="0"/>
                                  </p:stCondLst>
                                  <p:childTnLst>
                                    <p:set>
                                      <p:cBhvr>
                                        <p:cTn id="126" dur="1" fill="hold">
                                          <p:stCondLst>
                                            <p:cond delay="0"/>
                                          </p:stCondLst>
                                        </p:cTn>
                                        <p:tgtEl>
                                          <p:spTgt spid="567315"/>
                                        </p:tgtEl>
                                        <p:attrNameLst>
                                          <p:attrName>style.visibility</p:attrName>
                                        </p:attrNameLst>
                                      </p:cBhvr>
                                      <p:to>
                                        <p:strVal val="visible"/>
                                      </p:to>
                                    </p:set>
                                    <p:animEffect transition="in" filter="wipe(left)">
                                      <p:cBhvr>
                                        <p:cTn id="127" dur="500"/>
                                        <p:tgtEl>
                                          <p:spTgt spid="567315"/>
                                        </p:tgtEl>
                                      </p:cBhvr>
                                    </p:animEffect>
                                  </p:childTnLst>
                                </p:cTn>
                              </p:par>
                            </p:childTnLst>
                          </p:cTn>
                        </p:par>
                      </p:childTnLst>
                    </p:cTn>
                  </p:par>
                  <p:par>
                    <p:cTn id="128" fill="hold">
                      <p:stCondLst>
                        <p:cond delay="indefinite"/>
                      </p:stCondLst>
                      <p:childTnLst>
                        <p:par>
                          <p:cTn id="129" fill="hold">
                            <p:stCondLst>
                              <p:cond delay="0"/>
                            </p:stCondLst>
                            <p:childTnLst>
                              <p:par>
                                <p:cTn id="130" presetID="22" presetClass="entr" presetSubtype="8" fill="hold" nodeType="clickEffect">
                                  <p:stCondLst>
                                    <p:cond delay="0"/>
                                  </p:stCondLst>
                                  <p:childTnLst>
                                    <p:set>
                                      <p:cBhvr>
                                        <p:cTn id="131" dur="1" fill="hold">
                                          <p:stCondLst>
                                            <p:cond delay="0"/>
                                          </p:stCondLst>
                                        </p:cTn>
                                        <p:tgtEl>
                                          <p:spTgt spid="22"/>
                                        </p:tgtEl>
                                        <p:attrNameLst>
                                          <p:attrName>style.visibility</p:attrName>
                                        </p:attrNameLst>
                                      </p:cBhvr>
                                      <p:to>
                                        <p:strVal val="visible"/>
                                      </p:to>
                                    </p:set>
                                    <p:animEffect transition="in" filter="wipe(left)">
                                      <p:cBhvr>
                                        <p:cTn id="132" dur="500"/>
                                        <p:tgtEl>
                                          <p:spTgt spid="22"/>
                                        </p:tgtEl>
                                      </p:cBhvr>
                                    </p:animEffect>
                                  </p:childTnLst>
                                </p:cTn>
                              </p:par>
                            </p:childTnLst>
                          </p:cTn>
                        </p:par>
                      </p:childTnLst>
                    </p:cTn>
                  </p:par>
                  <p:par>
                    <p:cTn id="133" fill="hold">
                      <p:stCondLst>
                        <p:cond delay="indefinite"/>
                      </p:stCondLst>
                      <p:childTnLst>
                        <p:par>
                          <p:cTn id="134" fill="hold">
                            <p:stCondLst>
                              <p:cond delay="0"/>
                            </p:stCondLst>
                            <p:childTnLst>
                              <p:par>
                                <p:cTn id="135" presetID="22" presetClass="entr" presetSubtype="8" fill="hold" nodeType="clickEffect">
                                  <p:stCondLst>
                                    <p:cond delay="0"/>
                                  </p:stCondLst>
                                  <p:childTnLst>
                                    <p:set>
                                      <p:cBhvr>
                                        <p:cTn id="136" dur="1" fill="hold">
                                          <p:stCondLst>
                                            <p:cond delay="0"/>
                                          </p:stCondLst>
                                        </p:cTn>
                                        <p:tgtEl>
                                          <p:spTgt spid="23"/>
                                        </p:tgtEl>
                                        <p:attrNameLst>
                                          <p:attrName>style.visibility</p:attrName>
                                        </p:attrNameLst>
                                      </p:cBhvr>
                                      <p:to>
                                        <p:strVal val="visible"/>
                                      </p:to>
                                    </p:set>
                                    <p:animEffect transition="in" filter="wipe(left)">
                                      <p:cBhvr>
                                        <p:cTn id="13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7298" grpId="0" autoUpdateAnimBg="0"/>
      <p:bldP spid="15" grpId="0" animBg="1"/>
      <p:bldP spid="15" grpId="1"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346" name="Object 2"/>
          <p:cNvGraphicFramePr>
            <a:graphicFrameLocks noChangeAspect="1"/>
          </p:cNvGraphicFramePr>
          <p:nvPr/>
        </p:nvGraphicFramePr>
        <p:xfrm>
          <a:off x="5214938" y="0"/>
          <a:ext cx="1698625" cy="1117600"/>
        </p:xfrm>
        <a:graphic>
          <a:graphicData uri="http://schemas.openxmlformats.org/presentationml/2006/ole">
            <mc:AlternateContent xmlns:mc="http://schemas.openxmlformats.org/markup-compatibility/2006">
              <mc:Choice xmlns:v="urn:schemas-microsoft-com:vml" Requires="v">
                <p:oleObj name="公式" r:id="rId2" imgW="1079280" imgH="711000" progId="Equation.3">
                  <p:embed/>
                </p:oleObj>
              </mc:Choice>
              <mc:Fallback>
                <p:oleObj name="公式" r:id="rId2" imgW="1079280" imgH="711000" progId="Equation.3">
                  <p:embed/>
                  <p:pic>
                    <p:nvPicPr>
                      <p:cNvPr id="569346"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4938" y="0"/>
                        <a:ext cx="1698625" cy="1117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47" name="Object 3"/>
          <p:cNvGraphicFramePr>
            <a:graphicFrameLocks noChangeAspect="1"/>
          </p:cNvGraphicFramePr>
          <p:nvPr/>
        </p:nvGraphicFramePr>
        <p:xfrm>
          <a:off x="5214938" y="1571625"/>
          <a:ext cx="1624012" cy="1096963"/>
        </p:xfrm>
        <a:graphic>
          <a:graphicData uri="http://schemas.openxmlformats.org/presentationml/2006/ole">
            <mc:AlternateContent xmlns:mc="http://schemas.openxmlformats.org/markup-compatibility/2006">
              <mc:Choice xmlns:v="urn:schemas-microsoft-com:vml" Requires="v">
                <p:oleObj name="公式" r:id="rId4" imgW="1054080" imgH="711000" progId="Equation.3">
                  <p:embed/>
                </p:oleObj>
              </mc:Choice>
              <mc:Fallback>
                <p:oleObj name="公式" r:id="rId4" imgW="1054080" imgH="711000" progId="Equation.3">
                  <p:embed/>
                  <p:pic>
                    <p:nvPicPr>
                      <p:cNvPr id="569347"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14938" y="1571625"/>
                        <a:ext cx="1624012" cy="10969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48" name="Object 4"/>
          <p:cNvGraphicFramePr>
            <a:graphicFrameLocks noChangeAspect="1"/>
          </p:cNvGraphicFramePr>
          <p:nvPr/>
        </p:nvGraphicFramePr>
        <p:xfrm>
          <a:off x="5214938" y="3000375"/>
          <a:ext cx="1428750" cy="1096963"/>
        </p:xfrm>
        <a:graphic>
          <a:graphicData uri="http://schemas.openxmlformats.org/presentationml/2006/ole">
            <mc:AlternateContent xmlns:mc="http://schemas.openxmlformats.org/markup-compatibility/2006">
              <mc:Choice xmlns:v="urn:schemas-microsoft-com:vml" Requires="v">
                <p:oleObj name="公式" r:id="rId6" imgW="927000" imgH="711000" progId="Equation.3">
                  <p:embed/>
                </p:oleObj>
              </mc:Choice>
              <mc:Fallback>
                <p:oleObj name="公式" r:id="rId6" imgW="927000" imgH="711000" progId="Equation.3">
                  <p:embed/>
                  <p:pic>
                    <p:nvPicPr>
                      <p:cNvPr id="569348"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4938" y="3000375"/>
                        <a:ext cx="1428750" cy="10969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49" name="Object 5"/>
          <p:cNvGraphicFramePr>
            <a:graphicFrameLocks noChangeAspect="1"/>
          </p:cNvGraphicFramePr>
          <p:nvPr/>
        </p:nvGraphicFramePr>
        <p:xfrm>
          <a:off x="952500" y="4000500"/>
          <a:ext cx="7977188" cy="1287463"/>
        </p:xfrm>
        <a:graphic>
          <a:graphicData uri="http://schemas.openxmlformats.org/presentationml/2006/ole">
            <mc:AlternateContent xmlns:mc="http://schemas.openxmlformats.org/markup-compatibility/2006">
              <mc:Choice xmlns:v="urn:schemas-microsoft-com:vml" Requires="v">
                <p:oleObj name="Equation" r:id="rId8" imgW="4330440" imgH="698400" progId="Equation.DSMT4">
                  <p:embed/>
                </p:oleObj>
              </mc:Choice>
              <mc:Fallback>
                <p:oleObj name="Equation" r:id="rId8" imgW="4330440" imgH="698400" progId="Equation.DSMT4">
                  <p:embed/>
                  <p:pic>
                    <p:nvPicPr>
                      <p:cNvPr id="569349"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52500" y="4000500"/>
                        <a:ext cx="7977188" cy="1287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50" name="Object 6"/>
          <p:cNvGraphicFramePr>
            <a:graphicFrameLocks noChangeAspect="1"/>
          </p:cNvGraphicFramePr>
          <p:nvPr/>
        </p:nvGraphicFramePr>
        <p:xfrm>
          <a:off x="741379" y="5291138"/>
          <a:ext cx="6188075" cy="1281112"/>
        </p:xfrm>
        <a:graphic>
          <a:graphicData uri="http://schemas.openxmlformats.org/presentationml/2006/ole">
            <mc:AlternateContent xmlns:mc="http://schemas.openxmlformats.org/markup-compatibility/2006">
              <mc:Choice xmlns:v="urn:schemas-microsoft-com:vml" Requires="v">
                <p:oleObj name="Equation" r:id="rId10" imgW="3377880" imgH="698400" progId="Equation.DSMT4">
                  <p:embed/>
                </p:oleObj>
              </mc:Choice>
              <mc:Fallback>
                <p:oleObj name="Equation" r:id="rId10" imgW="3377880" imgH="698400" progId="Equation.DSMT4">
                  <p:embed/>
                  <p:pic>
                    <p:nvPicPr>
                      <p:cNvPr id="569350"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1379" y="5291138"/>
                        <a:ext cx="6188075" cy="1281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9351" name="Object 7"/>
          <p:cNvGraphicFramePr>
            <a:graphicFrameLocks noChangeAspect="1"/>
          </p:cNvGraphicFramePr>
          <p:nvPr/>
        </p:nvGraphicFramePr>
        <p:xfrm>
          <a:off x="0" y="428625"/>
          <a:ext cx="2797175" cy="1071563"/>
        </p:xfrm>
        <a:graphic>
          <a:graphicData uri="http://schemas.openxmlformats.org/presentationml/2006/ole">
            <mc:AlternateContent xmlns:mc="http://schemas.openxmlformats.org/markup-compatibility/2006">
              <mc:Choice xmlns:v="urn:schemas-microsoft-com:vml" Requires="v">
                <p:oleObj name="Equation" r:id="rId12" imgW="1790640" imgH="685800" progId="Equation.DSMT4">
                  <p:embed/>
                </p:oleObj>
              </mc:Choice>
              <mc:Fallback>
                <p:oleObj name="Equation" r:id="rId12" imgW="1790640" imgH="685800" progId="Equation.DSMT4">
                  <p:embed/>
                  <p:pic>
                    <p:nvPicPr>
                      <p:cNvPr id="569351"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428625"/>
                        <a:ext cx="2797175" cy="10715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800" name="Object 8"/>
          <p:cNvGraphicFramePr>
            <a:graphicFrameLocks noChangeAspect="1"/>
          </p:cNvGraphicFramePr>
          <p:nvPr/>
        </p:nvGraphicFramePr>
        <p:xfrm>
          <a:off x="2857500" y="-71438"/>
          <a:ext cx="2386013" cy="1309688"/>
        </p:xfrm>
        <a:graphic>
          <a:graphicData uri="http://schemas.openxmlformats.org/presentationml/2006/ole">
            <mc:AlternateContent xmlns:mc="http://schemas.openxmlformats.org/markup-compatibility/2006">
              <mc:Choice xmlns:v="urn:schemas-microsoft-com:vml" Requires="v">
                <p:oleObj name="公式" r:id="rId14" imgW="1295280" imgH="711000" progId="Equation.3">
                  <p:embed/>
                </p:oleObj>
              </mc:Choice>
              <mc:Fallback>
                <p:oleObj name="公式" r:id="rId14" imgW="1295280" imgH="711000" progId="Equation.3">
                  <p:embed/>
                  <p:pic>
                    <p:nvPicPr>
                      <p:cNvPr id="33800"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57500" y="-71438"/>
                        <a:ext cx="2386013" cy="13096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801" name="Object 9"/>
          <p:cNvGraphicFramePr>
            <a:graphicFrameLocks noChangeAspect="1"/>
          </p:cNvGraphicFramePr>
          <p:nvPr/>
        </p:nvGraphicFramePr>
        <p:xfrm>
          <a:off x="2857500" y="1441450"/>
          <a:ext cx="2384425" cy="1311275"/>
        </p:xfrm>
        <a:graphic>
          <a:graphicData uri="http://schemas.openxmlformats.org/presentationml/2006/ole">
            <mc:AlternateContent xmlns:mc="http://schemas.openxmlformats.org/markup-compatibility/2006">
              <mc:Choice xmlns:v="urn:schemas-microsoft-com:vml" Requires="v">
                <p:oleObj name="Equation" r:id="rId16" imgW="1295280" imgH="711000" progId="Equation.DSMT4">
                  <p:embed/>
                </p:oleObj>
              </mc:Choice>
              <mc:Fallback>
                <p:oleObj name="Equation" r:id="rId16" imgW="1295280" imgH="711000" progId="Equation.DSMT4">
                  <p:embed/>
                  <p:pic>
                    <p:nvPicPr>
                      <p:cNvPr id="33801"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57500" y="1441450"/>
                        <a:ext cx="2384425" cy="1311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802" name="Object 10"/>
          <p:cNvGraphicFramePr>
            <a:graphicFrameLocks noChangeAspect="1"/>
          </p:cNvGraphicFramePr>
          <p:nvPr/>
        </p:nvGraphicFramePr>
        <p:xfrm>
          <a:off x="2857500" y="2851150"/>
          <a:ext cx="2428875" cy="1347788"/>
        </p:xfrm>
        <a:graphic>
          <a:graphicData uri="http://schemas.openxmlformats.org/presentationml/2006/ole">
            <mc:AlternateContent xmlns:mc="http://schemas.openxmlformats.org/markup-compatibility/2006">
              <mc:Choice xmlns:v="urn:schemas-microsoft-com:vml" Requires="v">
                <p:oleObj name="公式" r:id="rId18" imgW="1282680" imgH="711000" progId="Equation.3">
                  <p:embed/>
                </p:oleObj>
              </mc:Choice>
              <mc:Fallback>
                <p:oleObj name="公式" r:id="rId18" imgW="1282680" imgH="711000" progId="Equation.3">
                  <p:embed/>
                  <p:pic>
                    <p:nvPicPr>
                      <p:cNvPr id="33802" name="Object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857500" y="2851150"/>
                        <a:ext cx="2428875" cy="13477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矩形 10"/>
          <p:cNvSpPr/>
          <p:nvPr/>
        </p:nvSpPr>
        <p:spPr>
          <a:xfrm>
            <a:off x="0" y="0"/>
            <a:ext cx="1500188" cy="461963"/>
          </a:xfrm>
          <a:prstGeom prst="rect">
            <a:avLst/>
          </a:prstGeom>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3333CC">
                    <a:lumMod val="60000"/>
                    <a:lumOff val="40000"/>
                  </a:srgbClr>
                </a:solidFill>
                <a:effectLst/>
                <a:uLnTx/>
                <a:uFillTx/>
                <a:latin typeface="黑体" pitchFamily="2" charset="-122"/>
                <a:ea typeface="黑体" pitchFamily="2" charset="-122"/>
                <a:cs typeface="+mn-cs"/>
              </a:rPr>
              <a:t>例</a:t>
            </a:r>
            <a:r>
              <a:rPr kumimoji="1" lang="en-US" altLang="zh-CN" sz="2400" b="1" i="0" u="none" strike="noStrike" kern="1200" cap="none" spc="0" normalizeH="0" baseline="0" noProof="0" dirty="0">
                <a:ln>
                  <a:noFill/>
                </a:ln>
                <a:solidFill>
                  <a:srgbClr val="3333CC">
                    <a:lumMod val="60000"/>
                    <a:lumOff val="40000"/>
                  </a:srgbClr>
                </a:solidFill>
                <a:effectLst/>
                <a:uLnTx/>
                <a:uFillTx/>
                <a:latin typeface="黑体" pitchFamily="2" charset="-122"/>
                <a:ea typeface="黑体" pitchFamily="2" charset="-122"/>
                <a:cs typeface="+mn-cs"/>
              </a:rPr>
              <a:t>1</a:t>
            </a:r>
            <a:r>
              <a:rPr kumimoji="1" lang="zh-CN" altLang="en-US" sz="2400" b="1" i="0" u="none" strike="noStrike" kern="1200" cap="none" spc="0" normalizeH="0" baseline="0" noProof="0" dirty="0">
                <a:ln>
                  <a:noFill/>
                </a:ln>
                <a:solidFill>
                  <a:srgbClr val="3333CC">
                    <a:lumMod val="60000"/>
                    <a:lumOff val="40000"/>
                  </a:srgbClr>
                </a:solidFill>
                <a:effectLst/>
                <a:uLnTx/>
                <a:uFillTx/>
                <a:latin typeface="黑体" pitchFamily="2" charset="-122"/>
                <a:ea typeface="黑体" pitchFamily="2" charset="-122"/>
                <a:cs typeface="+mn-cs"/>
              </a:rPr>
              <a:t>续</a:t>
            </a:r>
            <a:r>
              <a:rPr kumimoji="1" lang="en-US" altLang="zh-CN" sz="2400" b="1" i="0" u="none" strike="noStrike" kern="1200" cap="none" spc="0" normalizeH="0" baseline="0" noProof="0" dirty="0">
                <a:ln>
                  <a:noFill/>
                </a:ln>
                <a:solidFill>
                  <a:srgbClr val="3333CC">
                    <a:lumMod val="60000"/>
                    <a:lumOff val="40000"/>
                  </a:srgbClr>
                </a:solidFill>
                <a:effectLst/>
                <a:uLnTx/>
                <a:uFillTx/>
                <a:latin typeface="Times New Roman" pitchFamily="18" charset="0"/>
                <a:ea typeface="宋体" pitchFamily="2" charset="-122"/>
                <a:cs typeface="+mn-cs"/>
              </a:rPr>
              <a:t> </a:t>
            </a:r>
            <a:endParaRPr kumimoji="1" lang="zh-CN" altLang="en-US" sz="2400" b="0" i="0" u="none" strike="noStrike" kern="1200" cap="none" spc="0" normalizeH="0" baseline="0" noProof="0" dirty="0">
              <a:ln>
                <a:noFill/>
              </a:ln>
              <a:solidFill>
                <a:srgbClr val="3333CC">
                  <a:lumMod val="60000"/>
                  <a:lumOff val="40000"/>
                </a:srgbClr>
              </a:solidFill>
              <a:effectLst/>
              <a:uLnTx/>
              <a:uFillTx/>
              <a:latin typeface="Times New Roman" pitchFamily="18"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69351"/>
                                        </p:tgtEl>
                                        <p:attrNameLst>
                                          <p:attrName>style.visibility</p:attrName>
                                        </p:attrNameLst>
                                      </p:cBhvr>
                                      <p:to>
                                        <p:strVal val="visible"/>
                                      </p:to>
                                    </p:set>
                                    <p:animEffect transition="in" filter="wipe(left)">
                                      <p:cBhvr>
                                        <p:cTn id="7" dur="500"/>
                                        <p:tgtEl>
                                          <p:spTgt spid="5693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69346"/>
                                        </p:tgtEl>
                                        <p:attrNameLst>
                                          <p:attrName>style.visibility</p:attrName>
                                        </p:attrNameLst>
                                      </p:cBhvr>
                                      <p:to>
                                        <p:strVal val="visible"/>
                                      </p:to>
                                    </p:set>
                                    <p:animEffect transition="in" filter="wipe(left)">
                                      <p:cBhvr>
                                        <p:cTn id="12" dur="500"/>
                                        <p:tgtEl>
                                          <p:spTgt spid="569346"/>
                                        </p:tgtEl>
                                      </p:cBhvr>
                                    </p:animEffect>
                                  </p:childTnLst>
                                </p:cTn>
                              </p:par>
                              <p:par>
                                <p:cTn id="13" presetID="22" presetClass="entr" presetSubtype="8" fill="hold" nodeType="withEffect">
                                  <p:stCondLst>
                                    <p:cond delay="0"/>
                                  </p:stCondLst>
                                  <p:childTnLst>
                                    <p:set>
                                      <p:cBhvr>
                                        <p:cTn id="14" dur="1" fill="hold">
                                          <p:stCondLst>
                                            <p:cond delay="0"/>
                                          </p:stCondLst>
                                        </p:cTn>
                                        <p:tgtEl>
                                          <p:spTgt spid="569347"/>
                                        </p:tgtEl>
                                        <p:attrNameLst>
                                          <p:attrName>style.visibility</p:attrName>
                                        </p:attrNameLst>
                                      </p:cBhvr>
                                      <p:to>
                                        <p:strVal val="visible"/>
                                      </p:to>
                                    </p:set>
                                    <p:animEffect transition="in" filter="wipe(left)">
                                      <p:cBhvr>
                                        <p:cTn id="15" dur="500"/>
                                        <p:tgtEl>
                                          <p:spTgt spid="569347"/>
                                        </p:tgtEl>
                                      </p:cBhvr>
                                    </p:animEffect>
                                  </p:childTnLst>
                                </p:cTn>
                              </p:par>
                              <p:par>
                                <p:cTn id="16" presetID="22" presetClass="entr" presetSubtype="8" fill="hold" nodeType="withEffect">
                                  <p:stCondLst>
                                    <p:cond delay="0"/>
                                  </p:stCondLst>
                                  <p:childTnLst>
                                    <p:set>
                                      <p:cBhvr>
                                        <p:cTn id="17" dur="1" fill="hold">
                                          <p:stCondLst>
                                            <p:cond delay="0"/>
                                          </p:stCondLst>
                                        </p:cTn>
                                        <p:tgtEl>
                                          <p:spTgt spid="569348"/>
                                        </p:tgtEl>
                                        <p:attrNameLst>
                                          <p:attrName>style.visibility</p:attrName>
                                        </p:attrNameLst>
                                      </p:cBhvr>
                                      <p:to>
                                        <p:strVal val="visible"/>
                                      </p:to>
                                    </p:set>
                                    <p:animEffect transition="in" filter="wipe(left)">
                                      <p:cBhvr>
                                        <p:cTn id="18" dur="500"/>
                                        <p:tgtEl>
                                          <p:spTgt spid="56934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69349"/>
                                        </p:tgtEl>
                                        <p:attrNameLst>
                                          <p:attrName>style.visibility</p:attrName>
                                        </p:attrNameLst>
                                      </p:cBhvr>
                                      <p:to>
                                        <p:strVal val="visible"/>
                                      </p:to>
                                    </p:set>
                                    <p:animEffect transition="in" filter="wipe(left)">
                                      <p:cBhvr>
                                        <p:cTn id="23" dur="500"/>
                                        <p:tgtEl>
                                          <p:spTgt spid="56934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569350"/>
                                        </p:tgtEl>
                                        <p:attrNameLst>
                                          <p:attrName>style.visibility</p:attrName>
                                        </p:attrNameLst>
                                      </p:cBhvr>
                                      <p:to>
                                        <p:strVal val="visible"/>
                                      </p:to>
                                    </p:set>
                                    <p:animEffect transition="in" filter="wipe(left)">
                                      <p:cBhvr>
                                        <p:cTn id="28" dur="500"/>
                                        <p:tgtEl>
                                          <p:spTgt spid="5693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24" name="Rectangle 2"/>
          <p:cNvSpPr>
            <a:spLocks noChangeArrowheads="1"/>
          </p:cNvSpPr>
          <p:nvPr/>
        </p:nvSpPr>
        <p:spPr bwMode="auto">
          <a:xfrm>
            <a:off x="0" y="0"/>
            <a:ext cx="9396413" cy="438774"/>
          </a:xfrm>
          <a:prstGeom prst="rect">
            <a:avLst/>
          </a:prstGeom>
          <a:no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例：</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设                            ，求</a:t>
            </a:r>
            <a:r>
              <a:rPr kumimoji="0"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正交阵 </a:t>
            </a:r>
            <a:r>
              <a:rPr kumimoji="0" lang="en-US" altLang="zh-CN" sz="22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P</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，使</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P</a:t>
            </a:r>
            <a:r>
              <a:rPr kumimoji="0" lang="en-US" altLang="zh-CN" sz="2200" b="1" i="1"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1</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AP</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Λ</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对角阵</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t>
            </a:r>
            <a:endPar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endParaRPr>
          </a:p>
        </p:txBody>
      </p:sp>
      <p:graphicFrame>
        <p:nvGraphicFramePr>
          <p:cNvPr id="34818" name="Object 4"/>
          <p:cNvGraphicFramePr>
            <a:graphicFrameLocks noChangeAspect="1"/>
          </p:cNvGraphicFramePr>
          <p:nvPr/>
        </p:nvGraphicFramePr>
        <p:xfrm>
          <a:off x="931863" y="-71438"/>
          <a:ext cx="2282825" cy="1393826"/>
        </p:xfrm>
        <a:graphic>
          <a:graphicData uri="http://schemas.openxmlformats.org/presentationml/2006/ole">
            <mc:AlternateContent xmlns:mc="http://schemas.openxmlformats.org/markup-compatibility/2006">
              <mc:Choice xmlns:v="urn:schemas-microsoft-com:vml" Requires="v">
                <p:oleObj r:id="rId2" imgW="21945917" imgH="13411517" progId="Equation.DSMT4">
                  <p:embed/>
                </p:oleObj>
              </mc:Choice>
              <mc:Fallback>
                <p:oleObj r:id="rId2" imgW="21945917" imgH="13411517" progId="Equation.DSMT4">
                  <p:embed/>
                  <p:pic>
                    <p:nvPicPr>
                      <p:cNvPr id="34818"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1863" y="-71438"/>
                        <a:ext cx="2282825" cy="1393826"/>
                      </a:xfrm>
                      <a:prstGeom prst="rect">
                        <a:avLst/>
                      </a:prstGeom>
                      <a:noFill/>
                      <a:extLst>
                        <a:ext uri="{909E8E84-426E-40DD-AFC4-6F175D3DCCD1}">
                          <a14:hiddenFill xmlns:a14="http://schemas.microsoft.com/office/drawing/2010/main">
                            <a:solidFill>
                              <a:srgbClr val="CCCC00"/>
                            </a:solidFill>
                          </a14:hiddenFill>
                        </a:ext>
                      </a:extLst>
                    </p:spPr>
                  </p:pic>
                </p:oleObj>
              </mc:Fallback>
            </mc:AlternateContent>
          </a:graphicData>
        </a:graphic>
      </p:graphicFrame>
      <p:graphicFrame>
        <p:nvGraphicFramePr>
          <p:cNvPr id="577540" name="Object 5"/>
          <p:cNvGraphicFramePr>
            <a:graphicFrameLocks noChangeAspect="1"/>
          </p:cNvGraphicFramePr>
          <p:nvPr/>
        </p:nvGraphicFramePr>
        <p:xfrm>
          <a:off x="0" y="1714500"/>
          <a:ext cx="5003800" cy="1393825"/>
        </p:xfrm>
        <a:graphic>
          <a:graphicData uri="http://schemas.openxmlformats.org/presentationml/2006/ole">
            <mc:AlternateContent xmlns:mc="http://schemas.openxmlformats.org/markup-compatibility/2006">
              <mc:Choice xmlns:v="urn:schemas-microsoft-com:vml" Requires="v">
                <p:oleObj r:id="rId4" imgW="53645117" imgH="13411517" progId="Equation.DSMT4">
                  <p:embed/>
                </p:oleObj>
              </mc:Choice>
              <mc:Fallback>
                <p:oleObj r:id="rId4" imgW="53645117" imgH="13411517" progId="Equation.DSMT4">
                  <p:embed/>
                  <p:pic>
                    <p:nvPicPr>
                      <p:cNvPr id="57754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714500"/>
                        <a:ext cx="5003800" cy="1393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7541" name="Rectangle 2"/>
          <p:cNvSpPr>
            <a:spLocks noChangeArrowheads="1"/>
          </p:cNvSpPr>
          <p:nvPr/>
        </p:nvSpPr>
        <p:spPr bwMode="auto">
          <a:xfrm>
            <a:off x="-36513" y="3000375"/>
            <a:ext cx="7278688" cy="1243013"/>
          </a:xfrm>
          <a:prstGeom prst="rect">
            <a:avLst/>
          </a:prstGeom>
          <a:noFill/>
          <a:ln w="9525">
            <a:noFill/>
            <a:bevel/>
            <a:headEnd/>
            <a:tailEnd/>
          </a:ln>
        </p:spPr>
        <p:txBody>
          <a:bodyPr wrap="none">
            <a:spAutoFit/>
          </a:bodyPr>
          <a:lstStyle/>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当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1 </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2 </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时， 解方程组 </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 </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+ 2</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E</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x</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0</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，得基础解系</a:t>
            </a:r>
          </a:p>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endPar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endParaRPr>
          </a:p>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r>
              <a:rPr kumimoji="0"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当 </a:t>
            </a:r>
            <a:r>
              <a:rPr kumimoji="0" lang="el-GR" altLang="zh-CN"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FF0000"/>
                </a:solidFill>
                <a:effectLst/>
                <a:uLnTx/>
                <a:uFillTx/>
                <a:latin typeface="微软雅黑" pitchFamily="34" charset="-122"/>
                <a:ea typeface="微软雅黑" pitchFamily="34" charset="-122"/>
                <a:cs typeface="+mn-cs"/>
                <a:sym typeface="楷体_GB2312" pitchFamily="49" charset="-122"/>
              </a:rPr>
              <a:t>2</a:t>
            </a:r>
            <a:r>
              <a:rPr kumimoji="0" lang="en-US" altLang="zh-CN"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FF0000"/>
                </a:solidFill>
                <a:effectLst/>
                <a:uLnTx/>
                <a:uFillTx/>
                <a:latin typeface="微软雅黑" pitchFamily="34" charset="-122"/>
                <a:ea typeface="微软雅黑" pitchFamily="34" charset="-122"/>
                <a:cs typeface="+mn-cs"/>
                <a:sym typeface="楷体_GB2312" pitchFamily="49" charset="-122"/>
              </a:rPr>
              <a:t>3</a:t>
            </a:r>
            <a:r>
              <a:rPr kumimoji="0" lang="en-US" altLang="zh-CN"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 = 1 </a:t>
            </a:r>
            <a:r>
              <a:rPr kumimoji="0"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时</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解方程组 </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A−E</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x</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0</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．得</a:t>
            </a:r>
          </a:p>
        </p:txBody>
      </p:sp>
      <p:graphicFrame>
        <p:nvGraphicFramePr>
          <p:cNvPr id="577542" name="Object 9"/>
          <p:cNvGraphicFramePr>
            <a:graphicFrameLocks noChangeAspect="1"/>
          </p:cNvGraphicFramePr>
          <p:nvPr/>
        </p:nvGraphicFramePr>
        <p:xfrm>
          <a:off x="7858125" y="2500313"/>
          <a:ext cx="1000125" cy="1338262"/>
        </p:xfrm>
        <a:graphic>
          <a:graphicData uri="http://schemas.openxmlformats.org/presentationml/2006/ole">
            <mc:AlternateContent xmlns:mc="http://schemas.openxmlformats.org/markup-compatibility/2006">
              <mc:Choice xmlns:v="urn:schemas-microsoft-com:vml" Requires="v">
                <p:oleObj name="Equation" r:id="rId6" imgW="647640" imgH="698400" progId="Equation.DSMT4">
                  <p:embed/>
                </p:oleObj>
              </mc:Choice>
              <mc:Fallback>
                <p:oleObj name="Equation" r:id="rId6" imgW="647640" imgH="698400" progId="Equation.DSMT4">
                  <p:embed/>
                  <p:pic>
                    <p:nvPicPr>
                      <p:cNvPr id="577542" name="Object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58125" y="2500313"/>
                        <a:ext cx="1000125" cy="1338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3" name="Object 11"/>
          <p:cNvGraphicFramePr>
            <a:graphicFrameLocks noChangeAspect="1"/>
          </p:cNvGraphicFramePr>
          <p:nvPr/>
        </p:nvGraphicFramePr>
        <p:xfrm>
          <a:off x="6072188" y="3429000"/>
          <a:ext cx="1857375" cy="1214438"/>
        </p:xfrm>
        <a:graphic>
          <a:graphicData uri="http://schemas.openxmlformats.org/presentationml/2006/ole">
            <mc:AlternateContent xmlns:mc="http://schemas.openxmlformats.org/markup-compatibility/2006">
              <mc:Choice xmlns:v="urn:schemas-microsoft-com:vml" Requires="v">
                <p:oleObj name="Equation" r:id="rId8" imgW="1295280" imgH="698400" progId="Equation.DSMT4">
                  <p:embed/>
                </p:oleObj>
              </mc:Choice>
              <mc:Fallback>
                <p:oleObj name="Equation" r:id="rId8" imgW="1295280" imgH="698400" progId="Equation.DSMT4">
                  <p:embed/>
                  <p:pic>
                    <p:nvPicPr>
                      <p:cNvPr id="577543" name="Object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72188" y="3429000"/>
                        <a:ext cx="1857375" cy="1214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826" name="Rectangle 8"/>
          <p:cNvSpPr>
            <a:spLocks noChangeArrowheads="1"/>
          </p:cNvSpPr>
          <p:nvPr/>
        </p:nvSpPr>
        <p:spPr bwMode="auto">
          <a:xfrm>
            <a:off x="5033963" y="2141538"/>
            <a:ext cx="4110037" cy="43021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kumimoji="0"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特征值</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1</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2</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2</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3</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1</a:t>
            </a:r>
          </a:p>
        </p:txBody>
      </p:sp>
      <p:sp>
        <p:nvSpPr>
          <p:cNvPr id="34827" name="Line 21"/>
          <p:cNvSpPr>
            <a:spLocks noChangeShapeType="1"/>
          </p:cNvSpPr>
          <p:nvPr/>
        </p:nvSpPr>
        <p:spPr bwMode="auto">
          <a:xfrm>
            <a:off x="0" y="1285875"/>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0" name="Rectangle 2"/>
          <p:cNvSpPr>
            <a:spLocks noChangeArrowheads="1"/>
          </p:cNvSpPr>
          <p:nvPr/>
        </p:nvSpPr>
        <p:spPr bwMode="auto">
          <a:xfrm>
            <a:off x="-71438" y="1285875"/>
            <a:ext cx="9396413" cy="438150"/>
          </a:xfrm>
          <a:prstGeom prst="rect">
            <a:avLst/>
          </a:prstGeom>
          <a:no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解</a:t>
            </a:r>
            <a:r>
              <a:rPr kumimoji="0" lang="en-US" altLang="zh-CN"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1</a:t>
            </a: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因为</a:t>
            </a: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是对称阵，所以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可以对角化．</a:t>
            </a:r>
            <a:endParaRPr kumimoji="0" lang="zh-CN" altLang="en-US" sz="22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263174" name="Object 12"/>
          <p:cNvGraphicFramePr>
            <a:graphicFrameLocks noChangeAspect="1"/>
          </p:cNvGraphicFramePr>
          <p:nvPr/>
        </p:nvGraphicFramePr>
        <p:xfrm>
          <a:off x="1000125" y="4826000"/>
          <a:ext cx="7164388" cy="1460500"/>
        </p:xfrm>
        <a:graphic>
          <a:graphicData uri="http://schemas.openxmlformats.org/presentationml/2006/ole">
            <mc:AlternateContent xmlns:mc="http://schemas.openxmlformats.org/markup-compatibility/2006">
              <mc:Choice xmlns:v="urn:schemas-microsoft-com:vml" Requires="v">
                <p:oleObj name="Equation" r:id="rId10" imgW="3873240" imgH="698400" progId="Equation.DSMT4">
                  <p:embed/>
                </p:oleObj>
              </mc:Choice>
              <mc:Fallback>
                <p:oleObj name="Equation" r:id="rId10" imgW="3873240" imgH="698400" progId="Equation.DSMT4">
                  <p:embed/>
                  <p:pic>
                    <p:nvPicPr>
                      <p:cNvPr id="263174" name="Object 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00125" y="4826000"/>
                        <a:ext cx="7164388" cy="1460500"/>
                      </a:xfrm>
                      <a:prstGeom prst="rect">
                        <a:avLst/>
                      </a:prstGeom>
                      <a:solidFill>
                        <a:srgbClr val="9999FF">
                          <a:alpha val="31000"/>
                        </a:srgbClr>
                      </a:solidFill>
                      <a:ln w="28575">
                        <a:solidFill>
                          <a:srgbClr val="000000"/>
                        </a:solidFill>
                        <a:miter lim="800000"/>
                        <a:headEnd/>
                        <a:tailEnd/>
                      </a:ln>
                    </p:spPr>
                  </p:pic>
                </p:oleObj>
              </mc:Fallback>
            </mc:AlternateContent>
          </a:graphicData>
        </a:graphic>
      </p:graphicFrame>
      <p:sp>
        <p:nvSpPr>
          <p:cNvPr id="34829" name="矩形 12"/>
          <p:cNvSpPr>
            <a:spLocks noChangeArrowheads="1"/>
          </p:cNvSpPr>
          <p:nvPr/>
        </p:nvSpPr>
        <p:spPr bwMode="auto">
          <a:xfrm>
            <a:off x="3000375" y="785813"/>
            <a:ext cx="6143625" cy="461962"/>
          </a:xfrm>
          <a:prstGeom prst="rect">
            <a:avLst/>
          </a:prstGeom>
          <a:solidFill>
            <a:srgbClr val="008000"/>
          </a:solidFill>
          <a:ln w="38100">
            <a:solidFill>
              <a:srgbClr val="FFC000"/>
            </a:solidFill>
            <a:miter lim="800000"/>
            <a:headEnd/>
            <a:tailEnd/>
          </a:ln>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sym typeface="楷体_GB2312" pitchFamily="49" charset="-122"/>
              </a:rPr>
              <a:t>显然，</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1</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2</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 </a:t>
            </a:r>
            <a:r>
              <a:rPr kumimoji="0" lang="zh-CN" altLang="en-US"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 </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1</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3</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 </a:t>
            </a:r>
            <a:r>
              <a:rPr kumimoji="0" lang="zh-CN" altLang="en-US"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a:t>
            </a:r>
            <a:r>
              <a:rPr kumimoji="0" lang="zh-CN" altLang="en-US"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sym typeface="楷体_GB2312" pitchFamily="49" charset="-122"/>
              </a:rPr>
              <a:t>但</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2</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a:t>
            </a:r>
            <a:r>
              <a:rPr kumimoji="0" lang="en-US" altLang="zh-CN" sz="2400" b="1" i="1" u="none" strike="noStrike" kern="1200" cap="none" spc="0" normalizeH="0" baseline="0" noProof="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400" b="1" i="0" u="none" strike="noStrike" kern="1200" cap="none" spc="0" normalizeH="0" baseline="-25000" noProof="0">
                <a:ln>
                  <a:noFill/>
                </a:ln>
                <a:solidFill>
                  <a:srgbClr val="FFFF00"/>
                </a:solidFill>
                <a:effectLst/>
                <a:uLnTx/>
                <a:uFillTx/>
                <a:latin typeface="Times New Roman" pitchFamily="18" charset="0"/>
                <a:ea typeface="楷体_GB2312" pitchFamily="49" charset="-122"/>
                <a:cs typeface="+mn-cs"/>
                <a:sym typeface="楷体_GB2312" pitchFamily="49" charset="-122"/>
              </a:rPr>
              <a:t>3</a:t>
            </a:r>
            <a:r>
              <a:rPr kumimoji="0" lang="en-US" altLang="zh-CN" sz="2400" b="1" i="0" u="none" strike="noStrike" kern="1200" cap="none" spc="0" normalizeH="0" baseline="0" noProof="0">
                <a:ln>
                  <a:noFill/>
                </a:ln>
                <a:solidFill>
                  <a:srgbClr val="FFFF00"/>
                </a:solidFill>
                <a:effectLst/>
                <a:uLnTx/>
                <a:uFillTx/>
                <a:latin typeface="Times New Roman" pitchFamily="18" charset="0"/>
                <a:ea typeface="楷体_GB2312" pitchFamily="49" charset="-122"/>
                <a:cs typeface="+mn-cs"/>
                <a:sym typeface="楷体_GB2312" pitchFamily="49" charset="-122"/>
              </a:rPr>
              <a:t> </a:t>
            </a:r>
            <a:r>
              <a:rPr kumimoji="0" lang="zh-CN" altLang="en-US" sz="2400" b="1"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sym typeface="楷体_GB2312" pitchFamily="49" charset="-122"/>
              </a:rPr>
              <a:t>未必成立</a:t>
            </a:r>
            <a:endParaRPr kumimoji="1" lang="zh-CN" altLang="en-US" sz="2400" b="0" i="0" u="none" strike="noStrike" kern="1200" cap="none" spc="0" normalizeH="0" baseline="0" noProof="0">
              <a:ln>
                <a:noFill/>
              </a:ln>
              <a:solidFill>
                <a:srgbClr val="FFFF00"/>
              </a:solidFill>
              <a:effectLst/>
              <a:uLnTx/>
              <a:uFillTx/>
              <a:latin typeface="微软雅黑" pitchFamily="34" charset="-122"/>
              <a:ea typeface="微软雅黑" pitchFamily="34" charset="-122"/>
              <a:cs typeface="+mn-cs"/>
            </a:endParaRPr>
          </a:p>
        </p:txBody>
      </p:sp>
      <p:sp>
        <p:nvSpPr>
          <p:cNvPr id="14" name="Rectangle 2"/>
          <p:cNvSpPr>
            <a:spLocks noChangeArrowheads="1"/>
          </p:cNvSpPr>
          <p:nvPr/>
        </p:nvSpPr>
        <p:spPr bwMode="auto">
          <a:xfrm>
            <a:off x="484188" y="4216400"/>
            <a:ext cx="3159125" cy="498475"/>
          </a:xfrm>
          <a:prstGeom prst="rect">
            <a:avLst/>
          </a:prstGeom>
          <a:solidFill>
            <a:srgbClr val="FF0000"/>
          </a:solid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于是把 </a:t>
            </a:r>
            <a:r>
              <a:rPr kumimoji="0" lang="en-US" sz="24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4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2</a:t>
            </a:r>
            <a:r>
              <a:rPr kumimoji="0" lang="en-US" sz="24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en-US" sz="24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4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3 </a:t>
            </a: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正交化：</a:t>
            </a:r>
            <a:endParaRPr kumimoji="0" lang="zh-CN" altLang="en-US" sz="1800" b="0" i="0" u="none" strike="noStrike" kern="1200" cap="none" spc="0" normalizeH="0" baseline="0" noProof="0" dirty="0">
              <a:ln>
                <a:noFill/>
              </a:ln>
              <a:solidFill>
                <a:srgbClr val="3333CC">
                  <a:lumMod val="75000"/>
                </a:srgbClr>
              </a:solidFill>
              <a:effectLst/>
              <a:uLnTx/>
              <a:uFillTx/>
              <a:latin typeface="Arial" charset="0"/>
              <a:ea typeface="宋体" pitchFamily="2" charset="-122"/>
              <a:cs typeface="+mn-cs"/>
            </a:endParaRPr>
          </a:p>
        </p:txBody>
      </p:sp>
      <p:graphicFrame>
        <p:nvGraphicFramePr>
          <p:cNvPr id="15" name="Object 7"/>
          <p:cNvGraphicFramePr>
            <a:graphicFrameLocks noChangeAspect="1"/>
          </p:cNvGraphicFramePr>
          <p:nvPr/>
        </p:nvGraphicFramePr>
        <p:xfrm>
          <a:off x="1500188" y="4792663"/>
          <a:ext cx="4357687" cy="1468437"/>
        </p:xfrm>
        <a:graphic>
          <a:graphicData uri="http://schemas.openxmlformats.org/presentationml/2006/ole">
            <mc:AlternateContent xmlns:mc="http://schemas.openxmlformats.org/markup-compatibility/2006">
              <mc:Choice xmlns:v="urn:schemas-microsoft-com:vml" Requires="v">
                <p:oleObj name="Equation" r:id="rId12" imgW="2806560" imgH="698400" progId="Equation.DSMT4">
                  <p:embed/>
                </p:oleObj>
              </mc:Choice>
              <mc:Fallback>
                <p:oleObj name="Equation" r:id="rId12" imgW="2806560" imgH="698400" progId="Equation.DSMT4">
                  <p:embed/>
                  <p:pic>
                    <p:nvPicPr>
                      <p:cNvPr id="15"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00188" y="4792663"/>
                        <a:ext cx="4357687" cy="1468437"/>
                      </a:xfrm>
                      <a:prstGeom prst="rect">
                        <a:avLst/>
                      </a:prstGeom>
                      <a:noFill/>
                      <a:extLst>
                        <a:ext uri="{909E8E84-426E-40DD-AFC4-6F175D3DCCD1}">
                          <a14:hiddenFill xmlns:a14="http://schemas.microsoft.com/office/drawing/2010/main">
                            <a:solidFill>
                              <a:srgbClr val="CCCCE6"/>
                            </a:solidFill>
                          </a14:hiddenFill>
                        </a:ext>
                      </a:extLst>
                    </p:spPr>
                  </p:pic>
                </p:oleObj>
              </mc:Fallback>
            </mc:AlternateContent>
          </a:graphicData>
        </a:graphic>
      </p:graphicFrame>
      <p:sp>
        <p:nvSpPr>
          <p:cNvPr id="16" name="Rectangle 2"/>
          <p:cNvSpPr>
            <a:spLocks noChangeArrowheads="1"/>
          </p:cNvSpPr>
          <p:nvPr/>
        </p:nvSpPr>
        <p:spPr bwMode="auto">
          <a:xfrm>
            <a:off x="428625" y="6286500"/>
            <a:ext cx="8231188" cy="466725"/>
          </a:xfrm>
          <a:prstGeom prst="rect">
            <a:avLst/>
          </a:prstGeom>
          <a:no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此时</a:t>
            </a:r>
            <a:r>
              <a:rPr kumimoji="0" lang="en-US" sz="24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4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1</a:t>
            </a: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与</a:t>
            </a:r>
            <a:r>
              <a:rPr kumimoji="0" lang="en-US" sz="24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h</a:t>
            </a:r>
            <a:r>
              <a:rPr kumimoji="0" lang="en-US" sz="24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2</a:t>
            </a:r>
            <a:r>
              <a:rPr kumimoji="0" lang="en-US" sz="24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zh-CN" altLang="en-US" sz="24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a:t>
            </a:r>
            <a:r>
              <a:rPr kumimoji="0" lang="en-US" sz="24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h</a:t>
            </a:r>
            <a:r>
              <a:rPr kumimoji="0" lang="en-US" sz="24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3</a:t>
            </a:r>
            <a:r>
              <a:rPr kumimoji="0" lang="en-US" sz="24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两两正交</a:t>
            </a:r>
            <a:r>
              <a:rPr kumimoji="0" lang="zh-CN" altLang="en-US" sz="24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a:t>
            </a:r>
            <a:endParaRPr kumimoji="0" lang="zh-CN" altLang="en-US" sz="1800" b="0" i="0" u="none" strike="noStrike" kern="1200" cap="none" spc="0" normalizeH="0" baseline="0" noProof="0" dirty="0">
              <a:ln>
                <a:noFill/>
              </a:ln>
              <a:solidFill>
                <a:srgbClr val="3333CC">
                  <a:lumMod val="75000"/>
                </a:srgbClr>
              </a:solidFill>
              <a:effectLst/>
              <a:uLnTx/>
              <a:uFillTx/>
              <a:latin typeface="Arial" charset="0"/>
              <a:ea typeface="宋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77540"/>
                                        </p:tgtEl>
                                        <p:attrNameLst>
                                          <p:attrName>style.visibility</p:attrName>
                                        </p:attrNameLst>
                                      </p:cBhvr>
                                      <p:to>
                                        <p:strVal val="visible"/>
                                      </p:to>
                                    </p:set>
                                    <p:animEffect transition="in" filter="wipe(left)">
                                      <p:cBhvr>
                                        <p:cTn id="12" dur="500"/>
                                        <p:tgtEl>
                                          <p:spTgt spid="57754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4826"/>
                                        </p:tgtEl>
                                        <p:attrNameLst>
                                          <p:attrName>style.visibility</p:attrName>
                                        </p:attrNameLst>
                                      </p:cBhvr>
                                      <p:to>
                                        <p:strVal val="visible"/>
                                      </p:to>
                                    </p:set>
                                    <p:animEffect transition="in" filter="wipe(left)">
                                      <p:cBhvr>
                                        <p:cTn id="17" dur="500"/>
                                        <p:tgtEl>
                                          <p:spTgt spid="3482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77541">
                                            <p:txEl>
                                              <p:pRg st="0" end="0"/>
                                            </p:txEl>
                                          </p:spTgt>
                                        </p:tgtEl>
                                        <p:attrNameLst>
                                          <p:attrName>style.visibility</p:attrName>
                                        </p:attrNameLst>
                                      </p:cBhvr>
                                      <p:to>
                                        <p:strVal val="visible"/>
                                      </p:to>
                                    </p:set>
                                    <p:animEffect transition="in" filter="wipe(left)">
                                      <p:cBhvr>
                                        <p:cTn id="22" dur="500"/>
                                        <p:tgtEl>
                                          <p:spTgt spid="577541">
                                            <p:txEl>
                                              <p:pRg st="0" end="0"/>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577542"/>
                                        </p:tgtEl>
                                        <p:attrNameLst>
                                          <p:attrName>style.visibility</p:attrName>
                                        </p:attrNameLst>
                                      </p:cBhvr>
                                      <p:to>
                                        <p:strVal val="visible"/>
                                      </p:to>
                                    </p:set>
                                    <p:animEffect transition="in" filter="wipe(left)">
                                      <p:cBhvr>
                                        <p:cTn id="25" dur="500"/>
                                        <p:tgtEl>
                                          <p:spTgt spid="57754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77541">
                                            <p:txEl>
                                              <p:pRg st="2" end="2"/>
                                            </p:txEl>
                                          </p:spTgt>
                                        </p:tgtEl>
                                        <p:attrNameLst>
                                          <p:attrName>style.visibility</p:attrName>
                                        </p:attrNameLst>
                                      </p:cBhvr>
                                      <p:to>
                                        <p:strVal val="visible"/>
                                      </p:to>
                                    </p:set>
                                    <p:animEffect transition="in" filter="wipe(left)">
                                      <p:cBhvr>
                                        <p:cTn id="30" dur="500"/>
                                        <p:tgtEl>
                                          <p:spTgt spid="577541">
                                            <p:txEl>
                                              <p:pRg st="2" end="2"/>
                                            </p:txEl>
                                          </p:spTgt>
                                        </p:tgtEl>
                                      </p:cBhvr>
                                    </p:animEffect>
                                  </p:childTnLst>
                                </p:cTn>
                              </p:par>
                              <p:par>
                                <p:cTn id="31" presetID="22" presetClass="entr" presetSubtype="8" fill="hold" nodeType="withEffect">
                                  <p:stCondLst>
                                    <p:cond delay="0"/>
                                  </p:stCondLst>
                                  <p:childTnLst>
                                    <p:set>
                                      <p:cBhvr>
                                        <p:cTn id="32" dur="1" fill="hold">
                                          <p:stCondLst>
                                            <p:cond delay="0"/>
                                          </p:stCondLst>
                                        </p:cTn>
                                        <p:tgtEl>
                                          <p:spTgt spid="577543"/>
                                        </p:tgtEl>
                                        <p:attrNameLst>
                                          <p:attrName>style.visibility</p:attrName>
                                        </p:attrNameLst>
                                      </p:cBhvr>
                                      <p:to>
                                        <p:strVal val="visible"/>
                                      </p:to>
                                    </p:set>
                                    <p:animEffect transition="in" filter="wipe(left)">
                                      <p:cBhvr>
                                        <p:cTn id="33" dur="500"/>
                                        <p:tgtEl>
                                          <p:spTgt spid="57754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63174"/>
                                        </p:tgtEl>
                                        <p:attrNameLst>
                                          <p:attrName>style.visibility</p:attrName>
                                        </p:attrNameLst>
                                      </p:cBhvr>
                                      <p:to>
                                        <p:strVal val="visible"/>
                                      </p:to>
                                    </p:set>
                                    <p:animEffect transition="in" filter="wipe(left)">
                                      <p:cBhvr>
                                        <p:cTn id="38" dur="500"/>
                                        <p:tgtEl>
                                          <p:spTgt spid="26317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34829"/>
                                        </p:tgtEl>
                                        <p:attrNameLst>
                                          <p:attrName>style.visibility</p:attrName>
                                        </p:attrNameLst>
                                      </p:cBhvr>
                                      <p:to>
                                        <p:strVal val="visible"/>
                                      </p:to>
                                    </p:set>
                                    <p:animEffect transition="in" filter="wipe(left)">
                                      <p:cBhvr>
                                        <p:cTn id="43" dur="500"/>
                                        <p:tgtEl>
                                          <p:spTgt spid="34829"/>
                                        </p:tgtEl>
                                      </p:cBhvr>
                                    </p:animEffect>
                                  </p:childTnLst>
                                  <p:subTnLst>
                                    <p:set>
                                      <p:cBhvr override="childStyle">
                                        <p:cTn dur="1" fill="hold" display="0" masterRel="nextClick" afterEffect="1"/>
                                        <p:tgtEl>
                                          <p:spTgt spid="34829"/>
                                        </p:tgtEl>
                                        <p:attrNameLst>
                                          <p:attrName>style.visibility</p:attrName>
                                        </p:attrNameLst>
                                      </p:cBhvr>
                                      <p:to>
                                        <p:strVal val="hidden"/>
                                      </p:to>
                                    </p:set>
                                  </p:sub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4">
                                            <p:bg/>
                                          </p:spTgt>
                                        </p:tgtEl>
                                        <p:attrNameLst>
                                          <p:attrName>style.visibility</p:attrName>
                                        </p:attrNameLst>
                                      </p:cBhvr>
                                      <p:to>
                                        <p:strVal val="visible"/>
                                      </p:to>
                                    </p:set>
                                    <p:animEffect transition="in" filter="wipe(left)">
                                      <p:cBhvr>
                                        <p:cTn id="48" dur="500"/>
                                        <p:tgtEl>
                                          <p:spTgt spid="14">
                                            <p:bg/>
                                          </p:spTgt>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wipe(left)">
                                      <p:cBhvr>
                                        <p:cTn id="51" dur="500"/>
                                        <p:tgtEl>
                                          <p:spTgt spid="14">
                                            <p:txEl>
                                              <p:pRg st="0" end="0"/>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xit" presetSubtype="8" fill="hold" nodeType="clickEffect">
                                  <p:stCondLst>
                                    <p:cond delay="0"/>
                                  </p:stCondLst>
                                  <p:childTnLst>
                                    <p:animEffect transition="out" filter="wipe(left)">
                                      <p:cBhvr>
                                        <p:cTn id="55" dur="500"/>
                                        <p:tgtEl>
                                          <p:spTgt spid="263174"/>
                                        </p:tgtEl>
                                      </p:cBhvr>
                                    </p:animEffect>
                                    <p:set>
                                      <p:cBhvr>
                                        <p:cTn id="56" dur="1" fill="hold">
                                          <p:stCondLst>
                                            <p:cond delay="499"/>
                                          </p:stCondLst>
                                        </p:cTn>
                                        <p:tgtEl>
                                          <p:spTgt spid="263174"/>
                                        </p:tgtEl>
                                        <p:attrNameLst>
                                          <p:attrName>style.visibility</p:attrName>
                                        </p:attrNameLst>
                                      </p:cBhvr>
                                      <p:to>
                                        <p:strVal val="hidden"/>
                                      </p:to>
                                    </p:set>
                                  </p:childTnLst>
                                </p:cTn>
                              </p:par>
                              <p:par>
                                <p:cTn id="57" presetID="22" presetClass="entr" presetSubtype="8" fill="hold" nodeType="with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wipe(left)">
                                      <p:cBhvr>
                                        <p:cTn id="59" dur="500"/>
                                        <p:tgtEl>
                                          <p:spTgt spid="15"/>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16">
                                            <p:txEl>
                                              <p:pRg st="0" end="0"/>
                                            </p:txEl>
                                          </p:spTgt>
                                        </p:tgtEl>
                                        <p:attrNameLst>
                                          <p:attrName>style.visibility</p:attrName>
                                        </p:attrNameLst>
                                      </p:cBhvr>
                                      <p:to>
                                        <p:strVal val="visible"/>
                                      </p:to>
                                    </p:set>
                                    <p:animEffect transition="in" filter="wipe(left)">
                                      <p:cBhvr>
                                        <p:cTn id="64"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6" grpId="0"/>
      <p:bldP spid="34829" grpId="0" animBg="1"/>
      <p:bldP spid="14" grpId="0" build="allAtOnce"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ChangeArrowheads="1"/>
          </p:cNvSpPr>
          <p:nvPr/>
        </p:nvSpPr>
        <p:spPr bwMode="auto">
          <a:xfrm>
            <a:off x="0" y="0"/>
            <a:ext cx="1416050" cy="469900"/>
          </a:xfrm>
          <a:prstGeom prst="rect">
            <a:avLst/>
          </a:prstGeom>
          <a:solidFill>
            <a:srgbClr val="FF0000"/>
          </a:solidFill>
          <a:ln w="9525">
            <a:noFill/>
            <a:bevel/>
            <a:headEnd/>
            <a:tailEnd/>
          </a:ln>
        </p:spPr>
        <p:txBody>
          <a:bodyPr wrap="none">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单位化：</a:t>
            </a:r>
            <a:endParaRPr kumimoji="0" lang="en-US" sz="24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endParaRPr>
          </a:p>
        </p:txBody>
      </p:sp>
      <p:graphicFrame>
        <p:nvGraphicFramePr>
          <p:cNvPr id="35842" name="Object 6"/>
          <p:cNvGraphicFramePr>
            <a:graphicFrameLocks noChangeAspect="1"/>
          </p:cNvGraphicFramePr>
          <p:nvPr/>
        </p:nvGraphicFramePr>
        <p:xfrm>
          <a:off x="1497013" y="830263"/>
          <a:ext cx="12700" cy="17462"/>
        </p:xfrm>
        <a:graphic>
          <a:graphicData uri="http://schemas.openxmlformats.org/presentationml/2006/ole">
            <mc:AlternateContent xmlns:mc="http://schemas.openxmlformats.org/markup-compatibility/2006">
              <mc:Choice xmlns:v="urn:schemas-microsoft-com:vml" Requires="v">
                <p:oleObj name="Equation" r:id="rId2" imgW="114120" imgH="177480" progId="Equation.DSMT4">
                  <p:embed/>
                </p:oleObj>
              </mc:Choice>
              <mc:Fallback>
                <p:oleObj name="Equation" r:id="rId2" imgW="114120" imgH="177480" progId="Equation.DSMT4">
                  <p:embed/>
                  <p:pic>
                    <p:nvPicPr>
                      <p:cNvPr id="35842"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7013" y="830263"/>
                        <a:ext cx="12700" cy="174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5843" name="Object 7"/>
          <p:cNvGraphicFramePr>
            <a:graphicFrameLocks noChangeAspect="1"/>
          </p:cNvGraphicFramePr>
          <p:nvPr/>
        </p:nvGraphicFramePr>
        <p:xfrm>
          <a:off x="227005" y="150824"/>
          <a:ext cx="3344863" cy="5064126"/>
        </p:xfrm>
        <a:graphic>
          <a:graphicData uri="http://schemas.openxmlformats.org/presentationml/2006/ole">
            <mc:AlternateContent xmlns:mc="http://schemas.openxmlformats.org/markup-compatibility/2006">
              <mc:Choice xmlns:v="urn:schemas-microsoft-com:vml" Requires="v">
                <p:oleObj name="Equation" r:id="rId4" imgW="1752480" imgH="2908080" progId="Equation.DSMT4">
                  <p:embed/>
                </p:oleObj>
              </mc:Choice>
              <mc:Fallback>
                <p:oleObj name="Equation" r:id="rId4" imgW="1752480" imgH="2908080" progId="Equation.DSMT4">
                  <p:embed/>
                  <p:pic>
                    <p:nvPicPr>
                      <p:cNvPr id="35843"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005" y="150824"/>
                        <a:ext cx="3344863" cy="506412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0614" name="Object 8"/>
          <p:cNvGraphicFramePr>
            <a:graphicFrameLocks noChangeAspect="1"/>
          </p:cNvGraphicFramePr>
          <p:nvPr/>
        </p:nvGraphicFramePr>
        <p:xfrm>
          <a:off x="4030674" y="0"/>
          <a:ext cx="2184400" cy="1285875"/>
        </p:xfrm>
        <a:graphic>
          <a:graphicData uri="http://schemas.openxmlformats.org/presentationml/2006/ole">
            <mc:AlternateContent xmlns:mc="http://schemas.openxmlformats.org/markup-compatibility/2006">
              <mc:Choice xmlns:v="urn:schemas-microsoft-com:vml" Requires="v">
                <p:oleObj name="Equation" r:id="rId6" imgW="1091880" imgH="698400" progId="Equation.DSMT4">
                  <p:embed/>
                </p:oleObj>
              </mc:Choice>
              <mc:Fallback>
                <p:oleObj name="Equation" r:id="rId6" imgW="1091880" imgH="698400" progId="Equation.DSMT4">
                  <p:embed/>
                  <p:pic>
                    <p:nvPicPr>
                      <p:cNvPr id="580614"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30674" y="0"/>
                        <a:ext cx="2184400" cy="1285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0616" name="Object 9"/>
          <p:cNvGraphicFramePr>
            <a:graphicFrameLocks noChangeAspect="1"/>
          </p:cNvGraphicFramePr>
          <p:nvPr/>
        </p:nvGraphicFramePr>
        <p:xfrm>
          <a:off x="4030674" y="1357313"/>
          <a:ext cx="1785938" cy="1143000"/>
        </p:xfrm>
        <a:graphic>
          <a:graphicData uri="http://schemas.openxmlformats.org/presentationml/2006/ole">
            <mc:AlternateContent xmlns:mc="http://schemas.openxmlformats.org/markup-compatibility/2006">
              <mc:Choice xmlns:v="urn:schemas-microsoft-com:vml" Requires="v">
                <p:oleObj name="Equation" r:id="rId8" imgW="1091880" imgH="698400" progId="Equation.DSMT4">
                  <p:embed/>
                </p:oleObj>
              </mc:Choice>
              <mc:Fallback>
                <p:oleObj name="Equation" r:id="rId8" imgW="1091880" imgH="698400" progId="Equation.DSMT4">
                  <p:embed/>
                  <p:pic>
                    <p:nvPicPr>
                      <p:cNvPr id="580616"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0674" y="1357313"/>
                        <a:ext cx="1785938" cy="1143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6"/>
          <p:cNvGraphicFramePr>
            <a:graphicFrameLocks noChangeAspect="1"/>
          </p:cNvGraphicFramePr>
          <p:nvPr/>
        </p:nvGraphicFramePr>
        <p:xfrm>
          <a:off x="4030674" y="3071813"/>
          <a:ext cx="1820863" cy="1143000"/>
        </p:xfrm>
        <a:graphic>
          <a:graphicData uri="http://schemas.openxmlformats.org/presentationml/2006/ole">
            <mc:AlternateContent xmlns:mc="http://schemas.openxmlformats.org/markup-compatibility/2006">
              <mc:Choice xmlns:v="urn:schemas-microsoft-com:vml" Requires="v">
                <p:oleObj name="Equation" r:id="rId10" imgW="1028520" imgH="698400" progId="Equation.DSMT4">
                  <p:embed/>
                </p:oleObj>
              </mc:Choice>
              <mc:Fallback>
                <p:oleObj name="Equation" r:id="rId10" imgW="1028520" imgH="698400" progId="Equation.DSMT4">
                  <p:embed/>
                  <p:pic>
                    <p:nvPicPr>
                      <p:cNvPr id="9"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30674" y="3071813"/>
                        <a:ext cx="1820863" cy="1143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1607" name="Object 7"/>
          <p:cNvGraphicFramePr>
            <a:graphicFrameLocks noChangeAspect="1"/>
          </p:cNvGraphicFramePr>
          <p:nvPr/>
        </p:nvGraphicFramePr>
        <p:xfrm>
          <a:off x="2233643" y="4643438"/>
          <a:ext cx="4214813" cy="2214562"/>
        </p:xfrm>
        <a:graphic>
          <a:graphicData uri="http://schemas.openxmlformats.org/presentationml/2006/ole">
            <mc:AlternateContent xmlns:mc="http://schemas.openxmlformats.org/markup-compatibility/2006">
              <mc:Choice xmlns:v="urn:schemas-microsoft-com:vml" Requires="v">
                <p:oleObj name="Equation" r:id="rId12" imgW="2641320" imgH="1333440" progId="Equation.DSMT4">
                  <p:embed/>
                </p:oleObj>
              </mc:Choice>
              <mc:Fallback>
                <p:oleObj name="Equation" r:id="rId12" imgW="2641320" imgH="1333440" progId="Equation.DSMT4">
                  <p:embed/>
                  <p:pic>
                    <p:nvPicPr>
                      <p:cNvPr id="281607"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33643" y="4643438"/>
                        <a:ext cx="4214813" cy="2214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1608" name="Object 8"/>
          <p:cNvGraphicFramePr>
            <a:graphicFrameLocks noChangeAspect="1"/>
          </p:cNvGraphicFramePr>
          <p:nvPr/>
        </p:nvGraphicFramePr>
        <p:xfrm>
          <a:off x="6459568" y="5214938"/>
          <a:ext cx="2541588" cy="1125537"/>
        </p:xfrm>
        <a:graphic>
          <a:graphicData uri="http://schemas.openxmlformats.org/presentationml/2006/ole">
            <mc:AlternateContent xmlns:mc="http://schemas.openxmlformats.org/markup-compatibility/2006">
              <mc:Choice xmlns:v="urn:schemas-microsoft-com:vml" Requires="v">
                <p:oleObj name="Equation" r:id="rId14" imgW="1815840" imgH="698400" progId="Equation.DSMT4">
                  <p:embed/>
                </p:oleObj>
              </mc:Choice>
              <mc:Fallback>
                <p:oleObj name="Equation" r:id="rId14" imgW="1815840" imgH="698400" progId="Equation.DSMT4">
                  <p:embed/>
                  <p:pic>
                    <p:nvPicPr>
                      <p:cNvPr id="281608"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568" y="5214938"/>
                        <a:ext cx="2541588" cy="11255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80614"/>
                                        </p:tgtEl>
                                        <p:attrNameLst>
                                          <p:attrName>style.visibility</p:attrName>
                                        </p:attrNameLst>
                                      </p:cBhvr>
                                      <p:to>
                                        <p:strVal val="visible"/>
                                      </p:to>
                                    </p:set>
                                    <p:animEffect transition="in" filter="wipe(left)">
                                      <p:cBhvr>
                                        <p:cTn id="7" dur="500"/>
                                        <p:tgtEl>
                                          <p:spTgt spid="5806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80616"/>
                                        </p:tgtEl>
                                        <p:attrNameLst>
                                          <p:attrName>style.visibility</p:attrName>
                                        </p:attrNameLst>
                                      </p:cBhvr>
                                      <p:to>
                                        <p:strVal val="visible"/>
                                      </p:to>
                                    </p:set>
                                    <p:animEffect transition="in" filter="wipe(left)">
                                      <p:cBhvr>
                                        <p:cTn id="12" dur="500"/>
                                        <p:tgtEl>
                                          <p:spTgt spid="58061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81607"/>
                                        </p:tgtEl>
                                        <p:attrNameLst>
                                          <p:attrName>style.visibility</p:attrName>
                                        </p:attrNameLst>
                                      </p:cBhvr>
                                      <p:to>
                                        <p:strVal val="visible"/>
                                      </p:to>
                                    </p:set>
                                    <p:animEffect transition="in" filter="wipe(left)">
                                      <p:cBhvr>
                                        <p:cTn id="22" dur="500"/>
                                        <p:tgtEl>
                                          <p:spTgt spid="28160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81608"/>
                                        </p:tgtEl>
                                        <p:attrNameLst>
                                          <p:attrName>style.visibility</p:attrName>
                                        </p:attrNameLst>
                                      </p:cBhvr>
                                      <p:to>
                                        <p:strVal val="visible"/>
                                      </p:to>
                                    </p:set>
                                    <p:animEffect transition="in" filter="wipe(left)">
                                      <p:cBhvr>
                                        <p:cTn id="27" dur="500"/>
                                        <p:tgtEl>
                                          <p:spTgt spid="2816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24" name="Rectangle 2"/>
          <p:cNvSpPr>
            <a:spLocks noChangeArrowheads="1"/>
          </p:cNvSpPr>
          <p:nvPr/>
        </p:nvSpPr>
        <p:spPr bwMode="auto">
          <a:xfrm>
            <a:off x="0" y="0"/>
            <a:ext cx="9396413" cy="465138"/>
          </a:xfrm>
          <a:prstGeom prst="rect">
            <a:avLst/>
          </a:prstGeom>
          <a:no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200" b="1" i="0" u="none" strike="noStrike" kern="1200" cap="none" spc="0" normalizeH="0" baseline="0" noProof="0">
                <a:ln>
                  <a:noFill/>
                </a:ln>
                <a:solidFill>
                  <a:srgbClr val="0000FF"/>
                </a:solidFill>
                <a:effectLst/>
                <a:uLnTx/>
                <a:uFillTx/>
                <a:latin typeface="微软雅黑" pitchFamily="34" charset="-122"/>
                <a:ea typeface="微软雅黑" pitchFamily="34" charset="-122"/>
                <a:cs typeface="+mn-cs"/>
                <a:sym typeface="楷体_GB2312" pitchFamily="49" charset="-122"/>
              </a:rPr>
              <a:t>例</a:t>
            </a:r>
            <a:r>
              <a:rPr kumimoji="0" lang="en-US" altLang="zh-CN" sz="2200" b="1" i="0" u="none" strike="noStrike" kern="1200" cap="none" spc="0" normalizeH="0" baseline="0" noProof="0">
                <a:ln>
                  <a:noFill/>
                </a:ln>
                <a:solidFill>
                  <a:srgbClr val="0000FF"/>
                </a:solidFill>
                <a:effectLst/>
                <a:uLnTx/>
                <a:uFillTx/>
                <a:latin typeface="微软雅黑" pitchFamily="34" charset="-122"/>
                <a:ea typeface="微软雅黑" pitchFamily="34" charset="-122"/>
                <a:cs typeface="+mn-cs"/>
                <a:sym typeface="楷体_GB2312" pitchFamily="49" charset="-122"/>
              </a:rPr>
              <a:t>2</a:t>
            </a:r>
            <a:r>
              <a:rPr kumimoji="0" lang="zh-CN" altLang="en-US" sz="2200" b="1" i="0" u="none" strike="noStrike" kern="1200" cap="none" spc="0" normalizeH="0" baseline="0" noProof="0">
                <a:ln>
                  <a:noFill/>
                </a:ln>
                <a:solidFill>
                  <a:srgbClr val="0000FF"/>
                </a:solidFill>
                <a:effectLst/>
                <a:uLnTx/>
                <a:uFillTx/>
                <a:latin typeface="微软雅黑" pitchFamily="34" charset="-122"/>
                <a:ea typeface="微软雅黑" pitchFamily="34" charset="-122"/>
                <a:cs typeface="+mn-cs"/>
                <a:sym typeface="楷体_GB2312" pitchFamily="49" charset="-122"/>
              </a:rPr>
              <a:t>：</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设                            ，求</a:t>
            </a:r>
            <a:r>
              <a:rPr kumimoji="0"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正交阵 </a:t>
            </a:r>
            <a:r>
              <a:rPr kumimoji="0" lang="en-US" altLang="zh-CN" sz="2200" b="1" i="1"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P</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，使</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P</a:t>
            </a:r>
            <a:r>
              <a:rPr kumimoji="0" lang="en-US" altLang="zh-CN" sz="2200" b="1" i="1" u="none" strike="noStrike" kern="1200" cap="none" spc="0" normalizeH="0" baseline="3000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30000" noProof="0">
                <a:ln>
                  <a:noFill/>
                </a:ln>
                <a:solidFill>
                  <a:srgbClr val="000000"/>
                </a:solidFill>
                <a:effectLst/>
                <a:uLnTx/>
                <a:uFillTx/>
                <a:latin typeface="微软雅黑" pitchFamily="34" charset="-122"/>
                <a:ea typeface="微软雅黑" pitchFamily="34" charset="-122"/>
                <a:cs typeface="+mn-cs"/>
                <a:sym typeface="楷体_GB2312" pitchFamily="49" charset="-122"/>
              </a:rPr>
              <a:t>1</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AP</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对角阵</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endPar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endParaRPr>
          </a:p>
        </p:txBody>
      </p:sp>
      <p:graphicFrame>
        <p:nvGraphicFramePr>
          <p:cNvPr id="34818" name="Object 4"/>
          <p:cNvGraphicFramePr>
            <a:graphicFrameLocks noChangeAspect="1"/>
          </p:cNvGraphicFramePr>
          <p:nvPr/>
        </p:nvGraphicFramePr>
        <p:xfrm>
          <a:off x="931863" y="-71438"/>
          <a:ext cx="2282825" cy="1393826"/>
        </p:xfrm>
        <a:graphic>
          <a:graphicData uri="http://schemas.openxmlformats.org/presentationml/2006/ole">
            <mc:AlternateContent xmlns:mc="http://schemas.openxmlformats.org/markup-compatibility/2006">
              <mc:Choice xmlns:v="urn:schemas-microsoft-com:vml" Requires="v">
                <p:oleObj r:id="rId2" imgW="21945917" imgH="13411517" progId="Equation.DSMT4">
                  <p:embed/>
                </p:oleObj>
              </mc:Choice>
              <mc:Fallback>
                <p:oleObj r:id="rId2" imgW="21945917" imgH="13411517" progId="Equation.DSMT4">
                  <p:embed/>
                  <p:pic>
                    <p:nvPicPr>
                      <p:cNvPr id="34818"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1863" y="-71438"/>
                        <a:ext cx="2282825" cy="1393826"/>
                      </a:xfrm>
                      <a:prstGeom prst="rect">
                        <a:avLst/>
                      </a:prstGeom>
                      <a:noFill/>
                      <a:extLst>
                        <a:ext uri="{909E8E84-426E-40DD-AFC4-6F175D3DCCD1}">
                          <a14:hiddenFill xmlns:a14="http://schemas.microsoft.com/office/drawing/2010/main">
                            <a:solidFill>
                              <a:srgbClr val="CCCC00"/>
                            </a:solidFill>
                          </a14:hiddenFill>
                        </a:ext>
                      </a:extLst>
                    </p:spPr>
                  </p:pic>
                </p:oleObj>
              </mc:Fallback>
            </mc:AlternateContent>
          </a:graphicData>
        </a:graphic>
      </p:graphicFrame>
      <p:graphicFrame>
        <p:nvGraphicFramePr>
          <p:cNvPr id="577540" name="Object 5"/>
          <p:cNvGraphicFramePr>
            <a:graphicFrameLocks noChangeAspect="1"/>
          </p:cNvGraphicFramePr>
          <p:nvPr/>
        </p:nvGraphicFramePr>
        <p:xfrm>
          <a:off x="0" y="1714500"/>
          <a:ext cx="5003800" cy="1393825"/>
        </p:xfrm>
        <a:graphic>
          <a:graphicData uri="http://schemas.openxmlformats.org/presentationml/2006/ole">
            <mc:AlternateContent xmlns:mc="http://schemas.openxmlformats.org/markup-compatibility/2006">
              <mc:Choice xmlns:v="urn:schemas-microsoft-com:vml" Requires="v">
                <p:oleObj r:id="rId4" imgW="53645117" imgH="13411517" progId="Equation.DSMT4">
                  <p:embed/>
                </p:oleObj>
              </mc:Choice>
              <mc:Fallback>
                <p:oleObj r:id="rId4" imgW="53645117" imgH="13411517" progId="Equation.DSMT4">
                  <p:embed/>
                  <p:pic>
                    <p:nvPicPr>
                      <p:cNvPr id="57754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714500"/>
                        <a:ext cx="5003800" cy="1393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7541" name="Rectangle 2"/>
          <p:cNvSpPr>
            <a:spLocks noChangeArrowheads="1"/>
          </p:cNvSpPr>
          <p:nvPr/>
        </p:nvSpPr>
        <p:spPr bwMode="auto">
          <a:xfrm>
            <a:off x="-36513" y="3000375"/>
            <a:ext cx="7415813" cy="1243417"/>
          </a:xfrm>
          <a:prstGeom prst="rect">
            <a:avLst/>
          </a:prstGeom>
          <a:noFill/>
          <a:ln w="9525">
            <a:noFill/>
            <a:bevel/>
            <a:headEnd/>
            <a:tailEnd/>
          </a:ln>
        </p:spPr>
        <p:txBody>
          <a:bodyPr wrap="none">
            <a:spAutoFit/>
          </a:bodyPr>
          <a:lstStyle/>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当 </a:t>
            </a:r>
            <a:r>
              <a:rPr kumimoji="0" lang="el-GR"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1 </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2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时， 解方程组 </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 </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+ 2</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E</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x</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 0</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，得基础解系</a:t>
            </a:r>
          </a:p>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endPar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endParaRPr>
          </a:p>
          <a:p>
            <a:pPr marL="457200" marR="0" lvl="0" indent="-457200" algn="l" defTabSz="914400" rtl="0" eaLnBrk="0" fontAlgn="base" latinLnBrk="0" hangingPunct="0">
              <a:lnSpc>
                <a:spcPct val="100000"/>
              </a:lnSpc>
              <a:spcBef>
                <a:spcPct val="20000"/>
              </a:spcBef>
              <a:spcAft>
                <a:spcPct val="0"/>
              </a:spcAft>
              <a:buClr>
                <a:srgbClr val="FF0000"/>
              </a:buClr>
              <a:buSzPct val="75000"/>
              <a:buFont typeface="Wingdings" pitchFamily="2" charset="2"/>
              <a:buNone/>
              <a:tabLst/>
              <a:defRPr/>
            </a:pPr>
            <a:r>
              <a:rPr kumimoji="0"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当 </a:t>
            </a:r>
            <a:r>
              <a:rPr kumimoji="0" lang="el-GR" altLang="zh-CN" sz="22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2</a:t>
            </a:r>
            <a:r>
              <a:rPr kumimoji="0" lang="en-US" altLang="zh-CN"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3</a:t>
            </a:r>
            <a:r>
              <a:rPr kumimoji="0" lang="en-US" altLang="zh-CN"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 = 1 </a:t>
            </a:r>
            <a:r>
              <a:rPr kumimoji="0" lang="zh-CN" altLang="en-US" sz="22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sym typeface="楷体_GB2312" pitchFamily="49" charset="-122"/>
              </a:rPr>
              <a:t>时</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解方程组 </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A−E</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x</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 0</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，则</a:t>
            </a:r>
          </a:p>
        </p:txBody>
      </p:sp>
      <p:graphicFrame>
        <p:nvGraphicFramePr>
          <p:cNvPr id="577542" name="Object 9"/>
          <p:cNvGraphicFramePr>
            <a:graphicFrameLocks noChangeAspect="1"/>
          </p:cNvGraphicFramePr>
          <p:nvPr/>
        </p:nvGraphicFramePr>
        <p:xfrm>
          <a:off x="7858125" y="2500313"/>
          <a:ext cx="1000125" cy="1338262"/>
        </p:xfrm>
        <a:graphic>
          <a:graphicData uri="http://schemas.openxmlformats.org/presentationml/2006/ole">
            <mc:AlternateContent xmlns:mc="http://schemas.openxmlformats.org/markup-compatibility/2006">
              <mc:Choice xmlns:v="urn:schemas-microsoft-com:vml" Requires="v">
                <p:oleObj name="Equation" r:id="rId6" imgW="647640" imgH="698400" progId="Equation.DSMT4">
                  <p:embed/>
                </p:oleObj>
              </mc:Choice>
              <mc:Fallback>
                <p:oleObj name="Equation" r:id="rId6" imgW="647640" imgH="698400" progId="Equation.DSMT4">
                  <p:embed/>
                  <p:pic>
                    <p:nvPicPr>
                      <p:cNvPr id="577542" name="Object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58125" y="2500313"/>
                        <a:ext cx="1000125" cy="1338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3" name="Object 11"/>
          <p:cNvGraphicFramePr>
            <a:graphicFrameLocks noChangeAspect="1"/>
          </p:cNvGraphicFramePr>
          <p:nvPr/>
        </p:nvGraphicFramePr>
        <p:xfrm>
          <a:off x="380518" y="5572125"/>
          <a:ext cx="1984375" cy="1214437"/>
        </p:xfrm>
        <a:graphic>
          <a:graphicData uri="http://schemas.openxmlformats.org/presentationml/2006/ole">
            <mc:AlternateContent xmlns:mc="http://schemas.openxmlformats.org/markup-compatibility/2006">
              <mc:Choice xmlns:v="urn:schemas-microsoft-com:vml" Requires="v">
                <p:oleObj name="Equation" r:id="rId8" imgW="1384200" imgH="698400" progId="Equation.DSMT4">
                  <p:embed/>
                </p:oleObj>
              </mc:Choice>
              <mc:Fallback>
                <p:oleObj name="Equation" r:id="rId8" imgW="1384200" imgH="698400" progId="Equation.DSMT4">
                  <p:embed/>
                  <p:pic>
                    <p:nvPicPr>
                      <p:cNvPr id="577543" name="Object 11"/>
                      <p:cNvPicPr>
                        <a:picLocks noChangeAspect="1" noChangeArrowheads="1"/>
                      </p:cNvPicPr>
                      <p:nvPr/>
                    </p:nvPicPr>
                    <p:blipFill>
                      <a:blip r:embed="rId9"/>
                      <a:srcRect/>
                      <a:stretch>
                        <a:fillRect/>
                      </a:stretch>
                    </p:blipFill>
                    <p:spPr bwMode="auto">
                      <a:xfrm>
                        <a:off x="380518" y="5572125"/>
                        <a:ext cx="1984375" cy="12144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826" name="Rectangle 8"/>
          <p:cNvSpPr>
            <a:spLocks noChangeArrowheads="1"/>
          </p:cNvSpPr>
          <p:nvPr/>
        </p:nvSpPr>
        <p:spPr bwMode="auto">
          <a:xfrm>
            <a:off x="5033963" y="2141538"/>
            <a:ext cx="4110037" cy="430212"/>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kumimoji="0" lang="zh-CN" altLang="en-US" sz="2200" b="1" i="0" u="none" strike="noStrike" kern="1200" cap="none" spc="0" normalizeH="0" baseline="0" noProof="0">
                <a:ln>
                  <a:noFill/>
                </a:ln>
                <a:solidFill>
                  <a:srgbClr val="FF0000"/>
                </a:solidFill>
                <a:effectLst/>
                <a:uLnTx/>
                <a:uFillTx/>
                <a:latin typeface="微软雅黑" pitchFamily="34" charset="-122"/>
                <a:ea typeface="微软雅黑" pitchFamily="34" charset="-122"/>
                <a:cs typeface="+mn-cs"/>
                <a:sym typeface="楷体_GB2312" pitchFamily="49" charset="-122"/>
              </a:rPr>
              <a:t>特征值</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1</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n-US"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2</a:t>
            </a:r>
            <a:r>
              <a:rPr kumimoji="0" lang="zh-CN" altLang="en-US"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2</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a:t>
            </a:r>
            <a:r>
              <a:rPr kumimoji="0" lang="el-GR" altLang="zh-CN" sz="2200" b="1" i="1"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λ </a:t>
            </a:r>
            <a:r>
              <a:rPr kumimoji="0" lang="en-US" altLang="zh-CN" sz="2200" b="1" i="0" u="none" strike="noStrike" kern="1200" cap="none" spc="0" normalizeH="0" baseline="-25000" noProof="0">
                <a:ln>
                  <a:noFill/>
                </a:ln>
                <a:solidFill>
                  <a:srgbClr val="000000"/>
                </a:solidFill>
                <a:effectLst/>
                <a:uLnTx/>
                <a:uFillTx/>
                <a:latin typeface="微软雅黑" pitchFamily="34" charset="-122"/>
                <a:ea typeface="微软雅黑" pitchFamily="34" charset="-122"/>
                <a:cs typeface="+mn-cs"/>
                <a:sym typeface="楷体_GB2312" pitchFamily="49" charset="-122"/>
              </a:rPr>
              <a:t>3</a:t>
            </a:r>
            <a:r>
              <a:rPr kumimoji="0" lang="en-US" altLang="zh-CN" sz="22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sym typeface="楷体_GB2312" pitchFamily="49" charset="-122"/>
              </a:rPr>
              <a:t> = 1</a:t>
            </a:r>
          </a:p>
        </p:txBody>
      </p:sp>
      <p:sp>
        <p:nvSpPr>
          <p:cNvPr id="34827" name="Line 21"/>
          <p:cNvSpPr>
            <a:spLocks noChangeShapeType="1"/>
          </p:cNvSpPr>
          <p:nvPr/>
        </p:nvSpPr>
        <p:spPr bwMode="auto">
          <a:xfrm>
            <a:off x="0" y="1285875"/>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0" name="Rectangle 2"/>
          <p:cNvSpPr>
            <a:spLocks noChangeArrowheads="1"/>
          </p:cNvSpPr>
          <p:nvPr/>
        </p:nvSpPr>
        <p:spPr bwMode="auto">
          <a:xfrm>
            <a:off x="-71438" y="1285875"/>
            <a:ext cx="9396413" cy="438150"/>
          </a:xfrm>
          <a:prstGeom prst="rect">
            <a:avLst/>
          </a:prstGeom>
          <a:noFill/>
          <a:ln w="9525">
            <a:noFill/>
            <a:bevel/>
            <a:headEnd/>
            <a:tailEnd/>
          </a:ln>
        </p:spPr>
        <p:txBody>
          <a:bodyPr>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解</a:t>
            </a:r>
            <a:r>
              <a:rPr kumimoji="0" lang="en-US" altLang="zh-CN"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2</a:t>
            </a: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因为</a:t>
            </a:r>
            <a:r>
              <a:rPr kumimoji="0" lang="zh-CN" altLang="en-US" sz="22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sym typeface="楷体_GB2312" pitchFamily="49" charset="-122"/>
              </a:rPr>
              <a:t>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是对称阵，所以 </a:t>
            </a:r>
            <a:r>
              <a:rPr kumimoji="0"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A</a:t>
            </a:r>
            <a:r>
              <a:rPr kumimoji="0"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 </a:t>
            </a:r>
            <a:r>
              <a:rPr kumimoji="0"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楷体_GB2312" pitchFamily="49" charset="-122"/>
              </a:rPr>
              <a:t>可以对角化．</a:t>
            </a:r>
            <a:endParaRPr kumimoji="0" lang="zh-CN" altLang="en-US" sz="22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4829" name="矩形 12"/>
          <p:cNvSpPr>
            <a:spLocks noChangeArrowheads="1"/>
          </p:cNvSpPr>
          <p:nvPr/>
        </p:nvSpPr>
        <p:spPr bwMode="auto">
          <a:xfrm>
            <a:off x="19254" y="-14019"/>
            <a:ext cx="9105492" cy="1323439"/>
          </a:xfrm>
          <a:prstGeom prst="rect">
            <a:avLst/>
          </a:prstGeom>
          <a:solidFill>
            <a:srgbClr val="008000"/>
          </a:solidFill>
          <a:ln w="38100">
            <a:solidFill>
              <a:srgbClr val="FFC000"/>
            </a:solidFill>
            <a:miter lim="800000"/>
            <a:headEnd/>
            <a:tailEnd/>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三步配正交解向量（两个解向量</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2</a:t>
            </a:r>
            <a:r>
              <a:rPr kumimoji="0" lang="zh-CN" altLang="en-US"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3</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a:t>
            </a:r>
            <a:endParaRPr kumimoji="0"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1</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、写出第一个解向量</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2</a:t>
            </a:r>
            <a:r>
              <a:rPr kumimoji="0" lang="en-US" altLang="zh-CN" sz="2000" b="0"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，其中至少有一个分量为</a:t>
            </a:r>
            <a:r>
              <a:rPr kumimoji="0" lang="en-US" altLang="zh-CN" sz="2000" b="1" i="0" u="none" strike="noStrike" kern="1200" cap="none" spc="0" normalizeH="0" baseline="0" noProof="0" dirty="0">
                <a:ln>
                  <a:noFill/>
                </a:ln>
                <a:solidFill>
                  <a:srgbClr val="FFC000"/>
                </a:solidFill>
                <a:effectLst/>
                <a:uLnTx/>
                <a:uFillTx/>
                <a:latin typeface="微软雅黑" pitchFamily="34" charset="-122"/>
                <a:ea typeface="微软雅黑" pitchFamily="34" charset="-122"/>
                <a:cs typeface="+mn-cs"/>
                <a:sym typeface="楷体_GB2312" pitchFamily="49" charset="-122"/>
              </a:rPr>
              <a:t>0</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，不妨设为第</a:t>
            </a:r>
            <a:r>
              <a:rPr kumimoji="0" lang="en-US" altLang="zh-CN" sz="2000" b="1" i="0" u="none" strike="noStrike" kern="1200" cap="none" spc="0" normalizeH="0" baseline="0" noProof="0" dirty="0" err="1">
                <a:ln>
                  <a:noFill/>
                </a:ln>
                <a:solidFill>
                  <a:srgbClr val="FFC000"/>
                </a:solidFill>
                <a:effectLst/>
                <a:uLnTx/>
                <a:uFillTx/>
                <a:latin typeface="微软雅黑" pitchFamily="34" charset="-122"/>
                <a:ea typeface="微软雅黑" pitchFamily="34" charset="-122"/>
                <a:cs typeface="+mn-cs"/>
                <a:sym typeface="楷体_GB2312" pitchFamily="49" charset="-122"/>
              </a:rPr>
              <a:t>i</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个分量</a:t>
            </a:r>
            <a:endParaRPr kumimoji="0"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2</a:t>
            </a:r>
            <a:r>
              <a:rPr kumimoji="1"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、将第二个解向量</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3</a:t>
            </a:r>
            <a:r>
              <a:rPr kumimoji="1"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中，除第</a:t>
            </a:r>
            <a:r>
              <a:rPr kumimoji="0" lang="en-US" altLang="zh-CN" sz="2000" b="1" i="0" u="none" strike="noStrike" kern="1200" cap="none" spc="0" normalizeH="0" baseline="0" noProof="0" dirty="0" err="1">
                <a:ln>
                  <a:noFill/>
                </a:ln>
                <a:solidFill>
                  <a:srgbClr val="FFC000"/>
                </a:solidFill>
                <a:effectLst/>
                <a:uLnTx/>
                <a:uFillTx/>
                <a:latin typeface="微软雅黑" pitchFamily="34" charset="-122"/>
                <a:ea typeface="微软雅黑" pitchFamily="34" charset="-122"/>
                <a:cs typeface="+mn-cs"/>
                <a:sym typeface="楷体_GB2312" pitchFamily="49" charset="-122"/>
              </a:rPr>
              <a:t>i</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个分量外的其余分量填入与</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2</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正交的值</a:t>
            </a:r>
            <a:endParaRPr kumimoji="0"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3</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a:t>
            </a:r>
            <a:r>
              <a:rPr kumimoji="1"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将第二个解向量中值带回方程组，求出</a:t>
            </a:r>
            <a:r>
              <a:rPr kumimoji="0" lang="en-US" altLang="zh-CN" sz="2000" b="0" i="1" u="none" strike="noStrike" kern="1200" cap="none" spc="0" normalizeH="0" baseline="0" noProof="0" dirty="0">
                <a:ln>
                  <a:noFill/>
                </a:ln>
                <a:solidFill>
                  <a:srgbClr val="FFFF00"/>
                </a:solidFill>
                <a:effectLst/>
                <a:uLnTx/>
                <a:uFillTx/>
                <a:latin typeface="Symbol" pitchFamily="18" charset="2"/>
                <a:ea typeface="楷体_GB2312" pitchFamily="49" charset="-122"/>
                <a:cs typeface="+mn-cs"/>
                <a:sym typeface="楷体_GB2312" pitchFamily="49" charset="-122"/>
              </a:rPr>
              <a:t>x</a:t>
            </a:r>
            <a:r>
              <a:rPr kumimoji="0" lang="en-US" altLang="zh-CN" sz="2000" b="0" i="0" u="none" strike="noStrike" kern="1200" cap="none" spc="0" normalizeH="0" baseline="-25000" noProof="0" dirty="0">
                <a:ln>
                  <a:noFill/>
                </a:ln>
                <a:solidFill>
                  <a:srgbClr val="FFFF00"/>
                </a:solidFill>
                <a:effectLst/>
                <a:uLnTx/>
                <a:uFillTx/>
                <a:latin typeface="Times New Roman" pitchFamily="18" charset="0"/>
                <a:ea typeface="楷体_GB2312" pitchFamily="49" charset="-122"/>
                <a:cs typeface="+mn-cs"/>
                <a:sym typeface="楷体_GB2312" pitchFamily="49" charset="-122"/>
              </a:rPr>
              <a:t>3</a:t>
            </a:r>
            <a:r>
              <a:rPr kumimoji="1"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的第</a:t>
            </a:r>
            <a:r>
              <a:rPr kumimoji="0" lang="en-US" altLang="zh-CN" sz="2000" b="1" i="0" u="none" strike="noStrike" kern="1200" cap="none" spc="0" normalizeH="0" baseline="0" noProof="0" dirty="0" err="1">
                <a:ln>
                  <a:noFill/>
                </a:ln>
                <a:solidFill>
                  <a:srgbClr val="FFC000"/>
                </a:solidFill>
                <a:effectLst/>
                <a:uLnTx/>
                <a:uFillTx/>
                <a:latin typeface="微软雅黑" pitchFamily="34" charset="-122"/>
                <a:ea typeface="微软雅黑" pitchFamily="34" charset="-122"/>
                <a:cs typeface="+mn-cs"/>
                <a:sym typeface="楷体_GB2312" pitchFamily="49" charset="-122"/>
              </a:rPr>
              <a:t>i</a:t>
            </a:r>
            <a:r>
              <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楷体_GB2312" pitchFamily="49" charset="-122"/>
              </a:rPr>
              <a:t>个分量</a:t>
            </a:r>
            <a:endParaRPr kumimoji="0" lang="zh-CN" altLang="en-US" sz="2000" b="0"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graphicFrame>
        <p:nvGraphicFramePr>
          <p:cNvPr id="2" name="Object 4">
            <a:extLst>
              <a:ext uri="{FF2B5EF4-FFF2-40B4-BE49-F238E27FC236}">
                <a16:creationId xmlns:a16="http://schemas.microsoft.com/office/drawing/2014/main" id="{B3BE54A1-3A32-5594-E366-0DF9F033E59F}"/>
              </a:ext>
            </a:extLst>
          </p:cNvPr>
          <p:cNvGraphicFramePr>
            <a:graphicFrameLocks noChangeAspect="1"/>
          </p:cNvGraphicFramePr>
          <p:nvPr/>
        </p:nvGraphicFramePr>
        <p:xfrm>
          <a:off x="380518" y="4221088"/>
          <a:ext cx="4339200" cy="1269454"/>
        </p:xfrm>
        <a:graphic>
          <a:graphicData uri="http://schemas.openxmlformats.org/presentationml/2006/ole">
            <mc:AlternateContent xmlns:mc="http://schemas.openxmlformats.org/markup-compatibility/2006">
              <mc:Choice xmlns:v="urn:schemas-microsoft-com:vml" Requires="v">
                <p:oleObj name="Equation" r:id="rId10" imgW="2387520" imgH="698400" progId="Equation.DSMT4">
                  <p:embed/>
                </p:oleObj>
              </mc:Choice>
              <mc:Fallback>
                <p:oleObj name="Equation" r:id="rId10" imgW="2387520" imgH="698400" progId="Equation.DSMT4">
                  <p:embed/>
                  <p:pic>
                    <p:nvPicPr>
                      <p:cNvPr id="2" name="Object 4">
                        <a:extLst>
                          <a:ext uri="{FF2B5EF4-FFF2-40B4-BE49-F238E27FC236}">
                            <a16:creationId xmlns:a16="http://schemas.microsoft.com/office/drawing/2014/main" id="{B3BE54A1-3A32-5594-E366-0DF9F033E59F}"/>
                          </a:ext>
                        </a:extLst>
                      </p:cNvPr>
                      <p:cNvPicPr>
                        <a:picLocks noChangeAspect="1" noChangeArrowheads="1"/>
                      </p:cNvPicPr>
                      <p:nvPr/>
                    </p:nvPicPr>
                    <p:blipFill>
                      <a:blip r:embed="rId11"/>
                      <a:srcRect/>
                      <a:stretch>
                        <a:fillRect/>
                      </a:stretch>
                    </p:blipFill>
                    <p:spPr bwMode="auto">
                      <a:xfrm>
                        <a:off x="380518" y="4221088"/>
                        <a:ext cx="4339200" cy="1269454"/>
                      </a:xfrm>
                      <a:prstGeom prst="rect">
                        <a:avLst/>
                      </a:prstGeom>
                      <a:noFill/>
                    </p:spPr>
                  </p:pic>
                </p:oleObj>
              </mc:Fallback>
            </mc:AlternateContent>
          </a:graphicData>
        </a:graphic>
      </p:graphicFrame>
      <p:graphicFrame>
        <p:nvGraphicFramePr>
          <p:cNvPr id="3" name="Object 4">
            <a:extLst>
              <a:ext uri="{FF2B5EF4-FFF2-40B4-BE49-F238E27FC236}">
                <a16:creationId xmlns:a16="http://schemas.microsoft.com/office/drawing/2014/main" id="{AC9A6A87-9D26-8762-5DD0-A265A109596C}"/>
              </a:ext>
            </a:extLst>
          </p:cNvPr>
          <p:cNvGraphicFramePr>
            <a:graphicFrameLocks noChangeAspect="1"/>
          </p:cNvGraphicFramePr>
          <p:nvPr/>
        </p:nvGraphicFramePr>
        <p:xfrm>
          <a:off x="4730203" y="4647852"/>
          <a:ext cx="2173288" cy="415925"/>
        </p:xfrm>
        <a:graphic>
          <a:graphicData uri="http://schemas.openxmlformats.org/presentationml/2006/ole">
            <mc:AlternateContent xmlns:mc="http://schemas.openxmlformats.org/markup-compatibility/2006">
              <mc:Choice xmlns:v="urn:schemas-microsoft-com:vml" Requires="v">
                <p:oleObj name="Equation" r:id="rId12" imgW="1193760" imgH="228600" progId="Equation.DSMT4">
                  <p:embed/>
                </p:oleObj>
              </mc:Choice>
              <mc:Fallback>
                <p:oleObj name="Equation" r:id="rId12" imgW="1193760" imgH="228600" progId="Equation.DSMT4">
                  <p:embed/>
                  <p:pic>
                    <p:nvPicPr>
                      <p:cNvPr id="3" name="Object 4">
                        <a:extLst>
                          <a:ext uri="{FF2B5EF4-FFF2-40B4-BE49-F238E27FC236}">
                            <a16:creationId xmlns:a16="http://schemas.microsoft.com/office/drawing/2014/main" id="{AC9A6A87-9D26-8762-5DD0-A265A109596C}"/>
                          </a:ext>
                        </a:extLst>
                      </p:cNvPr>
                      <p:cNvPicPr>
                        <a:picLocks noChangeAspect="1" noChangeArrowheads="1"/>
                      </p:cNvPicPr>
                      <p:nvPr/>
                    </p:nvPicPr>
                    <p:blipFill>
                      <a:blip r:embed="rId13"/>
                      <a:srcRect/>
                      <a:stretch>
                        <a:fillRect/>
                      </a:stretch>
                    </p:blipFill>
                    <p:spPr bwMode="auto">
                      <a:xfrm>
                        <a:off x="4730203" y="4647852"/>
                        <a:ext cx="2173288" cy="415925"/>
                      </a:xfrm>
                      <a:prstGeom prst="rect">
                        <a:avLst/>
                      </a:prstGeom>
                      <a:noFill/>
                    </p:spPr>
                  </p:pic>
                </p:oleObj>
              </mc:Fallback>
            </mc:AlternateContent>
          </a:graphicData>
        </a:graphic>
      </p:graphicFrame>
      <p:graphicFrame>
        <p:nvGraphicFramePr>
          <p:cNvPr id="6" name="Object 11">
            <a:extLst>
              <a:ext uri="{FF2B5EF4-FFF2-40B4-BE49-F238E27FC236}">
                <a16:creationId xmlns:a16="http://schemas.microsoft.com/office/drawing/2014/main" id="{587A1EAD-D72F-1C14-C987-4C74F0E17101}"/>
              </a:ext>
            </a:extLst>
          </p:cNvPr>
          <p:cNvGraphicFramePr>
            <a:graphicFrameLocks noChangeAspect="1"/>
          </p:cNvGraphicFramePr>
          <p:nvPr/>
        </p:nvGraphicFramePr>
        <p:xfrm>
          <a:off x="2046649" y="5616575"/>
          <a:ext cx="165100" cy="1169987"/>
        </p:xfrm>
        <a:graphic>
          <a:graphicData uri="http://schemas.openxmlformats.org/presentationml/2006/ole">
            <mc:AlternateContent xmlns:mc="http://schemas.openxmlformats.org/markup-compatibility/2006">
              <mc:Choice xmlns:v="urn:schemas-microsoft-com:vml" Requires="v">
                <p:oleObj name="Equation" r:id="rId14" imgW="114120" imgH="672840" progId="Equation.DSMT4">
                  <p:embed/>
                </p:oleObj>
              </mc:Choice>
              <mc:Fallback>
                <p:oleObj name="Equation" r:id="rId14" imgW="114120" imgH="672840" progId="Equation.DSMT4">
                  <p:embed/>
                  <p:pic>
                    <p:nvPicPr>
                      <p:cNvPr id="6" name="Object 11">
                        <a:extLst>
                          <a:ext uri="{FF2B5EF4-FFF2-40B4-BE49-F238E27FC236}">
                            <a16:creationId xmlns:a16="http://schemas.microsoft.com/office/drawing/2014/main" id="{587A1EAD-D72F-1C14-C987-4C74F0E17101}"/>
                          </a:ext>
                        </a:extLst>
                      </p:cNvPr>
                      <p:cNvPicPr>
                        <a:picLocks noChangeAspect="1" noChangeArrowheads="1"/>
                      </p:cNvPicPr>
                      <p:nvPr/>
                    </p:nvPicPr>
                    <p:blipFill>
                      <a:blip r:embed="rId15"/>
                      <a:srcRect/>
                      <a:stretch>
                        <a:fillRect/>
                      </a:stretch>
                    </p:blipFill>
                    <p:spPr bwMode="auto">
                      <a:xfrm>
                        <a:off x="2046649" y="5616575"/>
                        <a:ext cx="165100" cy="1169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11">
            <a:extLst>
              <a:ext uri="{FF2B5EF4-FFF2-40B4-BE49-F238E27FC236}">
                <a16:creationId xmlns:a16="http://schemas.microsoft.com/office/drawing/2014/main" id="{72506496-9717-BF80-FDA0-D7989E9CFEAE}"/>
              </a:ext>
            </a:extLst>
          </p:cNvPr>
          <p:cNvGraphicFramePr>
            <a:graphicFrameLocks noChangeAspect="1"/>
          </p:cNvGraphicFramePr>
          <p:nvPr/>
        </p:nvGraphicFramePr>
        <p:xfrm>
          <a:off x="2037918" y="5643388"/>
          <a:ext cx="182562" cy="1169988"/>
        </p:xfrm>
        <a:graphic>
          <a:graphicData uri="http://schemas.openxmlformats.org/presentationml/2006/ole">
            <mc:AlternateContent xmlns:mc="http://schemas.openxmlformats.org/markup-compatibility/2006">
              <mc:Choice xmlns:v="urn:schemas-microsoft-com:vml" Requires="v">
                <p:oleObj name="Equation" r:id="rId16" imgW="126720" imgH="672840" progId="Equation.DSMT4">
                  <p:embed/>
                </p:oleObj>
              </mc:Choice>
              <mc:Fallback>
                <p:oleObj name="Equation" r:id="rId16" imgW="126720" imgH="672840" progId="Equation.DSMT4">
                  <p:embed/>
                  <p:pic>
                    <p:nvPicPr>
                      <p:cNvPr id="7" name="Object 11">
                        <a:extLst>
                          <a:ext uri="{FF2B5EF4-FFF2-40B4-BE49-F238E27FC236}">
                            <a16:creationId xmlns:a16="http://schemas.microsoft.com/office/drawing/2014/main" id="{72506496-9717-BF80-FDA0-D7989E9CFEAE}"/>
                          </a:ext>
                        </a:extLst>
                      </p:cNvPr>
                      <p:cNvPicPr>
                        <a:picLocks noChangeAspect="1" noChangeArrowheads="1"/>
                      </p:cNvPicPr>
                      <p:nvPr/>
                    </p:nvPicPr>
                    <p:blipFill>
                      <a:blip r:embed="rId17"/>
                      <a:srcRect/>
                      <a:stretch>
                        <a:fillRect/>
                      </a:stretch>
                    </p:blipFill>
                    <p:spPr bwMode="auto">
                      <a:xfrm>
                        <a:off x="2037918" y="5643388"/>
                        <a:ext cx="182562" cy="1169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Rectangle 2">
            <a:extLst>
              <a:ext uri="{FF2B5EF4-FFF2-40B4-BE49-F238E27FC236}">
                <a16:creationId xmlns:a16="http://schemas.microsoft.com/office/drawing/2014/main" id="{B2395E3C-2561-2D78-D1B2-54C938B07373}"/>
              </a:ext>
            </a:extLst>
          </p:cNvPr>
          <p:cNvSpPr>
            <a:spLocks noChangeArrowheads="1"/>
          </p:cNvSpPr>
          <p:nvPr/>
        </p:nvSpPr>
        <p:spPr bwMode="auto">
          <a:xfrm>
            <a:off x="2388143" y="5653122"/>
            <a:ext cx="3263977" cy="406137"/>
          </a:xfrm>
          <a:prstGeom prst="rect">
            <a:avLst/>
          </a:prstGeom>
          <a:noFill/>
          <a:ln w="9525">
            <a:noFill/>
            <a:bevel/>
            <a:headEnd/>
            <a:tailEnd/>
          </a:ln>
        </p:spPr>
        <p:txBody>
          <a:bodyPr wrap="square">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此时</a:t>
            </a:r>
            <a:r>
              <a:rPr kumimoji="0" lang="en-US" altLang="zh-CN"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a:t>
            </a:r>
            <a:r>
              <a:rPr kumimoji="0" lang="en-US" sz="20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0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1</a:t>
            </a:r>
            <a:r>
              <a:rPr kumimoji="0" lang="zh-CN" altLang="en-US"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与</a:t>
            </a:r>
            <a:r>
              <a:rPr kumimoji="0" lang="en-US" altLang="zh-CN" sz="20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0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2</a:t>
            </a:r>
            <a:r>
              <a:rPr kumimoji="0" lang="en-US" sz="20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zh-CN" altLang="en-US" sz="20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a:t>
            </a:r>
            <a:r>
              <a:rPr kumimoji="0" lang="en-US" altLang="zh-CN" sz="2000" b="1" i="1" u="none" strike="noStrike" kern="1200" cap="none" spc="0" normalizeH="0" baseline="0" noProof="0" dirty="0">
                <a:ln>
                  <a:noFill/>
                </a:ln>
                <a:solidFill>
                  <a:srgbClr val="3333CC">
                    <a:lumMod val="75000"/>
                  </a:srgbClr>
                </a:solidFill>
                <a:effectLst/>
                <a:uLnTx/>
                <a:uFillTx/>
                <a:latin typeface="Symbol" pitchFamily="18" charset="2"/>
                <a:ea typeface="楷体_GB2312" pitchFamily="49" charset="-122"/>
                <a:cs typeface="+mn-cs"/>
                <a:sym typeface="楷体_GB2312" pitchFamily="49" charset="-122"/>
              </a:rPr>
              <a:t>x</a:t>
            </a:r>
            <a:r>
              <a:rPr kumimoji="0" lang="en-US" sz="2000" b="1" i="0" u="none" strike="noStrike" kern="1200" cap="none" spc="0" normalizeH="0" baseline="-2500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3</a:t>
            </a:r>
            <a:r>
              <a:rPr kumimoji="0" lang="en-US" sz="2000" b="1" i="0" u="none" strike="noStrike" kern="1200" cap="none" spc="0" normalizeH="0" baseline="0" noProof="0" dirty="0">
                <a:ln>
                  <a:noFill/>
                </a:ln>
                <a:solidFill>
                  <a:srgbClr val="3333CC">
                    <a:lumMod val="75000"/>
                  </a:srgbClr>
                </a:solidFill>
                <a:effectLst/>
                <a:uLnTx/>
                <a:uFillTx/>
                <a:latin typeface="Times New Roman" pitchFamily="18" charset="0"/>
                <a:ea typeface="楷体_GB2312" pitchFamily="49" charset="-122"/>
                <a:cs typeface="+mn-cs"/>
                <a:sym typeface="楷体_GB2312" pitchFamily="49" charset="-122"/>
              </a:rPr>
              <a:t> </a:t>
            </a:r>
            <a:r>
              <a:rPr kumimoji="0" lang="zh-CN" altLang="en-US"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两两正交</a:t>
            </a:r>
            <a:endParaRPr kumimoji="0" lang="zh-CN" altLang="en-US" sz="1600" b="0" i="0" u="none" strike="noStrike" kern="1200" cap="none" spc="0" normalizeH="0" baseline="0" noProof="0" dirty="0">
              <a:ln>
                <a:noFill/>
              </a:ln>
              <a:solidFill>
                <a:srgbClr val="3333CC">
                  <a:lumMod val="75000"/>
                </a:srgbClr>
              </a:solidFill>
              <a:effectLst/>
              <a:uLnTx/>
              <a:uFillTx/>
              <a:latin typeface="Arial" charset="0"/>
              <a:ea typeface="宋体" pitchFamily="2" charset="-122"/>
              <a:cs typeface="+mn-cs"/>
            </a:endParaRPr>
          </a:p>
        </p:txBody>
      </p:sp>
      <p:sp>
        <p:nvSpPr>
          <p:cNvPr id="4" name="Rectangle 2">
            <a:extLst>
              <a:ext uri="{FF2B5EF4-FFF2-40B4-BE49-F238E27FC236}">
                <a16:creationId xmlns:a16="http://schemas.microsoft.com/office/drawing/2014/main" id="{C54C2205-168E-8031-4DF7-4EB45837B205}"/>
              </a:ext>
            </a:extLst>
          </p:cNvPr>
          <p:cNvSpPr>
            <a:spLocks noChangeArrowheads="1"/>
          </p:cNvSpPr>
          <p:nvPr/>
        </p:nvSpPr>
        <p:spPr bwMode="auto">
          <a:xfrm>
            <a:off x="2388143" y="6060188"/>
            <a:ext cx="3119961" cy="406778"/>
          </a:xfrm>
          <a:prstGeom prst="rect">
            <a:avLst/>
          </a:prstGeom>
          <a:noFill/>
          <a:ln w="9525">
            <a:noFill/>
            <a:bevel/>
            <a:headEnd/>
            <a:tailEnd/>
          </a:ln>
        </p:spPr>
        <p:txBody>
          <a:bodyPr wrap="square">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再单位化，可得</a:t>
            </a:r>
            <a:endParaRPr kumimoji="0" lang="zh-CN" altLang="en-US" sz="1600" b="0" i="0" u="none" strike="noStrike" kern="1200" cap="none" spc="0" normalizeH="0" baseline="0" noProof="0" dirty="0">
              <a:ln>
                <a:noFill/>
              </a:ln>
              <a:solidFill>
                <a:srgbClr val="3333CC">
                  <a:lumMod val="75000"/>
                </a:srgbClr>
              </a:solidFill>
              <a:effectLst/>
              <a:uLnTx/>
              <a:uFillTx/>
              <a:latin typeface="Arial" charset="0"/>
              <a:ea typeface="宋体" pitchFamily="2" charset="-122"/>
              <a:cs typeface="+mn-cs"/>
            </a:endParaRPr>
          </a:p>
        </p:txBody>
      </p:sp>
      <p:graphicFrame>
        <p:nvGraphicFramePr>
          <p:cNvPr id="5" name="Object 7">
            <a:extLst>
              <a:ext uri="{FF2B5EF4-FFF2-40B4-BE49-F238E27FC236}">
                <a16:creationId xmlns:a16="http://schemas.microsoft.com/office/drawing/2014/main" id="{F3B37F73-6437-FCBF-2F59-0C381A1E21FF}"/>
              </a:ext>
            </a:extLst>
          </p:cNvPr>
          <p:cNvGraphicFramePr>
            <a:graphicFrameLocks noChangeAspect="1"/>
          </p:cNvGraphicFramePr>
          <p:nvPr/>
        </p:nvGraphicFramePr>
        <p:xfrm>
          <a:off x="7128439" y="5201447"/>
          <a:ext cx="2015561" cy="1720751"/>
        </p:xfrm>
        <a:graphic>
          <a:graphicData uri="http://schemas.openxmlformats.org/presentationml/2006/ole">
            <mc:AlternateContent xmlns:mc="http://schemas.openxmlformats.org/markup-compatibility/2006">
              <mc:Choice xmlns:v="urn:schemas-microsoft-com:vml" Requires="v">
                <p:oleObj name="Equation" r:id="rId18" imgW="1625400" imgH="1333440" progId="Equation.DSMT4">
                  <p:embed/>
                </p:oleObj>
              </mc:Choice>
              <mc:Fallback>
                <p:oleObj name="Equation" r:id="rId18" imgW="1625400" imgH="1333440" progId="Equation.DSMT4">
                  <p:embed/>
                  <p:pic>
                    <p:nvPicPr>
                      <p:cNvPr id="5" name="Object 7">
                        <a:extLst>
                          <a:ext uri="{FF2B5EF4-FFF2-40B4-BE49-F238E27FC236}">
                            <a16:creationId xmlns:a16="http://schemas.microsoft.com/office/drawing/2014/main" id="{F3B37F73-6437-FCBF-2F59-0C381A1E21FF}"/>
                          </a:ext>
                        </a:extLst>
                      </p:cNvPr>
                      <p:cNvPicPr>
                        <a:picLocks noChangeAspect="1" noChangeArrowheads="1"/>
                      </p:cNvPicPr>
                      <p:nvPr/>
                    </p:nvPicPr>
                    <p:blipFill>
                      <a:blip r:embed="rId19"/>
                      <a:srcRect/>
                      <a:stretch>
                        <a:fillRect/>
                      </a:stretch>
                    </p:blipFill>
                    <p:spPr bwMode="auto">
                      <a:xfrm>
                        <a:off x="7128439" y="5201447"/>
                        <a:ext cx="2015561" cy="1720751"/>
                      </a:xfrm>
                      <a:prstGeom prst="rect">
                        <a:avLst/>
                      </a:prstGeom>
                      <a:noFill/>
                    </p:spPr>
                  </p:pic>
                </p:oleObj>
              </mc:Fallback>
            </mc:AlternateContent>
          </a:graphicData>
        </a:graphic>
      </p:graphicFrame>
      <p:graphicFrame>
        <p:nvGraphicFramePr>
          <p:cNvPr id="9" name="Object 8">
            <a:extLst>
              <a:ext uri="{FF2B5EF4-FFF2-40B4-BE49-F238E27FC236}">
                <a16:creationId xmlns:a16="http://schemas.microsoft.com/office/drawing/2014/main" id="{73F2A1BB-5319-8613-3A9B-667C5B59A584}"/>
              </a:ext>
            </a:extLst>
          </p:cNvPr>
          <p:cNvGraphicFramePr>
            <a:graphicFrameLocks noChangeAspect="1"/>
          </p:cNvGraphicFramePr>
          <p:nvPr/>
        </p:nvGraphicFramePr>
        <p:xfrm>
          <a:off x="5636189" y="5496490"/>
          <a:ext cx="1492250" cy="1125538"/>
        </p:xfrm>
        <a:graphic>
          <a:graphicData uri="http://schemas.openxmlformats.org/presentationml/2006/ole">
            <mc:AlternateContent xmlns:mc="http://schemas.openxmlformats.org/markup-compatibility/2006">
              <mc:Choice xmlns:v="urn:schemas-microsoft-com:vml" Requires="v">
                <p:oleObj name="Equation" r:id="rId20" imgW="1066680" imgH="698400" progId="Equation.DSMT4">
                  <p:embed/>
                </p:oleObj>
              </mc:Choice>
              <mc:Fallback>
                <p:oleObj name="Equation" r:id="rId20" imgW="1066680" imgH="698400" progId="Equation.DSMT4">
                  <p:embed/>
                  <p:pic>
                    <p:nvPicPr>
                      <p:cNvPr id="9" name="Object 8">
                        <a:extLst>
                          <a:ext uri="{FF2B5EF4-FFF2-40B4-BE49-F238E27FC236}">
                            <a16:creationId xmlns:a16="http://schemas.microsoft.com/office/drawing/2014/main" id="{73F2A1BB-5319-8613-3A9B-667C5B59A584}"/>
                          </a:ext>
                        </a:extLst>
                      </p:cNvPr>
                      <p:cNvPicPr>
                        <a:picLocks noChangeAspect="1" noChangeArrowheads="1"/>
                      </p:cNvPicPr>
                      <p:nvPr/>
                    </p:nvPicPr>
                    <p:blipFill>
                      <a:blip r:embed="rId21"/>
                      <a:srcRect/>
                      <a:stretch>
                        <a:fillRect/>
                      </a:stretch>
                    </p:blipFill>
                    <p:spPr bwMode="auto">
                      <a:xfrm>
                        <a:off x="5636189" y="5496490"/>
                        <a:ext cx="1492250" cy="1125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8">
            <a:extLst>
              <a:ext uri="{FF2B5EF4-FFF2-40B4-BE49-F238E27FC236}">
                <a16:creationId xmlns:a16="http://schemas.microsoft.com/office/drawing/2014/main" id="{8B082EC1-EFC0-C300-CB03-1505F895059B}"/>
              </a:ext>
            </a:extLst>
          </p:cNvPr>
          <p:cNvGraphicFramePr>
            <a:graphicFrameLocks noChangeAspect="1"/>
          </p:cNvGraphicFramePr>
          <p:nvPr/>
        </p:nvGraphicFramePr>
        <p:xfrm>
          <a:off x="4237990" y="6093296"/>
          <a:ext cx="1012825" cy="306387"/>
        </p:xfrm>
        <a:graphic>
          <a:graphicData uri="http://schemas.openxmlformats.org/presentationml/2006/ole">
            <mc:AlternateContent xmlns:mc="http://schemas.openxmlformats.org/markup-compatibility/2006">
              <mc:Choice xmlns:v="urn:schemas-microsoft-com:vml" Requires="v">
                <p:oleObj name="Equation" r:id="rId22" imgW="723600" imgH="190440" progId="Equation.DSMT4">
                  <p:embed/>
                </p:oleObj>
              </mc:Choice>
              <mc:Fallback>
                <p:oleObj name="Equation" r:id="rId22" imgW="723600" imgH="190440" progId="Equation.DSMT4">
                  <p:embed/>
                  <p:pic>
                    <p:nvPicPr>
                      <p:cNvPr id="11" name="Object 8">
                        <a:extLst>
                          <a:ext uri="{FF2B5EF4-FFF2-40B4-BE49-F238E27FC236}">
                            <a16:creationId xmlns:a16="http://schemas.microsoft.com/office/drawing/2014/main" id="{8B082EC1-EFC0-C300-CB03-1505F895059B}"/>
                          </a:ext>
                        </a:extLst>
                      </p:cNvPr>
                      <p:cNvPicPr>
                        <a:picLocks noChangeAspect="1" noChangeArrowheads="1"/>
                      </p:cNvPicPr>
                      <p:nvPr/>
                    </p:nvPicPr>
                    <p:blipFill>
                      <a:blip r:embed="rId23"/>
                      <a:srcRect/>
                      <a:stretch>
                        <a:fillRect/>
                      </a:stretch>
                    </p:blipFill>
                    <p:spPr bwMode="auto">
                      <a:xfrm>
                        <a:off x="4237990" y="6093296"/>
                        <a:ext cx="1012825" cy="3063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Rectangle 2">
            <a:extLst>
              <a:ext uri="{FF2B5EF4-FFF2-40B4-BE49-F238E27FC236}">
                <a16:creationId xmlns:a16="http://schemas.microsoft.com/office/drawing/2014/main" id="{A07CE464-F2EC-0E9F-18E6-8E2D6475CBA4}"/>
              </a:ext>
            </a:extLst>
          </p:cNvPr>
          <p:cNvSpPr>
            <a:spLocks noChangeArrowheads="1"/>
          </p:cNvSpPr>
          <p:nvPr/>
        </p:nvSpPr>
        <p:spPr bwMode="auto">
          <a:xfrm>
            <a:off x="2373624" y="6467895"/>
            <a:ext cx="3119961" cy="406778"/>
          </a:xfrm>
          <a:prstGeom prst="rect">
            <a:avLst/>
          </a:prstGeom>
          <a:noFill/>
          <a:ln w="9525">
            <a:noFill/>
            <a:bevel/>
            <a:headEnd/>
            <a:tailEnd/>
          </a:ln>
        </p:spPr>
        <p:txBody>
          <a:bodyPr wrap="square">
            <a:spAutoFit/>
          </a:bodyPr>
          <a:lstStyle/>
          <a:p>
            <a:pPr marL="457200" marR="0" lvl="0" indent="-4572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0" lang="zh-CN" altLang="en-US" sz="20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楷体_GB2312" pitchFamily="49" charset="-122"/>
              </a:rPr>
              <a:t>其中</a:t>
            </a:r>
            <a:endParaRPr kumimoji="0" lang="zh-CN" altLang="en-US" sz="1600" b="0" i="0" u="none" strike="noStrike" kern="1200" cap="none" spc="0" normalizeH="0" baseline="0" noProof="0" dirty="0">
              <a:ln>
                <a:noFill/>
              </a:ln>
              <a:solidFill>
                <a:srgbClr val="3333CC">
                  <a:lumMod val="75000"/>
                </a:srgbClr>
              </a:solidFill>
              <a:effectLst/>
              <a:uLnTx/>
              <a:uFillTx/>
              <a:latin typeface="Arial" charset="0"/>
              <a:ea typeface="宋体" pitchFamily="2" charset="-122"/>
              <a:cs typeface="+mn-cs"/>
            </a:endParaRPr>
          </a:p>
        </p:txBody>
      </p:sp>
    </p:spTree>
    <p:extLst>
      <p:ext uri="{BB962C8B-B14F-4D97-AF65-F5344CB8AC3E}">
        <p14:creationId xmlns:p14="http://schemas.microsoft.com/office/powerpoint/2010/main" val="1339428506"/>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4829"/>
                                        </p:tgtEl>
                                        <p:attrNameLst>
                                          <p:attrName>style.visibility</p:attrName>
                                        </p:attrNameLst>
                                      </p:cBhvr>
                                      <p:to>
                                        <p:strVal val="visible"/>
                                      </p:to>
                                    </p:set>
                                    <p:animEffect transition="in" filter="wipe(left)">
                                      <p:cBhvr>
                                        <p:cTn id="17" dur="500"/>
                                        <p:tgtEl>
                                          <p:spTgt spid="34829"/>
                                        </p:tgtEl>
                                      </p:cBhvr>
                                    </p:animEffect>
                                  </p:childTnLst>
                                </p:cTn>
                              </p:par>
                              <p:par>
                                <p:cTn id="18" presetID="22" presetClass="entr" presetSubtype="8" fill="hold" nodeType="withEffect">
                                  <p:stCondLst>
                                    <p:cond delay="0"/>
                                  </p:stCondLst>
                                  <p:childTnLst>
                                    <p:set>
                                      <p:cBhvr>
                                        <p:cTn id="19" dur="1" fill="hold">
                                          <p:stCondLst>
                                            <p:cond delay="0"/>
                                          </p:stCondLst>
                                        </p:cTn>
                                        <p:tgtEl>
                                          <p:spTgt spid="34829">
                                            <p:txEl>
                                              <p:pRg st="0" end="0"/>
                                            </p:txEl>
                                          </p:spTgt>
                                        </p:tgtEl>
                                        <p:attrNameLst>
                                          <p:attrName>style.visibility</p:attrName>
                                        </p:attrNameLst>
                                      </p:cBhvr>
                                      <p:to>
                                        <p:strVal val="visible"/>
                                      </p:to>
                                    </p:set>
                                    <p:animEffect transition="in" filter="wipe(left)">
                                      <p:cBhvr>
                                        <p:cTn id="20" dur="500"/>
                                        <p:tgtEl>
                                          <p:spTgt spid="34829">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77543"/>
                                        </p:tgtEl>
                                        <p:attrNameLst>
                                          <p:attrName>style.visibility</p:attrName>
                                        </p:attrNameLst>
                                      </p:cBhvr>
                                      <p:to>
                                        <p:strVal val="visible"/>
                                      </p:to>
                                    </p:set>
                                    <p:animEffect transition="in" filter="wipe(left)">
                                      <p:cBhvr>
                                        <p:cTn id="25" dur="500"/>
                                        <p:tgtEl>
                                          <p:spTgt spid="57754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4829">
                                            <p:txEl>
                                              <p:pRg st="1" end="1"/>
                                            </p:txEl>
                                          </p:spTgt>
                                        </p:tgtEl>
                                        <p:attrNameLst>
                                          <p:attrName>style.visibility</p:attrName>
                                        </p:attrNameLst>
                                      </p:cBhvr>
                                      <p:to>
                                        <p:strVal val="visible"/>
                                      </p:to>
                                    </p:set>
                                    <p:animEffect transition="in" filter="wipe(left)">
                                      <p:cBhvr>
                                        <p:cTn id="30" dur="500"/>
                                        <p:tgtEl>
                                          <p:spTgt spid="34829">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wipe(left)">
                                      <p:cBhvr>
                                        <p:cTn id="35" dur="500"/>
                                        <p:tgtEl>
                                          <p:spTgt spid="6"/>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34829">
                                            <p:txEl>
                                              <p:pRg st="2" end="2"/>
                                            </p:txEl>
                                          </p:spTgt>
                                        </p:tgtEl>
                                        <p:attrNameLst>
                                          <p:attrName>style.visibility</p:attrName>
                                        </p:attrNameLst>
                                      </p:cBhvr>
                                      <p:to>
                                        <p:strVal val="visible"/>
                                      </p:to>
                                    </p:set>
                                    <p:animEffect transition="in" filter="wipe(left)">
                                      <p:cBhvr>
                                        <p:cTn id="40" dur="500"/>
                                        <p:tgtEl>
                                          <p:spTgt spid="34829">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34829">
                                            <p:txEl>
                                              <p:pRg st="3" end="3"/>
                                            </p:txEl>
                                          </p:spTgt>
                                        </p:tgtEl>
                                        <p:attrNameLst>
                                          <p:attrName>style.visibility</p:attrName>
                                        </p:attrNameLst>
                                      </p:cBhvr>
                                      <p:to>
                                        <p:strVal val="visible"/>
                                      </p:to>
                                    </p:set>
                                    <p:animEffect transition="in" filter="wipe(left)">
                                      <p:cBhvr>
                                        <p:cTn id="45" dur="500"/>
                                        <p:tgtEl>
                                          <p:spTgt spid="34829">
                                            <p:txEl>
                                              <p:pRg st="3" end="3"/>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wipe(left)">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xit" presetSubtype="8" fill="hold" grpId="1" nodeType="clickEffect">
                                  <p:stCondLst>
                                    <p:cond delay="0"/>
                                  </p:stCondLst>
                                  <p:childTnLst>
                                    <p:animEffect transition="out" filter="wipe(left)">
                                      <p:cBhvr>
                                        <p:cTn id="54" dur="500"/>
                                        <p:tgtEl>
                                          <p:spTgt spid="34829">
                                            <p:txEl>
                                              <p:pRg st="0" end="0"/>
                                            </p:txEl>
                                          </p:spTgt>
                                        </p:tgtEl>
                                      </p:cBhvr>
                                    </p:animEffect>
                                    <p:set>
                                      <p:cBhvr>
                                        <p:cTn id="55" dur="1" fill="hold">
                                          <p:stCondLst>
                                            <p:cond delay="499"/>
                                          </p:stCondLst>
                                        </p:cTn>
                                        <p:tgtEl>
                                          <p:spTgt spid="34829">
                                            <p:txEl>
                                              <p:pRg st="0" end="0"/>
                                            </p:txEl>
                                          </p:spTgt>
                                        </p:tgtEl>
                                        <p:attrNameLst>
                                          <p:attrName>style.visibility</p:attrName>
                                        </p:attrNameLst>
                                      </p:cBhvr>
                                      <p:to>
                                        <p:strVal val="hidden"/>
                                      </p:to>
                                    </p:set>
                                  </p:childTnLst>
                                </p:cTn>
                              </p:par>
                              <p:par>
                                <p:cTn id="56" presetID="22" presetClass="exit" presetSubtype="8" fill="hold" grpId="1" nodeType="withEffect">
                                  <p:stCondLst>
                                    <p:cond delay="0"/>
                                  </p:stCondLst>
                                  <p:childTnLst>
                                    <p:animEffect transition="out" filter="wipe(left)">
                                      <p:cBhvr>
                                        <p:cTn id="57" dur="500"/>
                                        <p:tgtEl>
                                          <p:spTgt spid="34829">
                                            <p:txEl>
                                              <p:pRg st="1" end="1"/>
                                            </p:txEl>
                                          </p:spTgt>
                                        </p:tgtEl>
                                      </p:cBhvr>
                                    </p:animEffect>
                                    <p:set>
                                      <p:cBhvr>
                                        <p:cTn id="58" dur="1" fill="hold">
                                          <p:stCondLst>
                                            <p:cond delay="499"/>
                                          </p:stCondLst>
                                        </p:cTn>
                                        <p:tgtEl>
                                          <p:spTgt spid="34829">
                                            <p:txEl>
                                              <p:pRg st="1" end="1"/>
                                            </p:txEl>
                                          </p:spTgt>
                                        </p:tgtEl>
                                        <p:attrNameLst>
                                          <p:attrName>style.visibility</p:attrName>
                                        </p:attrNameLst>
                                      </p:cBhvr>
                                      <p:to>
                                        <p:strVal val="hidden"/>
                                      </p:to>
                                    </p:set>
                                  </p:childTnLst>
                                </p:cTn>
                              </p:par>
                              <p:par>
                                <p:cTn id="59" presetID="22" presetClass="exit" presetSubtype="8" fill="hold" grpId="1" nodeType="withEffect">
                                  <p:stCondLst>
                                    <p:cond delay="0"/>
                                  </p:stCondLst>
                                  <p:childTnLst>
                                    <p:animEffect transition="out" filter="wipe(left)">
                                      <p:cBhvr>
                                        <p:cTn id="60" dur="500"/>
                                        <p:tgtEl>
                                          <p:spTgt spid="34829">
                                            <p:txEl>
                                              <p:pRg st="2" end="2"/>
                                            </p:txEl>
                                          </p:spTgt>
                                        </p:tgtEl>
                                      </p:cBhvr>
                                    </p:animEffect>
                                    <p:set>
                                      <p:cBhvr>
                                        <p:cTn id="61" dur="1" fill="hold">
                                          <p:stCondLst>
                                            <p:cond delay="499"/>
                                          </p:stCondLst>
                                        </p:cTn>
                                        <p:tgtEl>
                                          <p:spTgt spid="34829">
                                            <p:txEl>
                                              <p:pRg st="2" end="2"/>
                                            </p:txEl>
                                          </p:spTgt>
                                        </p:tgtEl>
                                        <p:attrNameLst>
                                          <p:attrName>style.visibility</p:attrName>
                                        </p:attrNameLst>
                                      </p:cBhvr>
                                      <p:to>
                                        <p:strVal val="hidden"/>
                                      </p:to>
                                    </p:set>
                                  </p:childTnLst>
                                </p:cTn>
                              </p:par>
                              <p:par>
                                <p:cTn id="62" presetID="22" presetClass="exit" presetSubtype="8" fill="hold" grpId="1" nodeType="withEffect">
                                  <p:stCondLst>
                                    <p:cond delay="0"/>
                                  </p:stCondLst>
                                  <p:childTnLst>
                                    <p:animEffect transition="out" filter="wipe(left)">
                                      <p:cBhvr>
                                        <p:cTn id="63" dur="500"/>
                                        <p:tgtEl>
                                          <p:spTgt spid="34829">
                                            <p:txEl>
                                              <p:pRg st="3" end="3"/>
                                            </p:txEl>
                                          </p:spTgt>
                                        </p:tgtEl>
                                      </p:cBhvr>
                                    </p:animEffect>
                                    <p:set>
                                      <p:cBhvr>
                                        <p:cTn id="64" dur="1" fill="hold">
                                          <p:stCondLst>
                                            <p:cond delay="499"/>
                                          </p:stCondLst>
                                        </p:cTn>
                                        <p:tgtEl>
                                          <p:spTgt spid="34829">
                                            <p:txEl>
                                              <p:pRg st="3" end="3"/>
                                            </p:txEl>
                                          </p:spTgt>
                                        </p:tgtEl>
                                        <p:attrNameLst>
                                          <p:attrName>style.visibility</p:attrName>
                                        </p:attrNameLst>
                                      </p:cBhvr>
                                      <p:to>
                                        <p:strVal val="hidden"/>
                                      </p:to>
                                    </p:set>
                                  </p:childTnLst>
                                </p:cTn>
                              </p:par>
                              <p:par>
                                <p:cTn id="65" presetID="22" presetClass="exit" presetSubtype="8" fill="hold" grpId="1" nodeType="withEffect">
                                  <p:stCondLst>
                                    <p:cond delay="0"/>
                                  </p:stCondLst>
                                  <p:childTnLst>
                                    <p:animEffect transition="out" filter="wipe(left)">
                                      <p:cBhvr>
                                        <p:cTn id="66" dur="500"/>
                                        <p:tgtEl>
                                          <p:spTgt spid="34829">
                                            <p:bg/>
                                          </p:spTgt>
                                        </p:tgtEl>
                                      </p:cBhvr>
                                    </p:animEffect>
                                    <p:set>
                                      <p:cBhvr>
                                        <p:cTn id="67" dur="1" fill="hold">
                                          <p:stCondLst>
                                            <p:cond delay="499"/>
                                          </p:stCondLst>
                                        </p:cTn>
                                        <p:tgtEl>
                                          <p:spTgt spid="34829">
                                            <p:bg/>
                                          </p:spTgt>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8">
                                            <p:txEl>
                                              <p:pRg st="0" end="0"/>
                                            </p:txEl>
                                          </p:spTgt>
                                        </p:tgtEl>
                                        <p:attrNameLst>
                                          <p:attrName>style.visibility</p:attrName>
                                        </p:attrNameLst>
                                      </p:cBhvr>
                                      <p:to>
                                        <p:strVal val="visible"/>
                                      </p:to>
                                    </p:set>
                                    <p:animEffect transition="in" filter="wipe(left)">
                                      <p:cBhvr>
                                        <p:cTn id="72" dur="500"/>
                                        <p:tgtEl>
                                          <p:spTgt spid="8">
                                            <p:txEl>
                                              <p:pRg st="0" end="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
                                            <p:txEl>
                                              <p:pRg st="0" end="0"/>
                                            </p:txEl>
                                          </p:spTgt>
                                        </p:tgtEl>
                                        <p:attrNameLst>
                                          <p:attrName>style.visibility</p:attrName>
                                        </p:attrNameLst>
                                      </p:cBhvr>
                                      <p:to>
                                        <p:strVal val="visible"/>
                                      </p:to>
                                    </p:set>
                                    <p:animEffect transition="in" filter="wipe(left)">
                                      <p:cBhvr>
                                        <p:cTn id="77" dur="500"/>
                                        <p:tgtEl>
                                          <p:spTgt spid="4">
                                            <p:txEl>
                                              <p:pRg st="0" end="0"/>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11"/>
                                        </p:tgtEl>
                                        <p:attrNameLst>
                                          <p:attrName>style.visibility</p:attrName>
                                        </p:attrNameLst>
                                      </p:cBhvr>
                                      <p:to>
                                        <p:strVal val="visible"/>
                                      </p:to>
                                    </p:set>
                                    <p:animEffect transition="in" filter="wipe(left)">
                                      <p:cBhvr>
                                        <p:cTn id="82" dur="500"/>
                                        <p:tgtEl>
                                          <p:spTgt spid="11"/>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12">
                                            <p:txEl>
                                              <p:pRg st="0" end="0"/>
                                            </p:txEl>
                                          </p:spTgt>
                                        </p:tgtEl>
                                        <p:attrNameLst>
                                          <p:attrName>style.visibility</p:attrName>
                                        </p:attrNameLst>
                                      </p:cBhvr>
                                      <p:to>
                                        <p:strVal val="visible"/>
                                      </p:to>
                                    </p:set>
                                    <p:animEffect transition="in" filter="wipe(left)">
                                      <p:cBhvr>
                                        <p:cTn id="87" dur="500"/>
                                        <p:tgtEl>
                                          <p:spTgt spid="12">
                                            <p:txEl>
                                              <p:pRg st="0" end="0"/>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9"/>
                                        </p:tgtEl>
                                        <p:attrNameLst>
                                          <p:attrName>style.visibility</p:attrName>
                                        </p:attrNameLst>
                                      </p:cBhvr>
                                      <p:to>
                                        <p:strVal val="visible"/>
                                      </p:to>
                                    </p:set>
                                    <p:animEffect transition="in" filter="wipe(left)">
                                      <p:cBhvr>
                                        <p:cTn id="92" dur="500"/>
                                        <p:tgtEl>
                                          <p:spTgt spid="9"/>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5"/>
                                        </p:tgtEl>
                                        <p:attrNameLst>
                                          <p:attrName>style.visibility</p:attrName>
                                        </p:attrNameLst>
                                      </p:cBhvr>
                                      <p:to>
                                        <p:strVal val="visible"/>
                                      </p:to>
                                    </p:set>
                                    <p:animEffect transition="in" filter="wipe(left)">
                                      <p:cBhvr>
                                        <p:cTn id="9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9" grpId="0" animBg="1"/>
      <p:bldP spid="34829" grpId="1" build="allAtOnce"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24"/>
          <p:cNvGrpSpPr>
            <a:grpSpLocks/>
          </p:cNvGrpSpPr>
          <p:nvPr/>
        </p:nvGrpSpPr>
        <p:grpSpPr bwMode="auto">
          <a:xfrm>
            <a:off x="1347788" y="5245100"/>
            <a:ext cx="7162800" cy="692150"/>
            <a:chOff x="1135088" y="5286388"/>
            <a:chExt cx="7162803" cy="692166"/>
          </a:xfrm>
        </p:grpSpPr>
        <p:grpSp>
          <p:nvGrpSpPr>
            <p:cNvPr id="68630" name="Group 32"/>
            <p:cNvGrpSpPr>
              <a:grpSpLocks/>
            </p:cNvGrpSpPr>
            <p:nvPr/>
          </p:nvGrpSpPr>
          <p:grpSpPr bwMode="auto">
            <a:xfrm>
              <a:off x="1135088" y="5286404"/>
              <a:ext cx="7162803" cy="692150"/>
              <a:chOff x="2857" y="1754"/>
              <a:chExt cx="4512" cy="436"/>
            </a:xfrm>
          </p:grpSpPr>
          <p:sp>
            <p:nvSpPr>
              <p:cNvPr id="68632" name="Rectangle 30"/>
              <p:cNvSpPr>
                <a:spLocks noChangeArrowheads="1"/>
              </p:cNvSpPr>
              <p:nvPr/>
            </p:nvSpPr>
            <p:spPr bwMode="auto">
              <a:xfrm>
                <a:off x="2857" y="1938"/>
                <a:ext cx="4512" cy="252"/>
              </a:xfrm>
              <a:prstGeom prst="rect">
                <a:avLst/>
              </a:prstGeom>
              <a:solidFill>
                <a:srgbClr val="FF0000"/>
              </a:solidFill>
              <a:ln w="19050">
                <a:solidFill>
                  <a:srgbClr val="FFFF00"/>
                </a:solid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n</a:t>
                </a: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个线性无关且正交的单位特征向量记为正交阵</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000" b="1" i="0"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rPr>
                  <a:t>n</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p>
            </p:txBody>
          </p:sp>
          <p:sp>
            <p:nvSpPr>
              <p:cNvPr id="68634" name="Line 31"/>
              <p:cNvSpPr>
                <a:spLocks noChangeShapeType="1"/>
              </p:cNvSpPr>
              <p:nvPr/>
            </p:nvSpPr>
            <p:spPr bwMode="auto">
              <a:xfrm>
                <a:off x="3267" y="1754"/>
                <a:ext cx="0" cy="192"/>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pSp>
        <p:sp>
          <p:nvSpPr>
            <p:cNvPr id="68631" name="Line 31"/>
            <p:cNvSpPr>
              <a:spLocks noChangeShapeType="1"/>
            </p:cNvSpPr>
            <p:nvPr/>
          </p:nvSpPr>
          <p:spPr bwMode="auto">
            <a:xfrm>
              <a:off x="7572396" y="5286388"/>
              <a:ext cx="0" cy="304800"/>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pSp>
      <p:sp>
        <p:nvSpPr>
          <p:cNvPr id="4" name="Rectangle 7"/>
          <p:cNvSpPr>
            <a:spLocks noChangeArrowheads="1"/>
          </p:cNvSpPr>
          <p:nvPr/>
        </p:nvSpPr>
        <p:spPr bwMode="auto">
          <a:xfrm>
            <a:off x="3143250" y="1028700"/>
            <a:ext cx="2260600" cy="400050"/>
          </a:xfrm>
          <a:prstGeom prst="rect">
            <a:avLst/>
          </a:prstGeom>
          <a:solidFill>
            <a:srgbClr val="FF0000"/>
          </a:solidFill>
          <a:ln w="19050">
            <a:solidFill>
              <a:srgbClr val="FFFF00"/>
            </a:solidFill>
            <a:miter lim="800000"/>
            <a:headEnd/>
            <a:tailEnd/>
          </a:ln>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求</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E</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 = 0</a:t>
            </a: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的根 </a:t>
            </a:r>
          </a:p>
        </p:txBody>
      </p:sp>
      <p:grpSp>
        <p:nvGrpSpPr>
          <p:cNvPr id="2" name="Group 10"/>
          <p:cNvGrpSpPr>
            <a:grpSpLocks/>
          </p:cNvGrpSpPr>
          <p:nvPr/>
        </p:nvGrpSpPr>
        <p:grpSpPr bwMode="auto">
          <a:xfrm>
            <a:off x="2867025" y="1458913"/>
            <a:ext cx="3057525" cy="909637"/>
            <a:chOff x="971055" y="1036"/>
            <a:chExt cx="3056930" cy="573"/>
          </a:xfrm>
        </p:grpSpPr>
        <p:sp>
          <p:nvSpPr>
            <p:cNvPr id="68639" name="Line 8"/>
            <p:cNvSpPr>
              <a:spLocks noChangeShapeType="1"/>
            </p:cNvSpPr>
            <p:nvPr/>
          </p:nvSpPr>
          <p:spPr bwMode="auto">
            <a:xfrm>
              <a:off x="2461282" y="1036"/>
              <a:ext cx="11126" cy="168"/>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68640" name="AutoShape 9"/>
            <p:cNvSpPr>
              <a:spLocks noChangeArrowheads="1"/>
            </p:cNvSpPr>
            <p:nvPr/>
          </p:nvSpPr>
          <p:spPr bwMode="auto">
            <a:xfrm>
              <a:off x="971055" y="1224"/>
              <a:ext cx="3056930" cy="385"/>
            </a:xfrm>
            <a:prstGeom prst="diamond">
              <a:avLst/>
            </a:prstGeom>
            <a:noFill/>
            <a:ln w="19050">
              <a:solidFill>
                <a:srgbClr val="FFFF00"/>
              </a:solidFill>
              <a:miter lim="800000"/>
              <a:headEnd/>
              <a:tailEnd/>
            </a:ln>
          </p:spPr>
          <p:txBody>
            <a:bodyPr wrap="none" lIns="0" tIns="0" rIns="0" bIns="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特征值的重数</a:t>
              </a:r>
              <a:endPar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grpSp>
      <p:grpSp>
        <p:nvGrpSpPr>
          <p:cNvPr id="3" name="Group 36"/>
          <p:cNvGrpSpPr>
            <a:grpSpLocks/>
          </p:cNvGrpSpPr>
          <p:nvPr/>
        </p:nvGrpSpPr>
        <p:grpSpPr bwMode="auto">
          <a:xfrm>
            <a:off x="3151188" y="5965825"/>
            <a:ext cx="3603625" cy="677863"/>
            <a:chOff x="3164" y="2832"/>
            <a:chExt cx="2270" cy="427"/>
          </a:xfrm>
        </p:grpSpPr>
        <p:sp>
          <p:nvSpPr>
            <p:cNvPr id="68637" name="Rectangle 34"/>
            <p:cNvSpPr>
              <a:spLocks noChangeArrowheads="1"/>
            </p:cNvSpPr>
            <p:nvPr/>
          </p:nvSpPr>
          <p:spPr bwMode="auto">
            <a:xfrm>
              <a:off x="3164" y="3007"/>
              <a:ext cx="2270" cy="252"/>
            </a:xfrm>
            <a:prstGeom prst="rect">
              <a:avLst/>
            </a:prstGeom>
            <a:solidFill>
              <a:srgbClr val="FF0000"/>
            </a:solidFill>
            <a:ln w="19050">
              <a:solidFill>
                <a:srgbClr val="FFFF00"/>
              </a:solid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得</a:t>
              </a:r>
              <a:r>
                <a:rPr kumimoji="1" lang="zh-CN" altLang="en-US" sz="2000" b="1" i="0" u="none" strike="noStrike" kern="1200" cap="none" spc="0" normalizeH="0" baseline="0" noProof="0">
                  <a:ln>
                    <a:noFill/>
                  </a:ln>
                  <a:solidFill>
                    <a:srgbClr val="010173"/>
                  </a:solidFill>
                  <a:effectLst/>
                  <a:uLnTx/>
                  <a:uFillTx/>
                  <a:latin typeface="微软雅黑" pitchFamily="34" charset="-122"/>
                  <a:ea typeface="微软雅黑" pitchFamily="34" charset="-122"/>
                  <a:cs typeface="+mn-cs"/>
                </a:rPr>
                <a:t>表达式</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P </a:t>
              </a:r>
              <a:r>
                <a:rPr kumimoji="1" lang="en-US" altLang="zh-CN" sz="2000" b="1" i="0" u="none" strike="noStrike" kern="1200" cap="none" spc="0" normalizeH="0" baseline="30000" noProof="0">
                  <a:ln>
                    <a:noFill/>
                  </a:ln>
                  <a:solidFill>
                    <a:srgbClr val="FFFFFF"/>
                  </a:solidFill>
                  <a:effectLst/>
                  <a:uLnTx/>
                  <a:uFillTx/>
                  <a:latin typeface="微软雅黑" pitchFamily="34" charset="-122"/>
                  <a:ea typeface="微软雅黑" pitchFamily="34" charset="-122"/>
                  <a:cs typeface="+mn-cs"/>
                </a:rPr>
                <a:t>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AP</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=diag[</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0"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n</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p>
          </p:txBody>
        </p:sp>
        <p:sp>
          <p:nvSpPr>
            <p:cNvPr id="68638" name="Line 35"/>
            <p:cNvSpPr>
              <a:spLocks noChangeShapeType="1"/>
            </p:cNvSpPr>
            <p:nvPr/>
          </p:nvSpPr>
          <p:spPr bwMode="auto">
            <a:xfrm>
              <a:off x="4320" y="2832"/>
              <a:ext cx="0" cy="192"/>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grpSp>
      <p:sp>
        <p:nvSpPr>
          <p:cNvPr id="11" name="Rectangle 30"/>
          <p:cNvSpPr>
            <a:spLocks noChangeArrowheads="1"/>
          </p:cNvSpPr>
          <p:nvPr/>
        </p:nvSpPr>
        <p:spPr bwMode="auto">
          <a:xfrm>
            <a:off x="3643313" y="2744788"/>
            <a:ext cx="1571625" cy="400050"/>
          </a:xfrm>
          <a:prstGeom prst="rect">
            <a:avLst/>
          </a:prstGeom>
          <a:solidFill>
            <a:srgbClr val="FF0000"/>
          </a:solidFill>
          <a:ln w="19050">
            <a:solidFill>
              <a:srgbClr val="FFFF00"/>
            </a:solid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E</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)X=O</a:t>
            </a:r>
          </a:p>
        </p:txBody>
      </p:sp>
      <p:sp>
        <p:nvSpPr>
          <p:cNvPr id="12" name="Rectangle 26"/>
          <p:cNvSpPr>
            <a:spLocks noChangeArrowheads="1"/>
          </p:cNvSpPr>
          <p:nvPr/>
        </p:nvSpPr>
        <p:spPr bwMode="auto">
          <a:xfrm>
            <a:off x="6572250" y="3030538"/>
            <a:ext cx="1533525" cy="400050"/>
          </a:xfrm>
          <a:prstGeom prst="rect">
            <a:avLst/>
          </a:prstGeom>
          <a:noFill/>
          <a:ln w="9525">
            <a:noFill/>
            <a:miter lim="800000"/>
            <a:headEnd/>
            <a:tailEnd/>
          </a:ln>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n – r</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  </a:t>
            </a: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cxnSp>
        <p:nvCxnSpPr>
          <p:cNvPr id="13" name="肘形连接符 51"/>
          <p:cNvCxnSpPr>
            <a:cxnSpLocks noChangeShapeType="1"/>
            <a:endCxn id="11" idx="3"/>
          </p:cNvCxnSpPr>
          <p:nvPr/>
        </p:nvCxnSpPr>
        <p:spPr bwMode="auto">
          <a:xfrm flipH="1">
            <a:off x="5214938" y="2063750"/>
            <a:ext cx="709612" cy="881063"/>
          </a:xfrm>
          <a:prstGeom prst="bentConnector3">
            <a:avLst>
              <a:gd name="adj1" fmla="val -294620"/>
            </a:avLst>
          </a:prstGeom>
          <a:noFill/>
          <a:ln w="19050" algn="ctr">
            <a:solidFill>
              <a:srgbClr val="FFFF00"/>
            </a:solidFill>
            <a:round/>
            <a:headEnd/>
            <a:tailEnd type="arrow" w="med" len="med"/>
          </a:ln>
        </p:spPr>
      </p:cxnSp>
      <p:cxnSp>
        <p:nvCxnSpPr>
          <p:cNvPr id="14" name="肘形连接符 13"/>
          <p:cNvCxnSpPr>
            <a:cxnSpLocks noChangeShapeType="1"/>
          </p:cNvCxnSpPr>
          <p:nvPr/>
        </p:nvCxnSpPr>
        <p:spPr bwMode="auto">
          <a:xfrm>
            <a:off x="5214938" y="2989263"/>
            <a:ext cx="2816225" cy="541337"/>
          </a:xfrm>
          <a:prstGeom prst="bentConnector3">
            <a:avLst>
              <a:gd name="adj1" fmla="val 99690"/>
            </a:avLst>
          </a:prstGeom>
          <a:noFill/>
          <a:ln w="19050" algn="ctr">
            <a:solidFill>
              <a:srgbClr val="FFFF00"/>
            </a:solidFill>
            <a:round/>
            <a:headEnd/>
            <a:tailEnd type="arrow" w="med" len="med"/>
          </a:ln>
        </p:spPr>
      </p:cxnSp>
      <p:grpSp>
        <p:nvGrpSpPr>
          <p:cNvPr id="5" name="组合 43"/>
          <p:cNvGrpSpPr>
            <a:grpSpLocks/>
          </p:cNvGrpSpPr>
          <p:nvPr/>
        </p:nvGrpSpPr>
        <p:grpSpPr bwMode="auto">
          <a:xfrm>
            <a:off x="642938" y="3000375"/>
            <a:ext cx="4286250" cy="930275"/>
            <a:chOff x="214282" y="3467193"/>
            <a:chExt cx="4286281" cy="930314"/>
          </a:xfrm>
        </p:grpSpPr>
        <p:sp>
          <p:nvSpPr>
            <p:cNvPr id="16" name="Rectangle 30"/>
            <p:cNvSpPr>
              <a:spLocks noChangeArrowheads="1"/>
            </p:cNvSpPr>
            <p:nvPr/>
          </p:nvSpPr>
          <p:spPr bwMode="auto">
            <a:xfrm>
              <a:off x="214282" y="3997440"/>
              <a:ext cx="4286281" cy="400067"/>
            </a:xfrm>
            <a:prstGeom prst="rect">
              <a:avLst/>
            </a:prstGeom>
            <a:solidFill>
              <a:schemeClr val="bg1">
                <a:lumMod val="75000"/>
              </a:schemeClr>
            </a:solidFill>
            <a:ln w="19050">
              <a:solidFill>
                <a:srgbClr val="FFFF00"/>
              </a:solidFill>
              <a:miter lim="800000"/>
              <a:headEnd/>
              <a:tailEnd/>
            </a:ln>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求</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m</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个基础解，即特征向量</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0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000" b="1" i="1"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rPr>
                <a:t>m</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cxnSp>
          <p:nvCxnSpPr>
            <p:cNvPr id="17" name="肘形连接符 107"/>
            <p:cNvCxnSpPr/>
            <p:nvPr/>
          </p:nvCxnSpPr>
          <p:spPr bwMode="auto">
            <a:xfrm rot="10800000" flipV="1">
              <a:off x="1571604" y="3467193"/>
              <a:ext cx="1643075" cy="530247"/>
            </a:xfrm>
            <a:prstGeom prst="bentConnector3">
              <a:avLst>
                <a:gd name="adj1" fmla="val 99487"/>
              </a:avLst>
            </a:prstGeom>
            <a:solidFill>
              <a:schemeClr val="accent1"/>
            </a:solidFill>
            <a:ln w="19050" cap="flat" cmpd="sng" algn="ctr">
              <a:solidFill>
                <a:schemeClr val="accent1">
                  <a:lumMod val="40000"/>
                  <a:lumOff val="60000"/>
                </a:schemeClr>
              </a:solidFill>
              <a:prstDash val="solid"/>
              <a:round/>
              <a:headEnd type="none" w="med" len="med"/>
              <a:tailEnd type="arrow"/>
            </a:ln>
            <a:effectLst/>
          </p:spPr>
        </p:cxnSp>
      </p:grpSp>
      <p:sp>
        <p:nvSpPr>
          <p:cNvPr id="18" name="Rectangle 30"/>
          <p:cNvSpPr>
            <a:spLocks noChangeArrowheads="1"/>
          </p:cNvSpPr>
          <p:nvPr/>
        </p:nvSpPr>
        <p:spPr bwMode="auto">
          <a:xfrm>
            <a:off x="4929188" y="3530600"/>
            <a:ext cx="4214812" cy="400050"/>
          </a:xfrm>
          <a:prstGeom prst="rect">
            <a:avLst/>
          </a:prstGeom>
          <a:solidFill>
            <a:srgbClr val="008000"/>
          </a:solidFill>
          <a:ln w="19050">
            <a:solidFill>
              <a:srgbClr val="FFFF00"/>
            </a:solidFill>
            <a:miter lim="800000"/>
            <a:headEnd/>
            <a:tailEnd/>
          </a:ln>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求</a:t>
            </a:r>
            <a:r>
              <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q</a:t>
            </a:r>
            <a:r>
              <a:rPr kumimoji="1"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组基础解，即特征向量</a:t>
            </a:r>
            <a:r>
              <a:rPr kumimoji="1" lang="en-US" altLang="zh-CN" sz="20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ξ</a:t>
            </a:r>
            <a:r>
              <a:rPr kumimoji="1" lang="en-US" altLang="zh-CN" sz="2000" b="1" i="0"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ξ</a:t>
            </a:r>
            <a:r>
              <a:rPr kumimoji="1" lang="en-US" altLang="zh-CN" sz="20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k</a:t>
            </a:r>
            <a:endPar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cxnSp>
        <p:nvCxnSpPr>
          <p:cNvPr id="19" name="肘形连接符 107"/>
          <p:cNvCxnSpPr>
            <a:endCxn id="11" idx="1"/>
          </p:cNvCxnSpPr>
          <p:nvPr/>
        </p:nvCxnSpPr>
        <p:spPr bwMode="auto">
          <a:xfrm rot="10800000" flipH="1" flipV="1">
            <a:off x="2867025" y="2063750"/>
            <a:ext cx="776288" cy="881063"/>
          </a:xfrm>
          <a:prstGeom prst="bentConnector3">
            <a:avLst>
              <a:gd name="adj1" fmla="val -112402"/>
            </a:avLst>
          </a:prstGeom>
          <a:solidFill>
            <a:schemeClr val="accent1"/>
          </a:solidFill>
          <a:ln w="19050" cap="flat" cmpd="sng" algn="ctr">
            <a:solidFill>
              <a:schemeClr val="accent1">
                <a:lumMod val="40000"/>
                <a:lumOff val="60000"/>
              </a:schemeClr>
            </a:solidFill>
            <a:prstDash val="solid"/>
            <a:round/>
            <a:headEnd type="none" w="med" len="med"/>
            <a:tailEnd type="arrow"/>
          </a:ln>
          <a:effectLst/>
        </p:spPr>
      </p:cxnSp>
      <p:sp>
        <p:nvSpPr>
          <p:cNvPr id="21" name="Rectangle 30"/>
          <p:cNvSpPr>
            <a:spLocks noChangeArrowheads="1"/>
          </p:cNvSpPr>
          <p:nvPr/>
        </p:nvSpPr>
        <p:spPr bwMode="auto">
          <a:xfrm>
            <a:off x="1428750" y="4530725"/>
            <a:ext cx="2717800" cy="708025"/>
          </a:xfrm>
          <a:prstGeom prst="rect">
            <a:avLst/>
          </a:prstGeom>
          <a:solidFill>
            <a:schemeClr val="bg1">
              <a:lumMod val="75000"/>
            </a:schemeClr>
          </a:solidFill>
          <a:ln w="19050">
            <a:solidFill>
              <a:srgbClr val="FFFF00"/>
            </a:solidFill>
            <a:miter lim="800000"/>
            <a:headEnd/>
            <a:tailEnd/>
          </a:ln>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将</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ξ</a:t>
            </a:r>
            <a:r>
              <a:rPr kumimoji="1" lang="en-US" altLang="zh-CN" sz="20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ξ</a:t>
            </a:r>
            <a:r>
              <a:rPr kumimoji="1" lang="en-US" altLang="zh-CN" sz="2000" b="1" i="1"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rPr>
              <a:t>m</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单位化</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得</a:t>
            </a:r>
            <a:r>
              <a:rPr kumimoji="1" lang="en-US" altLang="zh-CN" sz="2000" b="1" i="1" u="none" strike="noStrike" kern="1200" cap="none" spc="0" normalizeH="0" baseline="0" noProof="0" dirty="0">
                <a:ln>
                  <a:noFill/>
                </a:ln>
                <a:solidFill>
                  <a:srgbClr val="FFFF00"/>
                </a:solidFill>
                <a:effectLst/>
                <a:uLnTx/>
                <a:uFillTx/>
                <a:latin typeface="微软雅黑"/>
                <a:ea typeface="微软雅黑"/>
                <a:cs typeface="+mn-cs"/>
              </a:rPr>
              <a:t>p</a:t>
            </a:r>
            <a:r>
              <a:rPr kumimoji="1" lang="en-US" altLang="zh-CN" sz="2000" b="1" i="0" u="none" strike="noStrike" kern="1200" cap="none" spc="0" normalizeH="0" baseline="-25000" noProof="0" dirty="0">
                <a:ln>
                  <a:noFill/>
                </a:ln>
                <a:solidFill>
                  <a:srgbClr val="FFFF00"/>
                </a:solidFill>
                <a:effectLst/>
                <a:uLnTx/>
                <a:uFillTx/>
                <a:latin typeface="微软雅黑"/>
                <a:ea typeface="微软雅黑"/>
                <a:cs typeface="+mn-cs"/>
              </a:rPr>
              <a:t>1</a:t>
            </a:r>
            <a:r>
              <a:rPr kumimoji="1" lang="en-US" altLang="zh-CN" sz="2000" b="1" i="0" u="none" strike="noStrike" kern="1200" cap="none" spc="0" normalizeH="0" baseline="0" noProof="0" dirty="0">
                <a:ln>
                  <a:noFill/>
                </a:ln>
                <a:solidFill>
                  <a:srgbClr val="FFFF00"/>
                </a:solidFill>
                <a:effectLst/>
                <a:uLnTx/>
                <a:uFillTx/>
                <a:latin typeface="微软雅黑"/>
                <a:ea typeface="微软雅黑"/>
                <a:cs typeface="+mn-cs"/>
              </a:rPr>
              <a:t> … </a:t>
            </a:r>
            <a:r>
              <a:rPr kumimoji="1" lang="en-US" altLang="zh-CN" sz="2000" b="1" i="1" u="none" strike="noStrike" kern="1200" cap="none" spc="0" normalizeH="0" baseline="0" noProof="0" dirty="0">
                <a:ln>
                  <a:noFill/>
                </a:ln>
                <a:solidFill>
                  <a:srgbClr val="FFFF00"/>
                </a:solidFill>
                <a:effectLst/>
                <a:uLnTx/>
                <a:uFillTx/>
                <a:latin typeface="微软雅黑"/>
                <a:ea typeface="微软雅黑"/>
                <a:cs typeface="+mn-cs"/>
              </a:rPr>
              <a:t>p</a:t>
            </a:r>
            <a:r>
              <a:rPr kumimoji="1" lang="en-US" altLang="zh-CN" sz="2000" b="1" i="1" u="none" strike="noStrike" kern="1200" cap="none" spc="0" normalizeH="0" baseline="-25000" noProof="0" dirty="0">
                <a:ln>
                  <a:noFill/>
                </a:ln>
                <a:solidFill>
                  <a:srgbClr val="FFFF00"/>
                </a:solidFill>
                <a:effectLst/>
                <a:uLnTx/>
                <a:uFillTx/>
                <a:latin typeface="微软雅黑"/>
                <a:ea typeface="微软雅黑"/>
                <a:cs typeface="+mn-cs"/>
              </a:rPr>
              <a:t>m</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
        <p:nvSpPr>
          <p:cNvPr id="22" name="Line 31"/>
          <p:cNvSpPr>
            <a:spLocks noChangeShapeType="1"/>
          </p:cNvSpPr>
          <p:nvPr/>
        </p:nvSpPr>
        <p:spPr bwMode="auto">
          <a:xfrm flipH="1">
            <a:off x="2000250" y="3959225"/>
            <a:ext cx="0" cy="571500"/>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3" name="Line 31"/>
          <p:cNvSpPr>
            <a:spLocks noChangeShapeType="1"/>
          </p:cNvSpPr>
          <p:nvPr/>
        </p:nvSpPr>
        <p:spPr bwMode="auto">
          <a:xfrm>
            <a:off x="8001000" y="3959225"/>
            <a:ext cx="0" cy="304800"/>
          </a:xfrm>
          <a:prstGeom prst="line">
            <a:avLst/>
          </a:prstGeom>
          <a:noFill/>
          <a:ln w="19050">
            <a:solidFill>
              <a:srgbClr val="FFFF00"/>
            </a:solidFill>
            <a:round/>
            <a:headEnd/>
            <a:tailEnd type="stealth" w="lg" len="lg"/>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FFFFCC"/>
              </a:solidFill>
              <a:effectLst/>
              <a:uLnTx/>
              <a:uFillTx/>
              <a:latin typeface="Times New Roman" pitchFamily="18" charset="0"/>
              <a:ea typeface="宋体" pitchFamily="2" charset="-122"/>
              <a:cs typeface="+mn-cs"/>
            </a:endParaRPr>
          </a:p>
        </p:txBody>
      </p:sp>
      <p:sp>
        <p:nvSpPr>
          <p:cNvPr id="24" name="Rectangle 30"/>
          <p:cNvSpPr>
            <a:spLocks noChangeArrowheads="1"/>
          </p:cNvSpPr>
          <p:nvPr/>
        </p:nvSpPr>
        <p:spPr bwMode="auto">
          <a:xfrm>
            <a:off x="5572125" y="4244975"/>
            <a:ext cx="2701925" cy="1016000"/>
          </a:xfrm>
          <a:prstGeom prst="rect">
            <a:avLst/>
          </a:prstGeom>
          <a:solidFill>
            <a:srgbClr val="008000"/>
          </a:solidFill>
          <a:ln w="19050">
            <a:solidFill>
              <a:srgbClr val="FFFF00"/>
            </a:solidFill>
            <a:miter lim="800000"/>
            <a:headEnd/>
            <a:tailEnd/>
          </a:ln>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将</a:t>
            </a:r>
            <a:r>
              <a:rPr kumimoji="1" lang="en-US" altLang="zh-CN" sz="2000" b="1" i="1"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ξ</a:t>
            </a:r>
            <a:r>
              <a:rPr kumimoji="1" lang="en-US" altLang="zh-CN" sz="2000" b="1" i="0" u="none" strike="noStrike" kern="1200" cap="none" spc="0" normalizeH="0" baseline="-25000" noProof="0" dirty="0">
                <a:ln>
                  <a:noFill/>
                </a:ln>
                <a:solidFill>
                  <a:srgbClr val="FFFFFF"/>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rPr>
              <a:t> … </a:t>
            </a:r>
            <a:r>
              <a:rPr kumimoji="1" lang="en-US" altLang="zh-CN" sz="2000" b="1" i="1" u="none" strike="noStrike" kern="1200" cap="none" spc="0" normalizeH="0" baseline="0" noProof="0" dirty="0" err="1">
                <a:ln>
                  <a:noFill/>
                </a:ln>
                <a:solidFill>
                  <a:srgbClr val="FFFFFF"/>
                </a:solidFill>
                <a:effectLst/>
                <a:uLnTx/>
                <a:uFillTx/>
                <a:latin typeface="微软雅黑" pitchFamily="34" charset="-122"/>
                <a:ea typeface="微软雅黑" pitchFamily="34" charset="-122"/>
                <a:cs typeface="+mn-cs"/>
              </a:rPr>
              <a:t>ξ</a:t>
            </a:r>
            <a:r>
              <a:rPr kumimoji="1" lang="en-US" altLang="zh-CN" sz="2000" b="1" i="1" u="none" strike="noStrike" kern="1200" cap="none" spc="0" normalizeH="0" baseline="-25000" noProof="0" dirty="0" err="1">
                <a:ln>
                  <a:noFill/>
                </a:ln>
                <a:solidFill>
                  <a:srgbClr val="FFFFFF"/>
                </a:solidFill>
                <a:effectLst/>
                <a:uLnTx/>
                <a:uFillTx/>
                <a:latin typeface="微软雅黑" pitchFamily="34" charset="-122"/>
                <a:ea typeface="微软雅黑" pitchFamily="34" charset="-122"/>
                <a:cs typeface="+mn-cs"/>
              </a:rPr>
              <a:t>k</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正交化</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再单位化</a:t>
            </a:r>
            <a:endPar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得</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q</a:t>
            </a:r>
            <a:r>
              <a:rPr kumimoji="1" lang="en-US" altLang="zh-CN" sz="2000" b="1" i="0" u="none" strike="noStrike" kern="1200" cap="none" spc="0" normalizeH="0" baseline="-25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q</a:t>
            </a:r>
            <a:r>
              <a:rPr kumimoji="1" lang="en-US" altLang="zh-CN" sz="2000" b="1" i="1" u="none" strike="noStrike" kern="1200" cap="none" spc="0" normalizeH="0" baseline="-25000" noProof="0" dirty="0" err="1">
                <a:ln>
                  <a:noFill/>
                </a:ln>
                <a:solidFill>
                  <a:srgbClr val="FFFF00"/>
                </a:solidFill>
                <a:effectLst/>
                <a:uLnTx/>
                <a:uFillTx/>
                <a:latin typeface="微软雅黑" pitchFamily="34" charset="-122"/>
                <a:ea typeface="微软雅黑" pitchFamily="34" charset="-122"/>
                <a:cs typeface="+mn-cs"/>
              </a:rPr>
              <a:t>k</a:t>
            </a:r>
            <a:endParaRPr kumimoji="1" lang="en-US" altLang="zh-CN" sz="2000" b="1" i="0" u="none" strike="noStrike" kern="1200" cap="none" spc="0" normalizeH="0" baseline="0" noProof="0" dirty="0">
              <a:ln>
                <a:noFill/>
              </a:ln>
              <a:solidFill>
                <a:srgbClr val="FFFFFF"/>
              </a:solidFill>
              <a:effectLst/>
              <a:uLnTx/>
              <a:uFillTx/>
              <a:latin typeface="微软雅黑" pitchFamily="34" charset="-122"/>
              <a:ea typeface="微软雅黑" pitchFamily="34" charset="-122"/>
              <a:cs typeface="+mn-cs"/>
            </a:endParaRPr>
          </a:p>
        </p:txBody>
      </p:sp>
      <p:sp>
        <p:nvSpPr>
          <p:cNvPr id="31" name="Rectangle 13"/>
          <p:cNvSpPr>
            <a:spLocks noChangeArrowheads="1"/>
          </p:cNvSpPr>
          <p:nvPr/>
        </p:nvSpPr>
        <p:spPr bwMode="auto">
          <a:xfrm>
            <a:off x="1627188" y="2173288"/>
            <a:ext cx="1268412" cy="400050"/>
          </a:xfrm>
          <a:prstGeom prst="rect">
            <a:avLst/>
          </a:prstGeom>
          <a:solidFill>
            <a:schemeClr val="bg1">
              <a:lumMod val="75000"/>
            </a:schemeClr>
          </a:solidFill>
          <a:ln w="19050">
            <a:solidFill>
              <a:srgbClr val="FFFF00"/>
            </a:solidFill>
            <a:miter lim="800000"/>
            <a:headEnd/>
            <a:tailEnd/>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m</a:t>
            </a: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个单根 </a:t>
            </a:r>
          </a:p>
        </p:txBody>
      </p:sp>
      <p:sp>
        <p:nvSpPr>
          <p:cNvPr id="32" name="Rectangle 12"/>
          <p:cNvSpPr>
            <a:spLocks noChangeArrowheads="1"/>
          </p:cNvSpPr>
          <p:nvPr/>
        </p:nvSpPr>
        <p:spPr bwMode="auto">
          <a:xfrm>
            <a:off x="6286500" y="2173288"/>
            <a:ext cx="2025650" cy="400050"/>
          </a:xfrm>
          <a:prstGeom prst="rect">
            <a:avLst/>
          </a:prstGeom>
          <a:solidFill>
            <a:srgbClr val="008000"/>
          </a:solidFill>
          <a:ln w="19050">
            <a:solidFill>
              <a:srgbClr val="FFFF00"/>
            </a:solidFill>
            <a:miter lim="800000"/>
            <a:headEnd/>
            <a:tailEnd/>
          </a:ln>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q</a:t>
            </a: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个</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k</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  </a:t>
            </a:r>
            <a:r>
              <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rPr>
              <a:t>重根</a:t>
            </a:r>
            <a:r>
              <a:rPr kumimoji="1" lang="en-US" altLang="zh-CN" sz="2000" b="1" i="1"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25000" noProof="0">
                <a:ln>
                  <a:noFill/>
                </a:ln>
                <a:solidFill>
                  <a:srgbClr val="FFFFFF"/>
                </a:solidFill>
                <a:effectLst/>
                <a:uLnTx/>
                <a:uFillTx/>
                <a:latin typeface="微软雅黑" pitchFamily="34" charset="-122"/>
                <a:ea typeface="微软雅黑" pitchFamily="34" charset="-122"/>
                <a:cs typeface="+mn-cs"/>
                <a:sym typeface="Symbol" pitchFamily="18" charset="2"/>
              </a:rPr>
              <a:t>i</a:t>
            </a:r>
            <a:endParaRPr kumimoji="1" lang="zh-CN" altLang="en-US" sz="2000" b="1" i="0" u="none" strike="noStrike" kern="1200" cap="none" spc="0" normalizeH="0" baseline="0" noProof="0">
              <a:ln>
                <a:noFill/>
              </a:ln>
              <a:solidFill>
                <a:srgbClr val="FFFFFF"/>
              </a:solidFill>
              <a:effectLst/>
              <a:uLnTx/>
              <a:uFillTx/>
              <a:latin typeface="微软雅黑" pitchFamily="34" charset="-122"/>
              <a:ea typeface="微软雅黑" pitchFamily="34" charset="-122"/>
              <a:cs typeface="+mn-cs"/>
            </a:endParaRPr>
          </a:p>
        </p:txBody>
      </p:sp>
      <p:sp>
        <p:nvSpPr>
          <p:cNvPr id="20" name="AutoShape 5"/>
          <p:cNvSpPr>
            <a:spLocks noChangeArrowheads="1"/>
          </p:cNvSpPr>
          <p:nvPr/>
        </p:nvSpPr>
        <p:spPr bwMode="auto">
          <a:xfrm>
            <a:off x="714380" y="5530843"/>
            <a:ext cx="8429652" cy="1327181"/>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说明：</a:t>
            </a:r>
            <a:endPar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1、</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对称阵也可以</a:t>
            </a:r>
            <a:r>
              <a:rPr kumimoji="1" lang="zh-CN" altLang="en-US"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楷体_GB2312"/>
              </a:rPr>
              <a:t>相似</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对角化，但</a:t>
            </a:r>
            <a:r>
              <a:rPr kumimoji="1" lang="zh-CN" altLang="en-US"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楷体_GB2312"/>
              </a:rPr>
              <a:t>正交</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对角化更优势 </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T</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010199">
                    <a:lumMod val="75000"/>
                  </a:srgbClr>
                </a:solidFill>
                <a:effectLst/>
                <a:uLnTx/>
                <a:uFillTx/>
                <a:latin typeface="微软雅黑" pitchFamily="34" charset="-122"/>
                <a:ea typeface="微软雅黑" pitchFamily="34" charset="-122"/>
                <a:cs typeface="楷体_GB2312"/>
              </a:rPr>
              <a:t>-1</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保形</a:t>
            </a: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a:t>
            </a: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r>
              <a:rPr kumimoji="1" lang="en-US" altLang="zh-CN"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2、</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非对称阵不可</a:t>
            </a:r>
            <a:r>
              <a:rPr kumimoji="1" lang="zh-CN" altLang="en-US" sz="2000" b="1" i="0" u="none" strike="noStrike" kern="1200" cap="none" spc="0" normalizeH="0" baseline="0" noProof="0" dirty="0">
                <a:ln>
                  <a:noFill/>
                </a:ln>
                <a:solidFill>
                  <a:srgbClr val="FF3300"/>
                </a:solidFill>
                <a:effectLst/>
                <a:uLnTx/>
                <a:uFillTx/>
                <a:latin typeface="微软雅黑" pitchFamily="34" charset="-122"/>
                <a:ea typeface="微软雅黑" pitchFamily="34" charset="-122"/>
                <a:cs typeface="楷体_GB2312"/>
              </a:rPr>
              <a:t>正交</a:t>
            </a:r>
            <a:r>
              <a:rPr kumimoji="1" lang="zh-CN" altLang="en-US" sz="2000" b="1" i="0" u="none" strike="noStrike" kern="1200" cap="none" spc="0" normalizeH="0" baseline="0" noProof="0" dirty="0">
                <a:ln>
                  <a:noFill/>
                </a:ln>
                <a:solidFill>
                  <a:srgbClr val="010199">
                    <a:lumMod val="75000"/>
                  </a:srgbClr>
                </a:solidFill>
                <a:effectLst/>
                <a:uLnTx/>
                <a:uFillTx/>
                <a:latin typeface="微软雅黑" pitchFamily="34" charset="-122"/>
                <a:ea typeface="微软雅黑" pitchFamily="34" charset="-122"/>
                <a:cs typeface="楷体_GB2312"/>
              </a:rPr>
              <a:t>对角化（）</a:t>
            </a:r>
          </a:p>
        </p:txBody>
      </p:sp>
      <p:sp>
        <p:nvSpPr>
          <p:cNvPr id="68629" name="矩形 32"/>
          <p:cNvSpPr>
            <a:spLocks noChangeArrowheads="1"/>
          </p:cNvSpPr>
          <p:nvPr/>
        </p:nvSpPr>
        <p:spPr bwMode="auto">
          <a:xfrm>
            <a:off x="714375" y="1000125"/>
            <a:ext cx="954088" cy="460375"/>
          </a:xfrm>
          <a:prstGeom prst="rect">
            <a:avLst/>
          </a:prstGeom>
          <a:noFill/>
          <a:ln w="9525">
            <a:noFill/>
            <a:miter lim="800000"/>
            <a:headEnd/>
            <a:tailEnd/>
          </a:ln>
        </p:spPr>
        <p:txBody>
          <a:bodyPr wrap="none">
            <a:spAutoFit/>
          </a:bodyPr>
          <a:lstStyle/>
          <a:p>
            <a:pPr marL="892175" marR="0" lvl="0" indent="-892175" algn="l" defTabSz="914400" rtl="0" eaLnBrk="0" fontAlgn="base" latinLnBrk="0" hangingPunct="0">
              <a:lnSpc>
                <a:spcPts val="32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rPr>
              <a:t>步骤：</a:t>
            </a:r>
            <a:endParaRPr kumimoji="1" lang="en-US" altLang="zh-CN" sz="2000" b="1" i="0" u="none" strike="noStrike" kern="1200" cap="none" spc="0" normalizeH="0" baseline="0" noProof="0">
              <a:ln>
                <a:noFill/>
              </a:ln>
              <a:solidFill>
                <a:srgbClr val="FFFFCC"/>
              </a:solidFill>
              <a:effectLst/>
              <a:uLnTx/>
              <a:uFillTx/>
              <a:latin typeface="微软雅黑" pitchFamily="34" charset="-122"/>
              <a:ea typeface="微软雅黑" pitchFamily="34" charset="-122"/>
              <a:cs typeface="+mn-cs"/>
            </a:endParaRPr>
          </a:p>
        </p:txBody>
      </p:sp>
      <p:sp>
        <p:nvSpPr>
          <p:cNvPr id="7" name="WordArt 77">
            <a:extLst>
              <a:ext uri="{FF2B5EF4-FFF2-40B4-BE49-F238E27FC236}">
                <a16:creationId xmlns:a16="http://schemas.microsoft.com/office/drawing/2014/main" id="{7864CF92-73F4-24F7-1A92-6D033BFE63F7}"/>
              </a:ext>
            </a:extLst>
          </p:cNvPr>
          <p:cNvSpPr>
            <a:spLocks noChangeArrowheads="1" noChangeShapeType="1" noTextEdit="1"/>
          </p:cNvSpPr>
          <p:nvPr/>
        </p:nvSpPr>
        <p:spPr bwMode="auto">
          <a:xfrm>
            <a:off x="642910" y="26235"/>
            <a:ext cx="8501090"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15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5-7 </a:t>
            </a:r>
            <a:r>
              <a:rPr kumimoji="1" lang="zh-CN" altLang="en-US" sz="4800" b="1" i="0" u="none" strike="noStrike" kern="10" cap="none" spc="-15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对称阵对角化</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up)">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wipe(up)">
                                      <p:cBhvr>
                                        <p:cTn id="17" dur="500"/>
                                        <p:tgtEl>
                                          <p:spTgt spid="31"/>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wipe(up)">
                                      <p:cBhvr>
                                        <p:cTn id="20" dur="500"/>
                                        <p:tgtEl>
                                          <p:spTgt spid="3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up)">
                                      <p:cBhvr>
                                        <p:cTn id="25" dur="500"/>
                                        <p:tgtEl>
                                          <p:spTgt spid="13"/>
                                        </p:tgtEl>
                                      </p:cBhvr>
                                    </p:animEffect>
                                  </p:childTnLst>
                                </p:cTn>
                              </p:par>
                            </p:childTnLst>
                          </p:cTn>
                        </p:par>
                        <p:par>
                          <p:cTn id="26" fill="hold">
                            <p:stCondLst>
                              <p:cond delay="500"/>
                            </p:stCondLst>
                            <p:childTnLst>
                              <p:par>
                                <p:cTn id="27" presetID="22" presetClass="entr" presetSubtype="1"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up)">
                                      <p:cBhvr>
                                        <p:cTn id="29" dur="500"/>
                                        <p:tgtEl>
                                          <p:spTgt spid="11"/>
                                        </p:tgtEl>
                                      </p:cBhvr>
                                    </p:animEffect>
                                  </p:childTnLst>
                                </p:cTn>
                              </p:par>
                            </p:childTnLst>
                          </p:cTn>
                        </p:par>
                        <p:par>
                          <p:cTn id="30" fill="hold">
                            <p:stCondLst>
                              <p:cond delay="1000"/>
                            </p:stCondLst>
                            <p:childTnLst>
                              <p:par>
                                <p:cTn id="31" presetID="22" presetClass="entr" presetSubtype="1"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wipe(up)">
                                      <p:cBhvr>
                                        <p:cTn id="33" dur="500"/>
                                        <p:tgtEl>
                                          <p:spTgt spid="14"/>
                                        </p:tgtEl>
                                      </p:cBhvr>
                                    </p:animEffect>
                                  </p:childTnLst>
                                </p:cTn>
                              </p:par>
                            </p:childTnLst>
                          </p:cTn>
                        </p:par>
                        <p:par>
                          <p:cTn id="34" fill="hold">
                            <p:stCondLst>
                              <p:cond delay="1500"/>
                            </p:stCondLst>
                            <p:childTnLst>
                              <p:par>
                                <p:cTn id="35" presetID="22" presetClass="entr" presetSubtype="1"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up)">
                                      <p:cBhvr>
                                        <p:cTn id="37" dur="500"/>
                                        <p:tgtEl>
                                          <p:spTgt spid="12"/>
                                        </p:tgtEl>
                                      </p:cBhvr>
                                    </p:animEffect>
                                  </p:childTnLst>
                                </p:cTn>
                              </p:par>
                            </p:childTnLst>
                          </p:cTn>
                        </p:par>
                        <p:par>
                          <p:cTn id="38" fill="hold">
                            <p:stCondLst>
                              <p:cond delay="2000"/>
                            </p:stCondLst>
                            <p:childTnLst>
                              <p:par>
                                <p:cTn id="39" presetID="22" presetClass="entr" presetSubtype="1" fill="hold" grpId="0" nodeType="after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wipe(up)">
                                      <p:cBhvr>
                                        <p:cTn id="41" dur="500"/>
                                        <p:tgtEl>
                                          <p:spTgt spid="1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wipe(up)">
                                      <p:cBhvr>
                                        <p:cTn id="46" dur="500"/>
                                        <p:tgtEl>
                                          <p:spTgt spid="19"/>
                                        </p:tgtEl>
                                      </p:cBhvr>
                                    </p:animEffect>
                                  </p:childTnLst>
                                </p:cTn>
                              </p:par>
                            </p:childTnLst>
                          </p:cTn>
                        </p:par>
                        <p:par>
                          <p:cTn id="47" fill="hold">
                            <p:stCondLst>
                              <p:cond delay="500"/>
                            </p:stCondLst>
                            <p:childTnLst>
                              <p:par>
                                <p:cTn id="48" presetID="22" presetClass="entr" presetSubtype="1"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up)">
                                      <p:cBhvr>
                                        <p:cTn id="50" dur="500"/>
                                        <p:tgtEl>
                                          <p:spTgt spid="5"/>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wipe(up)">
                                      <p:cBhvr>
                                        <p:cTn id="55" dur="500"/>
                                        <p:tgtEl>
                                          <p:spTgt spid="22"/>
                                        </p:tgtEl>
                                      </p:cBhvr>
                                    </p:animEffect>
                                  </p:childTnLst>
                                </p:cTn>
                              </p:par>
                            </p:childTnLst>
                          </p:cTn>
                        </p:par>
                        <p:par>
                          <p:cTn id="56" fill="hold">
                            <p:stCondLst>
                              <p:cond delay="500"/>
                            </p:stCondLst>
                            <p:childTnLst>
                              <p:par>
                                <p:cTn id="57" presetID="22" presetClass="entr" presetSubtype="1" fill="hold" grpId="0" nodeType="after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wipe(up)">
                                      <p:cBhvr>
                                        <p:cTn id="59" dur="500"/>
                                        <p:tgtEl>
                                          <p:spTgt spid="21"/>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wipe(up)">
                                      <p:cBhvr>
                                        <p:cTn id="64" dur="500"/>
                                        <p:tgtEl>
                                          <p:spTgt spid="23"/>
                                        </p:tgtEl>
                                      </p:cBhvr>
                                    </p:animEffect>
                                  </p:childTnLst>
                                </p:cTn>
                              </p:par>
                            </p:childTnLst>
                          </p:cTn>
                        </p:par>
                        <p:par>
                          <p:cTn id="65" fill="hold">
                            <p:stCondLst>
                              <p:cond delay="500"/>
                            </p:stCondLst>
                            <p:childTnLst>
                              <p:par>
                                <p:cTn id="66" presetID="22" presetClass="entr" presetSubtype="1" fill="hold" grpId="0" nodeType="after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wipe(up)">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nodeType="click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wipe(up)">
                                      <p:cBhvr>
                                        <p:cTn id="73" dur="500"/>
                                        <p:tgtEl>
                                          <p:spTgt spid="6"/>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1" fill="hold" nodeType="clickEffect">
                                  <p:stCondLst>
                                    <p:cond delay="0"/>
                                  </p:stCondLst>
                                  <p:childTnLst>
                                    <p:set>
                                      <p:cBhvr>
                                        <p:cTn id="77" dur="1" fill="hold">
                                          <p:stCondLst>
                                            <p:cond delay="0"/>
                                          </p:stCondLst>
                                        </p:cTn>
                                        <p:tgtEl>
                                          <p:spTgt spid="3"/>
                                        </p:tgtEl>
                                        <p:attrNameLst>
                                          <p:attrName>style.visibility</p:attrName>
                                        </p:attrNameLst>
                                      </p:cBhvr>
                                      <p:to>
                                        <p:strVal val="visible"/>
                                      </p:to>
                                    </p:set>
                                    <p:animEffect transition="in" filter="wipe(up)">
                                      <p:cBhvr>
                                        <p:cTn id="78" dur="500"/>
                                        <p:tgtEl>
                                          <p:spTgt spid="3"/>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20">
                                            <p:bg/>
                                          </p:spTgt>
                                        </p:tgtEl>
                                        <p:attrNameLst>
                                          <p:attrName>style.visibility</p:attrName>
                                        </p:attrNameLst>
                                      </p:cBhvr>
                                      <p:to>
                                        <p:strVal val="visible"/>
                                      </p:to>
                                    </p:set>
                                    <p:animEffect transition="in" filter="wipe(left)">
                                      <p:cBhvr>
                                        <p:cTn id="83" dur="500"/>
                                        <p:tgtEl>
                                          <p:spTgt spid="20">
                                            <p:bg/>
                                          </p:spTgt>
                                        </p:tgtEl>
                                      </p:cBhvr>
                                    </p:animEffect>
                                  </p:childTnLst>
                                </p:cTn>
                              </p:par>
                              <p:par>
                                <p:cTn id="84" presetID="22" presetClass="entr" presetSubtype="8" fill="hold" nodeType="withEffect">
                                  <p:stCondLst>
                                    <p:cond delay="0"/>
                                  </p:stCondLst>
                                  <p:childTnLst>
                                    <p:set>
                                      <p:cBhvr>
                                        <p:cTn id="85" dur="1" fill="hold">
                                          <p:stCondLst>
                                            <p:cond delay="0"/>
                                          </p:stCondLst>
                                        </p:cTn>
                                        <p:tgtEl>
                                          <p:spTgt spid="20">
                                            <p:txEl>
                                              <p:pRg st="0" end="0"/>
                                            </p:txEl>
                                          </p:spTgt>
                                        </p:tgtEl>
                                        <p:attrNameLst>
                                          <p:attrName>style.visibility</p:attrName>
                                        </p:attrNameLst>
                                      </p:cBhvr>
                                      <p:to>
                                        <p:strVal val="visible"/>
                                      </p:to>
                                    </p:set>
                                    <p:animEffect transition="in" filter="wipe(left)">
                                      <p:cBhvr>
                                        <p:cTn id="86" dur="500"/>
                                        <p:tgtEl>
                                          <p:spTgt spid="20">
                                            <p:txEl>
                                              <p:pRg st="0" end="0"/>
                                            </p:txEl>
                                          </p:spTgt>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20">
                                            <p:txEl>
                                              <p:pRg st="1" end="1"/>
                                            </p:txEl>
                                          </p:spTgt>
                                        </p:tgtEl>
                                        <p:attrNameLst>
                                          <p:attrName>style.visibility</p:attrName>
                                        </p:attrNameLst>
                                      </p:cBhvr>
                                      <p:to>
                                        <p:strVal val="visible"/>
                                      </p:to>
                                    </p:set>
                                    <p:animEffect transition="in" filter="wipe(left)">
                                      <p:cBhvr>
                                        <p:cTn id="91" dur="500"/>
                                        <p:tgtEl>
                                          <p:spTgt spid="20">
                                            <p:txEl>
                                              <p:pRg st="1" end="1"/>
                                            </p:txEl>
                                          </p:spTgt>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20">
                                            <p:txEl>
                                              <p:pRg st="2" end="2"/>
                                            </p:txEl>
                                          </p:spTgt>
                                        </p:tgtEl>
                                        <p:attrNameLst>
                                          <p:attrName>style.visibility</p:attrName>
                                        </p:attrNameLst>
                                      </p:cBhvr>
                                      <p:to>
                                        <p:strVal val="visible"/>
                                      </p:to>
                                    </p:set>
                                    <p:animEffect transition="in" filter="wipe(left)">
                                      <p:cBhvr>
                                        <p:cTn id="96" dur="500"/>
                                        <p:tgtEl>
                                          <p:spTgt spid="2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p:bldP spid="18" grpId="0" animBg="1"/>
      <p:bldP spid="21" grpId="0" animBg="1"/>
      <p:bldP spid="22" grpId="0" animBg="1"/>
      <p:bldP spid="23" grpId="0" animBg="1"/>
      <p:bldP spid="24" grpId="0" animBg="1"/>
      <p:bldP spid="31" grpId="0" animBg="1"/>
      <p:bldP spid="32" grpId="0" animBg="1"/>
      <p:bldP spid="20" grpId="0" build="allAtOnce"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8" name="Rectangle 7"/>
          <p:cNvSpPr>
            <a:spLocks noChangeArrowheads="1"/>
          </p:cNvSpPr>
          <p:nvPr/>
        </p:nvSpPr>
        <p:spPr bwMode="auto">
          <a:xfrm>
            <a:off x="0" y="0"/>
            <a:ext cx="9144000" cy="90487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CC"/>
                </a:solidFill>
                <a:effectLst/>
                <a:uLnTx/>
                <a:uFillTx/>
                <a:latin typeface="微软雅黑" pitchFamily="34" charset="-122"/>
                <a:ea typeface="微软雅黑" pitchFamily="34" charset="-122"/>
                <a:cs typeface="+mn-cs"/>
              </a:rPr>
              <a:t>例</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3</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阶实对称矩阵</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的特征多项式为</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en-US" altLang="zh-CN" sz="24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2</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–10),</a:t>
            </a:r>
          </a:p>
          <a:p>
            <a:pPr marL="0" marR="0" lvl="0" indent="0" algn="l" defTabSz="914400" rtl="0" eaLnBrk="1" fontAlgn="base" latinLnBrk="0" hangingPunct="1">
              <a:lnSpc>
                <a:spcPct val="11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且</a:t>
            </a:r>
            <a:r>
              <a:rPr kumimoji="1" lang="zh-CN" altLang="en-US"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3</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 [1, 2, </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2</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T</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是对应于</a:t>
            </a:r>
            <a:r>
              <a:rPr kumimoji="1" lang="zh-CN" altLang="en-US"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=10</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的特征向量</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a:t>
            </a:r>
            <a:r>
              <a:rPr kumimoji="1" lang="en-US" altLang="zh-CN" sz="24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p>
        </p:txBody>
      </p:sp>
      <p:sp>
        <p:nvSpPr>
          <p:cNvPr id="14" name="Rectangle 8"/>
          <p:cNvSpPr>
            <a:spLocks noChangeArrowheads="1"/>
          </p:cNvSpPr>
          <p:nvPr/>
        </p:nvSpPr>
        <p:spPr bwMode="auto">
          <a:xfrm>
            <a:off x="34925" y="2228850"/>
            <a:ext cx="5857875" cy="461963"/>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将正交向量组</a:t>
            </a:r>
            <a:r>
              <a:rPr kumimoji="1" lang="zh-CN" altLang="en-US"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2</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3</a:t>
            </a:r>
            <a:r>
              <a:rPr kumimoji="1" lang="zh-CN" alt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单位化得正交矩阵 </a:t>
            </a:r>
          </a:p>
        </p:txBody>
      </p:sp>
      <p:sp>
        <p:nvSpPr>
          <p:cNvPr id="15" name="Rectangle 11"/>
          <p:cNvSpPr>
            <a:spLocks noChangeArrowheads="1"/>
          </p:cNvSpPr>
          <p:nvPr/>
        </p:nvSpPr>
        <p:spPr bwMode="auto">
          <a:xfrm>
            <a:off x="0" y="857250"/>
            <a:ext cx="6376988" cy="830263"/>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CC"/>
                </a:solidFill>
                <a:effectLst/>
                <a:uLnTx/>
                <a:uFillTx/>
                <a:latin typeface="微软雅黑" pitchFamily="34" charset="-122"/>
                <a:ea typeface="微软雅黑" pitchFamily="34" charset="-122"/>
                <a:cs typeface="+mn-cs"/>
              </a:rPr>
              <a:t>解</a:t>
            </a:r>
            <a:r>
              <a:rPr kumimoji="1" lang="en-US" altLang="zh-CN" sz="2400" b="1" i="0" u="none" strike="noStrike" kern="1200" cap="none" spc="0" normalizeH="0" baseline="0" noProof="0" dirty="0">
                <a:ln>
                  <a:noFill/>
                </a:ln>
                <a:solidFill>
                  <a:srgbClr val="0000CC"/>
                </a:solidFill>
                <a:effectLst/>
                <a:uLnTx/>
                <a:uFillTx/>
                <a:latin typeface="微软雅黑" pitchFamily="34" charset="-122"/>
                <a:ea typeface="微软雅黑" pitchFamily="34" charset="-122"/>
                <a:cs typeface="+mn-cs"/>
              </a:rPr>
              <a:t>:</a:t>
            </a:r>
            <a:r>
              <a:rPr kumimoji="1" lang="zh-CN" alt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对应于</a:t>
            </a:r>
            <a:r>
              <a:rPr kumimoji="1" lang="zh-CN" altLang="en-US"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两个线性无关的特征向量可取为</a:t>
            </a:r>
            <a:endPar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             x</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1</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+2</a:t>
            </a: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x</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2</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2</a:t>
            </a: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x</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3</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=0</a:t>
            </a:r>
            <a:r>
              <a:rPr kumimoji="1" lang="zh-CN" alt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的基础解系</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endPar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endParaRPr>
          </a:p>
        </p:txBody>
      </p:sp>
      <p:sp>
        <p:nvSpPr>
          <p:cNvPr id="16" name="Rectangle 12"/>
          <p:cNvSpPr>
            <a:spLocks noChangeArrowheads="1"/>
          </p:cNvSpPr>
          <p:nvPr/>
        </p:nvSpPr>
        <p:spPr bwMode="auto">
          <a:xfrm>
            <a:off x="3378200" y="1687513"/>
            <a:ext cx="4286250" cy="461962"/>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=[2, 1, 2]</a:t>
            </a:r>
            <a:r>
              <a:rPr kumimoji="1" lang="en-US" altLang="zh-CN" sz="2400" b="1" i="0" u="none" strike="noStrike" kern="1200" cap="none" spc="0" normalizeH="0" baseline="30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T</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2 </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2, 2, 1]</a:t>
            </a:r>
            <a:r>
              <a:rPr kumimoji="1" lang="en-US" altLang="zh-CN" sz="2400" b="1" i="0" u="none" strike="noStrike" kern="1200" cap="none" spc="0" normalizeH="0" baseline="30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T</a:t>
            </a:r>
            <a:r>
              <a:rPr kumimoji="1" lang="en-US" altLang="zh-CN"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rPr>
              <a:t>, </a:t>
            </a:r>
          </a:p>
        </p:txBody>
      </p:sp>
      <p:graphicFrame>
        <p:nvGraphicFramePr>
          <p:cNvPr id="19" name="Object 13"/>
          <p:cNvGraphicFramePr>
            <a:graphicFrameLocks noChangeAspect="1"/>
          </p:cNvGraphicFramePr>
          <p:nvPr/>
        </p:nvGraphicFramePr>
        <p:xfrm>
          <a:off x="88900" y="2701925"/>
          <a:ext cx="3340100" cy="1392238"/>
        </p:xfrm>
        <a:graphic>
          <a:graphicData uri="http://schemas.openxmlformats.org/presentationml/2006/ole">
            <mc:AlternateContent xmlns:mc="http://schemas.openxmlformats.org/markup-compatibility/2006">
              <mc:Choice xmlns:v="urn:schemas-microsoft-com:vml" Requires="v">
                <p:oleObj name="Equation" r:id="rId3" imgW="1676160" imgH="698400" progId="Equation.DSMT4">
                  <p:embed/>
                </p:oleObj>
              </mc:Choice>
              <mc:Fallback>
                <p:oleObj name="Equation" r:id="rId3" imgW="1676160" imgH="698400" progId="Equation.DSMT4">
                  <p:embed/>
                  <p:pic>
                    <p:nvPicPr>
                      <p:cNvPr id="19"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900" y="2701925"/>
                        <a:ext cx="3340100" cy="1392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11"/>
          <p:cNvGraphicFramePr>
            <a:graphicFrameLocks noChangeAspect="1"/>
          </p:cNvGraphicFramePr>
          <p:nvPr/>
        </p:nvGraphicFramePr>
        <p:xfrm>
          <a:off x="3911600" y="2716213"/>
          <a:ext cx="4857750" cy="1452562"/>
        </p:xfrm>
        <a:graphic>
          <a:graphicData uri="http://schemas.openxmlformats.org/presentationml/2006/ole">
            <mc:AlternateContent xmlns:mc="http://schemas.openxmlformats.org/markup-compatibility/2006">
              <mc:Choice xmlns:v="urn:schemas-microsoft-com:vml" Requires="v">
                <p:oleObj name="Equation" r:id="rId5" imgW="2336760" imgH="698400" progId="Equation.DSMT4">
                  <p:embed/>
                </p:oleObj>
              </mc:Choice>
              <mc:Fallback>
                <p:oleObj name="Equation" r:id="rId5" imgW="2336760" imgH="698400" progId="Equation.DSMT4">
                  <p:embed/>
                  <p:pic>
                    <p:nvPicPr>
                      <p:cNvPr id="24"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11600" y="2716213"/>
                        <a:ext cx="4857750" cy="1452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Object 4"/>
          <p:cNvGraphicFramePr>
            <a:graphicFrameLocks noChangeAspect="1"/>
          </p:cNvGraphicFramePr>
          <p:nvPr/>
        </p:nvGraphicFramePr>
        <p:xfrm>
          <a:off x="5786438" y="4429125"/>
          <a:ext cx="2259012" cy="1571625"/>
        </p:xfrm>
        <a:graphic>
          <a:graphicData uri="http://schemas.openxmlformats.org/presentationml/2006/ole">
            <mc:AlternateContent xmlns:mc="http://schemas.openxmlformats.org/markup-compatibility/2006">
              <mc:Choice xmlns:v="urn:schemas-microsoft-com:vml" Requires="v">
                <p:oleObj name="Equation" r:id="rId7" imgW="1002960" imgH="698400" progId="Equation.DSMT4">
                  <p:embed/>
                </p:oleObj>
              </mc:Choice>
              <mc:Fallback>
                <p:oleObj name="Equation" r:id="rId7" imgW="1002960" imgH="698400" progId="Equation.DSMT4">
                  <p:embed/>
                  <p:pic>
                    <p:nvPicPr>
                      <p:cNvPr id="28"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86438" y="4429125"/>
                        <a:ext cx="2259012" cy="1571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 name="TextBox 30"/>
          <p:cNvSpPr txBox="1">
            <a:spLocks noChangeArrowheads="1"/>
          </p:cNvSpPr>
          <p:nvPr/>
        </p:nvSpPr>
        <p:spPr bwMode="auto">
          <a:xfrm>
            <a:off x="0" y="6027738"/>
            <a:ext cx="9144000" cy="830262"/>
          </a:xfrm>
          <a:prstGeom prst="rect">
            <a:avLst/>
          </a:prstGeom>
          <a:noFill/>
          <a:ln w="25400">
            <a:noFill/>
            <a:miter lim="800000"/>
            <a:headEnd/>
            <a:tailEn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33CC"/>
                </a:solidFill>
                <a:effectLst/>
                <a:uLnTx/>
                <a:uFillTx/>
                <a:latin typeface="微软雅黑" pitchFamily="34" charset="-122"/>
                <a:ea typeface="微软雅黑" pitchFamily="34" charset="-122"/>
                <a:cs typeface="+mn-cs"/>
              </a:rPr>
              <a:t>若令</a:t>
            </a:r>
            <a:r>
              <a:rPr kumimoji="1" lang="en-US" altLang="zh-CN" sz="2400" b="1" i="0" u="none" strike="noStrike" kern="1200" cap="none" spc="0" normalizeH="0" baseline="0" noProof="0" dirty="0">
                <a:ln>
                  <a:noFill/>
                </a:ln>
                <a:solidFill>
                  <a:srgbClr val="0033CC"/>
                </a:solidFill>
                <a:effectLst/>
                <a:uLnTx/>
                <a:uFillTx/>
                <a:latin typeface="微软雅黑" pitchFamily="34" charset="-122"/>
                <a:ea typeface="微软雅黑" pitchFamily="34" charset="-122"/>
                <a:cs typeface="+mn-cs"/>
              </a:rPr>
              <a:t>P=[</a:t>
            </a:r>
            <a:r>
              <a:rPr kumimoji="1" lang="zh-CN" altLang="en-US"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2</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2500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3</a:t>
            </a:r>
            <a:r>
              <a:rPr kumimoji="1" lang="en-US" altLang="zh-CN" sz="2400" b="1" i="0" u="none" strike="noStrike" kern="1200" cap="none" spc="0" normalizeH="0" baseline="0" noProof="0" dirty="0">
                <a:ln>
                  <a:noFill/>
                </a:ln>
                <a:solidFill>
                  <a:srgbClr val="0033CC"/>
                </a:solidFill>
                <a:effectLst/>
                <a:uLnTx/>
                <a:uFillTx/>
                <a:latin typeface="微软雅黑" pitchFamily="34" charset="-122"/>
                <a:ea typeface="微软雅黑" pitchFamily="34" charset="-122"/>
                <a:cs typeface="+mn-cs"/>
              </a:rPr>
              <a:t>],</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则由 </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P </a:t>
            </a:r>
            <a:r>
              <a:rPr kumimoji="1" lang="en-US" altLang="zh-CN" sz="2400" b="1" i="1" u="none" strike="noStrike" kern="1200" cap="none" spc="0" normalizeH="0" baseline="3000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AP </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A </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P</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P </a:t>
            </a:r>
            <a:r>
              <a:rPr kumimoji="1" lang="en-US" altLang="zh-CN" sz="2400" b="1" i="1" u="none" strike="noStrike" kern="1200" cap="none" spc="0" normalizeH="0" baseline="3000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-1</a:t>
            </a: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但用此法求解</a:t>
            </a:r>
            <a:r>
              <a:rPr kumimoji="1" lang="en-US" altLang="zh-CN" sz="2400" b="1" i="1"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A</a:t>
            </a:r>
            <a:r>
              <a:rPr kumimoji="1" lang="zh-CN" altLang="en-US" sz="2400" b="1" i="0" u="none" strike="noStrike" kern="1200" cap="none" spc="0" normalizeH="0" baseline="0" noProof="0" dirty="0">
                <a:ln>
                  <a:noFill/>
                </a:ln>
                <a:solidFill>
                  <a:srgbClr val="0033CC"/>
                </a:solidFill>
                <a:effectLst>
                  <a:outerShdw blurRad="38100" dist="38100" dir="2700000" algn="tl">
                    <a:srgbClr val="FFFFFF"/>
                  </a:outerShdw>
                </a:effectLst>
                <a:uLnTx/>
                <a:uFillTx/>
                <a:latin typeface="微软雅黑" pitchFamily="34" charset="-122"/>
                <a:ea typeface="微软雅黑" pitchFamily="34" charset="-122"/>
                <a:cs typeface="+mn-cs"/>
              </a:rPr>
              <a:t>需要进行求逆运算。</a:t>
            </a:r>
            <a:endParaRPr kumimoji="1" lang="zh-CN" altLang="en-US" sz="2400" b="1" i="0" u="none" strike="noStrike" kern="1200" cap="none" spc="0" normalizeH="0" baseline="0" noProof="0" dirty="0">
              <a:ln>
                <a:noFill/>
              </a:ln>
              <a:solidFill>
                <a:srgbClr val="0033CC"/>
              </a:solidFill>
              <a:effectLst/>
              <a:uLnTx/>
              <a:uFillTx/>
              <a:latin typeface="微软雅黑" pitchFamily="34" charset="-122"/>
              <a:ea typeface="微软雅黑" pitchFamily="34" charset="-122"/>
              <a:cs typeface="+mn-cs"/>
            </a:endParaRPr>
          </a:p>
        </p:txBody>
      </p:sp>
      <p:graphicFrame>
        <p:nvGraphicFramePr>
          <p:cNvPr id="32" name="Object 5"/>
          <p:cNvGraphicFramePr>
            <a:graphicFrameLocks noChangeAspect="1"/>
          </p:cNvGraphicFramePr>
          <p:nvPr/>
        </p:nvGraphicFramePr>
        <p:xfrm>
          <a:off x="0" y="4168775"/>
          <a:ext cx="5657850" cy="1366838"/>
        </p:xfrm>
        <a:graphic>
          <a:graphicData uri="http://schemas.openxmlformats.org/presentationml/2006/ole">
            <mc:AlternateContent xmlns:mc="http://schemas.openxmlformats.org/markup-compatibility/2006">
              <mc:Choice xmlns:v="urn:schemas-microsoft-com:vml" Requires="v">
                <p:oleObj name="Equation" r:id="rId9" imgW="2679480" imgH="647640" progId="Equation.DSMT4">
                  <p:embed/>
                </p:oleObj>
              </mc:Choice>
              <mc:Fallback>
                <p:oleObj name="Equation" r:id="rId9" imgW="2679480" imgH="647640" progId="Equation.DSMT4">
                  <p:embed/>
                  <p:pic>
                    <p:nvPicPr>
                      <p:cNvPr id="32"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4168775"/>
                        <a:ext cx="5657850" cy="13668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923" name="Line 21"/>
          <p:cNvSpPr>
            <a:spLocks noChangeShapeType="1"/>
          </p:cNvSpPr>
          <p:nvPr/>
        </p:nvSpPr>
        <p:spPr bwMode="auto">
          <a:xfrm>
            <a:off x="0" y="857232"/>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3" name="Text Box 28"/>
          <p:cNvSpPr txBox="1">
            <a:spLocks noChangeArrowheads="1"/>
          </p:cNvSpPr>
          <p:nvPr/>
        </p:nvSpPr>
        <p:spPr bwMode="auto">
          <a:xfrm>
            <a:off x="-13693" y="5991702"/>
            <a:ext cx="9144000" cy="861774"/>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a:spAutoFit/>
          </a:bodyPr>
          <a:lstStyle/>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由特征值和特征向量就可以还原成原矩阵</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 </a:t>
            </a:r>
            <a:r>
              <a:rPr kumimoji="1" lang="en-US" altLang="zh-CN" sz="2000" b="1" i="1"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p>
          <a:p>
            <a:pPr marL="0" marR="0" lvl="0" indent="450850" algn="l" defTabSz="914400" rtl="0" eaLnBrk="1" fontAlgn="base" latinLnBrk="0" hangingPunct="1">
              <a:lnSpc>
                <a:spcPct val="100000"/>
              </a:lnSpc>
              <a:spcBef>
                <a:spcPct val="50000"/>
              </a:spcBef>
              <a:spcAft>
                <a:spcPct val="0"/>
              </a:spcAft>
              <a:buClrTx/>
              <a:buSzTx/>
              <a:buFont typeface="Wingdings" pitchFamily="2" charset="2"/>
              <a:buChar char="Ø"/>
              <a:tabLst/>
              <a:defRPr/>
            </a:pPr>
            <a:r>
              <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对称阵由于可取正交变换阵使之相似故还原式为</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 </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sym typeface="Symbol" pitchFamily="18" charset="2"/>
              </a:rPr>
              <a:t></a:t>
            </a:r>
            <a:r>
              <a:rPr kumimoji="1" lang="en-US" altLang="zh-CN" sz="2000" b="1" i="1"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 </a:t>
            </a:r>
            <a:r>
              <a:rPr kumimoji="1" lang="en-US" altLang="zh-CN" sz="2000" b="1" i="1" u="none" strike="noStrike" kern="1200" cap="none" spc="0" normalizeH="0" baseline="30000" noProof="0" dirty="0">
                <a:ln>
                  <a:noFill/>
                </a:ln>
                <a:solidFill>
                  <a:srgbClr val="FFFF00"/>
                </a:solidFill>
                <a:effectLst/>
                <a:uLnTx/>
                <a:uFillTx/>
                <a:latin typeface="微软雅黑" pitchFamily="34" charset="-122"/>
                <a:ea typeface="微软雅黑" pitchFamily="34" charset="-122"/>
                <a:cs typeface="+mn-cs"/>
              </a:rPr>
              <a:t>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endParaRPr kumimoji="1" lang="zh-CN" altLang="en-US"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left)">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left)">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left)">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wipe(left)">
                                      <p:cBhvr>
                                        <p:cTn id="32" dur="500"/>
                                        <p:tgtEl>
                                          <p:spTgt spid="3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wipe(left)">
                                      <p:cBhvr>
                                        <p:cTn id="37" dur="500"/>
                                        <p:tgtEl>
                                          <p:spTgt spid="2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31"/>
                                        </p:tgtEl>
                                        <p:attrNameLst>
                                          <p:attrName>style.visibility</p:attrName>
                                        </p:attrNameLst>
                                      </p:cBhvr>
                                      <p:to>
                                        <p:strVal val="visible"/>
                                      </p:to>
                                    </p:set>
                                    <p:animEffect transition="in" filter="wipe(left)">
                                      <p:cBhvr>
                                        <p:cTn id="42" dur="500"/>
                                        <p:tgtEl>
                                          <p:spTgt spid="31"/>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3">
                                            <p:bg/>
                                          </p:spTgt>
                                        </p:tgtEl>
                                        <p:attrNameLst>
                                          <p:attrName>style.visibility</p:attrName>
                                        </p:attrNameLst>
                                      </p:cBhvr>
                                      <p:to>
                                        <p:strVal val="visible"/>
                                      </p:to>
                                    </p:set>
                                    <p:animEffect transition="in" filter="wipe(left)">
                                      <p:cBhvr>
                                        <p:cTn id="47" dur="500"/>
                                        <p:tgtEl>
                                          <p:spTgt spid="13">
                                            <p:bg/>
                                          </p:spTgt>
                                        </p:tgtEl>
                                      </p:cBhvr>
                                    </p:animEffect>
                                  </p:childTnLst>
                                </p:cTn>
                              </p:par>
                              <p:par>
                                <p:cTn id="48" presetID="22" presetClass="entr" presetSubtype="8" fill="hold" nodeType="withEffect">
                                  <p:stCondLst>
                                    <p:cond delay="0"/>
                                  </p:stCondLst>
                                  <p:childTnLst>
                                    <p:set>
                                      <p:cBhvr>
                                        <p:cTn id="49" dur="1" fill="hold">
                                          <p:stCondLst>
                                            <p:cond delay="0"/>
                                          </p:stCondLst>
                                        </p:cTn>
                                        <p:tgtEl>
                                          <p:spTgt spid="13">
                                            <p:txEl>
                                              <p:pRg st="0" end="0"/>
                                            </p:txEl>
                                          </p:spTgt>
                                        </p:tgtEl>
                                        <p:attrNameLst>
                                          <p:attrName>style.visibility</p:attrName>
                                        </p:attrNameLst>
                                      </p:cBhvr>
                                      <p:to>
                                        <p:strVal val="visible"/>
                                      </p:to>
                                    </p:set>
                                    <p:animEffect transition="in" filter="wipe(left)">
                                      <p:cBhvr>
                                        <p:cTn id="50" dur="500"/>
                                        <p:tgtEl>
                                          <p:spTgt spid="13">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13">
                                            <p:txEl>
                                              <p:pRg st="1" end="1"/>
                                            </p:txEl>
                                          </p:spTgt>
                                        </p:tgtEl>
                                        <p:attrNameLst>
                                          <p:attrName>style.visibility</p:attrName>
                                        </p:attrNameLst>
                                      </p:cBhvr>
                                      <p:to>
                                        <p:strVal val="visible"/>
                                      </p:to>
                                    </p:set>
                                    <p:animEffect transition="in" filter="wipe(left)">
                                      <p:cBhvr>
                                        <p:cTn id="55"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31" grpId="0"/>
      <p:bldP spid="13" grpId="0" build="allAtOnce"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0" y="0"/>
            <a:ext cx="9144000" cy="769441"/>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CC"/>
                </a:solidFill>
                <a:effectLst/>
                <a:uLnTx/>
                <a:uFillTx/>
                <a:latin typeface="微软雅黑" pitchFamily="34" charset="-122"/>
                <a:ea typeface="微软雅黑" pitchFamily="34" charset="-122"/>
                <a:cs typeface="+mn-cs"/>
              </a:rPr>
              <a:t>例</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3</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阶实对称矩阵</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不可逆</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且</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 [1, 0, </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2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T</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2</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 [1, 0, -</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2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分别是</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的相应于特征值</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1,2</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的特征向量</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求</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5" name="TextBox 4"/>
          <p:cNvSpPr txBox="1">
            <a:spLocks noChangeArrowheads="1"/>
          </p:cNvSpPr>
          <p:nvPr/>
        </p:nvSpPr>
        <p:spPr bwMode="auto">
          <a:xfrm>
            <a:off x="0" y="901011"/>
            <a:ext cx="1524000" cy="430887"/>
          </a:xfrm>
          <a:prstGeom prst="rect">
            <a:avLst/>
          </a:prstGeom>
          <a:noFill/>
          <a:ln w="25400">
            <a:no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sp>
        <p:nvSpPr>
          <p:cNvPr id="6" name="矩形 5"/>
          <p:cNvSpPr/>
          <p:nvPr/>
        </p:nvSpPr>
        <p:spPr>
          <a:xfrm>
            <a:off x="642910" y="926411"/>
            <a:ext cx="1489510" cy="43088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不可逆</a:t>
            </a:r>
          </a:p>
        </p:txBody>
      </p:sp>
      <p:sp>
        <p:nvSpPr>
          <p:cNvPr id="9" name="矩形 8"/>
          <p:cNvSpPr/>
          <p:nvPr/>
        </p:nvSpPr>
        <p:spPr>
          <a:xfrm>
            <a:off x="2357422" y="920043"/>
            <a:ext cx="2236510" cy="43088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00"/>
                </a:solidFill>
                <a:effectLst/>
                <a:uLnTx/>
                <a:uFillTx/>
                <a:latin typeface="Gulim"/>
                <a:ea typeface="Gulim"/>
                <a:cs typeface="+mn-cs"/>
              </a:rPr>
              <a:t>⇒</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0</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a:t>
            </a:r>
          </a:p>
        </p:txBody>
      </p:sp>
      <p:sp>
        <p:nvSpPr>
          <p:cNvPr id="12" name="TextBox 11"/>
          <p:cNvSpPr txBox="1"/>
          <p:nvPr/>
        </p:nvSpPr>
        <p:spPr>
          <a:xfrm>
            <a:off x="0" y="1357298"/>
            <a:ext cx="8890000" cy="769441"/>
          </a:xfrm>
          <a:prstGeom prst="rect">
            <a:avLst/>
          </a:prstGeom>
          <a:noFill/>
          <a:ln w="25400">
            <a:noFill/>
            <a:prstDash val="solid"/>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Symbol" pitchFamily="18" charset="2"/>
              </a:rPr>
              <a:t>由不同的特征值对应的特征向量正交</a:t>
            </a:r>
            <a:r>
              <a:rPr kumimoji="1" lang="en-US" altLang="zh-CN" sz="2200" b="1" i="0" u="none" strike="noStrike" kern="1200" cap="none" spc="0" normalizeH="0" baseline="0" noProof="0" dirty="0">
                <a:ln>
                  <a:noFill/>
                </a:ln>
                <a:solidFill>
                  <a:srgbClr val="3333CC">
                    <a:lumMod val="75000"/>
                  </a:srgbClr>
                </a:solidFill>
                <a:effectLst/>
                <a:uLnTx/>
                <a:uFillTx/>
                <a:latin typeface="微软雅黑" pitchFamily="34" charset="-122"/>
                <a:ea typeface="微软雅黑" pitchFamily="34" charset="-122"/>
                <a:cs typeface="+mn-cs"/>
                <a:sym typeface="Symbol" pitchFamily="18" charset="2"/>
              </a:rPr>
              <a:t>,</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可</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对应于特征值</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0</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的特征向量为</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3</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 =(</a:t>
            </a:r>
            <a:r>
              <a:rPr kumimoji="1" lang="en-US" altLang="zh-CN" sz="22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x</a:t>
            </a:r>
            <a:r>
              <a:rPr kumimoji="1" lang="en-US" altLang="zh-CN" sz="22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1</a:t>
            </a:r>
            <a:r>
              <a:rPr kumimoji="1" lang="en-US" altLang="zh-CN" sz="22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 </a:t>
            </a:r>
            <a:r>
              <a:rPr kumimoji="1" lang="en-US" altLang="zh-CN" sz="22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x</a:t>
            </a:r>
            <a:r>
              <a:rPr kumimoji="1" lang="en-US" altLang="zh-CN" sz="22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2</a:t>
            </a:r>
            <a:r>
              <a:rPr kumimoji="1" lang="en-US" altLang="zh-CN" sz="22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a:t>
            </a:r>
            <a:r>
              <a:rPr kumimoji="1" lang="en-US" altLang="zh-CN" sz="2200" b="1" i="1" u="none" strike="noStrike" kern="1200" cap="none" spc="0" normalizeH="0" baseline="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x</a:t>
            </a:r>
            <a:r>
              <a:rPr kumimoji="1" lang="en-US" altLang="zh-CN" sz="2200" b="1" i="0" u="none" strike="noStrike" kern="1200" cap="none" spc="0" normalizeH="0" baseline="-25000" noProof="0" dirty="0">
                <a:ln>
                  <a:noFill/>
                </a:ln>
                <a:solidFill>
                  <a:srgbClr val="000000"/>
                </a:solidFill>
                <a:effectLst>
                  <a:outerShdw blurRad="38100" dist="38100" dir="2700000" algn="tl">
                    <a:srgbClr val="FFFFFF"/>
                  </a:outerShdw>
                </a:effectLst>
                <a:uLnTx/>
                <a:uFillTx/>
                <a:latin typeface="微软雅黑" pitchFamily="34" charset="-122"/>
                <a:ea typeface="微软雅黑" pitchFamily="34" charset="-122"/>
                <a:cs typeface="+mn-cs"/>
                <a:sym typeface="Symbol" pitchFamily="18" charset="2"/>
              </a:rPr>
              <a:t>3</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于是有</a:t>
            </a: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3" name="矩形 12"/>
          <p:cNvSpPr/>
          <p:nvPr/>
        </p:nvSpPr>
        <p:spPr>
          <a:xfrm>
            <a:off x="0" y="3214686"/>
            <a:ext cx="7143768" cy="430887"/>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将</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2</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2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3</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单位化得</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200" b="1" i="1"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200" b="1" i="1"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200" b="1" i="1"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a:t>
            </a:r>
            <a:r>
              <a:rPr kumimoji="1" lang="zh-CN" altLang="en-US"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endPar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4" name="Line 21"/>
          <p:cNvSpPr>
            <a:spLocks noChangeShapeType="1"/>
          </p:cNvSpPr>
          <p:nvPr/>
        </p:nvSpPr>
        <p:spPr bwMode="auto">
          <a:xfrm>
            <a:off x="0" y="857232"/>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2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7" name="矩形 16"/>
          <p:cNvSpPr/>
          <p:nvPr/>
        </p:nvSpPr>
        <p:spPr>
          <a:xfrm>
            <a:off x="4786314" y="920043"/>
            <a:ext cx="3265638" cy="43088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200" b="1" i="0" u="none" strike="noStrike" kern="1200" cap="none" spc="0" normalizeH="0" baseline="0" noProof="0" dirty="0">
                <a:ln>
                  <a:noFill/>
                </a:ln>
                <a:solidFill>
                  <a:srgbClr val="000000"/>
                </a:solidFill>
                <a:effectLst/>
                <a:uLnTx/>
                <a:uFillTx/>
                <a:latin typeface="Gulim"/>
                <a:ea typeface="Gulim"/>
                <a:cs typeface="+mn-cs"/>
              </a:rPr>
              <a:t>⇒</a:t>
            </a:r>
            <a:r>
              <a:rPr kumimoji="1" lang="en-US" altLang="zh-CN" sz="22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的特征值分别为</a:t>
            </a:r>
            <a:r>
              <a:rPr kumimoji="1" lang="en-US" altLang="zh-CN"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0,1,2</a:t>
            </a:r>
            <a:endParaRPr kumimoji="1" lang="zh-CN" altLang="en-US" sz="22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560133" name="Object 5"/>
          <p:cNvGraphicFramePr>
            <a:graphicFrameLocks noChangeAspect="1"/>
          </p:cNvGraphicFramePr>
          <p:nvPr/>
        </p:nvGraphicFramePr>
        <p:xfrm>
          <a:off x="785786" y="2143116"/>
          <a:ext cx="3266878" cy="1000132"/>
        </p:xfrm>
        <a:graphic>
          <a:graphicData uri="http://schemas.openxmlformats.org/presentationml/2006/ole">
            <mc:AlternateContent xmlns:mc="http://schemas.openxmlformats.org/markup-compatibility/2006">
              <mc:Choice xmlns:v="urn:schemas-microsoft-com:vml" Requires="v">
                <p:oleObj name="Equation" r:id="rId2" imgW="1815840" imgH="482400" progId="Equation.DSMT4">
                  <p:embed/>
                </p:oleObj>
              </mc:Choice>
              <mc:Fallback>
                <p:oleObj name="Equation" r:id="rId2" imgW="1815840" imgH="482400" progId="Equation.DSMT4">
                  <p:embed/>
                  <p:pic>
                    <p:nvPicPr>
                      <p:cNvPr id="560133"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5786" y="2143116"/>
                        <a:ext cx="3266878" cy="10001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5"/>
          <p:cNvGraphicFramePr>
            <a:graphicFrameLocks noChangeAspect="1"/>
          </p:cNvGraphicFramePr>
          <p:nvPr/>
        </p:nvGraphicFramePr>
        <p:xfrm>
          <a:off x="4298950" y="1928802"/>
          <a:ext cx="2844818" cy="1205474"/>
        </p:xfrm>
        <a:graphic>
          <a:graphicData uri="http://schemas.openxmlformats.org/presentationml/2006/ole">
            <mc:AlternateContent xmlns:mc="http://schemas.openxmlformats.org/markup-compatibility/2006">
              <mc:Choice xmlns:v="urn:schemas-microsoft-com:vml" Requires="v">
                <p:oleObj name="Equation" r:id="rId4" imgW="1562040" imgH="698400" progId="Equation.DSMT4">
                  <p:embed/>
                </p:oleObj>
              </mc:Choice>
              <mc:Fallback>
                <p:oleObj name="Equation" r:id="rId4" imgW="1562040" imgH="698400" progId="Equation.DSMT4">
                  <p:embed/>
                  <p:pic>
                    <p:nvPicPr>
                      <p:cNvPr id="18"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98950" y="1928802"/>
                        <a:ext cx="2844818" cy="12054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5"/>
          <p:cNvGraphicFramePr>
            <a:graphicFrameLocks noChangeAspect="1"/>
          </p:cNvGraphicFramePr>
          <p:nvPr/>
        </p:nvGraphicFramePr>
        <p:xfrm>
          <a:off x="71406" y="3786188"/>
          <a:ext cx="6837362" cy="1355725"/>
        </p:xfrm>
        <a:graphic>
          <a:graphicData uri="http://schemas.openxmlformats.org/presentationml/2006/ole">
            <mc:AlternateContent xmlns:mc="http://schemas.openxmlformats.org/markup-compatibility/2006">
              <mc:Choice xmlns:v="urn:schemas-microsoft-com:vml" Requires="v">
                <p:oleObj name="Equation" r:id="rId6" imgW="4165560" imgH="761760" progId="Equation.DSMT4">
                  <p:embed/>
                </p:oleObj>
              </mc:Choice>
              <mc:Fallback>
                <p:oleObj name="Equation" r:id="rId6" imgW="4165560" imgH="761760" progId="Equation.DSMT4">
                  <p:embed/>
                  <p:pic>
                    <p:nvPicPr>
                      <p:cNvPr id="19"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406" y="3786188"/>
                        <a:ext cx="6837362" cy="1355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 name="Object 5"/>
          <p:cNvGraphicFramePr>
            <a:graphicFrameLocks noChangeAspect="1"/>
          </p:cNvGraphicFramePr>
          <p:nvPr/>
        </p:nvGraphicFramePr>
        <p:xfrm>
          <a:off x="0" y="5357826"/>
          <a:ext cx="7000875" cy="1435100"/>
        </p:xfrm>
        <a:graphic>
          <a:graphicData uri="http://schemas.openxmlformats.org/presentationml/2006/ole">
            <mc:AlternateContent xmlns:mc="http://schemas.openxmlformats.org/markup-compatibility/2006">
              <mc:Choice xmlns:v="urn:schemas-microsoft-com:vml" Requires="v">
                <p:oleObj name="Equation" r:id="rId8" imgW="4431960" imgH="838080" progId="Equation.DSMT4">
                  <p:embed/>
                </p:oleObj>
              </mc:Choice>
              <mc:Fallback>
                <p:oleObj name="Equation" r:id="rId8" imgW="4431960" imgH="838080" progId="Equation.DSMT4">
                  <p:embed/>
                  <p:pic>
                    <p:nvPicPr>
                      <p:cNvPr id="2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5357826"/>
                        <a:ext cx="7000875" cy="1435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5"/>
          <p:cNvGraphicFramePr>
            <a:graphicFrameLocks noChangeAspect="1"/>
          </p:cNvGraphicFramePr>
          <p:nvPr/>
        </p:nvGraphicFramePr>
        <p:xfrm>
          <a:off x="7072330" y="5429264"/>
          <a:ext cx="1765300" cy="1195388"/>
        </p:xfrm>
        <a:graphic>
          <a:graphicData uri="http://schemas.openxmlformats.org/presentationml/2006/ole">
            <mc:AlternateContent xmlns:mc="http://schemas.openxmlformats.org/markup-compatibility/2006">
              <mc:Choice xmlns:v="urn:schemas-microsoft-com:vml" Requires="v">
                <p:oleObj name="Equation" r:id="rId10" imgW="1117440" imgH="698400" progId="Equation.DSMT4">
                  <p:embed/>
                </p:oleObj>
              </mc:Choice>
              <mc:Fallback>
                <p:oleObj name="Equation" r:id="rId10" imgW="1117440" imgH="698400" progId="Equation.DSMT4">
                  <p:embed/>
                  <p:pic>
                    <p:nvPicPr>
                      <p:cNvPr id="24"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72330" y="5429264"/>
                        <a:ext cx="1765300" cy="1195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left)">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60133"/>
                                        </p:tgtEl>
                                        <p:attrNameLst>
                                          <p:attrName>style.visibility</p:attrName>
                                        </p:attrNameLst>
                                      </p:cBhvr>
                                      <p:to>
                                        <p:strVal val="visible"/>
                                      </p:to>
                                    </p:set>
                                    <p:animEffect transition="in" filter="wipe(left)">
                                      <p:cBhvr>
                                        <p:cTn id="27" dur="500"/>
                                        <p:tgtEl>
                                          <p:spTgt spid="56013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wipe(left)">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wipe(left)">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wipe(left)">
                                      <p:cBhvr>
                                        <p:cTn id="5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2" grpId="0"/>
      <p:bldP spid="13" grpId="0"/>
      <p:bldP spid="17"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bwMode="auto">
          <a:xfrm>
            <a:off x="0" y="0"/>
            <a:ext cx="9144000" cy="42860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 </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6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阶实对称阵,</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3</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为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二</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重特征值，则</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3</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zh-CN" altLang="en-US" sz="2000" b="1" i="0" u="sng"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zh-CN" altLang="en-US" sz="2000" b="1" i="0" u="sng"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8" name="Text Box 28"/>
          <p:cNvSpPr txBox="1">
            <a:spLocks noChangeArrowheads="1"/>
          </p:cNvSpPr>
          <p:nvPr/>
        </p:nvSpPr>
        <p:spPr bwMode="auto">
          <a:xfrm>
            <a:off x="7858148" y="-24"/>
            <a:ext cx="15818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6-2=4</a:t>
            </a:r>
            <a:endPar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endParaRPr>
          </a:p>
        </p:txBody>
      </p:sp>
      <p:sp>
        <p:nvSpPr>
          <p:cNvPr id="9" name="矩形 8"/>
          <p:cNvSpPr/>
          <p:nvPr/>
        </p:nvSpPr>
        <p:spPr bwMode="auto">
          <a:xfrm>
            <a:off x="0" y="714380"/>
            <a:ext cx="9144000" cy="42860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为</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3</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阶实对称阵，主对角元之和为</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4，</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且</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A+2</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楷体_GB2312"/>
              </a:rPr>
              <a:t>则</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en-US" altLang="zh-CN" sz="2000" b="1" i="0" u="sng"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a:t>
            </a:r>
            <a:endPar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mn-cs"/>
            </a:endParaRPr>
          </a:p>
        </p:txBody>
      </p:sp>
      <p:sp>
        <p:nvSpPr>
          <p:cNvPr id="15" name="Text Box 41"/>
          <p:cNvSpPr txBox="1">
            <a:spLocks noChangeArrowheads="1"/>
          </p:cNvSpPr>
          <p:nvPr/>
        </p:nvSpPr>
        <p:spPr bwMode="auto">
          <a:xfrm>
            <a:off x="0" y="1142984"/>
            <a:ext cx="27146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 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A+2</a:t>
            </a:r>
            <a:r>
              <a:rPr kumimoji="1" lang="el-GR"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E</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=1</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6" name="矩形 15"/>
          <p:cNvSpPr/>
          <p:nvPr/>
        </p:nvSpPr>
        <p:spPr bwMode="auto">
          <a:xfrm>
            <a:off x="-32" y="2357430"/>
            <a:ext cx="9144000" cy="42860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3:</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 A 是n 阶实对称阵式</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en-US" altLang="zh-CN" sz="2000" b="1" i="0" u="none" strike="noStrike" kern="1200" cap="none" spc="0" normalizeH="0" baseline="30000" noProof="0" dirty="0">
                <a:ln>
                  <a:noFill/>
                </a:ln>
                <a:solidFill>
                  <a:srgbClr val="0000FF"/>
                </a:solidFill>
                <a:effectLst/>
                <a:uLnTx/>
                <a:uFillTx/>
                <a:latin typeface="微软雅黑" pitchFamily="34" charset="-122"/>
                <a:ea typeface="微软雅黑" pitchFamily="34" charset="-122"/>
                <a:cs typeface="楷体_GB2312"/>
              </a:rPr>
              <a:t>2</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a:t>
            </a:r>
            <a:r>
              <a:rPr kumimoji="1" lang="zh-CN" altLang="en-US"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rPr>
              <a:t>r</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(0&lt;r&lt;n),</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求 A 的相似对角阵</a:t>
            </a:r>
          </a:p>
        </p:txBody>
      </p:sp>
      <p:sp>
        <p:nvSpPr>
          <p:cNvPr id="17" name="矩形 16"/>
          <p:cNvSpPr/>
          <p:nvPr/>
        </p:nvSpPr>
        <p:spPr bwMode="auto">
          <a:xfrm>
            <a:off x="0" y="4465437"/>
            <a:ext cx="9144000" cy="714356"/>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4:</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已知 6,3,3 是三阶</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实对称阵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的特征值，对应于特征值 6 的特征向量为</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 [1, 1,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pitchFamily="18" charset="2"/>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，求实对称阵</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9" name="Text Box 34"/>
          <p:cNvSpPr txBox="1">
            <a:spLocks noChangeArrowheads="1"/>
          </p:cNvSpPr>
          <p:nvPr/>
        </p:nvSpPr>
        <p:spPr bwMode="auto">
          <a:xfrm>
            <a:off x="107690" y="5184245"/>
            <a:ext cx="82200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解：设特征值3 所对应的特征向量为</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rPr>
              <a:t>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p>
        </p:txBody>
      </p:sp>
      <p:sp>
        <p:nvSpPr>
          <p:cNvPr id="20" name="Text Box 34"/>
          <p:cNvSpPr txBox="1">
            <a:spLocks noChangeArrowheads="1"/>
          </p:cNvSpPr>
          <p:nvPr/>
        </p:nvSpPr>
        <p:spPr bwMode="auto">
          <a:xfrm>
            <a:off x="107690" y="5621178"/>
            <a:ext cx="382136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由</a:t>
            </a:r>
            <a:r>
              <a:rPr kumimoji="1" lang="zh-CN" altLang="zh-CN" sz="2000" b="1" i="1"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与</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正交</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，有</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rPr>
              <a:t>3</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=0</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p>
        </p:txBody>
      </p:sp>
      <p:sp>
        <p:nvSpPr>
          <p:cNvPr id="21" name="Text Box 34"/>
          <p:cNvSpPr txBox="1">
            <a:spLocks noChangeArrowheads="1"/>
          </p:cNvSpPr>
          <p:nvPr/>
        </p:nvSpPr>
        <p:spPr bwMode="auto">
          <a:xfrm>
            <a:off x="107690" y="6048341"/>
            <a:ext cx="86077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由于</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 </a:t>
            </a:r>
            <a:r>
              <a:rPr kumimoji="1" lang="zh-CN" altLang="en-US"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已经正交，把</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 </a:t>
            </a:r>
            <a:r>
              <a:rPr kumimoji="1" lang="zh-CN" altLang="en-US"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 </a:t>
            </a:r>
            <a:r>
              <a:rPr kumimoji="1" lang="zh-CN" altLang="en-US"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单位化</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，得到</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22" name="Text Box 34"/>
          <p:cNvSpPr txBox="1">
            <a:spLocks noChangeArrowheads="1"/>
          </p:cNvSpPr>
          <p:nvPr/>
        </p:nvSpPr>
        <p:spPr bwMode="auto">
          <a:xfrm>
            <a:off x="107690" y="6485274"/>
            <a:ext cx="41071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令</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有</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 </a:t>
            </a:r>
            <a:r>
              <a:rPr kumimoji="1" lang="en-US" altLang="zh-CN" sz="20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AP</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endParaRPr kumimoji="1" lang="zh-CN" altLang="en-US" sz="20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endParaRPr>
          </a:p>
        </p:txBody>
      </p:sp>
      <p:sp>
        <p:nvSpPr>
          <p:cNvPr id="27" name="矩形 26"/>
          <p:cNvSpPr/>
          <p:nvPr/>
        </p:nvSpPr>
        <p:spPr>
          <a:xfrm>
            <a:off x="4139952" y="5661248"/>
            <a:ext cx="411042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可求出</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=(-1,1,0)</a:t>
            </a:r>
            <a:r>
              <a:rPr kumimoji="1" lang="en-US" altLang="zh-CN" sz="2000" b="1" i="1"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Symbol"/>
              </a:rPr>
              <a:t>T</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=(1,1,-2)</a:t>
            </a:r>
            <a:r>
              <a:rPr kumimoji="1" lang="en-US" altLang="zh-CN" sz="2000" b="1" i="1"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Symbol"/>
              </a:rPr>
              <a:t>T</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28" name="矩形 27"/>
          <p:cNvSpPr/>
          <p:nvPr/>
        </p:nvSpPr>
        <p:spPr>
          <a:xfrm>
            <a:off x="3779912" y="6485274"/>
            <a:ext cx="5357834"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Gulim"/>
                <a:ea typeface="Gulim"/>
                <a:cs typeface="+mn-cs"/>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  </a:t>
            </a:r>
            <a:r>
              <a:rPr kumimoji="1" lang="en-US" altLang="zh-CN" sz="2000" b="1" i="0" u="none" strike="noStrike" kern="1200" cap="none" spc="0" normalizeH="0" baseline="0" noProof="0" dirty="0" err="1">
                <a:ln>
                  <a:noFill/>
                </a:ln>
                <a:solidFill>
                  <a:srgbClr val="000000"/>
                </a:solidFill>
                <a:effectLst/>
                <a:uLnTx/>
                <a:uFillTx/>
                <a:latin typeface="微软雅黑" pitchFamily="34" charset="-122"/>
                <a:ea typeface="微软雅黑" pitchFamily="34" charset="-122"/>
                <a:cs typeface="+mn-cs"/>
                <a:sym typeface="Symbol"/>
              </a:rPr>
              <a:t>diag</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(6,3,3)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 </a:t>
            </a:r>
            <a:r>
              <a:rPr kumimoji="1" lang="en-US" altLang="zh-CN" sz="20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  </a:t>
            </a:r>
            <a:r>
              <a:rPr kumimoji="1" lang="en-US" altLang="zh-CN" sz="2000" b="1" i="0" u="none" strike="noStrike" kern="1200" cap="none" spc="0" normalizeH="0" baseline="0" noProof="0" dirty="0" err="1">
                <a:ln>
                  <a:noFill/>
                </a:ln>
                <a:solidFill>
                  <a:srgbClr val="000000"/>
                </a:solidFill>
                <a:effectLst/>
                <a:uLnTx/>
                <a:uFillTx/>
                <a:latin typeface="微软雅黑" pitchFamily="34" charset="-122"/>
                <a:ea typeface="微软雅黑" pitchFamily="34" charset="-122"/>
                <a:cs typeface="+mn-cs"/>
                <a:sym typeface="Symbol"/>
              </a:rPr>
              <a:t>diag</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(6,3,3) </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P </a:t>
            </a:r>
            <a:r>
              <a:rPr kumimoji="1" lang="en-US" altLang="zh-CN" sz="2000" b="1" i="0" u="none" strike="noStrike" kern="1200" cap="none" spc="0" normalizeH="0" baseline="30000" noProof="0" dirty="0">
                <a:ln>
                  <a:noFill/>
                </a:ln>
                <a:solidFill>
                  <a:srgbClr val="000000"/>
                </a:solidFill>
                <a:effectLst/>
                <a:uLnTx/>
                <a:uFillTx/>
                <a:latin typeface="微软雅黑" pitchFamily="34" charset="-122"/>
                <a:ea typeface="微软雅黑" pitchFamily="34" charset="-122"/>
                <a:cs typeface="+mn-cs"/>
                <a:sym typeface="Symbol"/>
              </a:rPr>
              <a:t>T</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sp>
        <p:nvSpPr>
          <p:cNvPr id="30" name="Text Box 41"/>
          <p:cNvSpPr txBox="1">
            <a:spLocks noChangeArrowheads="1"/>
          </p:cNvSpPr>
          <p:nvPr/>
        </p:nvSpPr>
        <p:spPr bwMode="auto">
          <a:xfrm>
            <a:off x="5688631" y="3729226"/>
            <a:ext cx="35638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的相似对角阵的标准形为</a:t>
            </a: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err="1">
                <a:ln>
                  <a:noFill/>
                </a:ln>
                <a:solidFill>
                  <a:srgbClr val="000000"/>
                </a:solidFill>
                <a:effectLst/>
                <a:uLnTx/>
                <a:uFillTx/>
                <a:latin typeface="微软雅黑" pitchFamily="34" charset="-122"/>
                <a:ea typeface="微软雅黑" pitchFamily="34" charset="-122"/>
                <a:cs typeface="+mn-cs"/>
              </a:rPr>
              <a:t>diag</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(1,…,1,0,…,0)</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1" name="Text Box 41"/>
          <p:cNvSpPr txBox="1">
            <a:spLocks noChangeArrowheads="1"/>
          </p:cNvSpPr>
          <p:nvPr/>
        </p:nvSpPr>
        <p:spPr bwMode="auto">
          <a:xfrm>
            <a:off x="0" y="2828954"/>
            <a:ext cx="571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解：</a:t>
            </a:r>
          </a:p>
        </p:txBody>
      </p:sp>
      <p:sp>
        <p:nvSpPr>
          <p:cNvPr id="32" name="矩形 31"/>
          <p:cNvSpPr/>
          <p:nvPr/>
        </p:nvSpPr>
        <p:spPr>
          <a:xfrm>
            <a:off x="571472" y="1528692"/>
            <a:ext cx="213071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主对角元之和为</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4</a:t>
            </a:r>
            <a:endParaRPr kumimoji="1" lang="zh-CN" altLang="en-US" sz="2400" b="0"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3" name="矩形 32"/>
          <p:cNvSpPr/>
          <p:nvPr/>
        </p:nvSpPr>
        <p:spPr>
          <a:xfrm>
            <a:off x="2428860" y="1171502"/>
            <a:ext cx="294183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-2</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 为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a:t>
            </a:r>
            <a:r>
              <a:rPr kumimoji="1" lang="zh-CN" altLang="en-US"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二</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重特征值</a:t>
            </a:r>
          </a:p>
        </p:txBody>
      </p:sp>
      <p:sp>
        <p:nvSpPr>
          <p:cNvPr id="34" name="矩形 33"/>
          <p:cNvSpPr/>
          <p:nvPr/>
        </p:nvSpPr>
        <p:spPr>
          <a:xfrm>
            <a:off x="2643174" y="1500174"/>
            <a:ext cx="358501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1</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2</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=-2-2+</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=4</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5" name="矩形 34"/>
          <p:cNvSpPr/>
          <p:nvPr/>
        </p:nvSpPr>
        <p:spPr>
          <a:xfrm>
            <a:off x="5786446" y="1500174"/>
            <a:ext cx="1571636"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zh-CN" altLang="en-US"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25000" noProof="0" dirty="0">
                <a:ln>
                  <a:noFill/>
                </a:ln>
                <a:solidFill>
                  <a:srgbClr val="000000"/>
                </a:solidFill>
                <a:effectLst/>
                <a:uLnTx/>
                <a:uFillTx/>
                <a:latin typeface="微软雅黑" pitchFamily="34" charset="-122"/>
                <a:ea typeface="微软雅黑" pitchFamily="34" charset="-122"/>
                <a:cs typeface="+mn-cs"/>
                <a:sym typeface="Symbol"/>
              </a:rPr>
              <a:t>3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=8</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6" name="矩形 35"/>
          <p:cNvSpPr/>
          <p:nvPr/>
        </p:nvSpPr>
        <p:spPr>
          <a:xfrm>
            <a:off x="2643174" y="1857364"/>
            <a:ext cx="3714776"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en-US" altLang="zh-CN" sz="20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楷体_GB2312"/>
              </a:rPr>
              <a:t>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anose="02020603050405020304" pitchFamily="18" charset="0"/>
                <a:sym typeface="Symbol"/>
              </a:rPr>
              <a:t>|</a:t>
            </a:r>
            <a:r>
              <a:rPr kumimoji="1" lang="en-US" altLang="zh-CN" sz="2000" b="1" i="1"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anose="02020603050405020304" pitchFamily="18" charset="0"/>
                <a:sym typeface="Symbol"/>
              </a:rPr>
              <a:t>A</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Times New Roman" panose="02020603050405020304" pitchFamily="18" charset="0"/>
                <a:sym typeface="Symbol"/>
              </a:rPr>
              <a:t>|=8×(-2) ×(-2) =32</a:t>
            </a:r>
            <a:endPar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37" name="矩形 36"/>
          <p:cNvSpPr/>
          <p:nvPr/>
        </p:nvSpPr>
        <p:spPr>
          <a:xfrm>
            <a:off x="8667358" y="714356"/>
            <a:ext cx="44114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0000"/>
                </a:solidFill>
                <a:effectLst/>
                <a:uLnTx/>
                <a:uFillTx/>
                <a:latin typeface="Times New Roman" pitchFamily="18" charset="0"/>
                <a:ea typeface="宋体" pitchFamily="2" charset="-122"/>
                <a:cs typeface="Times New Roman" panose="02020603050405020304" pitchFamily="18" charset="0"/>
                <a:sym typeface="Symbol"/>
              </a:rPr>
              <a:t>32</a:t>
            </a:r>
            <a:endParaRPr kumimoji="1" lang="zh-CN" altLang="en-US" sz="2400" b="0" i="0" u="none" strike="noStrike" kern="1200" cap="none" spc="0" normalizeH="0" baseline="0" noProof="0" dirty="0">
              <a:ln>
                <a:noFill/>
              </a:ln>
              <a:solidFill>
                <a:srgbClr val="FF0000"/>
              </a:solidFill>
              <a:effectLst/>
              <a:uLnTx/>
              <a:uFillTx/>
              <a:latin typeface="Times New Roman" pitchFamily="18" charset="0"/>
              <a:ea typeface="宋体" pitchFamily="2" charset="-122"/>
              <a:cs typeface="+mn-cs"/>
            </a:endParaRPr>
          </a:p>
        </p:txBody>
      </p:sp>
      <p:graphicFrame>
        <p:nvGraphicFramePr>
          <p:cNvPr id="4" name="Object 4">
            <a:extLst>
              <a:ext uri="{FF2B5EF4-FFF2-40B4-BE49-F238E27FC236}">
                <a16:creationId xmlns:a16="http://schemas.microsoft.com/office/drawing/2014/main" id="{87D4D96A-9FDC-8CF5-664D-23CDFE0F9F1C}"/>
              </a:ext>
            </a:extLst>
          </p:cNvPr>
          <p:cNvGraphicFramePr>
            <a:graphicFrameLocks noChangeAspect="1"/>
          </p:cNvGraphicFramePr>
          <p:nvPr/>
        </p:nvGraphicFramePr>
        <p:xfrm>
          <a:off x="607300" y="2800923"/>
          <a:ext cx="6584950" cy="795966"/>
        </p:xfrm>
        <a:graphic>
          <a:graphicData uri="http://schemas.openxmlformats.org/presentationml/2006/ole">
            <mc:AlternateContent xmlns:mc="http://schemas.openxmlformats.org/markup-compatibility/2006">
              <mc:Choice xmlns:v="urn:schemas-microsoft-com:vml" Requires="v">
                <p:oleObj name="Equation" r:id="rId3" imgW="4647960" imgH="482400" progId="Equation.DSMT4">
                  <p:embed/>
                </p:oleObj>
              </mc:Choice>
              <mc:Fallback>
                <p:oleObj name="Equation" r:id="rId3" imgW="4647960" imgH="482400" progId="Equation.DSMT4">
                  <p:embed/>
                  <p:pic>
                    <p:nvPicPr>
                      <p:cNvPr id="4" name="Object 4">
                        <a:extLst>
                          <a:ext uri="{FF2B5EF4-FFF2-40B4-BE49-F238E27FC236}">
                            <a16:creationId xmlns:a16="http://schemas.microsoft.com/office/drawing/2014/main" id="{87D4D96A-9FDC-8CF5-664D-23CDFE0F9F1C}"/>
                          </a:ext>
                        </a:extLst>
                      </p:cNvPr>
                      <p:cNvPicPr>
                        <a:picLocks noChangeAspect="1" noChangeArrowheads="1"/>
                      </p:cNvPicPr>
                      <p:nvPr/>
                    </p:nvPicPr>
                    <p:blipFill>
                      <a:blip r:embed="rId4"/>
                      <a:srcRect/>
                      <a:stretch>
                        <a:fillRect/>
                      </a:stretch>
                    </p:blipFill>
                    <p:spPr bwMode="auto">
                      <a:xfrm>
                        <a:off x="607300" y="2800923"/>
                        <a:ext cx="6584950" cy="795966"/>
                      </a:xfrm>
                      <a:prstGeom prst="rect">
                        <a:avLst/>
                      </a:prstGeom>
                      <a:noFill/>
                    </p:spPr>
                  </p:pic>
                </p:oleObj>
              </mc:Fallback>
            </mc:AlternateContent>
          </a:graphicData>
        </a:graphic>
      </p:graphicFrame>
      <p:graphicFrame>
        <p:nvGraphicFramePr>
          <p:cNvPr id="5" name="Object 4">
            <a:extLst>
              <a:ext uri="{FF2B5EF4-FFF2-40B4-BE49-F238E27FC236}">
                <a16:creationId xmlns:a16="http://schemas.microsoft.com/office/drawing/2014/main" id="{365BD989-4244-1574-D436-C40C69428A2C}"/>
              </a:ext>
            </a:extLst>
          </p:cNvPr>
          <p:cNvGraphicFramePr>
            <a:graphicFrameLocks noChangeAspect="1"/>
          </p:cNvGraphicFramePr>
          <p:nvPr/>
        </p:nvGraphicFramePr>
        <p:xfrm>
          <a:off x="385763" y="3640138"/>
          <a:ext cx="5313362" cy="796925"/>
        </p:xfrm>
        <a:graphic>
          <a:graphicData uri="http://schemas.openxmlformats.org/presentationml/2006/ole">
            <mc:AlternateContent xmlns:mc="http://schemas.openxmlformats.org/markup-compatibility/2006">
              <mc:Choice xmlns:v="urn:schemas-microsoft-com:vml" Requires="v">
                <p:oleObj name="Equation" r:id="rId5" imgW="3213000" imgH="482400" progId="Equation.DSMT4">
                  <p:embed/>
                </p:oleObj>
              </mc:Choice>
              <mc:Fallback>
                <p:oleObj name="Equation" r:id="rId5" imgW="3213000" imgH="482400" progId="Equation.DSMT4">
                  <p:embed/>
                  <p:pic>
                    <p:nvPicPr>
                      <p:cNvPr id="5" name="Object 4">
                        <a:extLst>
                          <a:ext uri="{FF2B5EF4-FFF2-40B4-BE49-F238E27FC236}">
                            <a16:creationId xmlns:a16="http://schemas.microsoft.com/office/drawing/2014/main" id="{365BD989-4244-1574-D436-C40C69428A2C}"/>
                          </a:ext>
                        </a:extLst>
                      </p:cNvPr>
                      <p:cNvPicPr>
                        <a:picLocks noChangeAspect="1" noChangeArrowheads="1"/>
                      </p:cNvPicPr>
                      <p:nvPr/>
                    </p:nvPicPr>
                    <p:blipFill>
                      <a:blip r:embed="rId6"/>
                      <a:srcRect/>
                      <a:stretch>
                        <a:fillRect/>
                      </a:stretch>
                    </p:blipFill>
                    <p:spPr bwMode="auto">
                      <a:xfrm>
                        <a:off x="385763" y="3640138"/>
                        <a:ext cx="5313362" cy="796925"/>
                      </a:xfrm>
                      <a:prstGeom prst="rect">
                        <a:avLst/>
                      </a:prstGeom>
                      <a:noFill/>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left)">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wipe(left)">
                                      <p:cBhvr>
                                        <p:cTn id="18" dur="500"/>
                                        <p:tgtEl>
                                          <p:spTgt spid="3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wipe(left)">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wipe(left)">
                                      <p:cBhvr>
                                        <p:cTn id="28" dur="500"/>
                                        <p:tgtEl>
                                          <p:spTgt spid="34"/>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left)">
                                      <p:cBhvr>
                                        <p:cTn id="38" dur="500"/>
                                        <p:tgtEl>
                                          <p:spTgt spid="36"/>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wipe(left)">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wipe(left)">
                                      <p:cBhvr>
                                        <p:cTn id="52" dur="500"/>
                                        <p:tgtEl>
                                          <p:spTgt spid="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left)">
                                      <p:cBhvr>
                                        <p:cTn id="57" dur="500"/>
                                        <p:tgtEl>
                                          <p:spTgt spid="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wipe(left)">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wipe(left)">
                                      <p:cBhvr>
                                        <p:cTn id="67" dur="5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wipe(left)">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wipe(left)">
                                      <p:cBhvr>
                                        <p:cTn id="77" dur="500"/>
                                        <p:tgtEl>
                                          <p:spTgt spid="27"/>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21"/>
                                        </p:tgtEl>
                                        <p:attrNameLst>
                                          <p:attrName>style.visibility</p:attrName>
                                        </p:attrNameLst>
                                      </p:cBhvr>
                                      <p:to>
                                        <p:strVal val="visible"/>
                                      </p:to>
                                    </p:set>
                                    <p:animEffect transition="in" filter="wipe(left)">
                                      <p:cBhvr>
                                        <p:cTn id="82" dur="500"/>
                                        <p:tgtEl>
                                          <p:spTgt spid="21"/>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22"/>
                                        </p:tgtEl>
                                        <p:attrNameLst>
                                          <p:attrName>style.visibility</p:attrName>
                                        </p:attrNameLst>
                                      </p:cBhvr>
                                      <p:to>
                                        <p:strVal val="visible"/>
                                      </p:to>
                                    </p:set>
                                    <p:animEffect transition="in" filter="wipe(left)">
                                      <p:cBhvr>
                                        <p:cTn id="87" dur="500"/>
                                        <p:tgtEl>
                                          <p:spTgt spid="22"/>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grpId="0" nodeType="clickEffect">
                                  <p:stCondLst>
                                    <p:cond delay="0"/>
                                  </p:stCondLst>
                                  <p:childTnLst>
                                    <p:set>
                                      <p:cBhvr>
                                        <p:cTn id="91" dur="1" fill="hold">
                                          <p:stCondLst>
                                            <p:cond delay="0"/>
                                          </p:stCondLst>
                                        </p:cTn>
                                        <p:tgtEl>
                                          <p:spTgt spid="28"/>
                                        </p:tgtEl>
                                        <p:attrNameLst>
                                          <p:attrName>style.visibility</p:attrName>
                                        </p:attrNameLst>
                                      </p:cBhvr>
                                      <p:to>
                                        <p:strVal val="visible"/>
                                      </p:to>
                                    </p:set>
                                    <p:animEffect transition="in" filter="wipe(left)">
                                      <p:cBhvr>
                                        <p:cTn id="9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5" grpId="0"/>
      <p:bldP spid="19" grpId="0"/>
      <p:bldP spid="20" grpId="0"/>
      <p:bldP spid="21" grpId="0"/>
      <p:bldP spid="22" grpId="0"/>
      <p:bldP spid="27" grpId="0"/>
      <p:bldP spid="28" grpId="0"/>
      <p:bldP spid="30" grpId="0"/>
      <p:bldP spid="31" grpId="0"/>
      <p:bldP spid="32" grpId="0"/>
      <p:bldP spid="33" grpId="0"/>
      <p:bldP spid="34" grpId="0"/>
      <p:bldP spid="35" grpId="0"/>
      <p:bldP spid="36" grpId="0"/>
      <p:bldP spid="37"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85" name="WordArt 77"/>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5-8  </a:t>
            </a:r>
            <a:r>
              <a:rPr kumimoji="1" lang="zh-CN" altLang="en-US" sz="4800" b="1" i="0" u="none" strike="noStrike" kern="10" cap="none" spc="0" normalizeH="0" baseline="0" noProof="0" dirty="0">
                <a:ln w="76200">
                  <a:solidFill>
                    <a:srgbClr val="FFC000"/>
                  </a:solidFill>
                  <a:round/>
                  <a:headEnd/>
                  <a:tailEnd/>
                </a:ln>
                <a:blipFill>
                  <a:blip r:embed="rId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二次型及其标准形</a:t>
            </a:r>
          </a:p>
        </p:txBody>
      </p:sp>
      <p:sp>
        <p:nvSpPr>
          <p:cNvPr id="171089" name="Text Box 81"/>
          <p:cNvSpPr txBox="1">
            <a:spLocks noChangeArrowheads="1"/>
          </p:cNvSpPr>
          <p:nvPr/>
        </p:nvSpPr>
        <p:spPr bwMode="auto">
          <a:xfrm>
            <a:off x="642938" y="908050"/>
            <a:ext cx="8389937" cy="553998"/>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2400" b="1" i="0" u="none" strike="noStrike" kern="1200" cap="none" spc="0" normalizeH="0" baseline="0" noProof="0" dirty="0">
                <a:ln>
                  <a:noFill/>
                </a:ln>
                <a:solidFill>
                  <a:srgbClr val="FFFFCC">
                    <a:lumMod val="50000"/>
                  </a:srgbClr>
                </a:solidFill>
                <a:effectLst/>
                <a:uLnTx/>
                <a:uFillTx/>
                <a:latin typeface="微软雅黑" pitchFamily="34" charset="-122"/>
                <a:ea typeface="微软雅黑" pitchFamily="34" charset="-122"/>
                <a:cs typeface="+mn-cs"/>
              </a:rPr>
              <a:t>二次型</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p>
        </p:txBody>
      </p:sp>
      <p:sp>
        <p:nvSpPr>
          <p:cNvPr id="12" name="AutoShape 5"/>
          <p:cNvSpPr>
            <a:spLocks noChangeArrowheads="1"/>
          </p:cNvSpPr>
          <p:nvPr/>
        </p:nvSpPr>
        <p:spPr bwMode="auto">
          <a:xfrm>
            <a:off x="714349" y="5929330"/>
            <a:ext cx="8429652" cy="928694"/>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l-GR"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Tx/>
              <a:buNone/>
              <a:tabLst/>
              <a:defRPr/>
            </a:pPr>
            <a:endParaRPr kumimoji="1" lang="en-US" altLang="zh-CN" sz="2000" b="1" i="0" u="none" strike="noStrike" kern="1200" cap="none" spc="0" normalizeH="0" baseline="0" noProof="0" dirty="0">
              <a:ln>
                <a:noFill/>
              </a:ln>
              <a:solidFill>
                <a:srgbClr val="0000FF"/>
              </a:solidFill>
              <a:effectLst/>
              <a:uLnTx/>
              <a:uFillTx/>
              <a:latin typeface="微软雅黑" pitchFamily="34" charset="-122"/>
              <a:ea typeface="微软雅黑" pitchFamily="34" charset="-122"/>
              <a:cs typeface="楷体_GB2312"/>
            </a:endParaRPr>
          </a:p>
          <a:p>
            <a:pPr marL="342900" marR="0" lvl="0" indent="-342900" algn="l" defTabSz="914400" rtl="0" eaLnBrk="0" fontAlgn="base" latinLnBrk="0" hangingPunct="0">
              <a:lnSpc>
                <a:spcPct val="110000"/>
              </a:lnSpc>
              <a:spcBef>
                <a:spcPct val="20000"/>
              </a:spcBef>
              <a:spcAft>
                <a:spcPct val="0"/>
              </a:spcAft>
              <a:buClr>
                <a:srgbClr val="0000FF"/>
              </a:buClr>
              <a:buSzPct val="75000"/>
              <a:buFont typeface="Wingdings" pitchFamily="2" charset="2"/>
              <a:buNone/>
              <a:tabLst/>
              <a:defRPr/>
            </a:pPr>
            <a:endPar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楷体_GB2312"/>
              <a:cs typeface="楷体_GB2312"/>
            </a:endParaRPr>
          </a:p>
        </p:txBody>
      </p:sp>
      <p:grpSp>
        <p:nvGrpSpPr>
          <p:cNvPr id="5" name="组合 4"/>
          <p:cNvGrpSpPr/>
          <p:nvPr/>
        </p:nvGrpSpPr>
        <p:grpSpPr>
          <a:xfrm>
            <a:off x="2428860" y="1000108"/>
            <a:ext cx="6929486" cy="461665"/>
            <a:chOff x="3949561" y="1000143"/>
            <a:chExt cx="5972690" cy="461665"/>
          </a:xfrm>
        </p:grpSpPr>
        <p:sp>
          <p:nvSpPr>
            <p:cNvPr id="6" name="TextBox 5"/>
            <p:cNvSpPr txBox="1"/>
            <p:nvPr/>
          </p:nvSpPr>
          <p:spPr>
            <a:xfrm>
              <a:off x="3949561" y="1000143"/>
              <a:ext cx="5972690" cy="461665"/>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含有 </a:t>
              </a:r>
              <a:r>
                <a:rPr kumimoji="1" lang="en-US" altLang="zh-CN" sz="24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Times New Roman" panose="02020603050405020304" pitchFamily="18" charset="0"/>
                </a:rPr>
                <a:t>n</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Times New Roman" panose="02020603050405020304" pitchFamily="18" charset="0"/>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个变量                       的</a:t>
              </a:r>
              <a:r>
                <a:rPr kumimoji="1" lang="zh-CN" altLang="en-US" sz="2400" b="1" i="0" u="none" strike="noStrike" kern="1200" cap="none" spc="0" normalizeH="0" baseline="0" noProof="0" dirty="0">
                  <a:ln>
                    <a:noFill/>
                  </a:ln>
                  <a:solidFill>
                    <a:srgbClr val="FFFFCC">
                      <a:lumMod val="75000"/>
                    </a:srgbClr>
                  </a:solidFill>
                  <a:effectLst>
                    <a:outerShdw blurRad="38100" dist="38100" dir="2700000" algn="tl">
                      <a:srgbClr val="000000">
                        <a:alpha val="43137"/>
                      </a:srgbClr>
                    </a:outerShdw>
                  </a:effectLst>
                  <a:uLnTx/>
                  <a:uFillTx/>
                  <a:latin typeface="微软雅黑" pitchFamily="34" charset="-122"/>
                  <a:ea typeface="微软雅黑" pitchFamily="34" charset="-122"/>
                  <a:cs typeface="+mn-cs"/>
                </a:rPr>
                <a:t>二次齐次</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多项式</a:t>
              </a:r>
            </a:p>
          </p:txBody>
        </p:sp>
        <p:graphicFrame>
          <p:nvGraphicFramePr>
            <p:cNvPr id="7" name="对象 6"/>
            <p:cNvGraphicFramePr>
              <a:graphicFrameLocks noChangeAspect="1"/>
            </p:cNvGraphicFramePr>
            <p:nvPr/>
          </p:nvGraphicFramePr>
          <p:xfrm>
            <a:off x="5735211" y="1000143"/>
            <a:ext cx="1651000" cy="419100"/>
          </p:xfrm>
          <a:graphic>
            <a:graphicData uri="http://schemas.openxmlformats.org/presentationml/2006/ole">
              <mc:AlternateContent xmlns:mc="http://schemas.openxmlformats.org/markup-compatibility/2006">
                <mc:Choice xmlns:v="urn:schemas-microsoft-com:vml" Requires="v">
                  <p:oleObj name="Equation" r:id="rId4" imgW="1650960" imgH="419040" progId="Equation.DSMT4">
                    <p:embed/>
                  </p:oleObj>
                </mc:Choice>
                <mc:Fallback>
                  <p:oleObj name="Equation" r:id="rId4" imgW="1650960" imgH="419040"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35211" y="1000143"/>
                          <a:ext cx="1651000"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8" name="对象 7"/>
          <p:cNvGraphicFramePr>
            <a:graphicFrameLocks noChangeAspect="1"/>
          </p:cNvGraphicFramePr>
          <p:nvPr/>
        </p:nvGraphicFramePr>
        <p:xfrm>
          <a:off x="1614519" y="1428750"/>
          <a:ext cx="7458075" cy="1016000"/>
        </p:xfrm>
        <a:graphic>
          <a:graphicData uri="http://schemas.openxmlformats.org/presentationml/2006/ole">
            <mc:AlternateContent xmlns:mc="http://schemas.openxmlformats.org/markup-compatibility/2006">
              <mc:Choice xmlns:v="urn:schemas-microsoft-com:vml" Requires="v">
                <p:oleObj name="Equation" r:id="rId6" imgW="7683480" imgH="1015920" progId="Equation.DSMT4">
                  <p:embed/>
                </p:oleObj>
              </mc:Choice>
              <mc:Fallback>
                <p:oleObj name="Equation" r:id="rId6" imgW="7683480" imgH="1015920" progId="Equation.DSMT4">
                  <p:embed/>
                  <p:pic>
                    <p:nvPicPr>
                      <p:cNvPr id="8" name="对象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14519" y="1428750"/>
                        <a:ext cx="7458075" cy="1016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 name="对象 15"/>
          <p:cNvGraphicFramePr>
            <a:graphicFrameLocks noChangeAspect="1"/>
          </p:cNvGraphicFramePr>
          <p:nvPr/>
        </p:nvGraphicFramePr>
        <p:xfrm>
          <a:off x="3849706" y="2428868"/>
          <a:ext cx="1676400" cy="901700"/>
        </p:xfrm>
        <a:graphic>
          <a:graphicData uri="http://schemas.openxmlformats.org/presentationml/2006/ole">
            <mc:AlternateContent xmlns:mc="http://schemas.openxmlformats.org/markup-compatibility/2006">
              <mc:Choice xmlns:v="urn:schemas-microsoft-com:vml" Requires="v">
                <p:oleObj name="Equation" r:id="rId8" imgW="1676160" imgH="901440" progId="Equation.DSMT4">
                  <p:embed/>
                </p:oleObj>
              </mc:Choice>
              <mc:Fallback>
                <p:oleObj name="Equation" r:id="rId8" imgW="1676160" imgH="901440"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49706" y="2428868"/>
                        <a:ext cx="1676400" cy="901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对象 16"/>
          <p:cNvGraphicFramePr>
            <a:graphicFrameLocks noChangeAspect="1"/>
          </p:cNvGraphicFramePr>
          <p:nvPr/>
        </p:nvGraphicFramePr>
        <p:xfrm>
          <a:off x="6097610" y="2643182"/>
          <a:ext cx="1689100" cy="469900"/>
        </p:xfrm>
        <a:graphic>
          <a:graphicData uri="http://schemas.openxmlformats.org/presentationml/2006/ole">
            <mc:AlternateContent xmlns:mc="http://schemas.openxmlformats.org/markup-compatibility/2006">
              <mc:Choice xmlns:v="urn:schemas-microsoft-com:vml" Requires="v">
                <p:oleObj name="Equation" r:id="rId10" imgW="1688760" imgH="469800" progId="Equation.DSMT4">
                  <p:embed/>
                </p:oleObj>
              </mc:Choice>
              <mc:Fallback>
                <p:oleObj name="Equation" r:id="rId10" imgW="1688760" imgH="469800" progId="Equation.DSMT4">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097610" y="2643182"/>
                        <a:ext cx="1689100" cy="469900"/>
                      </a:xfrm>
                      <a:prstGeom prst="rect">
                        <a:avLst/>
                      </a:prstGeom>
                      <a:solidFill>
                        <a:srgbClr val="FF0000"/>
                      </a:solidFill>
                      <a:ln w="9525">
                        <a:solidFill>
                          <a:srgbClr val="FFFF00"/>
                        </a:solidFill>
                        <a:miter lim="800000"/>
                        <a:headEnd/>
                        <a:tailEnd/>
                      </a:ln>
                    </p:spPr>
                  </p:pic>
                </p:oleObj>
              </mc:Fallback>
            </mc:AlternateContent>
          </a:graphicData>
        </a:graphic>
      </p:graphicFrame>
      <p:sp>
        <p:nvSpPr>
          <p:cNvPr id="18" name="矩形 17"/>
          <p:cNvSpPr/>
          <p:nvPr/>
        </p:nvSpPr>
        <p:spPr>
          <a:xfrm>
            <a:off x="642910" y="3214686"/>
            <a:ext cx="4366901" cy="511807"/>
          </a:xfrm>
          <a:prstGeom prst="rect">
            <a:avLst/>
          </a:prstGeom>
        </p:spPr>
        <p:txBody>
          <a:bodyPr wrap="non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二次型的</a:t>
            </a:r>
            <a:r>
              <a:rPr kumimoji="1" lang="zh-CN" altLang="en-US" sz="2400" b="1" i="0" u="none" strike="noStrike" kern="1200" cap="none" spc="0" normalizeH="0" baseline="0" noProof="0" dirty="0">
                <a:ln>
                  <a:noFill/>
                </a:ln>
                <a:solidFill>
                  <a:srgbClr val="FFFFCC">
                    <a:lumMod val="50000"/>
                  </a:srgbClr>
                </a:solidFill>
                <a:effectLst/>
                <a:uLnTx/>
                <a:uFillTx/>
                <a:latin typeface="微软雅黑" pitchFamily="34" charset="-122"/>
                <a:ea typeface="微软雅黑" pitchFamily="34" charset="-122"/>
                <a:cs typeface="+mn-cs"/>
              </a:rPr>
              <a:t>标准形</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（法式）：</a:t>
            </a:r>
            <a:endPar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19" name="对象 18"/>
          <p:cNvGraphicFramePr>
            <a:graphicFrameLocks noChangeAspect="1"/>
          </p:cNvGraphicFramePr>
          <p:nvPr/>
        </p:nvGraphicFramePr>
        <p:xfrm>
          <a:off x="1614519" y="3786190"/>
          <a:ext cx="5572132" cy="482600"/>
        </p:xfrm>
        <a:graphic>
          <a:graphicData uri="http://schemas.openxmlformats.org/presentationml/2006/ole">
            <mc:AlternateContent xmlns:mc="http://schemas.openxmlformats.org/markup-compatibility/2006">
              <mc:Choice xmlns:v="urn:schemas-microsoft-com:vml" Requires="v">
                <p:oleObj name="Equation" r:id="rId12" imgW="5943600" imgH="482400" progId="Equation.DSMT4">
                  <p:embed/>
                </p:oleObj>
              </mc:Choice>
              <mc:Fallback>
                <p:oleObj name="Equation" r:id="rId12" imgW="5943600" imgH="482400" progId="Equation.DSMT4">
                  <p:embed/>
                  <p:pic>
                    <p:nvPicPr>
                      <p:cNvPr id="19" name="对象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14519" y="3786190"/>
                        <a:ext cx="557213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20874" name="Object 10"/>
          <p:cNvGraphicFramePr>
            <a:graphicFrameLocks noChangeAspect="1"/>
          </p:cNvGraphicFramePr>
          <p:nvPr/>
        </p:nvGraphicFramePr>
        <p:xfrm>
          <a:off x="714348" y="5929330"/>
          <a:ext cx="4733321" cy="500066"/>
        </p:xfrm>
        <a:graphic>
          <a:graphicData uri="http://schemas.openxmlformats.org/presentationml/2006/ole">
            <mc:AlternateContent xmlns:mc="http://schemas.openxmlformats.org/markup-compatibility/2006">
              <mc:Choice xmlns:v="urn:schemas-microsoft-com:vml" Requires="v">
                <p:oleObj name="Equation" r:id="rId14" imgW="2463480" imgH="253800" progId="Equation.DSMT4">
                  <p:embed/>
                </p:oleObj>
              </mc:Choice>
              <mc:Fallback>
                <p:oleObj name="Equation" r:id="rId14" imgW="2463480" imgH="253800" progId="Equation.DSMT4">
                  <p:embed/>
                  <p:pic>
                    <p:nvPicPr>
                      <p:cNvPr id="420874" name="Object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4348" y="5929330"/>
                        <a:ext cx="4733321"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10"/>
          <p:cNvGraphicFramePr>
            <a:graphicFrameLocks noChangeAspect="1"/>
          </p:cNvGraphicFramePr>
          <p:nvPr/>
        </p:nvGraphicFramePr>
        <p:xfrm>
          <a:off x="714349" y="6357958"/>
          <a:ext cx="5429287" cy="505852"/>
        </p:xfrm>
        <a:graphic>
          <a:graphicData uri="http://schemas.openxmlformats.org/presentationml/2006/ole">
            <mc:AlternateContent xmlns:mc="http://schemas.openxmlformats.org/markup-compatibility/2006">
              <mc:Choice xmlns:v="urn:schemas-microsoft-com:vml" Requires="v">
                <p:oleObj name="Equation" r:id="rId16" imgW="2793960" imgH="253800" progId="Equation.DSMT4">
                  <p:embed/>
                </p:oleObj>
              </mc:Choice>
              <mc:Fallback>
                <p:oleObj name="Equation" r:id="rId16" imgW="2793960" imgH="253800" progId="Equation.DSMT4">
                  <p:embed/>
                  <p:pic>
                    <p:nvPicPr>
                      <p:cNvPr id="15" name="Object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4349" y="6357958"/>
                        <a:ext cx="5429287" cy="5058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20"/>
          <p:cNvGraphicFramePr>
            <a:graphicFrameLocks noChangeAspect="1"/>
          </p:cNvGraphicFramePr>
          <p:nvPr/>
        </p:nvGraphicFramePr>
        <p:xfrm>
          <a:off x="1614519" y="4857760"/>
          <a:ext cx="3975102" cy="500063"/>
        </p:xfrm>
        <a:graphic>
          <a:graphicData uri="http://schemas.openxmlformats.org/presentationml/2006/ole">
            <mc:AlternateContent xmlns:mc="http://schemas.openxmlformats.org/markup-compatibility/2006">
              <mc:Choice xmlns:v="urn:schemas-microsoft-com:vml" Requires="v">
                <p:oleObj name="Equation" r:id="rId18" imgW="2006280" imgH="253800" progId="Equation.DSMT4">
                  <p:embed/>
                </p:oleObj>
              </mc:Choice>
              <mc:Fallback>
                <p:oleObj name="Equation" r:id="rId18" imgW="2006280" imgH="253800" progId="Equation.DSMT4">
                  <p:embed/>
                  <p:pic>
                    <p:nvPicPr>
                      <p:cNvPr id="24" name="Object 2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14519" y="4857760"/>
                        <a:ext cx="3975102" cy="5000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矩形 25"/>
          <p:cNvSpPr/>
          <p:nvPr/>
        </p:nvSpPr>
        <p:spPr>
          <a:xfrm>
            <a:off x="5000628" y="3214686"/>
            <a:ext cx="2954655" cy="553998"/>
          </a:xfrm>
          <a:prstGeom prst="rect">
            <a:avLst/>
          </a:prstGeom>
        </p:spPr>
        <p:txBody>
          <a:bodyPr wrap="none">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只含平方项的二次型</a:t>
            </a:r>
          </a:p>
        </p:txBody>
      </p:sp>
      <p:sp>
        <p:nvSpPr>
          <p:cNvPr id="27" name="矩形 26"/>
          <p:cNvSpPr/>
          <p:nvPr/>
        </p:nvSpPr>
        <p:spPr>
          <a:xfrm>
            <a:off x="2643174" y="5429264"/>
            <a:ext cx="6369051"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规范形中</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p</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为正惯性指数，</a:t>
            </a: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r – p</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为负惯性指数</a:t>
            </a:r>
          </a:p>
        </p:txBody>
      </p:sp>
      <p:sp>
        <p:nvSpPr>
          <p:cNvPr id="28" name="Rectangle 21"/>
          <p:cNvSpPr>
            <a:spLocks noChangeArrowheads="1"/>
          </p:cNvSpPr>
          <p:nvPr/>
        </p:nvSpPr>
        <p:spPr bwMode="auto">
          <a:xfrm>
            <a:off x="642910" y="4324657"/>
            <a:ext cx="4214814" cy="461963"/>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二次型的</a:t>
            </a:r>
            <a:r>
              <a:rPr kumimoji="1" lang="zh-CN" altLang="en-US" sz="2400" b="1" i="0" u="none" strike="noStrike" kern="1200" cap="none" spc="0" normalizeH="0" baseline="0" noProof="0" dirty="0">
                <a:ln>
                  <a:noFill/>
                </a:ln>
                <a:solidFill>
                  <a:srgbClr val="FFFFCC">
                    <a:lumMod val="50000"/>
                  </a:srgbClr>
                </a:solidFill>
                <a:effectLst/>
                <a:uLnTx/>
                <a:uFillTx/>
                <a:latin typeface="微软雅黑" pitchFamily="34" charset="-122"/>
                <a:ea typeface="微软雅黑" pitchFamily="34" charset="-122"/>
                <a:cs typeface="+mn-cs"/>
              </a:rPr>
              <a:t>规范形</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endParaRPr kumimoji="1" lang="zh-CN" altLang="en-US" sz="2400" b="0" i="0" u="sng" strike="noStrike" kern="1200" cap="none" spc="0" normalizeH="0" baseline="0" noProof="0" dirty="0">
              <a:ln>
                <a:noFill/>
              </a:ln>
              <a:solidFill>
                <a:srgbClr val="FFFFCC"/>
              </a:solidFill>
              <a:effectLst/>
              <a:uLnTx/>
              <a:uFillTx/>
              <a:latin typeface="宋体" charset="-122"/>
              <a:ea typeface="宋体" pitchFamily="2" charset="-122"/>
              <a:cs typeface="+mn-cs"/>
            </a:endParaRPr>
          </a:p>
        </p:txBody>
      </p:sp>
      <p:graphicFrame>
        <p:nvGraphicFramePr>
          <p:cNvPr id="29" name="Object 10"/>
          <p:cNvGraphicFramePr>
            <a:graphicFrameLocks noChangeAspect="1"/>
          </p:cNvGraphicFramePr>
          <p:nvPr/>
        </p:nvGraphicFramePr>
        <p:xfrm>
          <a:off x="5500694" y="5929330"/>
          <a:ext cx="2513013" cy="450850"/>
        </p:xfrm>
        <a:graphic>
          <a:graphicData uri="http://schemas.openxmlformats.org/presentationml/2006/ole">
            <mc:AlternateContent xmlns:mc="http://schemas.openxmlformats.org/markup-compatibility/2006">
              <mc:Choice xmlns:v="urn:schemas-microsoft-com:vml" Requires="v">
                <p:oleObj name="Equation" r:id="rId20" imgW="1307880" imgH="228600" progId="Equation.DSMT4">
                  <p:embed/>
                </p:oleObj>
              </mc:Choice>
              <mc:Fallback>
                <p:oleObj name="Equation" r:id="rId20" imgW="1307880" imgH="228600" progId="Equation.DSMT4">
                  <p:embed/>
                  <p:pic>
                    <p:nvPicPr>
                      <p:cNvPr id="29" name="Object 1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00694" y="5929330"/>
                        <a:ext cx="2513013" cy="450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Object 10"/>
          <p:cNvGraphicFramePr>
            <a:graphicFrameLocks noChangeAspect="1"/>
          </p:cNvGraphicFramePr>
          <p:nvPr/>
        </p:nvGraphicFramePr>
        <p:xfrm>
          <a:off x="2062168" y="6429400"/>
          <a:ext cx="3367088" cy="450850"/>
        </p:xfrm>
        <a:graphic>
          <a:graphicData uri="http://schemas.openxmlformats.org/presentationml/2006/ole">
            <mc:AlternateContent xmlns:mc="http://schemas.openxmlformats.org/markup-compatibility/2006">
              <mc:Choice xmlns:v="urn:schemas-microsoft-com:vml" Requires="v">
                <p:oleObj name="Equation" r:id="rId22" imgW="1752480" imgH="228600" progId="Equation.DSMT4">
                  <p:embed/>
                </p:oleObj>
              </mc:Choice>
              <mc:Fallback>
                <p:oleObj name="Equation" r:id="rId22" imgW="1752480" imgH="228600" progId="Equation.DSMT4">
                  <p:embed/>
                  <p:pic>
                    <p:nvPicPr>
                      <p:cNvPr id="30" name="Object 1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062168" y="6429400"/>
                        <a:ext cx="3367088" cy="450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10"/>
          <p:cNvGraphicFramePr>
            <a:graphicFrameLocks noChangeAspect="1"/>
          </p:cNvGraphicFramePr>
          <p:nvPr/>
        </p:nvGraphicFramePr>
        <p:xfrm>
          <a:off x="5500694" y="6429400"/>
          <a:ext cx="3027363" cy="500062"/>
        </p:xfrm>
        <a:graphic>
          <a:graphicData uri="http://schemas.openxmlformats.org/presentationml/2006/ole">
            <mc:AlternateContent xmlns:mc="http://schemas.openxmlformats.org/markup-compatibility/2006">
              <mc:Choice xmlns:v="urn:schemas-microsoft-com:vml" Requires="v">
                <p:oleObj name="Equation" r:id="rId24" imgW="1574640" imgH="253800" progId="Equation.DSMT4">
                  <p:embed/>
                </p:oleObj>
              </mc:Choice>
              <mc:Fallback>
                <p:oleObj name="Equation" r:id="rId24" imgW="1574640" imgH="253800" progId="Equation.DSMT4">
                  <p:embed/>
                  <p:pic>
                    <p:nvPicPr>
                      <p:cNvPr id="31" name="Object 1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500694" y="6429400"/>
                        <a:ext cx="3027363" cy="5000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Rectangle 21"/>
          <p:cNvSpPr>
            <a:spLocks noChangeArrowheads="1"/>
          </p:cNvSpPr>
          <p:nvPr/>
        </p:nvSpPr>
        <p:spPr bwMode="auto">
          <a:xfrm>
            <a:off x="642910" y="5429264"/>
            <a:ext cx="3000396" cy="461665"/>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zh-CN" altLang="en-US" sz="24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惯性指数：</a:t>
            </a:r>
            <a:endParaRPr kumimoji="1" lang="zh-CN" altLang="en-US" sz="2400" b="0" i="0" u="sng" strike="noStrike" kern="1200" cap="none" spc="0" normalizeH="0" baseline="0" noProof="0" dirty="0">
              <a:ln>
                <a:noFill/>
              </a:ln>
              <a:solidFill>
                <a:srgbClr val="FFFFCC"/>
              </a:solidFill>
              <a:effectLst/>
              <a:uLnTx/>
              <a:uFillTx/>
              <a:latin typeface="宋体" charset="-122"/>
              <a:ea typeface="宋体" pitchFamily="2"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1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bg/>
                                          </p:spTgt>
                                        </p:tgtEl>
                                        <p:attrNameLst>
                                          <p:attrName>style.visibility</p:attrName>
                                        </p:attrNameLst>
                                      </p:cBhvr>
                                      <p:to>
                                        <p:strVal val="visible"/>
                                      </p:to>
                                    </p:set>
                                    <p:animEffect transition="in" filter="wipe(left)">
                                      <p:cBhvr>
                                        <p:cTn id="17" dur="500"/>
                                        <p:tgtEl>
                                          <p:spTgt spid="12">
                                            <p:bg/>
                                          </p:spTgt>
                                        </p:tgtEl>
                                      </p:cBhvr>
                                    </p:animEffect>
                                  </p:childTnLst>
                                </p:cTn>
                              </p:par>
                              <p:par>
                                <p:cTn id="18" presetID="22" presetClass="entr" presetSubtype="8" fill="hold" nodeType="withEffect">
                                  <p:stCondLst>
                                    <p:cond delay="0"/>
                                  </p:stCondLst>
                                  <p:childTnLst>
                                    <p:set>
                                      <p:cBhvr>
                                        <p:cTn id="19" dur="1" fill="hold">
                                          <p:stCondLst>
                                            <p:cond delay="0"/>
                                          </p:stCondLst>
                                        </p:cTn>
                                        <p:tgtEl>
                                          <p:spTgt spid="420874"/>
                                        </p:tgtEl>
                                        <p:attrNameLst>
                                          <p:attrName>style.visibility</p:attrName>
                                        </p:attrNameLst>
                                      </p:cBhvr>
                                      <p:to>
                                        <p:strVal val="visible"/>
                                      </p:to>
                                    </p:set>
                                    <p:animEffect transition="in" filter="wipe(left)">
                                      <p:cBhvr>
                                        <p:cTn id="20" dur="500"/>
                                        <p:tgtEl>
                                          <p:spTgt spid="42087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wipe(left)">
                                      <p:cBhvr>
                                        <p:cTn id="25" dur="500"/>
                                        <p:tgtEl>
                                          <p:spTgt spid="1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xit" presetSubtype="8" fill="hold" nodeType="clickEffect">
                                  <p:stCondLst>
                                    <p:cond delay="0"/>
                                  </p:stCondLst>
                                  <p:childTnLst>
                                    <p:animEffect transition="out" filter="wipe(left)">
                                      <p:cBhvr>
                                        <p:cTn id="29" dur="500"/>
                                        <p:tgtEl>
                                          <p:spTgt spid="15"/>
                                        </p:tgtEl>
                                      </p:cBhvr>
                                    </p:animEffect>
                                    <p:set>
                                      <p:cBhvr>
                                        <p:cTn id="30" dur="1" fill="hold">
                                          <p:stCondLst>
                                            <p:cond delay="499"/>
                                          </p:stCondLst>
                                        </p:cTn>
                                        <p:tgtEl>
                                          <p:spTgt spid="15"/>
                                        </p:tgtEl>
                                        <p:attrNameLst>
                                          <p:attrName>style.visibility</p:attrName>
                                        </p:attrNameLst>
                                      </p:cBhvr>
                                      <p:to>
                                        <p:strVal val="hidden"/>
                                      </p:to>
                                    </p:set>
                                  </p:childTnLst>
                                </p:cTn>
                              </p:par>
                              <p:par>
                                <p:cTn id="31" presetID="22" presetClass="entr" presetSubtype="8" fill="hold"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left)">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wipe(left)">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wipe(left)">
                                      <p:cBhvr>
                                        <p:cTn id="43" dur="500"/>
                                        <p:tgtEl>
                                          <p:spTgt spid="2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wipe(left)">
                                      <p:cBhvr>
                                        <p:cTn id="48" dur="1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wipe(left)">
                                      <p:cBhvr>
                                        <p:cTn id="53" dur="500"/>
                                        <p:tgtEl>
                                          <p:spTgt spid="29"/>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wipe(left)">
                                      <p:cBhvr>
                                        <p:cTn id="58" dur="500"/>
                                        <p:tgtEl>
                                          <p:spTgt spid="3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wipe(left)">
                                      <p:cBhvr>
                                        <p:cTn id="63" dur="500"/>
                                        <p:tgtEl>
                                          <p:spTgt spid="31"/>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wipe(left)">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wipe(left)">
                                      <p:cBhvr>
                                        <p:cTn id="7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build="allAtOnce" animBg="1"/>
      <p:bldP spid="26" grpId="0"/>
      <p:bldP spid="27"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28"/>
          <p:cNvSpPr txBox="1">
            <a:spLocks noChangeArrowheads="1"/>
          </p:cNvSpPr>
          <p:nvPr/>
        </p:nvSpPr>
        <p:spPr bwMode="auto">
          <a:xfrm>
            <a:off x="0" y="6474362"/>
            <a:ext cx="9144000" cy="369332"/>
          </a:xfrm>
          <a:prstGeom prst="rect">
            <a:avLst/>
          </a:prstGeom>
          <a:solidFill>
            <a:srgbClr val="006600"/>
          </a:solidFill>
          <a:ln w="28575">
            <a:solidFill>
              <a:srgbClr val="FF000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150" normalizeH="0" baseline="0" noProof="0" dirty="0">
                <a:ln>
                  <a:noFill/>
                </a:ln>
                <a:solidFill>
                  <a:srgbClr val="FFFFCC">
                    <a:lumMod val="75000"/>
                  </a:srgbClr>
                </a:solidFill>
                <a:effectLst/>
                <a:uLnTx/>
                <a:uFillTx/>
                <a:latin typeface="微软雅黑" pitchFamily="34" charset="-122"/>
                <a:ea typeface="微软雅黑" pitchFamily="34" charset="-122"/>
                <a:cs typeface="+mn-cs"/>
              </a:rPr>
              <a:t>规范化</a:t>
            </a:r>
          </a:p>
        </p:txBody>
      </p:sp>
      <p:sp>
        <p:nvSpPr>
          <p:cNvPr id="14" name="Text Box 7"/>
          <p:cNvSpPr txBox="1">
            <a:spLocks noChangeArrowheads="1"/>
          </p:cNvSpPr>
          <p:nvPr/>
        </p:nvSpPr>
        <p:spPr bwMode="auto">
          <a:xfrm>
            <a:off x="785786" y="4214818"/>
            <a:ext cx="5929354" cy="1714500"/>
          </a:xfrm>
          <a:prstGeom prst="rect">
            <a:avLst/>
          </a:prstGeom>
          <a:solidFill>
            <a:srgbClr val="008000"/>
          </a:solidFill>
          <a:ln w="28575">
            <a:solidFill>
              <a:srgbClr val="FF0000"/>
            </a:solidFill>
            <a:miter lim="800000"/>
            <a:headEnd/>
            <a:tailEnd/>
          </a:ln>
        </p:spPr>
        <p:txBody>
          <a:bodyPr vert="eaVert" anchorCtr="1"/>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1" lang="zh-CN" altLang="en-US" sz="1800" b="1" i="0" u="sng"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pitchFamily="49" charset="-122"/>
              </a:rPr>
              <a:t>对称阵的对角化</a:t>
            </a:r>
          </a:p>
        </p:txBody>
      </p:sp>
      <p:graphicFrame>
        <p:nvGraphicFramePr>
          <p:cNvPr id="561160" name="Object 8"/>
          <p:cNvGraphicFramePr>
            <a:graphicFrameLocks noChangeAspect="1"/>
          </p:cNvGraphicFramePr>
          <p:nvPr/>
        </p:nvGraphicFramePr>
        <p:xfrm>
          <a:off x="754094" y="857233"/>
          <a:ext cx="8389938" cy="1071570"/>
        </p:xfrm>
        <a:graphic>
          <a:graphicData uri="http://schemas.openxmlformats.org/presentationml/2006/ole">
            <mc:AlternateContent xmlns:mc="http://schemas.openxmlformats.org/markup-compatibility/2006">
              <mc:Choice xmlns:v="urn:schemas-microsoft-com:vml" Requires="v">
                <p:oleObj name="Equation" r:id="rId3" imgW="4813200" imgH="698400" progId="Equation.DSMT4">
                  <p:embed/>
                </p:oleObj>
              </mc:Choice>
              <mc:Fallback>
                <p:oleObj name="Equation" r:id="rId3" imgW="4813200" imgH="698400" progId="Equation.DSMT4">
                  <p:embed/>
                  <p:pic>
                    <p:nvPicPr>
                      <p:cNvPr id="56116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4094" y="857233"/>
                        <a:ext cx="8389938" cy="10715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矩形 25"/>
          <p:cNvSpPr/>
          <p:nvPr/>
        </p:nvSpPr>
        <p:spPr>
          <a:xfrm>
            <a:off x="714348" y="2714620"/>
            <a:ext cx="8072494" cy="4247317"/>
          </a:xfrm>
          <a:prstGeom prst="rect">
            <a:avLst/>
          </a:prstGeom>
        </p:spPr>
        <p:txBody>
          <a:bodyPr wrap="square">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二、步骤：</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写出二次型的矩阵</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并将其正交对角化</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01688" marR="0" lvl="0" indent="-801688"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写出对应的二次型矩阵</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p>
          <a:p>
            <a:pPr marL="801688" marR="0" lvl="0" indent="-801688"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求</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的特征值及对应的特征向量</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01688" marR="0" lvl="0" indent="-801688"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将特征向量正交化，单位化</a:t>
            </a:r>
            <a:endPar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801688" marR="0" lvl="0" indent="-801688"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将正交单位向量组组合成正交矩阵</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p>
          <a:p>
            <a:pPr marL="801688" marR="0" lvl="0" indent="-801688" algn="l" defTabSz="914400" rtl="0" eaLnBrk="1" fontAlgn="base" latinLnBrk="0" hangingPunct="1">
              <a:lnSpc>
                <a:spcPct val="150000"/>
              </a:lnSpc>
              <a:spcBef>
                <a:spcPct val="0"/>
              </a:spcBef>
              <a:spcAft>
                <a:spcPct val="0"/>
              </a:spcAft>
              <a:buClrTx/>
              <a:buSzTx/>
              <a:buFont typeface="+mj-ea"/>
              <a:buAutoNum type="circleNumDbPlain"/>
              <a:tabLst/>
              <a:defRPr/>
            </a:pP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应用</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 </a:t>
            </a:r>
            <a:r>
              <a:rPr kumimoji="1" lang="en-US" altLang="zh-CN" sz="2000" b="1" i="0" u="none" strike="noStrike" kern="1200" cap="none" spc="0" normalizeH="0" baseline="30000" noProof="0" dirty="0">
                <a:ln>
                  <a:noFill/>
                </a:ln>
                <a:solidFill>
                  <a:srgbClr val="FFFFCC"/>
                </a:solidFill>
                <a:effectLst/>
                <a:uLnTx/>
                <a:uFillTx/>
                <a:latin typeface="微软雅黑" pitchFamily="34" charset="-122"/>
                <a:ea typeface="微软雅黑" pitchFamily="34" charset="-122"/>
                <a:cs typeface="+mn-cs"/>
              </a:rPr>
              <a:t>T</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P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=Λ</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对角化为</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Λ</a:t>
            </a:r>
            <a:endParaRPr kumimoji="1" lang="zh-CN" altLang="en-US"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令</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P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zh-CN" altLang="en-US"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化为关于</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的标准型</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en-US" altLang="zh-CN" sz="20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y</a:t>
            </a:r>
            <a:r>
              <a:rPr kumimoji="1" lang="en-US" altLang="zh-CN" sz="2000" b="1" i="1"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T</a:t>
            </a:r>
            <a:r>
              <a:rPr kumimoji="1" lang="en-US" altLang="zh-CN" sz="20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Λ</a:t>
            </a:r>
            <a:r>
              <a:rPr kumimoji="1" lang="en-US" altLang="zh-CN" sz="20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y</a:t>
            </a:r>
            <a:endPar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取令</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K</a:t>
            </a:r>
            <a:r>
              <a:rPr kumimoji="1" lang="en-US" altLang="zh-CN" sz="20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z</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K</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20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diag</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1/ |</a:t>
            </a:r>
            <a:r>
              <a:rPr kumimoji="1" lang="en-US" altLang="zh-CN" sz="2000" b="1" i="0"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λ</a:t>
            </a:r>
            <a:r>
              <a:rPr kumimoji="1" lang="en-US" altLang="zh-CN" sz="2000" b="1" i="0" u="none" strike="noStrike" kern="1200" cap="none" spc="0" normalizeH="0" baseline="-25000" noProof="0" dirty="0" err="1">
                <a:ln>
                  <a:noFill/>
                </a:ln>
                <a:solidFill>
                  <a:srgbClr val="FFFFCC">
                    <a:lumMod val="75000"/>
                  </a:srgbClr>
                </a:solidFill>
                <a:effectLst/>
                <a:uLnTx/>
                <a:uFillTx/>
                <a:latin typeface="微软雅黑" pitchFamily="34" charset="-122"/>
                <a:ea typeface="微软雅黑" pitchFamily="34" charset="-122"/>
                <a:cs typeface="+mn-cs"/>
              </a:rPr>
              <a:t>i</a:t>
            </a:r>
            <a:r>
              <a:rPr kumimoji="1" lang="en-US" altLang="zh-CN" sz="20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  </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zh-CN" altLang="en-US"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化为关于</a:t>
            </a:r>
            <a:r>
              <a:rPr kumimoji="1" lang="en-US" altLang="zh-CN"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z</a:t>
            </a:r>
            <a:r>
              <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的规范型</a:t>
            </a:r>
            <a:r>
              <a:rPr kumimoji="1" lang="en-US" altLang="zh-CN" sz="20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en-US" altLang="zh-CN" sz="20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z</a:t>
            </a:r>
            <a:r>
              <a:rPr kumimoji="1" lang="en-US" altLang="zh-CN" sz="2000" b="1" i="1"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T</a:t>
            </a:r>
            <a:r>
              <a:rPr kumimoji="1" lang="en-US" altLang="zh-CN" sz="2000" b="1" i="1"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mn-cs"/>
              </a:rPr>
              <a:t> </a:t>
            </a:r>
            <a:r>
              <a:rPr kumimoji="1" lang="en-US" altLang="zh-CN" sz="2000" b="1" i="1" u="none" strike="noStrike" kern="1200" cap="none" spc="0" normalizeH="0" baseline="0" noProof="0" dirty="0" err="1">
                <a:ln>
                  <a:noFill/>
                </a:ln>
                <a:solidFill>
                  <a:srgbClr val="FFFFCC">
                    <a:lumMod val="75000"/>
                  </a:srgbClr>
                </a:solidFill>
                <a:effectLst/>
                <a:uLnTx/>
                <a:uFillTx/>
                <a:latin typeface="微软雅黑" pitchFamily="34" charset="-122"/>
                <a:ea typeface="微软雅黑" pitchFamily="34" charset="-122"/>
                <a:cs typeface="+mn-cs"/>
              </a:rPr>
              <a:t>Λ</a:t>
            </a:r>
            <a:r>
              <a:rPr kumimoji="1" lang="en-US" altLang="zh-CN" sz="20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z</a:t>
            </a:r>
            <a:endParaRPr kumimoji="1" lang="zh-CN" altLang="en-US" sz="20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561158" name="Object 6"/>
          <p:cNvGraphicFramePr>
            <a:graphicFrameLocks noChangeAspect="1"/>
          </p:cNvGraphicFramePr>
          <p:nvPr/>
        </p:nvGraphicFramePr>
        <p:xfrm>
          <a:off x="2643174" y="1555685"/>
          <a:ext cx="2857520" cy="428628"/>
        </p:xfrm>
        <a:graphic>
          <a:graphicData uri="http://schemas.openxmlformats.org/presentationml/2006/ole">
            <mc:AlternateContent xmlns:mc="http://schemas.openxmlformats.org/markup-compatibility/2006">
              <mc:Choice xmlns:v="urn:schemas-microsoft-com:vml" Requires="v">
                <p:oleObj name="Equation" r:id="rId5" imgW="1803240" imgH="241200" progId="Equation.DSMT4">
                  <p:embed/>
                </p:oleObj>
              </mc:Choice>
              <mc:Fallback>
                <p:oleObj name="Equation" r:id="rId5" imgW="1803240" imgH="241200" progId="Equation.DSMT4">
                  <p:embed/>
                  <p:pic>
                    <p:nvPicPr>
                      <p:cNvPr id="561158"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43174" y="1555685"/>
                        <a:ext cx="2857520" cy="4286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59" name="Object 7"/>
          <p:cNvGraphicFramePr>
            <a:graphicFrameLocks noChangeAspect="1"/>
          </p:cNvGraphicFramePr>
          <p:nvPr/>
        </p:nvGraphicFramePr>
        <p:xfrm>
          <a:off x="5654675" y="1587500"/>
          <a:ext cx="3416300" cy="396875"/>
        </p:xfrm>
        <a:graphic>
          <a:graphicData uri="http://schemas.openxmlformats.org/presentationml/2006/ole">
            <mc:AlternateContent xmlns:mc="http://schemas.openxmlformats.org/markup-compatibility/2006">
              <mc:Choice xmlns:v="urn:schemas-microsoft-com:vml" Requires="v">
                <p:oleObj name="Equation" r:id="rId7" imgW="1993680" imgH="241200" progId="Equation.DSMT4">
                  <p:embed/>
                </p:oleObj>
              </mc:Choice>
              <mc:Fallback>
                <p:oleObj name="Equation" r:id="rId7" imgW="1993680" imgH="241200" progId="Equation.DSMT4">
                  <p:embed/>
                  <p:pic>
                    <p:nvPicPr>
                      <p:cNvPr id="561159"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54675" y="1587500"/>
                        <a:ext cx="3416300" cy="396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1" name="Object 9"/>
          <p:cNvGraphicFramePr>
            <a:graphicFrameLocks noChangeAspect="1"/>
          </p:cNvGraphicFramePr>
          <p:nvPr/>
        </p:nvGraphicFramePr>
        <p:xfrm>
          <a:off x="777875" y="2093913"/>
          <a:ext cx="7658100" cy="334962"/>
        </p:xfrm>
        <a:graphic>
          <a:graphicData uri="http://schemas.openxmlformats.org/presentationml/2006/ole">
            <mc:AlternateContent xmlns:mc="http://schemas.openxmlformats.org/markup-compatibility/2006">
              <mc:Choice xmlns:v="urn:schemas-microsoft-com:vml" Requires="v">
                <p:oleObj name="Equation" r:id="rId9" imgW="4559040" imgH="228600" progId="Equation.DSMT4">
                  <p:embed/>
                </p:oleObj>
              </mc:Choice>
              <mc:Fallback>
                <p:oleObj name="Equation" r:id="rId9" imgW="4559040" imgH="228600" progId="Equation.DSMT4">
                  <p:embed/>
                  <p:pic>
                    <p:nvPicPr>
                      <p:cNvPr id="561161" name="Object 9"/>
                      <p:cNvPicPr>
                        <a:picLocks noChangeAspect="1" noChangeArrowheads="1"/>
                      </p:cNvPicPr>
                      <p:nvPr/>
                    </p:nvPicPr>
                    <p:blipFill>
                      <a:blip r:embed="rId10"/>
                      <a:srcRect/>
                      <a:stretch>
                        <a:fillRect/>
                      </a:stretch>
                    </p:blipFill>
                    <p:spPr bwMode="auto">
                      <a:xfrm>
                        <a:off x="777875" y="2093913"/>
                        <a:ext cx="7658100" cy="3349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2" name="Object 10"/>
          <p:cNvGraphicFramePr>
            <a:graphicFrameLocks noChangeAspect="1"/>
          </p:cNvGraphicFramePr>
          <p:nvPr/>
        </p:nvGraphicFramePr>
        <p:xfrm>
          <a:off x="1500166" y="2500306"/>
          <a:ext cx="1285884" cy="363825"/>
        </p:xfrm>
        <a:graphic>
          <a:graphicData uri="http://schemas.openxmlformats.org/presentationml/2006/ole">
            <mc:AlternateContent xmlns:mc="http://schemas.openxmlformats.org/markup-compatibility/2006">
              <mc:Choice xmlns:v="urn:schemas-microsoft-com:vml" Requires="v">
                <p:oleObj name="Equation" r:id="rId11" imgW="736560" imgH="215640" progId="Equation.DSMT4">
                  <p:embed/>
                </p:oleObj>
              </mc:Choice>
              <mc:Fallback>
                <p:oleObj name="Equation" r:id="rId11" imgW="736560" imgH="215640" progId="Equation.DSMT4">
                  <p:embed/>
                  <p:pic>
                    <p:nvPicPr>
                      <p:cNvPr id="561162"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00166" y="2500306"/>
                        <a:ext cx="1285884" cy="363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3" name="Object 11"/>
          <p:cNvGraphicFramePr>
            <a:graphicFrameLocks noChangeAspect="1"/>
          </p:cNvGraphicFramePr>
          <p:nvPr/>
        </p:nvGraphicFramePr>
        <p:xfrm>
          <a:off x="2714612" y="2500314"/>
          <a:ext cx="1606550" cy="427038"/>
        </p:xfrm>
        <a:graphic>
          <a:graphicData uri="http://schemas.openxmlformats.org/presentationml/2006/ole">
            <mc:AlternateContent xmlns:mc="http://schemas.openxmlformats.org/markup-compatibility/2006">
              <mc:Choice xmlns:v="urn:schemas-microsoft-com:vml" Requires="v">
                <p:oleObj name="Equation" r:id="rId13" imgW="825480" imgH="228600" progId="Equation.DSMT4">
                  <p:embed/>
                </p:oleObj>
              </mc:Choice>
              <mc:Fallback>
                <p:oleObj name="Equation" r:id="rId13" imgW="825480" imgH="228600" progId="Equation.DSMT4">
                  <p:embed/>
                  <p:pic>
                    <p:nvPicPr>
                      <p:cNvPr id="561163" name="Object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14612" y="2500314"/>
                        <a:ext cx="1606550"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4" name="Object 12"/>
          <p:cNvGraphicFramePr>
            <a:graphicFrameLocks noChangeAspect="1"/>
          </p:cNvGraphicFramePr>
          <p:nvPr/>
        </p:nvGraphicFramePr>
        <p:xfrm>
          <a:off x="4363174" y="2500306"/>
          <a:ext cx="1825776" cy="427046"/>
        </p:xfrm>
        <a:graphic>
          <a:graphicData uri="http://schemas.openxmlformats.org/presentationml/2006/ole">
            <mc:AlternateContent xmlns:mc="http://schemas.openxmlformats.org/markup-compatibility/2006">
              <mc:Choice xmlns:v="urn:schemas-microsoft-com:vml" Requires="v">
                <p:oleObj name="Equation" r:id="rId15" imgW="939600" imgH="228600" progId="Equation.DSMT4">
                  <p:embed/>
                </p:oleObj>
              </mc:Choice>
              <mc:Fallback>
                <p:oleObj name="Equation" r:id="rId15" imgW="939600" imgH="228600" progId="Equation.DSMT4">
                  <p:embed/>
                  <p:pic>
                    <p:nvPicPr>
                      <p:cNvPr id="561164" name="Object 1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63174" y="2500306"/>
                        <a:ext cx="1825776" cy="4270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5" name="Object 13"/>
          <p:cNvGraphicFramePr>
            <a:graphicFrameLocks noChangeAspect="1"/>
          </p:cNvGraphicFramePr>
          <p:nvPr/>
        </p:nvGraphicFramePr>
        <p:xfrm>
          <a:off x="6197173" y="3000354"/>
          <a:ext cx="1875289" cy="427046"/>
        </p:xfrm>
        <a:graphic>
          <a:graphicData uri="http://schemas.openxmlformats.org/presentationml/2006/ole">
            <mc:AlternateContent xmlns:mc="http://schemas.openxmlformats.org/markup-compatibility/2006">
              <mc:Choice xmlns:v="urn:schemas-microsoft-com:vml" Requires="v">
                <p:oleObj name="Equation" r:id="rId17" imgW="965160" imgH="228600" progId="Equation.DSMT4">
                  <p:embed/>
                </p:oleObj>
              </mc:Choice>
              <mc:Fallback>
                <p:oleObj name="Equation" r:id="rId17" imgW="965160" imgH="228600" progId="Equation.DSMT4">
                  <p:embed/>
                  <p:pic>
                    <p:nvPicPr>
                      <p:cNvPr id="561165" name="Object 1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197173" y="3000354"/>
                        <a:ext cx="1875289" cy="4270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1167" name="Object 15"/>
          <p:cNvGraphicFramePr>
            <a:graphicFrameLocks noChangeAspect="1"/>
          </p:cNvGraphicFramePr>
          <p:nvPr/>
        </p:nvGraphicFramePr>
        <p:xfrm>
          <a:off x="8063776" y="3000354"/>
          <a:ext cx="1008818" cy="427046"/>
        </p:xfrm>
        <a:graphic>
          <a:graphicData uri="http://schemas.openxmlformats.org/presentationml/2006/ole">
            <mc:AlternateContent xmlns:mc="http://schemas.openxmlformats.org/markup-compatibility/2006">
              <mc:Choice xmlns:v="urn:schemas-microsoft-com:vml" Requires="v">
                <p:oleObj name="Equation" r:id="rId19" imgW="520560" imgH="228600" progId="Equation.DSMT4">
                  <p:embed/>
                </p:oleObj>
              </mc:Choice>
              <mc:Fallback>
                <p:oleObj name="Equation" r:id="rId19" imgW="520560" imgH="228600" progId="Equation.DSMT4">
                  <p:embed/>
                  <p:pic>
                    <p:nvPicPr>
                      <p:cNvPr id="561167" name="Object 1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063776" y="3000354"/>
                        <a:ext cx="1008818" cy="4270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13"/>
          <p:cNvGraphicFramePr>
            <a:graphicFrameLocks noChangeAspect="1"/>
          </p:cNvGraphicFramePr>
          <p:nvPr/>
        </p:nvGraphicFramePr>
        <p:xfrm>
          <a:off x="6160753" y="2428868"/>
          <a:ext cx="1988635" cy="500066"/>
        </p:xfrm>
        <a:graphic>
          <a:graphicData uri="http://schemas.openxmlformats.org/presentationml/2006/ole">
            <mc:AlternateContent xmlns:mc="http://schemas.openxmlformats.org/markup-compatibility/2006">
              <mc:Choice xmlns:v="urn:schemas-microsoft-com:vml" Requires="v">
                <p:oleObj name="Equation" r:id="rId21" imgW="1117440" imgH="291960" progId="Equation.DSMT4">
                  <p:embed/>
                </p:oleObj>
              </mc:Choice>
              <mc:Fallback>
                <p:oleObj name="Equation" r:id="rId21" imgW="1117440" imgH="291960" progId="Equation.DSMT4">
                  <p:embed/>
                  <p:pic>
                    <p:nvPicPr>
                      <p:cNvPr id="22" name="Object 1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160753" y="2428868"/>
                        <a:ext cx="1988635"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WordArt 77">
            <a:extLst>
              <a:ext uri="{FF2B5EF4-FFF2-40B4-BE49-F238E27FC236}">
                <a16:creationId xmlns:a16="http://schemas.microsoft.com/office/drawing/2014/main" id="{8323F4F3-B812-94B9-728F-5CAD23B5B41A}"/>
              </a:ext>
            </a:extLst>
          </p:cNvPr>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2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5-8  </a:t>
            </a:r>
            <a:r>
              <a:rPr kumimoji="1" lang="zh-CN" altLang="en-US" sz="4800" b="1" i="0" u="none" strike="noStrike" kern="10" cap="none" spc="0" normalizeH="0" baseline="0" noProof="0" dirty="0">
                <a:ln w="76200">
                  <a:solidFill>
                    <a:srgbClr val="FFC000"/>
                  </a:solidFill>
                  <a:round/>
                  <a:headEnd/>
                  <a:tailEnd/>
                </a:ln>
                <a:blipFill>
                  <a:blip r:embed="rId23"/>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二次型及其标准形</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61160"/>
                                        </p:tgtEl>
                                        <p:attrNameLst>
                                          <p:attrName>style.visibility</p:attrName>
                                        </p:attrNameLst>
                                      </p:cBhvr>
                                      <p:to>
                                        <p:strVal val="visible"/>
                                      </p:to>
                                    </p:set>
                                    <p:animEffect transition="in" filter="wipe(left)">
                                      <p:cBhvr>
                                        <p:cTn id="7" dur="500"/>
                                        <p:tgtEl>
                                          <p:spTgt spid="56116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61158"/>
                                        </p:tgtEl>
                                        <p:attrNameLst>
                                          <p:attrName>style.visibility</p:attrName>
                                        </p:attrNameLst>
                                      </p:cBhvr>
                                      <p:to>
                                        <p:strVal val="visible"/>
                                      </p:to>
                                    </p:set>
                                    <p:animEffect transition="in" filter="wipe(left)">
                                      <p:cBhvr>
                                        <p:cTn id="12" dur="500"/>
                                        <p:tgtEl>
                                          <p:spTgt spid="561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561159"/>
                                        </p:tgtEl>
                                        <p:attrNameLst>
                                          <p:attrName>style.visibility</p:attrName>
                                        </p:attrNameLst>
                                      </p:cBhvr>
                                      <p:to>
                                        <p:strVal val="visible"/>
                                      </p:to>
                                    </p:set>
                                    <p:animEffect transition="in" filter="wipe(left)">
                                      <p:cBhvr>
                                        <p:cTn id="17" dur="500"/>
                                        <p:tgtEl>
                                          <p:spTgt spid="56115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61161"/>
                                        </p:tgtEl>
                                        <p:attrNameLst>
                                          <p:attrName>style.visibility</p:attrName>
                                        </p:attrNameLst>
                                      </p:cBhvr>
                                      <p:to>
                                        <p:strVal val="visible"/>
                                      </p:to>
                                    </p:set>
                                    <p:animEffect transition="in" filter="wipe(left)">
                                      <p:cBhvr>
                                        <p:cTn id="22" dur="500"/>
                                        <p:tgtEl>
                                          <p:spTgt spid="56116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61162"/>
                                        </p:tgtEl>
                                        <p:attrNameLst>
                                          <p:attrName>style.visibility</p:attrName>
                                        </p:attrNameLst>
                                      </p:cBhvr>
                                      <p:to>
                                        <p:strVal val="visible"/>
                                      </p:to>
                                    </p:set>
                                    <p:animEffect transition="in" filter="wipe(left)">
                                      <p:cBhvr>
                                        <p:cTn id="27" dur="500"/>
                                        <p:tgtEl>
                                          <p:spTgt spid="56116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61163"/>
                                        </p:tgtEl>
                                        <p:attrNameLst>
                                          <p:attrName>style.visibility</p:attrName>
                                        </p:attrNameLst>
                                      </p:cBhvr>
                                      <p:to>
                                        <p:strVal val="visible"/>
                                      </p:to>
                                    </p:set>
                                    <p:animEffect transition="in" filter="wipe(left)">
                                      <p:cBhvr>
                                        <p:cTn id="32" dur="500"/>
                                        <p:tgtEl>
                                          <p:spTgt spid="56116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561164"/>
                                        </p:tgtEl>
                                        <p:attrNameLst>
                                          <p:attrName>style.visibility</p:attrName>
                                        </p:attrNameLst>
                                      </p:cBhvr>
                                      <p:to>
                                        <p:strVal val="visible"/>
                                      </p:to>
                                    </p:set>
                                    <p:animEffect transition="in" filter="wipe(left)">
                                      <p:cBhvr>
                                        <p:cTn id="37" dur="500"/>
                                        <p:tgtEl>
                                          <p:spTgt spid="56116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wipe(left)">
                                      <p:cBhvr>
                                        <p:cTn id="42" dur="500"/>
                                        <p:tgtEl>
                                          <p:spTgt spid="2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561165"/>
                                        </p:tgtEl>
                                        <p:attrNameLst>
                                          <p:attrName>style.visibility</p:attrName>
                                        </p:attrNameLst>
                                      </p:cBhvr>
                                      <p:to>
                                        <p:strVal val="visible"/>
                                      </p:to>
                                    </p:set>
                                    <p:animEffect transition="in" filter="wipe(left)">
                                      <p:cBhvr>
                                        <p:cTn id="47" dur="500"/>
                                        <p:tgtEl>
                                          <p:spTgt spid="561165"/>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561167"/>
                                        </p:tgtEl>
                                        <p:attrNameLst>
                                          <p:attrName>style.visibility</p:attrName>
                                        </p:attrNameLst>
                                      </p:cBhvr>
                                      <p:to>
                                        <p:strVal val="visible"/>
                                      </p:to>
                                    </p:set>
                                    <p:animEffect transition="in" filter="wipe(left)">
                                      <p:cBhvr>
                                        <p:cTn id="52" dur="500"/>
                                        <p:tgtEl>
                                          <p:spTgt spid="561167"/>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26">
                                            <p:txEl>
                                              <p:pRg st="0" end="0"/>
                                            </p:txEl>
                                          </p:spTgt>
                                        </p:tgtEl>
                                        <p:attrNameLst>
                                          <p:attrName>style.visibility</p:attrName>
                                        </p:attrNameLst>
                                      </p:cBhvr>
                                      <p:to>
                                        <p:strVal val="visible"/>
                                      </p:to>
                                    </p:set>
                                    <p:animEffect transition="in" filter="wipe(left)">
                                      <p:cBhvr>
                                        <p:cTn id="57" dur="500"/>
                                        <p:tgtEl>
                                          <p:spTgt spid="26">
                                            <p:txEl>
                                              <p:pRg st="0" end="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26">
                                            <p:txEl>
                                              <p:pRg st="1" end="1"/>
                                            </p:txEl>
                                          </p:spTgt>
                                        </p:tgtEl>
                                        <p:attrNameLst>
                                          <p:attrName>style.visibility</p:attrName>
                                        </p:attrNameLst>
                                      </p:cBhvr>
                                      <p:to>
                                        <p:strVal val="visible"/>
                                      </p:to>
                                    </p:set>
                                    <p:animEffect transition="in" filter="wipe(left)">
                                      <p:cBhvr>
                                        <p:cTn id="62" dur="500"/>
                                        <p:tgtEl>
                                          <p:spTgt spid="26">
                                            <p:txEl>
                                              <p:pRg st="1" end="1"/>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6">
                                            <p:txEl>
                                              <p:pRg st="2" end="2"/>
                                            </p:txEl>
                                          </p:spTgt>
                                        </p:tgtEl>
                                        <p:attrNameLst>
                                          <p:attrName>style.visibility</p:attrName>
                                        </p:attrNameLst>
                                      </p:cBhvr>
                                      <p:to>
                                        <p:strVal val="visible"/>
                                      </p:to>
                                    </p:set>
                                    <p:animEffect transition="in" filter="wipe(left)">
                                      <p:cBhvr>
                                        <p:cTn id="67" dur="500"/>
                                        <p:tgtEl>
                                          <p:spTgt spid="26">
                                            <p:txEl>
                                              <p:pRg st="2" end="2"/>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26">
                                            <p:txEl>
                                              <p:pRg st="3" end="3"/>
                                            </p:txEl>
                                          </p:spTgt>
                                        </p:tgtEl>
                                        <p:attrNameLst>
                                          <p:attrName>style.visibility</p:attrName>
                                        </p:attrNameLst>
                                      </p:cBhvr>
                                      <p:to>
                                        <p:strVal val="visible"/>
                                      </p:to>
                                    </p:set>
                                    <p:animEffect transition="in" filter="wipe(left)">
                                      <p:cBhvr>
                                        <p:cTn id="72" dur="500"/>
                                        <p:tgtEl>
                                          <p:spTgt spid="26">
                                            <p:txEl>
                                              <p:pRg st="3" end="3"/>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26">
                                            <p:txEl>
                                              <p:pRg st="4" end="4"/>
                                            </p:txEl>
                                          </p:spTgt>
                                        </p:tgtEl>
                                        <p:attrNameLst>
                                          <p:attrName>style.visibility</p:attrName>
                                        </p:attrNameLst>
                                      </p:cBhvr>
                                      <p:to>
                                        <p:strVal val="visible"/>
                                      </p:to>
                                    </p:set>
                                    <p:animEffect transition="in" filter="wipe(left)">
                                      <p:cBhvr>
                                        <p:cTn id="77" dur="500"/>
                                        <p:tgtEl>
                                          <p:spTgt spid="26">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26">
                                            <p:txEl>
                                              <p:pRg st="5" end="5"/>
                                            </p:txEl>
                                          </p:spTgt>
                                        </p:tgtEl>
                                        <p:attrNameLst>
                                          <p:attrName>style.visibility</p:attrName>
                                        </p:attrNameLst>
                                      </p:cBhvr>
                                      <p:to>
                                        <p:strVal val="visible"/>
                                      </p:to>
                                    </p:set>
                                    <p:animEffect transition="in" filter="wipe(left)">
                                      <p:cBhvr>
                                        <p:cTn id="82" dur="500"/>
                                        <p:tgtEl>
                                          <p:spTgt spid="26">
                                            <p:txEl>
                                              <p:pRg st="5" end="5"/>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26">
                                            <p:txEl>
                                              <p:pRg st="6" end="6"/>
                                            </p:txEl>
                                          </p:spTgt>
                                        </p:tgtEl>
                                        <p:attrNameLst>
                                          <p:attrName>style.visibility</p:attrName>
                                        </p:attrNameLst>
                                      </p:cBhvr>
                                      <p:to>
                                        <p:strVal val="visible"/>
                                      </p:to>
                                    </p:set>
                                    <p:animEffect transition="in" filter="wipe(left)">
                                      <p:cBhvr>
                                        <p:cTn id="87" dur="500"/>
                                        <p:tgtEl>
                                          <p:spTgt spid="26">
                                            <p:txEl>
                                              <p:pRg st="6" end="6"/>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grpId="0" nodeType="clickEffect">
                                  <p:stCondLst>
                                    <p:cond delay="0"/>
                                  </p:stCondLst>
                                  <p:childTnLst>
                                    <p:set>
                                      <p:cBhvr>
                                        <p:cTn id="91" dur="1" fill="hold">
                                          <p:stCondLst>
                                            <p:cond delay="0"/>
                                          </p:stCondLst>
                                        </p:cTn>
                                        <p:tgtEl>
                                          <p:spTgt spid="14"/>
                                        </p:tgtEl>
                                        <p:attrNameLst>
                                          <p:attrName>style.visibility</p:attrName>
                                        </p:attrNameLst>
                                      </p:cBhvr>
                                      <p:to>
                                        <p:strVal val="visible"/>
                                      </p:to>
                                    </p:set>
                                    <p:animEffect transition="in" filter="wipe(left)">
                                      <p:cBhvr>
                                        <p:cTn id="92" dur="500"/>
                                        <p:tgtEl>
                                          <p:spTgt spid="14"/>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26">
                                            <p:txEl>
                                              <p:pRg st="7" end="7"/>
                                            </p:txEl>
                                          </p:spTgt>
                                        </p:tgtEl>
                                        <p:attrNameLst>
                                          <p:attrName>style.visibility</p:attrName>
                                        </p:attrNameLst>
                                      </p:cBhvr>
                                      <p:to>
                                        <p:strVal val="visible"/>
                                      </p:to>
                                    </p:set>
                                    <p:animEffect transition="in" filter="wipe(left)">
                                      <p:cBhvr>
                                        <p:cTn id="97" dur="500"/>
                                        <p:tgtEl>
                                          <p:spTgt spid="26">
                                            <p:txEl>
                                              <p:pRg st="7" end="7"/>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26">
                                            <p:txEl>
                                              <p:pRg st="8" end="8"/>
                                            </p:txEl>
                                          </p:spTgt>
                                        </p:tgtEl>
                                        <p:attrNameLst>
                                          <p:attrName>style.visibility</p:attrName>
                                        </p:attrNameLst>
                                      </p:cBhvr>
                                      <p:to>
                                        <p:strVal val="visible"/>
                                      </p:to>
                                    </p:set>
                                    <p:animEffect transition="in" filter="wipe(left)">
                                      <p:cBhvr>
                                        <p:cTn id="102" dur="500"/>
                                        <p:tgtEl>
                                          <p:spTgt spid="26">
                                            <p:txEl>
                                              <p:pRg st="8" end="8"/>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grpId="0" nodeType="clickEffect">
                                  <p:stCondLst>
                                    <p:cond delay="0"/>
                                  </p:stCondLst>
                                  <p:childTnLst>
                                    <p:set>
                                      <p:cBhvr>
                                        <p:cTn id="106" dur="1" fill="hold">
                                          <p:stCondLst>
                                            <p:cond delay="0"/>
                                          </p:stCondLst>
                                        </p:cTn>
                                        <p:tgtEl>
                                          <p:spTgt spid="15">
                                            <p:bg/>
                                          </p:spTgt>
                                        </p:tgtEl>
                                        <p:attrNameLst>
                                          <p:attrName>style.visibility</p:attrName>
                                        </p:attrNameLst>
                                      </p:cBhvr>
                                      <p:to>
                                        <p:strVal val="visible"/>
                                      </p:to>
                                    </p:set>
                                    <p:animEffect transition="in" filter="wipe(left)">
                                      <p:cBhvr>
                                        <p:cTn id="107" dur="1000"/>
                                        <p:tgtEl>
                                          <p:spTgt spid="15">
                                            <p:bg/>
                                          </p:spTgt>
                                        </p:tgtEl>
                                      </p:cBhvr>
                                    </p:animEffect>
                                  </p:childTnLst>
                                </p:cTn>
                              </p:par>
                              <p:par>
                                <p:cTn id="108" presetID="22" presetClass="entr" presetSubtype="8" fill="hold" nodeType="withEffect">
                                  <p:stCondLst>
                                    <p:cond delay="0"/>
                                  </p:stCondLst>
                                  <p:childTnLst>
                                    <p:set>
                                      <p:cBhvr>
                                        <p:cTn id="109" dur="1" fill="hold">
                                          <p:stCondLst>
                                            <p:cond delay="0"/>
                                          </p:stCondLst>
                                        </p:cTn>
                                        <p:tgtEl>
                                          <p:spTgt spid="15">
                                            <p:txEl>
                                              <p:pRg st="0" end="0"/>
                                            </p:txEl>
                                          </p:spTgt>
                                        </p:tgtEl>
                                        <p:attrNameLst>
                                          <p:attrName>style.visibility</p:attrName>
                                        </p:attrNameLst>
                                      </p:cBhvr>
                                      <p:to>
                                        <p:strVal val="visible"/>
                                      </p:to>
                                    </p:set>
                                    <p:animEffect transition="in" filter="wipe(left)">
                                      <p:cBhvr>
                                        <p:cTn id="110"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allAtOnce" animBg="1"/>
      <p:bldP spid="14" grpId="0" animBg="1"/>
    </p:bldLst>
  </p:timing>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100352" name="Object 0"/>
          <p:cNvGraphicFramePr>
            <a:graphicFrameLocks noChangeAspect="1"/>
          </p:cNvGraphicFramePr>
          <p:nvPr/>
        </p:nvGraphicFramePr>
        <p:xfrm>
          <a:off x="642910" y="857232"/>
          <a:ext cx="2197169" cy="1071570"/>
        </p:xfrm>
        <a:graphic>
          <a:graphicData uri="http://schemas.openxmlformats.org/presentationml/2006/ole">
            <mc:AlternateContent xmlns:mc="http://schemas.openxmlformats.org/markup-compatibility/2006">
              <mc:Choice xmlns:v="urn:schemas-microsoft-com:vml" Requires="v">
                <p:oleObj name="Equation" r:id="rId2" imgW="3098520" imgH="1511280" progId="Equation.3">
                  <p:embed/>
                </p:oleObj>
              </mc:Choice>
              <mc:Fallback>
                <p:oleObj name="Equation" r:id="rId2" imgW="3098520" imgH="1511280" progId="Equation.3">
                  <p:embed/>
                  <p:pic>
                    <p:nvPicPr>
                      <p:cNvPr id="100352" name="Object 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910" y="857232"/>
                        <a:ext cx="2197169" cy="10715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0353" name="Object 1"/>
          <p:cNvGraphicFramePr>
            <a:graphicFrameLocks noChangeAspect="1"/>
          </p:cNvGraphicFramePr>
          <p:nvPr/>
        </p:nvGraphicFramePr>
        <p:xfrm>
          <a:off x="2857488" y="857232"/>
          <a:ext cx="3000396" cy="1071570"/>
        </p:xfrm>
        <a:graphic>
          <a:graphicData uri="http://schemas.openxmlformats.org/presentationml/2006/ole">
            <mc:AlternateContent xmlns:mc="http://schemas.openxmlformats.org/markup-compatibility/2006">
              <mc:Choice xmlns:v="urn:schemas-microsoft-com:vml" Requires="v">
                <p:oleObj name="Equation" r:id="rId4" imgW="2539800" imgH="698400" progId="Equation.DSMT4">
                  <p:embed/>
                </p:oleObj>
              </mc:Choice>
              <mc:Fallback>
                <p:oleObj name="Equation" r:id="rId4" imgW="2539800" imgH="698400" progId="Equation.DSMT4">
                  <p:embed/>
                  <p:pic>
                    <p:nvPicPr>
                      <p:cNvPr id="100353"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7488" y="857232"/>
                        <a:ext cx="3000396" cy="10715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0354" name="Object 2"/>
          <p:cNvGraphicFramePr>
            <a:graphicFrameLocks noChangeAspect="1"/>
          </p:cNvGraphicFramePr>
          <p:nvPr/>
        </p:nvGraphicFramePr>
        <p:xfrm>
          <a:off x="5857885" y="1186468"/>
          <a:ext cx="1643073" cy="313706"/>
        </p:xfrm>
        <a:graphic>
          <a:graphicData uri="http://schemas.openxmlformats.org/presentationml/2006/ole">
            <mc:AlternateContent xmlns:mc="http://schemas.openxmlformats.org/markup-compatibility/2006">
              <mc:Choice xmlns:v="urn:schemas-microsoft-com:vml" Requires="v">
                <p:oleObj name="Equation" r:id="rId6" imgW="2666880" imgH="482400" progId="Equation.3">
                  <p:embed/>
                </p:oleObj>
              </mc:Choice>
              <mc:Fallback>
                <p:oleObj name="Equation" r:id="rId6" imgW="2666880" imgH="482400" progId="Equation.3">
                  <p:embed/>
                  <p:pic>
                    <p:nvPicPr>
                      <p:cNvPr id="100354"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57885" y="1186468"/>
                        <a:ext cx="1643073" cy="3137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74" name="Text Box 18"/>
          <p:cNvSpPr txBox="1">
            <a:spLocks noChangeArrowheads="1"/>
          </p:cNvSpPr>
          <p:nvPr/>
        </p:nvSpPr>
        <p:spPr bwMode="auto">
          <a:xfrm>
            <a:off x="0" y="0"/>
            <a:ext cx="441146" cy="40011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endPar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0" name="Text Box 5"/>
          <p:cNvSpPr txBox="1">
            <a:spLocks noChangeArrowheads="1"/>
          </p:cNvSpPr>
          <p:nvPr/>
        </p:nvSpPr>
        <p:spPr bwMode="auto">
          <a:xfrm>
            <a:off x="0" y="857232"/>
            <a:ext cx="494046"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endParaRPr>
          </a:p>
        </p:txBody>
      </p:sp>
      <p:sp>
        <p:nvSpPr>
          <p:cNvPr id="11" name="Line 21"/>
          <p:cNvSpPr>
            <a:spLocks noChangeShapeType="1"/>
          </p:cNvSpPr>
          <p:nvPr/>
        </p:nvSpPr>
        <p:spPr bwMode="auto">
          <a:xfrm>
            <a:off x="0" y="857232"/>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graphicFrame>
        <p:nvGraphicFramePr>
          <p:cNvPr id="12" name="Object 3"/>
          <p:cNvGraphicFramePr>
            <a:graphicFrameLocks noChangeAspect="1"/>
          </p:cNvGraphicFramePr>
          <p:nvPr/>
        </p:nvGraphicFramePr>
        <p:xfrm>
          <a:off x="714348" y="71438"/>
          <a:ext cx="6407873" cy="785794"/>
        </p:xfrm>
        <a:graphic>
          <a:graphicData uri="http://schemas.openxmlformats.org/presentationml/2006/ole">
            <mc:AlternateContent xmlns:mc="http://schemas.openxmlformats.org/markup-compatibility/2006">
              <mc:Choice xmlns:v="urn:schemas-microsoft-com:vml" Requires="v">
                <p:oleObj name="Equation" r:id="rId8" imgW="3936960" imgH="482400" progId="Equation.DSMT4">
                  <p:embed/>
                </p:oleObj>
              </mc:Choice>
              <mc:Fallback>
                <p:oleObj name="Equation" r:id="rId8" imgW="3936960" imgH="482400" progId="Equation.DSMT4">
                  <p:embed/>
                  <p:pic>
                    <p:nvPicPr>
                      <p:cNvPr id="12" name="Object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348" y="71438"/>
                        <a:ext cx="6407873" cy="78579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8"/>
          <p:cNvGraphicFramePr>
            <a:graphicFrameLocks noChangeAspect="1"/>
          </p:cNvGraphicFramePr>
          <p:nvPr/>
        </p:nvGraphicFramePr>
        <p:xfrm>
          <a:off x="6778641" y="1584228"/>
          <a:ext cx="2293953" cy="344574"/>
        </p:xfrm>
        <a:graphic>
          <a:graphicData uri="http://schemas.openxmlformats.org/presentationml/2006/ole">
            <mc:AlternateContent xmlns:mc="http://schemas.openxmlformats.org/markup-compatibility/2006">
              <mc:Choice xmlns:v="urn:schemas-microsoft-com:vml" Requires="v">
                <p:oleObj name="Equation" r:id="rId10" imgW="1511280" imgH="228600" progId="Equation.DSMT4">
                  <p:embed/>
                </p:oleObj>
              </mc:Choice>
              <mc:Fallback>
                <p:oleObj name="Equation" r:id="rId10" imgW="1511280" imgH="228600" progId="Equation.DSMT4">
                  <p:embed/>
                  <p:pic>
                    <p:nvPicPr>
                      <p:cNvPr id="14"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778641" y="1584228"/>
                        <a:ext cx="2293953" cy="3445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9"/>
          <p:cNvGraphicFramePr>
            <a:graphicFrameLocks noChangeAspect="1"/>
          </p:cNvGraphicFramePr>
          <p:nvPr/>
        </p:nvGraphicFramePr>
        <p:xfrm>
          <a:off x="428627" y="2000240"/>
          <a:ext cx="3899891" cy="359437"/>
        </p:xfrm>
        <a:graphic>
          <a:graphicData uri="http://schemas.openxmlformats.org/presentationml/2006/ole">
            <mc:AlternateContent xmlns:mc="http://schemas.openxmlformats.org/markup-compatibility/2006">
              <mc:Choice xmlns:v="urn:schemas-microsoft-com:vml" Requires="v">
                <p:oleObj name="Equation" r:id="rId12" imgW="2755800" imgH="253800" progId="Equation.DSMT4">
                  <p:embed/>
                </p:oleObj>
              </mc:Choice>
              <mc:Fallback>
                <p:oleObj name="Equation" r:id="rId12" imgW="2755800" imgH="253800" progId="Equation.DSMT4">
                  <p:embed/>
                  <p:pic>
                    <p:nvPicPr>
                      <p:cNvPr id="15"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8627" y="2000240"/>
                        <a:ext cx="3899891" cy="3594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Object 13"/>
          <p:cNvGraphicFramePr>
            <a:graphicFrameLocks noChangeAspect="1"/>
          </p:cNvGraphicFramePr>
          <p:nvPr/>
        </p:nvGraphicFramePr>
        <p:xfrm>
          <a:off x="428628" y="2500306"/>
          <a:ext cx="4603042" cy="357190"/>
        </p:xfrm>
        <a:graphic>
          <a:graphicData uri="http://schemas.openxmlformats.org/presentationml/2006/ole">
            <mc:AlternateContent xmlns:mc="http://schemas.openxmlformats.org/markup-compatibility/2006">
              <mc:Choice xmlns:v="urn:schemas-microsoft-com:vml" Requires="v">
                <p:oleObj name="Equation" r:id="rId14" imgW="3174840" imgH="253800" progId="Equation.DSMT4">
                  <p:embed/>
                </p:oleObj>
              </mc:Choice>
              <mc:Fallback>
                <p:oleObj name="Equation" r:id="rId14" imgW="3174840" imgH="253800" progId="Equation.DSMT4">
                  <p:embed/>
                  <p:pic>
                    <p:nvPicPr>
                      <p:cNvPr id="17" name="Object 1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28628" y="2500306"/>
                        <a:ext cx="4603042" cy="3571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24"/>
          <p:cNvGraphicFramePr>
            <a:graphicFrameLocks noChangeAspect="1"/>
          </p:cNvGraphicFramePr>
          <p:nvPr/>
        </p:nvGraphicFramePr>
        <p:xfrm>
          <a:off x="5133839" y="1928802"/>
          <a:ext cx="1652739" cy="396270"/>
        </p:xfrm>
        <a:graphic>
          <a:graphicData uri="http://schemas.openxmlformats.org/presentationml/2006/ole">
            <mc:AlternateContent xmlns:mc="http://schemas.openxmlformats.org/markup-compatibility/2006">
              <mc:Choice xmlns:v="urn:schemas-microsoft-com:vml" Requires="v">
                <p:oleObj name="Equation" r:id="rId16" imgW="2171520" imgH="520560" progId="Equation.3">
                  <p:embed/>
                </p:oleObj>
              </mc:Choice>
              <mc:Fallback>
                <p:oleObj name="Equation" r:id="rId16" imgW="2171520" imgH="520560" progId="Equation.3">
                  <p:embed/>
                  <p:pic>
                    <p:nvPicPr>
                      <p:cNvPr id="21" name="Object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133839" y="1928802"/>
                        <a:ext cx="1652739" cy="3962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0" name="Object 14"/>
          <p:cNvGraphicFramePr>
            <a:graphicFrameLocks noChangeAspect="1"/>
          </p:cNvGraphicFramePr>
          <p:nvPr/>
        </p:nvGraphicFramePr>
        <p:xfrm>
          <a:off x="5143504" y="2357430"/>
          <a:ext cx="1643074" cy="376941"/>
        </p:xfrm>
        <a:graphic>
          <a:graphicData uri="http://schemas.openxmlformats.org/presentationml/2006/ole">
            <mc:AlternateContent xmlns:mc="http://schemas.openxmlformats.org/markup-compatibility/2006">
              <mc:Choice xmlns:v="urn:schemas-microsoft-com:vml" Requires="v">
                <p:oleObj name="Equation" r:id="rId18" imgW="2158920" imgH="495000" progId="Equation.DSMT4">
                  <p:embed/>
                </p:oleObj>
              </mc:Choice>
              <mc:Fallback>
                <p:oleObj name="Equation" r:id="rId18" imgW="2158920" imgH="495000" progId="Equation.DSMT4">
                  <p:embed/>
                  <p:pic>
                    <p:nvPicPr>
                      <p:cNvPr id="567310" name="Object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143504" y="2357430"/>
                        <a:ext cx="1643074" cy="37694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1" name="Object 15"/>
          <p:cNvGraphicFramePr>
            <a:graphicFrameLocks noChangeAspect="1"/>
          </p:cNvGraphicFramePr>
          <p:nvPr/>
        </p:nvGraphicFramePr>
        <p:xfrm>
          <a:off x="7429518" y="2357430"/>
          <a:ext cx="1643074" cy="385397"/>
        </p:xfrm>
        <a:graphic>
          <a:graphicData uri="http://schemas.openxmlformats.org/presentationml/2006/ole">
            <mc:AlternateContent xmlns:mc="http://schemas.openxmlformats.org/markup-compatibility/2006">
              <mc:Choice xmlns:v="urn:schemas-microsoft-com:vml" Requires="v">
                <p:oleObj name="Equation" r:id="rId20" imgW="2158920" imgH="507960" progId="Equation.3">
                  <p:embed/>
                </p:oleObj>
              </mc:Choice>
              <mc:Fallback>
                <p:oleObj name="Equation" r:id="rId20" imgW="2158920" imgH="507960" progId="Equation.3">
                  <p:embed/>
                  <p:pic>
                    <p:nvPicPr>
                      <p:cNvPr id="567311" name="Object 1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429518" y="2357430"/>
                        <a:ext cx="1643074" cy="3853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17"/>
          <p:cNvGraphicFramePr>
            <a:graphicFrameLocks noChangeAspect="1"/>
          </p:cNvGraphicFramePr>
          <p:nvPr/>
        </p:nvGraphicFramePr>
        <p:xfrm>
          <a:off x="428628" y="3060333"/>
          <a:ext cx="1165205" cy="389183"/>
        </p:xfrm>
        <a:graphic>
          <a:graphicData uri="http://schemas.openxmlformats.org/presentationml/2006/ole">
            <mc:AlternateContent xmlns:mc="http://schemas.openxmlformats.org/markup-compatibility/2006">
              <mc:Choice xmlns:v="urn:schemas-microsoft-com:vml" Requires="v">
                <p:oleObj name="Equation" r:id="rId22" imgW="914400" imgH="304560" progId="Equation.DSMT4">
                  <p:embed/>
                </p:oleObj>
              </mc:Choice>
              <mc:Fallback>
                <p:oleObj name="Equation" r:id="rId22" imgW="914400" imgH="304560" progId="Equation.DSMT4">
                  <p:embed/>
                  <p:pic>
                    <p:nvPicPr>
                      <p:cNvPr id="25" name="Object 1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28628" y="3060333"/>
                        <a:ext cx="1165205" cy="38918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26"/>
          <p:cNvGraphicFramePr>
            <a:graphicFrameLocks noChangeAspect="1"/>
          </p:cNvGraphicFramePr>
          <p:nvPr/>
        </p:nvGraphicFramePr>
        <p:xfrm>
          <a:off x="1764874" y="3073858"/>
          <a:ext cx="1064450" cy="362132"/>
        </p:xfrm>
        <a:graphic>
          <a:graphicData uri="http://schemas.openxmlformats.org/presentationml/2006/ole">
            <mc:AlternateContent xmlns:mc="http://schemas.openxmlformats.org/markup-compatibility/2006">
              <mc:Choice xmlns:v="urn:schemas-microsoft-com:vml" Requires="v">
                <p:oleObj name="Equation" r:id="rId24" imgW="1231560" imgH="419040" progId="Equation.3">
                  <p:embed/>
                </p:oleObj>
              </mc:Choice>
              <mc:Fallback>
                <p:oleObj name="Equation" r:id="rId24" imgW="1231560" imgH="419040" progId="Equation.3">
                  <p:embed/>
                  <p:pic>
                    <p:nvPicPr>
                      <p:cNvPr id="26" name="Object 26"/>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764874" y="3073858"/>
                        <a:ext cx="1064450" cy="36213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29"/>
          <p:cNvGraphicFramePr>
            <a:graphicFrameLocks noChangeAspect="1"/>
          </p:cNvGraphicFramePr>
          <p:nvPr/>
        </p:nvGraphicFramePr>
        <p:xfrm>
          <a:off x="3000365" y="2866535"/>
          <a:ext cx="2571768" cy="776779"/>
        </p:xfrm>
        <a:graphic>
          <a:graphicData uri="http://schemas.openxmlformats.org/presentationml/2006/ole">
            <mc:AlternateContent xmlns:mc="http://schemas.openxmlformats.org/markup-compatibility/2006">
              <mc:Choice xmlns:v="urn:schemas-microsoft-com:vml" Requires="v">
                <p:oleObj name="Equation" r:id="rId26" imgW="3111480" imgH="939600" progId="Equation.3">
                  <p:embed/>
                </p:oleObj>
              </mc:Choice>
              <mc:Fallback>
                <p:oleObj name="Equation" r:id="rId26" imgW="3111480" imgH="939600" progId="Equation.3">
                  <p:embed/>
                  <p:pic>
                    <p:nvPicPr>
                      <p:cNvPr id="27" name="Object 29"/>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000365" y="2866535"/>
                        <a:ext cx="2571768" cy="77677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9" name="Object 32"/>
          <p:cNvGraphicFramePr>
            <a:graphicFrameLocks noChangeAspect="1"/>
          </p:cNvGraphicFramePr>
          <p:nvPr/>
        </p:nvGraphicFramePr>
        <p:xfrm>
          <a:off x="6654797" y="3709095"/>
          <a:ext cx="2348394" cy="429522"/>
        </p:xfrm>
        <a:graphic>
          <a:graphicData uri="http://schemas.openxmlformats.org/presentationml/2006/ole">
            <mc:AlternateContent xmlns:mc="http://schemas.openxmlformats.org/markup-compatibility/2006">
              <mc:Choice xmlns:v="urn:schemas-microsoft-com:vml" Requires="v">
                <p:oleObj name="Equation" r:id="rId28" imgW="1739880" imgH="317160" progId="Equation.DSMT4">
                  <p:embed/>
                </p:oleObj>
              </mc:Choice>
              <mc:Fallback>
                <p:oleObj name="Equation" r:id="rId28" imgW="1739880" imgH="317160" progId="Equation.DSMT4">
                  <p:embed/>
                  <p:pic>
                    <p:nvPicPr>
                      <p:cNvPr id="29" name="Object 3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654797" y="3709095"/>
                        <a:ext cx="2348394" cy="4295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1" name="Object 31"/>
          <p:cNvGraphicFramePr>
            <a:graphicFrameLocks noChangeAspect="1"/>
          </p:cNvGraphicFramePr>
          <p:nvPr/>
        </p:nvGraphicFramePr>
        <p:xfrm>
          <a:off x="4071934" y="3708774"/>
          <a:ext cx="2101864" cy="434606"/>
        </p:xfrm>
        <a:graphic>
          <a:graphicData uri="http://schemas.openxmlformats.org/presentationml/2006/ole">
            <mc:AlternateContent xmlns:mc="http://schemas.openxmlformats.org/markup-compatibility/2006">
              <mc:Choice xmlns:v="urn:schemas-microsoft-com:vml" Requires="v">
                <p:oleObj name="Equation" r:id="rId30" imgW="1143000" imgH="317160" progId="Equation.DSMT4">
                  <p:embed/>
                </p:oleObj>
              </mc:Choice>
              <mc:Fallback>
                <p:oleObj name="Equation" r:id="rId30" imgW="1143000" imgH="317160" progId="Equation.DSMT4">
                  <p:embed/>
                  <p:pic>
                    <p:nvPicPr>
                      <p:cNvPr id="31" name="Object 3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4071934" y="3708774"/>
                        <a:ext cx="2101864" cy="4346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8" name="Object 22"/>
          <p:cNvGraphicFramePr>
            <a:graphicFrameLocks noChangeAspect="1"/>
          </p:cNvGraphicFramePr>
          <p:nvPr/>
        </p:nvGraphicFramePr>
        <p:xfrm>
          <a:off x="457200" y="3714750"/>
          <a:ext cx="3290888" cy="419100"/>
        </p:xfrm>
        <a:graphic>
          <a:graphicData uri="http://schemas.openxmlformats.org/presentationml/2006/ole">
            <mc:AlternateContent xmlns:mc="http://schemas.openxmlformats.org/markup-compatibility/2006">
              <mc:Choice xmlns:v="urn:schemas-microsoft-com:vml" Requires="v">
                <p:oleObj name="Equation" r:id="rId32" imgW="2145960" imgH="317160" progId="Equation.DSMT4">
                  <p:embed/>
                </p:oleObj>
              </mc:Choice>
              <mc:Fallback>
                <p:oleObj name="Equation" r:id="rId32" imgW="2145960" imgH="317160" progId="Equation.DSMT4">
                  <p:embed/>
                  <p:pic>
                    <p:nvPicPr>
                      <p:cNvPr id="567318" name="Object 22"/>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57200" y="3714750"/>
                        <a:ext cx="3290888" cy="419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19" name="Object 23"/>
          <p:cNvGraphicFramePr>
            <a:graphicFrameLocks noChangeAspect="1"/>
          </p:cNvGraphicFramePr>
          <p:nvPr/>
        </p:nvGraphicFramePr>
        <p:xfrm>
          <a:off x="-1" y="4677667"/>
          <a:ext cx="1357291" cy="680159"/>
        </p:xfrm>
        <a:graphic>
          <a:graphicData uri="http://schemas.openxmlformats.org/presentationml/2006/ole">
            <mc:AlternateContent xmlns:mc="http://schemas.openxmlformats.org/markup-compatibility/2006">
              <mc:Choice xmlns:v="urn:schemas-microsoft-com:vml" Requires="v">
                <p:oleObj name="Equation" r:id="rId34" imgW="914400" imgH="457200" progId="Equation.DSMT4">
                  <p:embed/>
                </p:oleObj>
              </mc:Choice>
              <mc:Fallback>
                <p:oleObj name="Equation" r:id="rId34" imgW="914400" imgH="457200" progId="Equation.DSMT4">
                  <p:embed/>
                  <p:pic>
                    <p:nvPicPr>
                      <p:cNvPr id="567319" name="Object 23"/>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1" y="4677667"/>
                        <a:ext cx="1357291" cy="68015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1" name="Object 25"/>
          <p:cNvGraphicFramePr>
            <a:graphicFrameLocks noChangeAspect="1"/>
          </p:cNvGraphicFramePr>
          <p:nvPr/>
        </p:nvGraphicFramePr>
        <p:xfrm>
          <a:off x="2838853" y="4365294"/>
          <a:ext cx="1417615" cy="1349722"/>
        </p:xfrm>
        <a:graphic>
          <a:graphicData uri="http://schemas.openxmlformats.org/presentationml/2006/ole">
            <mc:AlternateContent xmlns:mc="http://schemas.openxmlformats.org/markup-compatibility/2006">
              <mc:Choice xmlns:v="urn:schemas-microsoft-com:vml" Requires="v">
                <p:oleObj name="Equation" r:id="rId36" imgW="965160" imgH="838080" progId="Equation.DSMT4">
                  <p:embed/>
                </p:oleObj>
              </mc:Choice>
              <mc:Fallback>
                <p:oleObj name="Equation" r:id="rId36" imgW="965160" imgH="838080" progId="Equation.DSMT4">
                  <p:embed/>
                  <p:pic>
                    <p:nvPicPr>
                      <p:cNvPr id="567321" name="Object 25"/>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2838853" y="4365294"/>
                        <a:ext cx="1417615" cy="13497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2" name="Object 26"/>
          <p:cNvGraphicFramePr>
            <a:graphicFrameLocks noChangeAspect="1"/>
          </p:cNvGraphicFramePr>
          <p:nvPr/>
        </p:nvGraphicFramePr>
        <p:xfrm>
          <a:off x="1500166" y="4397399"/>
          <a:ext cx="1285885" cy="1238250"/>
        </p:xfrm>
        <a:graphic>
          <a:graphicData uri="http://schemas.openxmlformats.org/presentationml/2006/ole">
            <mc:AlternateContent xmlns:mc="http://schemas.openxmlformats.org/markup-compatibility/2006">
              <mc:Choice xmlns:v="urn:schemas-microsoft-com:vml" Requires="v">
                <p:oleObj name="Equation" r:id="rId38" imgW="914400" imgH="698400" progId="Equation.DSMT4">
                  <p:embed/>
                </p:oleObj>
              </mc:Choice>
              <mc:Fallback>
                <p:oleObj name="Equation" r:id="rId38" imgW="914400" imgH="698400" progId="Equation.DSMT4">
                  <p:embed/>
                  <p:pic>
                    <p:nvPicPr>
                      <p:cNvPr id="567322" name="Object 26"/>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1500166" y="4397399"/>
                        <a:ext cx="1285885" cy="1238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3" name="Object 27"/>
          <p:cNvGraphicFramePr>
            <a:graphicFrameLocks noChangeAspect="1"/>
          </p:cNvGraphicFramePr>
          <p:nvPr/>
        </p:nvGraphicFramePr>
        <p:xfrm>
          <a:off x="4286249" y="4365623"/>
          <a:ext cx="1624438" cy="1346448"/>
        </p:xfrm>
        <a:graphic>
          <a:graphicData uri="http://schemas.openxmlformats.org/presentationml/2006/ole">
            <mc:AlternateContent xmlns:mc="http://schemas.openxmlformats.org/markup-compatibility/2006">
              <mc:Choice xmlns:v="urn:schemas-microsoft-com:vml" Requires="v">
                <p:oleObj name="Equation" r:id="rId40" imgW="1015920" imgH="838080" progId="Equation.DSMT4">
                  <p:embed/>
                </p:oleObj>
              </mc:Choice>
              <mc:Fallback>
                <p:oleObj name="Equation" r:id="rId40" imgW="1015920" imgH="838080" progId="Equation.DSMT4">
                  <p:embed/>
                  <p:pic>
                    <p:nvPicPr>
                      <p:cNvPr id="567323" name="Object 27"/>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4286249" y="4365623"/>
                        <a:ext cx="1624438" cy="134644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4" name="Object 28"/>
          <p:cNvGraphicFramePr>
            <a:graphicFrameLocks noChangeAspect="1"/>
          </p:cNvGraphicFramePr>
          <p:nvPr/>
        </p:nvGraphicFramePr>
        <p:xfrm>
          <a:off x="5929322" y="4357695"/>
          <a:ext cx="3178166" cy="1357306"/>
        </p:xfrm>
        <a:graphic>
          <a:graphicData uri="http://schemas.openxmlformats.org/presentationml/2006/ole">
            <mc:AlternateContent xmlns:mc="http://schemas.openxmlformats.org/markup-compatibility/2006">
              <mc:Choice xmlns:v="urn:schemas-microsoft-com:vml" Requires="v">
                <p:oleObj name="Equation" r:id="rId42" imgW="2108160" imgH="838080" progId="Equation.DSMT4">
                  <p:embed/>
                </p:oleObj>
              </mc:Choice>
              <mc:Fallback>
                <p:oleObj name="Equation" r:id="rId42" imgW="2108160" imgH="838080" progId="Equation.DSMT4">
                  <p:embed/>
                  <p:pic>
                    <p:nvPicPr>
                      <p:cNvPr id="567324" name="Object 28"/>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5929322" y="4357695"/>
                        <a:ext cx="3178166" cy="13573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5" name="Object 29"/>
          <p:cNvGraphicFramePr>
            <a:graphicFrameLocks noChangeAspect="1"/>
          </p:cNvGraphicFramePr>
          <p:nvPr/>
        </p:nvGraphicFramePr>
        <p:xfrm>
          <a:off x="0" y="5715016"/>
          <a:ext cx="5214943" cy="1142984"/>
        </p:xfrm>
        <a:graphic>
          <a:graphicData uri="http://schemas.openxmlformats.org/presentationml/2006/ole">
            <mc:AlternateContent xmlns:mc="http://schemas.openxmlformats.org/markup-compatibility/2006">
              <mc:Choice xmlns:v="urn:schemas-microsoft-com:vml" Requires="v">
                <p:oleObj name="Equation" r:id="rId44" imgW="3149280" imgH="838080" progId="Equation.DSMT4">
                  <p:embed/>
                </p:oleObj>
              </mc:Choice>
              <mc:Fallback>
                <p:oleObj name="Equation" r:id="rId44" imgW="3149280" imgH="838080" progId="Equation.DSMT4">
                  <p:embed/>
                  <p:pic>
                    <p:nvPicPr>
                      <p:cNvPr id="567325" name="Object 29"/>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0" y="5715016"/>
                        <a:ext cx="5214943" cy="11429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26" name="Object 30"/>
          <p:cNvGraphicFramePr>
            <a:graphicFrameLocks noChangeAspect="1"/>
          </p:cNvGraphicFramePr>
          <p:nvPr/>
        </p:nvGraphicFramePr>
        <p:xfrm>
          <a:off x="5429256" y="6072206"/>
          <a:ext cx="2729672" cy="384176"/>
        </p:xfrm>
        <a:graphic>
          <a:graphicData uri="http://schemas.openxmlformats.org/presentationml/2006/ole">
            <mc:AlternateContent xmlns:mc="http://schemas.openxmlformats.org/markup-compatibility/2006">
              <mc:Choice xmlns:v="urn:schemas-microsoft-com:vml" Requires="v">
                <p:oleObj name="Equation" r:id="rId46" imgW="1714320" imgH="241200" progId="Equation.DSMT4">
                  <p:embed/>
                </p:oleObj>
              </mc:Choice>
              <mc:Fallback>
                <p:oleObj name="Equation" r:id="rId46" imgW="1714320" imgH="241200" progId="Equation.DSMT4">
                  <p:embed/>
                  <p:pic>
                    <p:nvPicPr>
                      <p:cNvPr id="567326" name="Object 30"/>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5429256" y="6072206"/>
                        <a:ext cx="2729672" cy="38417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Text Box 28"/>
          <p:cNvSpPr txBox="1">
            <a:spLocks noChangeArrowheads="1"/>
          </p:cNvSpPr>
          <p:nvPr/>
        </p:nvSpPr>
        <p:spPr bwMode="auto">
          <a:xfrm>
            <a:off x="4929190" y="857232"/>
            <a:ext cx="4214810" cy="2862322"/>
          </a:xfrm>
          <a:prstGeom prst="rect">
            <a:avLst/>
          </a:prstGeom>
          <a:solidFill>
            <a:srgbClr val="006600"/>
          </a:solidFill>
          <a:ln w="9525">
            <a:solidFill>
              <a:srgbClr val="00B0F0"/>
            </a:solidFill>
            <a:miter lim="800000"/>
            <a:headEnd/>
            <a:tailEnd/>
          </a:ln>
          <a:effectLst>
            <a:glow rad="101600">
              <a:srgbClr val="00B0F0">
                <a:alpha val="40000"/>
              </a:srgbClr>
            </a:glow>
          </a:effec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普通二次型化为标准二次型</a:t>
            </a:r>
            <a:endPar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1、</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写出二次型的矩阵</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2、</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正交对角化，确定正交矩阵</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P</a:t>
            </a:r>
            <a:endPar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3、</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标准化：</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令</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x=</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 P </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  </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zh-CN" altLang="en-US"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化为关于</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y</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标准型</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en-US" altLang="zh-CN" sz="18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y</a:t>
            </a:r>
            <a:r>
              <a:rPr kumimoji="1" lang="en-US" altLang="zh-CN" sz="1800" b="1" i="1"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T</a:t>
            </a:r>
            <a:r>
              <a:rPr kumimoji="1" lang="en-US" altLang="zh-CN" sz="1800" b="1" i="1" u="none" strike="noStrike" kern="1200" cap="none" spc="0" normalizeH="0" baseline="0" noProof="0" dirty="0">
                <a:ln>
                  <a:noFill/>
                </a:ln>
                <a:solidFill>
                  <a:srgbClr val="000000">
                    <a:lumMod val="75000"/>
                  </a:srgbClr>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0" noProof="0" dirty="0" err="1">
                <a:ln>
                  <a:noFill/>
                </a:ln>
                <a:solidFill>
                  <a:srgbClr val="FFFF00"/>
                </a:solidFill>
                <a:effectLst/>
                <a:uLnTx/>
                <a:uFillTx/>
                <a:latin typeface="微软雅黑" pitchFamily="34" charset="-122"/>
                <a:ea typeface="微软雅黑" pitchFamily="34" charset="-122"/>
                <a:cs typeface="+mn-cs"/>
              </a:rPr>
              <a:t>Λ</a:t>
            </a:r>
            <a:r>
              <a:rPr kumimoji="1" lang="en-US" altLang="zh-CN" sz="18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y</a:t>
            </a:r>
            <a:endPar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4、</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规范化：</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令</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y</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K</a:t>
            </a:r>
            <a:r>
              <a:rPr kumimoji="1" lang="en-US" altLang="zh-CN" sz="18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z</a:t>
            </a:r>
            <a:r>
              <a:rPr kumimoji="1"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，K</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a:t>
            </a:r>
            <a:r>
              <a:rPr kumimoji="1"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diag</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( 1/ |</a:t>
            </a:r>
            <a:r>
              <a:rPr kumimoji="1" lang="en-US" altLang="zh-CN" sz="1800" b="1" i="0"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λ</a:t>
            </a:r>
            <a:r>
              <a:rPr kumimoji="1" lang="en-US" altLang="zh-CN" sz="1800" b="1" i="0" u="none" strike="noStrike" kern="1200" cap="none" spc="0" normalizeH="0" baseline="-25000" noProof="0" dirty="0" err="1">
                <a:ln>
                  <a:noFill/>
                </a:ln>
                <a:solidFill>
                  <a:srgbClr val="FFFFCC"/>
                </a:solidFill>
                <a:effectLst/>
                <a:uLnTx/>
                <a:uFillTx/>
                <a:latin typeface="微软雅黑" pitchFamily="34" charset="-122"/>
                <a:ea typeface="微软雅黑" pitchFamily="34" charset="-122"/>
                <a:cs typeface="+mn-cs"/>
              </a:rPr>
              <a:t>i</a:t>
            </a:r>
            <a:r>
              <a:rPr kumimoji="1" lang="en-US" altLang="zh-CN"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将  </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zh-CN" altLang="en-US"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化为关于</a:t>
            </a:r>
            <a:r>
              <a:rPr kumimoji="1" lang="en-US" altLang="zh-CN"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z</a:t>
            </a:r>
            <a:r>
              <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的</a:t>
            </a:r>
            <a:r>
              <a:rPr kumimoji="1" lang="zh-CN" altLang="en-US" sz="1800" b="1" i="0" u="none" strike="noStrike" kern="1200" cap="none" spc="0" normalizeH="0" baseline="0" noProof="0" dirty="0">
                <a:ln>
                  <a:noFill/>
                </a:ln>
                <a:solidFill>
                  <a:srgbClr val="FFFF00"/>
                </a:solidFill>
                <a:effectLst/>
                <a:uLnTx/>
                <a:uFillTx/>
                <a:latin typeface="微软雅黑" pitchFamily="34" charset="-122"/>
                <a:ea typeface="微软雅黑" pitchFamily="34" charset="-122"/>
                <a:cs typeface="+mn-cs"/>
              </a:rPr>
              <a:t>规范型</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f=</a:t>
            </a:r>
            <a:r>
              <a:rPr kumimoji="1" lang="en-US" altLang="zh-CN" sz="18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z</a:t>
            </a:r>
            <a:r>
              <a:rPr kumimoji="1" lang="en-US" altLang="zh-CN" sz="1800" b="1" i="1" u="none" strike="noStrike" kern="1200" cap="none" spc="0" normalizeH="0" baseline="30000" noProof="0" dirty="0" err="1">
                <a:ln>
                  <a:noFill/>
                </a:ln>
                <a:solidFill>
                  <a:srgbClr val="FFFFCC"/>
                </a:solidFill>
                <a:effectLst/>
                <a:uLnTx/>
                <a:uFillTx/>
                <a:latin typeface="微软雅黑" pitchFamily="34" charset="-122"/>
                <a:ea typeface="微软雅黑" pitchFamily="34" charset="-122"/>
                <a:cs typeface="+mn-cs"/>
              </a:rPr>
              <a:t>T</a:t>
            </a:r>
            <a:r>
              <a:rPr kumimoji="1" lang="en-US" altLang="zh-CN" sz="1800" b="1" i="1"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rPr>
              <a:t> </a:t>
            </a:r>
            <a:r>
              <a:rPr kumimoji="1" lang="en-US" altLang="zh-CN" sz="1800" b="1" i="1" u="none" strike="noStrike" kern="1200" cap="none" spc="0" normalizeH="0" baseline="0" noProof="0" dirty="0" err="1">
                <a:ln>
                  <a:noFill/>
                </a:ln>
                <a:solidFill>
                  <a:srgbClr val="FFFFCC"/>
                </a:solidFill>
                <a:effectLst/>
                <a:uLnTx/>
                <a:uFillTx/>
                <a:latin typeface="微软雅黑" pitchFamily="34" charset="-122"/>
                <a:ea typeface="微软雅黑" pitchFamily="34" charset="-122"/>
                <a:cs typeface="+mn-cs"/>
              </a:rPr>
              <a:t>Λz</a:t>
            </a:r>
            <a:endParaRPr kumimoji="1" lang="zh-CN" altLang="en-US" sz="1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endParaRPr>
          </a:p>
        </p:txBody>
      </p:sp>
      <p:graphicFrame>
        <p:nvGraphicFramePr>
          <p:cNvPr id="30" name="Object 29"/>
          <p:cNvGraphicFramePr>
            <a:graphicFrameLocks noChangeAspect="1"/>
          </p:cNvGraphicFramePr>
          <p:nvPr/>
        </p:nvGraphicFramePr>
        <p:xfrm>
          <a:off x="4500562" y="6135709"/>
          <a:ext cx="925513" cy="293687"/>
        </p:xfrm>
        <a:graphic>
          <a:graphicData uri="http://schemas.openxmlformats.org/presentationml/2006/ole">
            <mc:AlternateContent xmlns:mc="http://schemas.openxmlformats.org/markup-compatibility/2006">
              <mc:Choice xmlns:v="urn:schemas-microsoft-com:vml" Requires="v">
                <p:oleObj name="Equation" r:id="rId48" imgW="558720" imgH="215640" progId="Equation.DSMT4">
                  <p:embed/>
                </p:oleObj>
              </mc:Choice>
              <mc:Fallback>
                <p:oleObj name="Equation" r:id="rId48" imgW="558720" imgH="215640" progId="Equation.DSMT4">
                  <p:embed/>
                  <p:pic>
                    <p:nvPicPr>
                      <p:cNvPr id="30" name="Object 29"/>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4500562" y="6135709"/>
                        <a:ext cx="925513" cy="293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0352"/>
                                        </p:tgtEl>
                                        <p:attrNameLst>
                                          <p:attrName>style.visibility</p:attrName>
                                        </p:attrNameLst>
                                      </p:cBhvr>
                                      <p:to>
                                        <p:strVal val="visible"/>
                                      </p:to>
                                    </p:set>
                                    <p:animEffect transition="in" filter="wipe(left)">
                                      <p:cBhvr>
                                        <p:cTn id="12" dur="500"/>
                                        <p:tgtEl>
                                          <p:spTgt spid="1003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0353"/>
                                        </p:tgtEl>
                                        <p:attrNameLst>
                                          <p:attrName>style.visibility</p:attrName>
                                        </p:attrNameLst>
                                      </p:cBhvr>
                                      <p:to>
                                        <p:strVal val="visible"/>
                                      </p:to>
                                    </p:set>
                                    <p:animEffect transition="in" filter="wipe(left)">
                                      <p:cBhvr>
                                        <p:cTn id="17" dur="500"/>
                                        <p:tgtEl>
                                          <p:spTgt spid="1003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0354"/>
                                        </p:tgtEl>
                                        <p:attrNameLst>
                                          <p:attrName>style.visibility</p:attrName>
                                        </p:attrNameLst>
                                      </p:cBhvr>
                                      <p:to>
                                        <p:strVal val="visible"/>
                                      </p:to>
                                    </p:set>
                                    <p:animEffect transition="in" filter="wipe(left)">
                                      <p:cBhvr>
                                        <p:cTn id="22" dur="500"/>
                                        <p:tgtEl>
                                          <p:spTgt spid="10035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left)">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left)">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left)">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567310"/>
                                        </p:tgtEl>
                                        <p:attrNameLst>
                                          <p:attrName>style.visibility</p:attrName>
                                        </p:attrNameLst>
                                      </p:cBhvr>
                                      <p:to>
                                        <p:strVal val="visible"/>
                                      </p:to>
                                    </p:set>
                                    <p:animEffect transition="in" filter="wipe(left)">
                                      <p:cBhvr>
                                        <p:cTn id="47" dur="500"/>
                                        <p:tgtEl>
                                          <p:spTgt spid="567310"/>
                                        </p:tgtEl>
                                      </p:cBhvr>
                                    </p:animEffect>
                                  </p:childTnLst>
                                </p:cTn>
                              </p:par>
                              <p:par>
                                <p:cTn id="48" presetID="22" presetClass="entr" presetSubtype="8" fill="hold" nodeType="withEffect">
                                  <p:stCondLst>
                                    <p:cond delay="0"/>
                                  </p:stCondLst>
                                  <p:childTnLst>
                                    <p:set>
                                      <p:cBhvr>
                                        <p:cTn id="49" dur="1" fill="hold">
                                          <p:stCondLst>
                                            <p:cond delay="0"/>
                                          </p:stCondLst>
                                        </p:cTn>
                                        <p:tgtEl>
                                          <p:spTgt spid="567311"/>
                                        </p:tgtEl>
                                        <p:attrNameLst>
                                          <p:attrName>style.visibility</p:attrName>
                                        </p:attrNameLst>
                                      </p:cBhvr>
                                      <p:to>
                                        <p:strVal val="visible"/>
                                      </p:to>
                                    </p:set>
                                    <p:animEffect transition="in" filter="wipe(left)">
                                      <p:cBhvr>
                                        <p:cTn id="50" dur="500"/>
                                        <p:tgtEl>
                                          <p:spTgt spid="567311"/>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wipe(left)">
                                      <p:cBhvr>
                                        <p:cTn id="55" dur="500"/>
                                        <p:tgtEl>
                                          <p:spTgt spid="25"/>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6"/>
                                        </p:tgtEl>
                                        <p:attrNameLst>
                                          <p:attrName>style.visibility</p:attrName>
                                        </p:attrNameLst>
                                      </p:cBhvr>
                                      <p:to>
                                        <p:strVal val="visible"/>
                                      </p:to>
                                    </p:set>
                                    <p:animEffect transition="in" filter="wipe(left)">
                                      <p:cBhvr>
                                        <p:cTn id="60" dur="500"/>
                                        <p:tgtEl>
                                          <p:spTgt spid="26"/>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wipe(left)">
                                      <p:cBhvr>
                                        <p:cTn id="65" dur="500"/>
                                        <p:tgtEl>
                                          <p:spTgt spid="27"/>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567318"/>
                                        </p:tgtEl>
                                        <p:attrNameLst>
                                          <p:attrName>style.visibility</p:attrName>
                                        </p:attrNameLst>
                                      </p:cBhvr>
                                      <p:to>
                                        <p:strVal val="visible"/>
                                      </p:to>
                                    </p:set>
                                    <p:animEffect transition="in" filter="wipe(left)">
                                      <p:cBhvr>
                                        <p:cTn id="70" dur="500"/>
                                        <p:tgtEl>
                                          <p:spTgt spid="567318"/>
                                        </p:tgtEl>
                                      </p:cBhvr>
                                    </p:animEffect>
                                  </p:childTnLst>
                                </p:cTn>
                              </p:par>
                              <p:par>
                                <p:cTn id="71" presetID="22" presetClass="entr" presetSubtype="8" fill="hold" nodeType="withEffect">
                                  <p:stCondLst>
                                    <p:cond delay="0"/>
                                  </p:stCondLst>
                                  <p:childTnLst>
                                    <p:set>
                                      <p:cBhvr>
                                        <p:cTn id="72" dur="1" fill="hold">
                                          <p:stCondLst>
                                            <p:cond delay="0"/>
                                          </p:stCondLst>
                                        </p:cTn>
                                        <p:tgtEl>
                                          <p:spTgt spid="31"/>
                                        </p:tgtEl>
                                        <p:attrNameLst>
                                          <p:attrName>style.visibility</p:attrName>
                                        </p:attrNameLst>
                                      </p:cBhvr>
                                      <p:to>
                                        <p:strVal val="visible"/>
                                      </p:to>
                                    </p:set>
                                    <p:animEffect transition="in" filter="wipe(left)">
                                      <p:cBhvr>
                                        <p:cTn id="73" dur="500"/>
                                        <p:tgtEl>
                                          <p:spTgt spid="31"/>
                                        </p:tgtEl>
                                      </p:cBhvr>
                                    </p:animEffect>
                                  </p:childTnLst>
                                </p:cTn>
                              </p:par>
                              <p:par>
                                <p:cTn id="74" presetID="22" presetClass="entr" presetSubtype="8" fill="hold"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wipe(left)">
                                      <p:cBhvr>
                                        <p:cTn id="76" dur="500"/>
                                        <p:tgtEl>
                                          <p:spTgt spid="29"/>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nodeType="clickEffect">
                                  <p:stCondLst>
                                    <p:cond delay="0"/>
                                  </p:stCondLst>
                                  <p:childTnLst>
                                    <p:set>
                                      <p:cBhvr>
                                        <p:cTn id="80" dur="1" fill="hold">
                                          <p:stCondLst>
                                            <p:cond delay="0"/>
                                          </p:stCondLst>
                                        </p:cTn>
                                        <p:tgtEl>
                                          <p:spTgt spid="567319"/>
                                        </p:tgtEl>
                                        <p:attrNameLst>
                                          <p:attrName>style.visibility</p:attrName>
                                        </p:attrNameLst>
                                      </p:cBhvr>
                                      <p:to>
                                        <p:strVal val="visible"/>
                                      </p:to>
                                    </p:set>
                                    <p:animEffect transition="in" filter="wipe(left)">
                                      <p:cBhvr>
                                        <p:cTn id="81" dur="500"/>
                                        <p:tgtEl>
                                          <p:spTgt spid="567319"/>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567322"/>
                                        </p:tgtEl>
                                        <p:attrNameLst>
                                          <p:attrName>style.visibility</p:attrName>
                                        </p:attrNameLst>
                                      </p:cBhvr>
                                      <p:to>
                                        <p:strVal val="visible"/>
                                      </p:to>
                                    </p:set>
                                    <p:animEffect transition="in" filter="wipe(left)">
                                      <p:cBhvr>
                                        <p:cTn id="86" dur="500"/>
                                        <p:tgtEl>
                                          <p:spTgt spid="567322"/>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nodeType="clickEffect">
                                  <p:stCondLst>
                                    <p:cond delay="0"/>
                                  </p:stCondLst>
                                  <p:childTnLst>
                                    <p:set>
                                      <p:cBhvr>
                                        <p:cTn id="90" dur="1" fill="hold">
                                          <p:stCondLst>
                                            <p:cond delay="0"/>
                                          </p:stCondLst>
                                        </p:cTn>
                                        <p:tgtEl>
                                          <p:spTgt spid="567321"/>
                                        </p:tgtEl>
                                        <p:attrNameLst>
                                          <p:attrName>style.visibility</p:attrName>
                                        </p:attrNameLst>
                                      </p:cBhvr>
                                      <p:to>
                                        <p:strVal val="visible"/>
                                      </p:to>
                                    </p:set>
                                    <p:animEffect transition="in" filter="wipe(left)">
                                      <p:cBhvr>
                                        <p:cTn id="91" dur="500"/>
                                        <p:tgtEl>
                                          <p:spTgt spid="567321"/>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567323"/>
                                        </p:tgtEl>
                                        <p:attrNameLst>
                                          <p:attrName>style.visibility</p:attrName>
                                        </p:attrNameLst>
                                      </p:cBhvr>
                                      <p:to>
                                        <p:strVal val="visible"/>
                                      </p:to>
                                    </p:set>
                                    <p:animEffect transition="in" filter="wipe(left)">
                                      <p:cBhvr>
                                        <p:cTn id="96" dur="500"/>
                                        <p:tgtEl>
                                          <p:spTgt spid="567323"/>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567324"/>
                                        </p:tgtEl>
                                        <p:attrNameLst>
                                          <p:attrName>style.visibility</p:attrName>
                                        </p:attrNameLst>
                                      </p:cBhvr>
                                      <p:to>
                                        <p:strVal val="visible"/>
                                      </p:to>
                                    </p:set>
                                    <p:animEffect transition="in" filter="wipe(left)">
                                      <p:cBhvr>
                                        <p:cTn id="101" dur="500"/>
                                        <p:tgtEl>
                                          <p:spTgt spid="567324"/>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567325"/>
                                        </p:tgtEl>
                                        <p:attrNameLst>
                                          <p:attrName>style.visibility</p:attrName>
                                        </p:attrNameLst>
                                      </p:cBhvr>
                                      <p:to>
                                        <p:strVal val="visible"/>
                                      </p:to>
                                    </p:set>
                                    <p:animEffect transition="in" filter="wipe(left)">
                                      <p:cBhvr>
                                        <p:cTn id="106" dur="500"/>
                                        <p:tgtEl>
                                          <p:spTgt spid="567325"/>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567326"/>
                                        </p:tgtEl>
                                        <p:attrNameLst>
                                          <p:attrName>style.visibility</p:attrName>
                                        </p:attrNameLst>
                                      </p:cBhvr>
                                      <p:to>
                                        <p:strVal val="visible"/>
                                      </p:to>
                                    </p:set>
                                    <p:animEffect transition="in" filter="wipe(left)">
                                      <p:cBhvr>
                                        <p:cTn id="111" dur="500"/>
                                        <p:tgtEl>
                                          <p:spTgt spid="567326"/>
                                        </p:tgtEl>
                                      </p:cBhvr>
                                    </p:animEffect>
                                  </p:childTnLst>
                                </p:cTn>
                              </p:par>
                            </p:childTnLst>
                          </p:cTn>
                        </p:par>
                      </p:childTnLst>
                    </p:cTn>
                  </p:par>
                  <p:par>
                    <p:cTn id="112" fill="hold">
                      <p:stCondLst>
                        <p:cond delay="indefinite"/>
                      </p:stCondLst>
                      <p:childTnLst>
                        <p:par>
                          <p:cTn id="113" fill="hold">
                            <p:stCondLst>
                              <p:cond delay="0"/>
                            </p:stCondLst>
                            <p:childTnLst>
                              <p:par>
                                <p:cTn id="114" presetID="18" presetClass="exit" presetSubtype="12" fill="hold" nodeType="clickEffect">
                                  <p:stCondLst>
                                    <p:cond delay="0"/>
                                  </p:stCondLst>
                                  <p:childTnLst>
                                    <p:animEffect transition="out" filter="strips(downLeft)">
                                      <p:cBhvr>
                                        <p:cTn id="115" dur="500"/>
                                        <p:tgtEl>
                                          <p:spTgt spid="567325"/>
                                        </p:tgtEl>
                                      </p:cBhvr>
                                    </p:animEffect>
                                    <p:set>
                                      <p:cBhvr>
                                        <p:cTn id="116" dur="1" fill="hold">
                                          <p:stCondLst>
                                            <p:cond delay="499"/>
                                          </p:stCondLst>
                                        </p:cTn>
                                        <p:tgtEl>
                                          <p:spTgt spid="567325"/>
                                        </p:tgtEl>
                                        <p:attrNameLst>
                                          <p:attrName>style.visibility</p:attrName>
                                        </p:attrNameLst>
                                      </p:cBhvr>
                                      <p:to>
                                        <p:strVal val="hidden"/>
                                      </p:to>
                                    </p:set>
                                  </p:childTnLst>
                                </p:cTn>
                              </p:par>
                            </p:childTnLst>
                          </p:cTn>
                        </p:par>
                        <p:par>
                          <p:cTn id="117" fill="hold">
                            <p:stCondLst>
                              <p:cond delay="500"/>
                            </p:stCondLst>
                            <p:childTnLst>
                              <p:par>
                                <p:cTn id="118" presetID="22" presetClass="entr" presetSubtype="8" fill="hold" nodeType="after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wipe(left)">
                                      <p:cBhvr>
                                        <p:cTn id="120" dur="500"/>
                                        <p:tgtEl>
                                          <p:spTgt spid="30"/>
                                        </p:tgtEl>
                                      </p:cBhvr>
                                    </p:animEffect>
                                  </p:childTnLst>
                                </p:cTn>
                              </p:par>
                            </p:childTnLst>
                          </p:cTn>
                        </p:par>
                      </p:childTnLst>
                    </p:cTn>
                  </p:par>
                  <p:par>
                    <p:cTn id="121" fill="hold">
                      <p:stCondLst>
                        <p:cond delay="indefinite"/>
                      </p:stCondLst>
                      <p:childTnLst>
                        <p:par>
                          <p:cTn id="122" fill="hold">
                            <p:stCondLst>
                              <p:cond delay="0"/>
                            </p:stCondLst>
                            <p:childTnLst>
                              <p:par>
                                <p:cTn id="123" presetID="22" presetClass="entr" presetSubtype="8" fill="hold" grpId="0" nodeType="clickEffect">
                                  <p:stCondLst>
                                    <p:cond delay="0"/>
                                  </p:stCondLst>
                                  <p:childTnLst>
                                    <p:set>
                                      <p:cBhvr>
                                        <p:cTn id="124" dur="1" fill="hold">
                                          <p:stCondLst>
                                            <p:cond delay="0"/>
                                          </p:stCondLst>
                                        </p:cTn>
                                        <p:tgtEl>
                                          <p:spTgt spid="42">
                                            <p:bg/>
                                          </p:spTgt>
                                        </p:tgtEl>
                                        <p:attrNameLst>
                                          <p:attrName>style.visibility</p:attrName>
                                        </p:attrNameLst>
                                      </p:cBhvr>
                                      <p:to>
                                        <p:strVal val="visible"/>
                                      </p:to>
                                    </p:set>
                                    <p:animEffect transition="in" filter="wipe(left)">
                                      <p:cBhvr>
                                        <p:cTn id="125" dur="500"/>
                                        <p:tgtEl>
                                          <p:spTgt spid="42">
                                            <p:bg/>
                                          </p:spTgt>
                                        </p:tgtEl>
                                      </p:cBhvr>
                                    </p:animEffect>
                                  </p:childTnLst>
                                </p:cTn>
                              </p:par>
                              <p:par>
                                <p:cTn id="126" presetID="22" presetClass="entr" presetSubtype="8" fill="hold" nodeType="withEffect">
                                  <p:stCondLst>
                                    <p:cond delay="0"/>
                                  </p:stCondLst>
                                  <p:childTnLst>
                                    <p:set>
                                      <p:cBhvr>
                                        <p:cTn id="127" dur="1" fill="hold">
                                          <p:stCondLst>
                                            <p:cond delay="0"/>
                                          </p:stCondLst>
                                        </p:cTn>
                                        <p:tgtEl>
                                          <p:spTgt spid="42">
                                            <p:txEl>
                                              <p:pRg st="0" end="0"/>
                                            </p:txEl>
                                          </p:spTgt>
                                        </p:tgtEl>
                                        <p:attrNameLst>
                                          <p:attrName>style.visibility</p:attrName>
                                        </p:attrNameLst>
                                      </p:cBhvr>
                                      <p:to>
                                        <p:strVal val="visible"/>
                                      </p:to>
                                    </p:set>
                                    <p:animEffect transition="in" filter="wipe(left)">
                                      <p:cBhvr>
                                        <p:cTn id="128" dur="500"/>
                                        <p:tgtEl>
                                          <p:spTgt spid="42">
                                            <p:txEl>
                                              <p:pRg st="0" end="0"/>
                                            </p:txEl>
                                          </p:spTgt>
                                        </p:tgtEl>
                                      </p:cBhvr>
                                    </p:animEffect>
                                  </p:childTnLst>
                                </p:cTn>
                              </p:par>
                            </p:childTnLst>
                          </p:cTn>
                        </p:par>
                      </p:childTnLst>
                    </p:cTn>
                  </p:par>
                  <p:par>
                    <p:cTn id="129" fill="hold">
                      <p:stCondLst>
                        <p:cond delay="indefinite"/>
                      </p:stCondLst>
                      <p:childTnLst>
                        <p:par>
                          <p:cTn id="130" fill="hold">
                            <p:stCondLst>
                              <p:cond delay="0"/>
                            </p:stCondLst>
                            <p:childTnLst>
                              <p:par>
                                <p:cTn id="131" presetID="22" presetClass="entr" presetSubtype="8" fill="hold" nodeType="clickEffect">
                                  <p:stCondLst>
                                    <p:cond delay="0"/>
                                  </p:stCondLst>
                                  <p:childTnLst>
                                    <p:set>
                                      <p:cBhvr>
                                        <p:cTn id="132" dur="1" fill="hold">
                                          <p:stCondLst>
                                            <p:cond delay="0"/>
                                          </p:stCondLst>
                                        </p:cTn>
                                        <p:tgtEl>
                                          <p:spTgt spid="42">
                                            <p:txEl>
                                              <p:pRg st="1" end="1"/>
                                            </p:txEl>
                                          </p:spTgt>
                                        </p:tgtEl>
                                        <p:attrNameLst>
                                          <p:attrName>style.visibility</p:attrName>
                                        </p:attrNameLst>
                                      </p:cBhvr>
                                      <p:to>
                                        <p:strVal val="visible"/>
                                      </p:to>
                                    </p:set>
                                    <p:animEffect transition="in" filter="wipe(left)">
                                      <p:cBhvr>
                                        <p:cTn id="133" dur="500"/>
                                        <p:tgtEl>
                                          <p:spTgt spid="42">
                                            <p:txEl>
                                              <p:pRg st="1" end="1"/>
                                            </p:txEl>
                                          </p:spTgt>
                                        </p:tgtEl>
                                      </p:cBhvr>
                                    </p:animEffect>
                                  </p:childTnLst>
                                </p:cTn>
                              </p:par>
                            </p:childTnLst>
                          </p:cTn>
                        </p:par>
                      </p:childTnLst>
                    </p:cTn>
                  </p:par>
                  <p:par>
                    <p:cTn id="134" fill="hold">
                      <p:stCondLst>
                        <p:cond delay="indefinite"/>
                      </p:stCondLst>
                      <p:childTnLst>
                        <p:par>
                          <p:cTn id="135" fill="hold">
                            <p:stCondLst>
                              <p:cond delay="0"/>
                            </p:stCondLst>
                            <p:childTnLst>
                              <p:par>
                                <p:cTn id="136" presetID="22" presetClass="entr" presetSubtype="8" fill="hold" nodeType="clickEffect">
                                  <p:stCondLst>
                                    <p:cond delay="0"/>
                                  </p:stCondLst>
                                  <p:childTnLst>
                                    <p:set>
                                      <p:cBhvr>
                                        <p:cTn id="137" dur="1" fill="hold">
                                          <p:stCondLst>
                                            <p:cond delay="0"/>
                                          </p:stCondLst>
                                        </p:cTn>
                                        <p:tgtEl>
                                          <p:spTgt spid="42">
                                            <p:txEl>
                                              <p:pRg st="2" end="2"/>
                                            </p:txEl>
                                          </p:spTgt>
                                        </p:tgtEl>
                                        <p:attrNameLst>
                                          <p:attrName>style.visibility</p:attrName>
                                        </p:attrNameLst>
                                      </p:cBhvr>
                                      <p:to>
                                        <p:strVal val="visible"/>
                                      </p:to>
                                    </p:set>
                                    <p:animEffect transition="in" filter="wipe(left)">
                                      <p:cBhvr>
                                        <p:cTn id="138" dur="500"/>
                                        <p:tgtEl>
                                          <p:spTgt spid="42">
                                            <p:txEl>
                                              <p:pRg st="2" end="2"/>
                                            </p:txEl>
                                          </p:spTgt>
                                        </p:tgtEl>
                                      </p:cBhvr>
                                    </p:animEffect>
                                  </p:childTnLst>
                                </p:cTn>
                              </p:par>
                            </p:childTnLst>
                          </p:cTn>
                        </p:par>
                      </p:childTnLst>
                    </p:cTn>
                  </p:par>
                  <p:par>
                    <p:cTn id="139" fill="hold">
                      <p:stCondLst>
                        <p:cond delay="indefinite"/>
                      </p:stCondLst>
                      <p:childTnLst>
                        <p:par>
                          <p:cTn id="140" fill="hold">
                            <p:stCondLst>
                              <p:cond delay="0"/>
                            </p:stCondLst>
                            <p:childTnLst>
                              <p:par>
                                <p:cTn id="141" presetID="22" presetClass="entr" presetSubtype="8" fill="hold" nodeType="clickEffect">
                                  <p:stCondLst>
                                    <p:cond delay="0"/>
                                  </p:stCondLst>
                                  <p:childTnLst>
                                    <p:set>
                                      <p:cBhvr>
                                        <p:cTn id="142" dur="1" fill="hold">
                                          <p:stCondLst>
                                            <p:cond delay="0"/>
                                          </p:stCondLst>
                                        </p:cTn>
                                        <p:tgtEl>
                                          <p:spTgt spid="42">
                                            <p:txEl>
                                              <p:pRg st="3" end="3"/>
                                            </p:txEl>
                                          </p:spTgt>
                                        </p:tgtEl>
                                        <p:attrNameLst>
                                          <p:attrName>style.visibility</p:attrName>
                                        </p:attrNameLst>
                                      </p:cBhvr>
                                      <p:to>
                                        <p:strVal val="visible"/>
                                      </p:to>
                                    </p:set>
                                    <p:animEffect transition="in" filter="wipe(left)">
                                      <p:cBhvr>
                                        <p:cTn id="143" dur="500"/>
                                        <p:tgtEl>
                                          <p:spTgt spid="42">
                                            <p:txEl>
                                              <p:pRg st="3" end="3"/>
                                            </p:txEl>
                                          </p:spTgt>
                                        </p:tgtEl>
                                      </p:cBhvr>
                                    </p:animEffect>
                                  </p:childTnLst>
                                </p:cTn>
                              </p:par>
                            </p:childTnLst>
                          </p:cTn>
                        </p:par>
                      </p:childTnLst>
                    </p:cTn>
                  </p:par>
                  <p:par>
                    <p:cTn id="144" fill="hold">
                      <p:stCondLst>
                        <p:cond delay="indefinite"/>
                      </p:stCondLst>
                      <p:childTnLst>
                        <p:par>
                          <p:cTn id="145" fill="hold">
                            <p:stCondLst>
                              <p:cond delay="0"/>
                            </p:stCondLst>
                            <p:childTnLst>
                              <p:par>
                                <p:cTn id="146" presetID="22" presetClass="entr" presetSubtype="8" fill="hold" nodeType="clickEffect">
                                  <p:stCondLst>
                                    <p:cond delay="0"/>
                                  </p:stCondLst>
                                  <p:childTnLst>
                                    <p:set>
                                      <p:cBhvr>
                                        <p:cTn id="147" dur="1" fill="hold">
                                          <p:stCondLst>
                                            <p:cond delay="0"/>
                                          </p:stCondLst>
                                        </p:cTn>
                                        <p:tgtEl>
                                          <p:spTgt spid="42">
                                            <p:txEl>
                                              <p:pRg st="4" end="4"/>
                                            </p:txEl>
                                          </p:spTgt>
                                        </p:tgtEl>
                                        <p:attrNameLst>
                                          <p:attrName>style.visibility</p:attrName>
                                        </p:attrNameLst>
                                      </p:cBhvr>
                                      <p:to>
                                        <p:strVal val="visible"/>
                                      </p:to>
                                    </p:set>
                                    <p:animEffect transition="in" filter="wipe(left)">
                                      <p:cBhvr>
                                        <p:cTn id="148" dur="500"/>
                                        <p:tgtEl>
                                          <p:spTgt spid="4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utoUpdateAnimBg="0"/>
      <p:bldP spid="42" grpId="0" build="allAtOnce"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406" name="Object 14"/>
          <p:cNvGraphicFramePr>
            <a:graphicFrameLocks noChangeAspect="1"/>
          </p:cNvGraphicFramePr>
          <p:nvPr/>
        </p:nvGraphicFramePr>
        <p:xfrm>
          <a:off x="-32" y="928688"/>
          <a:ext cx="5299075" cy="1246187"/>
        </p:xfrm>
        <a:graphic>
          <a:graphicData uri="http://schemas.openxmlformats.org/presentationml/2006/ole">
            <mc:AlternateContent xmlns:mc="http://schemas.openxmlformats.org/markup-compatibility/2006">
              <mc:Choice xmlns:v="urn:schemas-microsoft-com:vml" Requires="v">
                <p:oleObj name="Equation" r:id="rId3" imgW="3022560" imgH="711000" progId="Equation.DSMT4">
                  <p:embed/>
                </p:oleObj>
              </mc:Choice>
              <mc:Fallback>
                <p:oleObj name="Equation" r:id="rId3" imgW="3022560" imgH="711000" progId="Equation.DSMT4">
                  <p:embed/>
                  <p:pic>
                    <p:nvPicPr>
                      <p:cNvPr id="443406" name="Object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 y="928688"/>
                        <a:ext cx="5299075" cy="1246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2163" name="Text Box 3"/>
          <p:cNvSpPr txBox="1">
            <a:spLocks noChangeArrowheads="1"/>
          </p:cNvSpPr>
          <p:nvPr/>
        </p:nvSpPr>
        <p:spPr bwMode="auto">
          <a:xfrm>
            <a:off x="0" y="0"/>
            <a:ext cx="494046"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例</a:t>
            </a:r>
            <a:endParaRPr kumimoji="1" lang="en-US" altLang="zh-CN"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endParaRPr>
          </a:p>
        </p:txBody>
      </p:sp>
      <p:sp>
        <p:nvSpPr>
          <p:cNvPr id="92165" name="Text Box 5"/>
          <p:cNvSpPr txBox="1">
            <a:spLocks noChangeArrowheads="1"/>
          </p:cNvSpPr>
          <p:nvPr/>
        </p:nvSpPr>
        <p:spPr bwMode="auto">
          <a:xfrm>
            <a:off x="0" y="928670"/>
            <a:ext cx="1857356" cy="461665"/>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解：由已知</a:t>
            </a:r>
            <a:endPar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endParaRPr>
          </a:p>
        </p:txBody>
      </p:sp>
      <p:sp>
        <p:nvSpPr>
          <p:cNvPr id="8" name="Line 21"/>
          <p:cNvSpPr>
            <a:spLocks noChangeShapeType="1"/>
          </p:cNvSpPr>
          <p:nvPr/>
        </p:nvSpPr>
        <p:spPr bwMode="auto">
          <a:xfrm>
            <a:off x="0" y="928670"/>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14" name="TextBox 13"/>
          <p:cNvSpPr txBox="1"/>
          <p:nvPr/>
        </p:nvSpPr>
        <p:spPr>
          <a:xfrm>
            <a:off x="642910" y="0"/>
            <a:ext cx="1643074" cy="461665"/>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微软雅黑" pitchFamily="34" charset="-122"/>
                <a:ea typeface="微软雅黑" pitchFamily="34" charset="-122"/>
                <a:cs typeface="+mn-cs"/>
              </a:rPr>
              <a:t>二次型</a:t>
            </a: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sp>
        <p:nvSpPr>
          <p:cNvPr id="16" name="TextBox 15"/>
          <p:cNvSpPr txBox="1"/>
          <p:nvPr/>
        </p:nvSpPr>
        <p:spPr>
          <a:xfrm>
            <a:off x="0" y="428604"/>
            <a:ext cx="9144000" cy="461665"/>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的秩为</a:t>
            </a:r>
            <a:r>
              <a:rPr kumimoji="1" lang="en-US"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2，</a:t>
            </a:r>
            <a:r>
              <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试确定                        </a:t>
            </a:r>
            <a:r>
              <a:rPr kumimoji="1" lang="zh-CN"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在直角坐标系下</a:t>
            </a:r>
            <a:r>
              <a:rPr kumimoji="1" lang="zh-CN" altLang="zh-CN" sz="2400" b="1" i="0" u="none" strike="noStrike" kern="1200" cap="none" spc="0" normalizeH="0" baseline="0" noProof="0" dirty="0">
                <a:ln>
                  <a:noFill/>
                </a:ln>
                <a:solidFill>
                  <a:srgbClr val="FF0000"/>
                </a:solidFill>
                <a:effectLst/>
                <a:uLnTx/>
                <a:uFillTx/>
                <a:latin typeface="微软雅黑" pitchFamily="34" charset="-122"/>
                <a:ea typeface="微软雅黑" pitchFamily="34" charset="-122"/>
                <a:cs typeface="+mn-cs"/>
              </a:rPr>
              <a:t>表示什么曲面</a:t>
            </a:r>
            <a:r>
              <a:rPr kumimoji="1" lang="zh-CN" altLang="zh-CN"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t>
            </a:r>
            <a:endParaRPr kumimoji="1" lang="zh-CN" altLang="en-US" sz="24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endParaRPr>
          </a:p>
        </p:txBody>
      </p:sp>
      <p:graphicFrame>
        <p:nvGraphicFramePr>
          <p:cNvPr id="17" name="对象 16"/>
          <p:cNvGraphicFramePr>
            <a:graphicFrameLocks noChangeAspect="1"/>
          </p:cNvGraphicFramePr>
          <p:nvPr/>
        </p:nvGraphicFramePr>
        <p:xfrm>
          <a:off x="1771650" y="-71438"/>
          <a:ext cx="6969125" cy="571501"/>
        </p:xfrm>
        <a:graphic>
          <a:graphicData uri="http://schemas.openxmlformats.org/presentationml/2006/ole">
            <mc:AlternateContent xmlns:mc="http://schemas.openxmlformats.org/markup-compatibility/2006">
              <mc:Choice xmlns:v="urn:schemas-microsoft-com:vml" Requires="v">
                <p:oleObj name="Equation" r:id="rId5" imgW="3568680" imgH="241200" progId="Equation.DSMT4">
                  <p:embed/>
                </p:oleObj>
              </mc:Choice>
              <mc:Fallback>
                <p:oleObj name="Equation" r:id="rId5" imgW="3568680" imgH="241200" progId="Equation.DSMT4">
                  <p:embed/>
                  <p:pic>
                    <p:nvPicPr>
                      <p:cNvPr id="17" name="对象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71650" y="-71438"/>
                        <a:ext cx="6969125" cy="57150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4" name="Object 8"/>
          <p:cNvGraphicFramePr>
            <a:graphicFrameLocks noChangeAspect="1"/>
          </p:cNvGraphicFramePr>
          <p:nvPr/>
        </p:nvGraphicFramePr>
        <p:xfrm>
          <a:off x="0" y="2643182"/>
          <a:ext cx="9144000" cy="1143008"/>
        </p:xfrm>
        <a:graphic>
          <a:graphicData uri="http://schemas.openxmlformats.org/presentationml/2006/ole">
            <mc:AlternateContent xmlns:mc="http://schemas.openxmlformats.org/markup-compatibility/2006">
              <mc:Choice xmlns:v="urn:schemas-microsoft-com:vml" Requires="v">
                <p:oleObj name="Equation" r:id="rId7" imgW="6680160" imgH="698400" progId="Equation.DSMT4">
                  <p:embed/>
                </p:oleObj>
              </mc:Choice>
              <mc:Fallback>
                <p:oleObj name="Equation" r:id="rId7" imgW="6680160" imgH="698400" progId="Equation.DSMT4">
                  <p:embed/>
                  <p:pic>
                    <p:nvPicPr>
                      <p:cNvPr id="577544"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2643182"/>
                        <a:ext cx="9144000" cy="11430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7545" name="Rectangle 9"/>
          <p:cNvSpPr>
            <a:spLocks noChangeArrowheads="1"/>
          </p:cNvSpPr>
          <p:nvPr/>
        </p:nvSpPr>
        <p:spPr bwMode="auto">
          <a:xfrm>
            <a:off x="0" y="0"/>
            <a:ext cx="9144000" cy="45720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77546" name="Rectangle 10"/>
          <p:cNvSpPr>
            <a:spLocks noChangeArrowheads="1"/>
          </p:cNvSpPr>
          <p:nvPr/>
        </p:nvSpPr>
        <p:spPr bwMode="auto">
          <a:xfrm>
            <a:off x="0" y="1152525"/>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200" b="1" i="0" u="none" strike="noStrike" kern="1200" cap="none" spc="0" normalizeH="0" baseline="0" noProof="0">
                <a:ln>
                  <a:noFill/>
                </a:ln>
                <a:solidFill>
                  <a:srgbClr val="000000"/>
                </a:solidFill>
                <a:effectLst/>
                <a:uLnTx/>
                <a:uFillTx/>
                <a:latin typeface="Times New Roman" pitchFamily="18" charset="0"/>
                <a:ea typeface="宋体" pitchFamily="2" charset="-122"/>
                <a:cs typeface="Times New Roman" pitchFamily="18" charset="0"/>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200" b="1" i="0" u="none" strike="noStrike" kern="1200" cap="none" spc="0" normalizeH="0" baseline="0" noProof="0">
                <a:ln>
                  <a:noFill/>
                </a:ln>
                <a:solidFill>
                  <a:srgbClr val="000000"/>
                </a:solidFill>
                <a:effectLst/>
                <a:uLnTx/>
                <a:uFillTx/>
                <a:latin typeface="Times New Roman" pitchFamily="18" charset="0"/>
                <a:ea typeface="宋体" pitchFamily="2" charset="-122"/>
                <a:cs typeface="Times New Roman" pitchFamily="18" charset="0"/>
              </a:rPr>
              <a:t>         </a:t>
            </a:r>
            <a:endParaRPr kumimoji="0" lang="en-US" altLang="zh-CN" sz="1800" b="0" i="0" u="none" strike="noStrike" kern="1200" cap="none" spc="0" normalizeH="0" baseline="0" noProof="0">
              <a:ln>
                <a:noFill/>
              </a:ln>
              <a:solidFill>
                <a:srgbClr val="000000"/>
              </a:solidFill>
              <a:effectLst/>
              <a:uLnTx/>
              <a:uFillTx/>
              <a:latin typeface="Arial" pitchFamily="34" charset="0"/>
              <a:ea typeface="宋体" pitchFamily="2" charset="-122"/>
              <a:cs typeface="+mn-cs"/>
            </a:endParaRPr>
          </a:p>
        </p:txBody>
      </p:sp>
      <p:graphicFrame>
        <p:nvGraphicFramePr>
          <p:cNvPr id="577553" name="Object 17"/>
          <p:cNvGraphicFramePr>
            <a:graphicFrameLocks noChangeAspect="1"/>
          </p:cNvGraphicFramePr>
          <p:nvPr/>
        </p:nvGraphicFramePr>
        <p:xfrm>
          <a:off x="1" y="3857628"/>
          <a:ext cx="3509086" cy="400135"/>
        </p:xfrm>
        <a:graphic>
          <a:graphicData uri="http://schemas.openxmlformats.org/presentationml/2006/ole">
            <mc:AlternateContent xmlns:mc="http://schemas.openxmlformats.org/markup-compatibility/2006">
              <mc:Choice xmlns:v="urn:schemas-microsoft-com:vml" Requires="v">
                <p:oleObj name="Equation" r:id="rId9" imgW="2120760" imgH="241200" progId="Equation.DSMT4">
                  <p:embed/>
                </p:oleObj>
              </mc:Choice>
              <mc:Fallback>
                <p:oleObj name="Equation" r:id="rId9" imgW="2120760" imgH="241200" progId="Equation.DSMT4">
                  <p:embed/>
                  <p:pic>
                    <p:nvPicPr>
                      <p:cNvPr id="577553" name="Object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 y="3857628"/>
                        <a:ext cx="3509086" cy="40013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52" name="Object 16"/>
          <p:cNvGraphicFramePr>
            <a:graphicFrameLocks noChangeAspect="1"/>
          </p:cNvGraphicFramePr>
          <p:nvPr/>
        </p:nvGraphicFramePr>
        <p:xfrm>
          <a:off x="71406" y="4286256"/>
          <a:ext cx="3643338" cy="1153021"/>
        </p:xfrm>
        <a:graphic>
          <a:graphicData uri="http://schemas.openxmlformats.org/presentationml/2006/ole">
            <mc:AlternateContent xmlns:mc="http://schemas.openxmlformats.org/markup-compatibility/2006">
              <mc:Choice xmlns:v="urn:schemas-microsoft-com:vml" Requires="v">
                <p:oleObj name="Equation" r:id="rId11" imgW="2197080" imgH="698400" progId="Equation.DSMT4">
                  <p:embed/>
                </p:oleObj>
              </mc:Choice>
              <mc:Fallback>
                <p:oleObj name="Equation" r:id="rId11" imgW="2197080" imgH="698400" progId="Equation.DSMT4">
                  <p:embed/>
                  <p:pic>
                    <p:nvPicPr>
                      <p:cNvPr id="577552" name="Object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406" y="4286256"/>
                        <a:ext cx="3643338" cy="11530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51" name="Object 15"/>
          <p:cNvGraphicFramePr>
            <a:graphicFrameLocks noChangeAspect="1"/>
          </p:cNvGraphicFramePr>
          <p:nvPr/>
        </p:nvGraphicFramePr>
        <p:xfrm>
          <a:off x="3643306" y="4286256"/>
          <a:ext cx="995074" cy="1153022"/>
        </p:xfrm>
        <a:graphic>
          <a:graphicData uri="http://schemas.openxmlformats.org/presentationml/2006/ole">
            <mc:AlternateContent xmlns:mc="http://schemas.openxmlformats.org/markup-compatibility/2006">
              <mc:Choice xmlns:v="urn:schemas-microsoft-com:vml" Requires="v">
                <p:oleObj name="Equation" r:id="rId13" imgW="596900" imgH="698500" progId="Equation.DSMT4">
                  <p:embed/>
                </p:oleObj>
              </mc:Choice>
              <mc:Fallback>
                <p:oleObj name="Equation" r:id="rId13" imgW="596900" imgH="698500" progId="Equation.DSMT4">
                  <p:embed/>
                  <p:pic>
                    <p:nvPicPr>
                      <p:cNvPr id="577551"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43306" y="4286256"/>
                        <a:ext cx="995074" cy="11530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50" name="Object 14"/>
          <p:cNvGraphicFramePr>
            <a:graphicFrameLocks noChangeAspect="1"/>
          </p:cNvGraphicFramePr>
          <p:nvPr/>
        </p:nvGraphicFramePr>
        <p:xfrm>
          <a:off x="4572000" y="4286256"/>
          <a:ext cx="1153021" cy="1153021"/>
        </p:xfrm>
        <a:graphic>
          <a:graphicData uri="http://schemas.openxmlformats.org/presentationml/2006/ole">
            <mc:AlternateContent xmlns:mc="http://schemas.openxmlformats.org/markup-compatibility/2006">
              <mc:Choice xmlns:v="urn:schemas-microsoft-com:vml" Requires="v">
                <p:oleObj name="Equation" r:id="rId15" imgW="698500" imgH="698500" progId="Equation.DSMT4">
                  <p:embed/>
                </p:oleObj>
              </mc:Choice>
              <mc:Fallback>
                <p:oleObj name="Equation" r:id="rId15" imgW="698500" imgH="698500" progId="Equation.DSMT4">
                  <p:embed/>
                  <p:pic>
                    <p:nvPicPr>
                      <p:cNvPr id="577550" name="Object 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72000" y="4286256"/>
                        <a:ext cx="1153021" cy="11530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9" name="Object 13"/>
          <p:cNvGraphicFramePr>
            <a:graphicFrameLocks noChangeAspect="1"/>
          </p:cNvGraphicFramePr>
          <p:nvPr/>
        </p:nvGraphicFramePr>
        <p:xfrm>
          <a:off x="0" y="5467350"/>
          <a:ext cx="3429000" cy="1390650"/>
        </p:xfrm>
        <a:graphic>
          <a:graphicData uri="http://schemas.openxmlformats.org/presentationml/2006/ole">
            <mc:AlternateContent xmlns:mc="http://schemas.openxmlformats.org/markup-compatibility/2006">
              <mc:Choice xmlns:v="urn:schemas-microsoft-com:vml" Requires="v">
                <p:oleObj name="Equation" r:id="rId17" imgW="2070000" imgH="838080" progId="Equation.DSMT4">
                  <p:embed/>
                </p:oleObj>
              </mc:Choice>
              <mc:Fallback>
                <p:oleObj name="Equation" r:id="rId17" imgW="2070000" imgH="838080" progId="Equation.DSMT4">
                  <p:embed/>
                  <p:pic>
                    <p:nvPicPr>
                      <p:cNvPr id="577549" name="Object 1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0" y="5467350"/>
                        <a:ext cx="3429000" cy="1390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8" name="Object 12"/>
          <p:cNvGraphicFramePr>
            <a:graphicFrameLocks noChangeAspect="1"/>
          </p:cNvGraphicFramePr>
          <p:nvPr/>
        </p:nvGraphicFramePr>
        <p:xfrm>
          <a:off x="3571868" y="5643596"/>
          <a:ext cx="1858963" cy="406400"/>
        </p:xfrm>
        <a:graphic>
          <a:graphicData uri="http://schemas.openxmlformats.org/presentationml/2006/ole">
            <mc:AlternateContent xmlns:mc="http://schemas.openxmlformats.org/markup-compatibility/2006">
              <mc:Choice xmlns:v="urn:schemas-microsoft-com:vml" Requires="v">
                <p:oleObj name="Equation" r:id="rId19" imgW="965160" imgH="215640" progId="Equation.DSMT4">
                  <p:embed/>
                </p:oleObj>
              </mc:Choice>
              <mc:Fallback>
                <p:oleObj name="Equation" r:id="rId19" imgW="965160" imgH="215640" progId="Equation.DSMT4">
                  <p:embed/>
                  <p:pic>
                    <p:nvPicPr>
                      <p:cNvPr id="577548" name="Object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571868" y="5643596"/>
                        <a:ext cx="1858963" cy="40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77547" name="Object 11"/>
          <p:cNvGraphicFramePr>
            <a:graphicFrameLocks noChangeAspect="1"/>
          </p:cNvGraphicFramePr>
          <p:nvPr/>
        </p:nvGraphicFramePr>
        <p:xfrm>
          <a:off x="5659438" y="5643563"/>
          <a:ext cx="2790825" cy="455612"/>
        </p:xfrm>
        <a:graphic>
          <a:graphicData uri="http://schemas.openxmlformats.org/presentationml/2006/ole">
            <mc:AlternateContent xmlns:mc="http://schemas.openxmlformats.org/markup-compatibility/2006">
              <mc:Choice xmlns:v="urn:schemas-microsoft-com:vml" Requires="v">
                <p:oleObj name="Equation" r:id="rId21" imgW="1460160" imgH="241200" progId="Equation.DSMT4">
                  <p:embed/>
                </p:oleObj>
              </mc:Choice>
              <mc:Fallback>
                <p:oleObj name="Equation" r:id="rId21" imgW="1460160" imgH="241200" progId="Equation.DSMT4">
                  <p:embed/>
                  <p:pic>
                    <p:nvPicPr>
                      <p:cNvPr id="577547" name="Object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659438" y="5643563"/>
                        <a:ext cx="2790825" cy="455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7554" name="Rectangle 18"/>
          <p:cNvSpPr>
            <a:spLocks noChangeArrowheads="1"/>
          </p:cNvSpPr>
          <p:nvPr/>
        </p:nvSpPr>
        <p:spPr bwMode="auto">
          <a:xfrm>
            <a:off x="0" y="0"/>
            <a:ext cx="9144000" cy="45720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577561" name="Rectangle 25"/>
          <p:cNvSpPr>
            <a:spLocks noChangeArrowheads="1"/>
          </p:cNvSpPr>
          <p:nvPr/>
        </p:nvSpPr>
        <p:spPr bwMode="auto">
          <a:xfrm>
            <a:off x="0" y="4886325"/>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rgbClr val="000000"/>
              </a:solidFill>
              <a:effectLst/>
              <a:uLnTx/>
              <a:uFillTx/>
              <a:latin typeface="Arial" pitchFamily="34" charset="0"/>
              <a:ea typeface="宋体" pitchFamily="2" charset="-122"/>
              <a:cs typeface="+mn-cs"/>
            </a:endParaRPr>
          </a:p>
        </p:txBody>
      </p:sp>
      <p:graphicFrame>
        <p:nvGraphicFramePr>
          <p:cNvPr id="32" name="Object 11"/>
          <p:cNvGraphicFramePr>
            <a:graphicFrameLocks noChangeAspect="1"/>
          </p:cNvGraphicFramePr>
          <p:nvPr/>
        </p:nvGraphicFramePr>
        <p:xfrm>
          <a:off x="3597303" y="6143625"/>
          <a:ext cx="5046663" cy="455613"/>
        </p:xfrm>
        <a:graphic>
          <a:graphicData uri="http://schemas.openxmlformats.org/presentationml/2006/ole">
            <mc:AlternateContent xmlns:mc="http://schemas.openxmlformats.org/markup-compatibility/2006">
              <mc:Choice xmlns:v="urn:schemas-microsoft-com:vml" Requires="v">
                <p:oleObj name="Equation" r:id="rId23" imgW="2641320" imgH="241200" progId="Equation.DSMT4">
                  <p:embed/>
                </p:oleObj>
              </mc:Choice>
              <mc:Fallback>
                <p:oleObj name="Equation" r:id="rId23" imgW="2641320" imgH="241200" progId="Equation.DSMT4">
                  <p:embed/>
                  <p:pic>
                    <p:nvPicPr>
                      <p:cNvPr id="32" name="Object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597303" y="6143625"/>
                        <a:ext cx="5046663" cy="4556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对象 23"/>
          <p:cNvGraphicFramePr>
            <a:graphicFrameLocks noChangeAspect="1"/>
          </p:cNvGraphicFramePr>
          <p:nvPr/>
        </p:nvGraphicFramePr>
        <p:xfrm>
          <a:off x="2428860" y="357166"/>
          <a:ext cx="2108200" cy="541337"/>
        </p:xfrm>
        <a:graphic>
          <a:graphicData uri="http://schemas.openxmlformats.org/presentationml/2006/ole">
            <mc:AlternateContent xmlns:mc="http://schemas.openxmlformats.org/markup-compatibility/2006">
              <mc:Choice xmlns:v="urn:schemas-microsoft-com:vml" Requires="v">
                <p:oleObj name="Equation" r:id="rId25" imgW="1079280" imgH="228600" progId="Equation.DSMT4">
                  <p:embed/>
                </p:oleObj>
              </mc:Choice>
              <mc:Fallback>
                <p:oleObj name="Equation" r:id="rId25" imgW="1079280" imgH="228600" progId="Equation.DSMT4">
                  <p:embed/>
                  <p:pic>
                    <p:nvPicPr>
                      <p:cNvPr id="24" name="对象 2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428860" y="357166"/>
                        <a:ext cx="2108200" cy="541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14"/>
          <p:cNvGraphicFramePr>
            <a:graphicFrameLocks noChangeAspect="1"/>
          </p:cNvGraphicFramePr>
          <p:nvPr/>
        </p:nvGraphicFramePr>
        <p:xfrm>
          <a:off x="5500694" y="928670"/>
          <a:ext cx="1312863" cy="355600"/>
        </p:xfrm>
        <a:graphic>
          <a:graphicData uri="http://schemas.openxmlformats.org/presentationml/2006/ole">
            <mc:AlternateContent xmlns:mc="http://schemas.openxmlformats.org/markup-compatibility/2006">
              <mc:Choice xmlns:v="urn:schemas-microsoft-com:vml" Requires="v">
                <p:oleObj name="Equation" r:id="rId27" imgW="749160" imgH="203040" progId="Equation.DSMT4">
                  <p:embed/>
                </p:oleObj>
              </mc:Choice>
              <mc:Fallback>
                <p:oleObj name="Equation" r:id="rId27" imgW="749160" imgH="203040" progId="Equation.DSMT4">
                  <p:embed/>
                  <p:pic>
                    <p:nvPicPr>
                      <p:cNvPr id="25" name="Object 1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500694" y="928670"/>
                        <a:ext cx="1312863"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6" name="Object 14"/>
          <p:cNvGraphicFramePr>
            <a:graphicFrameLocks noChangeAspect="1"/>
          </p:cNvGraphicFramePr>
          <p:nvPr/>
        </p:nvGraphicFramePr>
        <p:xfrm>
          <a:off x="5548339" y="1203318"/>
          <a:ext cx="2738437" cy="1225550"/>
        </p:xfrm>
        <a:graphic>
          <a:graphicData uri="http://schemas.openxmlformats.org/presentationml/2006/ole">
            <mc:AlternateContent xmlns:mc="http://schemas.openxmlformats.org/markup-compatibility/2006">
              <mc:Choice xmlns:v="urn:schemas-microsoft-com:vml" Requires="v">
                <p:oleObj name="Equation" r:id="rId29" imgW="1562040" imgH="698400" progId="Equation.DSMT4">
                  <p:embed/>
                </p:oleObj>
              </mc:Choice>
              <mc:Fallback>
                <p:oleObj name="Equation" r:id="rId29" imgW="1562040" imgH="698400" progId="Equation.DSMT4">
                  <p:embed/>
                  <p:pic>
                    <p:nvPicPr>
                      <p:cNvPr id="26" name="Object 1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548339" y="1203318"/>
                        <a:ext cx="2738437" cy="1225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 name="Object 14"/>
          <p:cNvGraphicFramePr>
            <a:graphicFrameLocks noChangeAspect="1"/>
          </p:cNvGraphicFramePr>
          <p:nvPr/>
        </p:nvGraphicFramePr>
        <p:xfrm>
          <a:off x="5572132" y="2357432"/>
          <a:ext cx="868363" cy="357188"/>
        </p:xfrm>
        <a:graphic>
          <a:graphicData uri="http://schemas.openxmlformats.org/presentationml/2006/ole">
            <mc:AlternateContent xmlns:mc="http://schemas.openxmlformats.org/markup-compatibility/2006">
              <mc:Choice xmlns:v="urn:schemas-microsoft-com:vml" Requires="v">
                <p:oleObj name="Equation" r:id="rId31" imgW="495000" imgH="203040" progId="Equation.DSMT4">
                  <p:embed/>
                </p:oleObj>
              </mc:Choice>
              <mc:Fallback>
                <p:oleObj name="Equation" r:id="rId31" imgW="495000" imgH="203040" progId="Equation.DSMT4">
                  <p:embed/>
                  <p:pic>
                    <p:nvPicPr>
                      <p:cNvPr id="27" name="Object 14"/>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572132" y="2357432"/>
                        <a:ext cx="868363" cy="3571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2165"/>
                                        </p:tgtEl>
                                        <p:attrNameLst>
                                          <p:attrName>style.visibility</p:attrName>
                                        </p:attrNameLst>
                                      </p:cBhvr>
                                      <p:to>
                                        <p:strVal val="visible"/>
                                      </p:to>
                                    </p:set>
                                    <p:animEffect transition="in" filter="wipe(left)">
                                      <p:cBhvr>
                                        <p:cTn id="7" dur="500"/>
                                        <p:tgtEl>
                                          <p:spTgt spid="9216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43406"/>
                                        </p:tgtEl>
                                        <p:attrNameLst>
                                          <p:attrName>style.visibility</p:attrName>
                                        </p:attrNameLst>
                                      </p:cBhvr>
                                      <p:to>
                                        <p:strVal val="visible"/>
                                      </p:to>
                                    </p:set>
                                    <p:animEffect transition="in" filter="wipe(left)">
                                      <p:cBhvr>
                                        <p:cTn id="12" dur="500"/>
                                        <p:tgtEl>
                                          <p:spTgt spid="44340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wipe(left)">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wipe(left)">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wipe(left)">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77544"/>
                                        </p:tgtEl>
                                        <p:attrNameLst>
                                          <p:attrName>style.visibility</p:attrName>
                                        </p:attrNameLst>
                                      </p:cBhvr>
                                      <p:to>
                                        <p:strVal val="visible"/>
                                      </p:to>
                                    </p:set>
                                    <p:animEffect transition="in" filter="wipe(left)">
                                      <p:cBhvr>
                                        <p:cTn id="32" dur="500"/>
                                        <p:tgtEl>
                                          <p:spTgt spid="57754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577553"/>
                                        </p:tgtEl>
                                        <p:attrNameLst>
                                          <p:attrName>style.visibility</p:attrName>
                                        </p:attrNameLst>
                                      </p:cBhvr>
                                      <p:to>
                                        <p:strVal val="visible"/>
                                      </p:to>
                                    </p:set>
                                    <p:animEffect transition="in" filter="wipe(left)">
                                      <p:cBhvr>
                                        <p:cTn id="37" dur="500"/>
                                        <p:tgtEl>
                                          <p:spTgt spid="57755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77552"/>
                                        </p:tgtEl>
                                        <p:attrNameLst>
                                          <p:attrName>style.visibility</p:attrName>
                                        </p:attrNameLst>
                                      </p:cBhvr>
                                      <p:to>
                                        <p:strVal val="visible"/>
                                      </p:to>
                                    </p:set>
                                    <p:animEffect transition="in" filter="wipe(left)">
                                      <p:cBhvr>
                                        <p:cTn id="42" dur="500"/>
                                        <p:tgtEl>
                                          <p:spTgt spid="57755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577551"/>
                                        </p:tgtEl>
                                        <p:attrNameLst>
                                          <p:attrName>style.visibility</p:attrName>
                                        </p:attrNameLst>
                                      </p:cBhvr>
                                      <p:to>
                                        <p:strVal val="visible"/>
                                      </p:to>
                                    </p:set>
                                    <p:animEffect transition="in" filter="wipe(left)">
                                      <p:cBhvr>
                                        <p:cTn id="47" dur="500"/>
                                        <p:tgtEl>
                                          <p:spTgt spid="57755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577550"/>
                                        </p:tgtEl>
                                        <p:attrNameLst>
                                          <p:attrName>style.visibility</p:attrName>
                                        </p:attrNameLst>
                                      </p:cBhvr>
                                      <p:to>
                                        <p:strVal val="visible"/>
                                      </p:to>
                                    </p:set>
                                    <p:animEffect transition="in" filter="wipe(left)">
                                      <p:cBhvr>
                                        <p:cTn id="52" dur="500"/>
                                        <p:tgtEl>
                                          <p:spTgt spid="57755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577549"/>
                                        </p:tgtEl>
                                        <p:attrNameLst>
                                          <p:attrName>style.visibility</p:attrName>
                                        </p:attrNameLst>
                                      </p:cBhvr>
                                      <p:to>
                                        <p:strVal val="visible"/>
                                      </p:to>
                                    </p:set>
                                    <p:animEffect transition="in" filter="wipe(left)">
                                      <p:cBhvr>
                                        <p:cTn id="57" dur="500"/>
                                        <p:tgtEl>
                                          <p:spTgt spid="577549"/>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577548"/>
                                        </p:tgtEl>
                                        <p:attrNameLst>
                                          <p:attrName>style.visibility</p:attrName>
                                        </p:attrNameLst>
                                      </p:cBhvr>
                                      <p:to>
                                        <p:strVal val="visible"/>
                                      </p:to>
                                    </p:set>
                                    <p:animEffect transition="in" filter="wipe(left)">
                                      <p:cBhvr>
                                        <p:cTn id="62" dur="500"/>
                                        <p:tgtEl>
                                          <p:spTgt spid="577548"/>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577547"/>
                                        </p:tgtEl>
                                        <p:attrNameLst>
                                          <p:attrName>style.visibility</p:attrName>
                                        </p:attrNameLst>
                                      </p:cBhvr>
                                      <p:to>
                                        <p:strVal val="visible"/>
                                      </p:to>
                                    </p:set>
                                    <p:animEffect transition="in" filter="wipe(left)">
                                      <p:cBhvr>
                                        <p:cTn id="67" dur="500"/>
                                        <p:tgtEl>
                                          <p:spTgt spid="577547"/>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wipe(left)">
                                      <p:cBhvr>
                                        <p:cTn id="7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65"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0" y="2700613"/>
            <a:ext cx="77729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解</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二次型 </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f</a:t>
            </a:r>
            <a:r>
              <a:rPr kumimoji="1" lang="zh-CN" altLang="en-US"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 </a:t>
            </a:r>
          </a:p>
        </p:txBody>
      </p:sp>
      <p:sp>
        <p:nvSpPr>
          <p:cNvPr id="15" name="矩形 14"/>
          <p:cNvSpPr/>
          <p:nvPr/>
        </p:nvSpPr>
        <p:spPr>
          <a:xfrm>
            <a:off x="5429192" y="2671700"/>
            <a:ext cx="371480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黑体"/>
                <a:ea typeface="黑体"/>
                <a:cs typeface="+mn-cs"/>
                <a:sym typeface="Wingdings" pitchFamily="2" charset="2"/>
              </a:rPr>
              <a:t> </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f </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的矩阵</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A</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的特征值为</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0,1,2</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mn-cs"/>
            </a:endParaRPr>
          </a:p>
        </p:txBody>
      </p:sp>
      <p:graphicFrame>
        <p:nvGraphicFramePr>
          <p:cNvPr id="17" name="对象 16"/>
          <p:cNvGraphicFramePr>
            <a:graphicFrameLocks noChangeAspect="1"/>
          </p:cNvGraphicFramePr>
          <p:nvPr/>
        </p:nvGraphicFramePr>
        <p:xfrm>
          <a:off x="71406" y="3143249"/>
          <a:ext cx="4572032" cy="469346"/>
        </p:xfrm>
        <a:graphic>
          <a:graphicData uri="http://schemas.openxmlformats.org/presentationml/2006/ole">
            <mc:AlternateContent xmlns:mc="http://schemas.openxmlformats.org/markup-compatibility/2006">
              <mc:Choice xmlns:v="urn:schemas-microsoft-com:vml" Requires="v">
                <p:oleObj name="Equation" r:id="rId3" imgW="7759440" imgH="622080" progId="Equation.DSMT4">
                  <p:embed/>
                </p:oleObj>
              </mc:Choice>
              <mc:Fallback>
                <p:oleObj name="Equation" r:id="rId3" imgW="7759440" imgH="622080"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06" y="3143249"/>
                        <a:ext cx="4572032" cy="46934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组合 18"/>
          <p:cNvGrpSpPr/>
          <p:nvPr/>
        </p:nvGrpSpPr>
        <p:grpSpPr>
          <a:xfrm>
            <a:off x="1388092" y="2643182"/>
            <a:ext cx="6184304" cy="457541"/>
            <a:chOff x="512688" y="1336181"/>
            <a:chExt cx="7925300" cy="457541"/>
          </a:xfrm>
        </p:grpSpPr>
        <p:sp>
          <p:nvSpPr>
            <p:cNvPr id="24" name="矩形 23"/>
            <p:cNvSpPr/>
            <p:nvPr/>
          </p:nvSpPr>
          <p:spPr>
            <a:xfrm>
              <a:off x="512688" y="1393612"/>
              <a:ext cx="79253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经正交变换      化成  </a:t>
              </a:r>
            </a:p>
          </p:txBody>
        </p:sp>
        <p:graphicFrame>
          <p:nvGraphicFramePr>
            <p:cNvPr id="25" name="对象 24"/>
            <p:cNvGraphicFramePr>
              <a:graphicFrameLocks noChangeAspect="1"/>
            </p:cNvGraphicFramePr>
            <p:nvPr/>
          </p:nvGraphicFramePr>
          <p:xfrm>
            <a:off x="2343670" y="1477617"/>
            <a:ext cx="915490" cy="301926"/>
          </p:xfrm>
          <a:graphic>
            <a:graphicData uri="http://schemas.openxmlformats.org/presentationml/2006/ole">
              <mc:AlternateContent xmlns:mc="http://schemas.openxmlformats.org/markup-compatibility/2006">
                <mc:Choice xmlns:v="urn:schemas-microsoft-com:vml" Requires="v">
                  <p:oleObj name="Equation" r:id="rId5" imgW="1079280" imgH="355320" progId="Equation.DSMT4">
                    <p:embed/>
                  </p:oleObj>
                </mc:Choice>
                <mc:Fallback>
                  <p:oleObj name="Equation" r:id="rId5" imgW="1079280" imgH="355320" progId="Equation.DSMT4">
                    <p:embed/>
                    <p:pic>
                      <p:nvPicPr>
                        <p:cNvPr id="25" name="对象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3670" y="1477617"/>
                          <a:ext cx="915490" cy="30192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对象 27"/>
            <p:cNvGraphicFramePr>
              <a:graphicFrameLocks noChangeAspect="1"/>
            </p:cNvGraphicFramePr>
            <p:nvPr/>
          </p:nvGraphicFramePr>
          <p:xfrm>
            <a:off x="4083104" y="1336181"/>
            <a:ext cx="1647884" cy="414621"/>
          </p:xfrm>
          <a:graphic>
            <a:graphicData uri="http://schemas.openxmlformats.org/presentationml/2006/ole">
              <mc:AlternateContent xmlns:mc="http://schemas.openxmlformats.org/markup-compatibility/2006">
                <mc:Choice xmlns:v="urn:schemas-microsoft-com:vml" Requires="v">
                  <p:oleObj name="Equation" r:id="rId7" imgW="1866600" imgH="469800" progId="Equation.DSMT4">
                    <p:embed/>
                  </p:oleObj>
                </mc:Choice>
                <mc:Fallback>
                  <p:oleObj name="Equation" r:id="rId7" imgW="1866600" imgH="469800" progId="Equation.DSMT4">
                    <p:embed/>
                    <p:pic>
                      <p:nvPicPr>
                        <p:cNvPr id="28" name="对象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83104" y="1336181"/>
                          <a:ext cx="1647884" cy="41462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30" name="矩形 29"/>
          <p:cNvSpPr/>
          <p:nvPr/>
        </p:nvSpPr>
        <p:spPr bwMode="auto">
          <a:xfrm>
            <a:off x="0" y="1953737"/>
            <a:ext cx="9144000" cy="76088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801688" marR="0" lvl="0" indent="-801688"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练习</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2:</a:t>
            </a:r>
            <a:r>
              <a:rPr kumimoji="1" lang="zh-CN" altLang="zh-CN" sz="2000" b="1" i="0" u="none" strike="noStrike" kern="1200" cap="none" spc="0" normalizeH="0" baseline="0" noProof="0" dirty="0">
                <a:ln>
                  <a:noFill/>
                </a:ln>
                <a:solidFill>
                  <a:srgbClr val="000000"/>
                </a:solidFill>
                <a:effectLst/>
                <a:uLnTx/>
                <a:uFillTx/>
                <a:latin typeface="黑体"/>
                <a:ea typeface="黑体"/>
                <a:cs typeface="Times New Roman"/>
              </a:rPr>
              <a:t>设      </a:t>
            </a:r>
            <a:r>
              <a:rPr kumimoji="1" lang="en-US" altLang="zh-CN" sz="2000" b="0" i="0" u="none" strike="noStrike" kern="1200" cap="none" spc="0" normalizeH="0" baseline="0" noProof="0" dirty="0">
                <a:ln>
                  <a:noFill/>
                </a:ln>
                <a:solidFill>
                  <a:srgbClr val="000000"/>
                </a:solidFill>
                <a:effectLst/>
                <a:uLnTx/>
                <a:uFillTx/>
                <a:latin typeface="黑体"/>
                <a:ea typeface="黑体"/>
                <a:cs typeface="+mn-cs"/>
              </a:rPr>
              <a:t>                                                  </a:t>
            </a:r>
            <a:r>
              <a:rPr kumimoji="1" lang="zh-CN" altLang="en-US" sz="2000" b="0" i="0" u="none" strike="noStrike" kern="1200" cap="none" spc="0" normalizeH="0" baseline="0" noProof="0" dirty="0">
                <a:ln>
                  <a:noFill/>
                </a:ln>
                <a:solidFill>
                  <a:srgbClr val="000000"/>
                </a:solidFill>
                <a:effectLst/>
                <a:uLnTx/>
                <a:uFillTx/>
                <a:latin typeface="黑体"/>
                <a:ea typeface="黑体"/>
                <a:cs typeface="+mn-cs"/>
              </a:rPr>
              <a:t>   </a:t>
            </a:r>
            <a:endParaRPr kumimoji="1" lang="en-US" altLang="zh-CN" sz="2000" b="0" i="0" u="none" strike="noStrike" kern="1200" cap="none" spc="0" normalizeH="0" baseline="0" noProof="0" dirty="0">
              <a:ln>
                <a:noFill/>
              </a:ln>
              <a:solidFill>
                <a:srgbClr val="000000"/>
              </a:solidFill>
              <a:effectLst/>
              <a:uLnTx/>
              <a:uFillTx/>
              <a:latin typeface="黑体"/>
              <a:ea typeface="黑体"/>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       </a:t>
            </a:r>
            <a:r>
              <a:rPr kumimoji="1" lang="zh-CN" altLang="zh-CN" sz="2000" b="1" i="0" u="none" strike="noStrike" kern="1200" cap="none" spc="0" normalizeH="0" baseline="0" noProof="0" dirty="0">
                <a:ln>
                  <a:noFill/>
                </a:ln>
                <a:solidFill>
                  <a:srgbClr val="000000"/>
                </a:solidFill>
                <a:effectLst/>
                <a:uLnTx/>
                <a:uFillTx/>
                <a:latin typeface="黑体"/>
                <a:ea typeface="黑体"/>
                <a:cs typeface="Times New Roman"/>
              </a:rPr>
              <a:t>经正交变换化为</a:t>
            </a: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                   </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试</a:t>
            </a:r>
            <a:r>
              <a:rPr kumimoji="1" lang="zh-CN" altLang="zh-CN" sz="2000" b="1" i="0" u="none" strike="noStrike" kern="1200" cap="none" spc="0" normalizeH="0" baseline="0" noProof="0" dirty="0">
                <a:ln>
                  <a:noFill/>
                </a:ln>
                <a:solidFill>
                  <a:srgbClr val="000000"/>
                </a:solidFill>
                <a:effectLst/>
                <a:uLnTx/>
                <a:uFillTx/>
                <a:latin typeface="黑体"/>
                <a:ea typeface="黑体"/>
                <a:cs typeface="Times New Roman"/>
              </a:rPr>
              <a:t>求</a:t>
            </a:r>
            <a:r>
              <a:rPr kumimoji="1" lang="el-GR" altLang="zh-CN" sz="2000" b="1" i="1" u="none" strike="noStrike" kern="1200" cap="none" spc="0" normalizeH="0" baseline="0" noProof="0" dirty="0">
                <a:ln>
                  <a:noFill/>
                </a:ln>
                <a:solidFill>
                  <a:srgbClr val="000000"/>
                </a:solidFill>
                <a:effectLst/>
                <a:uLnTx/>
                <a:uFillTx/>
                <a:latin typeface="黑体"/>
                <a:ea typeface="黑体"/>
                <a:cs typeface="Times New Roman"/>
              </a:rPr>
              <a:t>α</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和</a:t>
            </a:r>
            <a:r>
              <a:rPr kumimoji="1" lang="el-GR" altLang="zh-CN" sz="2000" b="1" i="1" u="none" strike="noStrike" kern="1200" cap="none" spc="0" normalizeH="0" baseline="0" noProof="0" dirty="0">
                <a:ln>
                  <a:noFill/>
                </a:ln>
                <a:solidFill>
                  <a:srgbClr val="000000"/>
                </a:solidFill>
                <a:effectLst/>
                <a:uLnTx/>
                <a:uFillTx/>
                <a:latin typeface="黑体"/>
                <a:ea typeface="黑体"/>
                <a:cs typeface="Times New Roman"/>
              </a:rPr>
              <a:t>β</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mn-cs"/>
            </a:endParaRPr>
          </a:p>
        </p:txBody>
      </p:sp>
      <p:graphicFrame>
        <p:nvGraphicFramePr>
          <p:cNvPr id="7" name="对象 6"/>
          <p:cNvGraphicFramePr>
            <a:graphicFrameLocks noChangeAspect="1"/>
          </p:cNvGraphicFramePr>
          <p:nvPr/>
        </p:nvGraphicFramePr>
        <p:xfrm>
          <a:off x="1214414" y="1928802"/>
          <a:ext cx="5429288" cy="410673"/>
        </p:xfrm>
        <a:graphic>
          <a:graphicData uri="http://schemas.openxmlformats.org/presentationml/2006/ole">
            <mc:AlternateContent xmlns:mc="http://schemas.openxmlformats.org/markup-compatibility/2006">
              <mc:Choice xmlns:v="urn:schemas-microsoft-com:vml" Requires="v">
                <p:oleObj name="Equation" r:id="rId9" imgW="5448240" imgH="419040" progId="Equation.DSMT4">
                  <p:embed/>
                </p:oleObj>
              </mc:Choice>
              <mc:Fallback>
                <p:oleObj name="Equation" r:id="rId9" imgW="5448240" imgH="419040" progId="Equation.DSMT4">
                  <p:embed/>
                  <p:pic>
                    <p:nvPicPr>
                      <p:cNvPr id="7" name="对象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14414" y="1928802"/>
                        <a:ext cx="5429288" cy="4106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对象 20"/>
          <p:cNvGraphicFramePr>
            <a:graphicFrameLocks noChangeAspect="1"/>
          </p:cNvGraphicFramePr>
          <p:nvPr/>
        </p:nvGraphicFramePr>
        <p:xfrm>
          <a:off x="2857488" y="2286673"/>
          <a:ext cx="1571636" cy="409992"/>
        </p:xfrm>
        <a:graphic>
          <a:graphicData uri="http://schemas.openxmlformats.org/presentationml/2006/ole">
            <mc:AlternateContent xmlns:mc="http://schemas.openxmlformats.org/markup-compatibility/2006">
              <mc:Choice xmlns:v="urn:schemas-microsoft-com:vml" Requires="v">
                <p:oleObj name="Equation" r:id="rId11" imgW="1752480" imgH="457200" progId="Equation.DSMT4">
                  <p:embed/>
                </p:oleObj>
              </mc:Choice>
              <mc:Fallback>
                <p:oleObj name="Equation" r:id="rId11" imgW="1752480" imgH="457200" progId="Equation.DSMT4">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57488" y="2286673"/>
                        <a:ext cx="1571636" cy="40999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对象 18"/>
          <p:cNvGraphicFramePr>
            <a:graphicFrameLocks noChangeAspect="1"/>
          </p:cNvGraphicFramePr>
          <p:nvPr/>
        </p:nvGraphicFramePr>
        <p:xfrm>
          <a:off x="4572000" y="3097213"/>
          <a:ext cx="3122613" cy="1163637"/>
        </p:xfrm>
        <a:graphic>
          <a:graphicData uri="http://schemas.openxmlformats.org/presentationml/2006/ole">
            <mc:AlternateContent xmlns:mc="http://schemas.openxmlformats.org/markup-compatibility/2006">
              <mc:Choice xmlns:v="urn:schemas-microsoft-com:vml" Requires="v">
                <p:oleObj name="Equation" r:id="rId13" imgW="5981400" imgH="1739880" progId="Equation.DSMT4">
                  <p:embed/>
                </p:oleObj>
              </mc:Choice>
              <mc:Fallback>
                <p:oleObj name="Equation" r:id="rId13" imgW="5981400" imgH="173988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72000" y="3097213"/>
                        <a:ext cx="3122613" cy="1163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组合 3"/>
          <p:cNvGrpSpPr/>
          <p:nvPr/>
        </p:nvGrpSpPr>
        <p:grpSpPr>
          <a:xfrm>
            <a:off x="0" y="-71462"/>
            <a:ext cx="9144000" cy="714380"/>
            <a:chOff x="163508" y="1205332"/>
            <a:chExt cx="7942421" cy="714380"/>
          </a:xfrm>
        </p:grpSpPr>
        <p:sp>
          <p:nvSpPr>
            <p:cNvPr id="35" name="TextBox 34"/>
            <p:cNvSpPr txBox="1"/>
            <p:nvPr/>
          </p:nvSpPr>
          <p:spPr>
            <a:xfrm>
              <a:off x="163508" y="1233905"/>
              <a:ext cx="7942421" cy="685807"/>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722313" marR="0" lvl="0" indent="-722313"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设二次型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(b &gt; 0)</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，其中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f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的矩阵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的特征值之和为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，特征值之积为－</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12</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，试求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b</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的值。</a:t>
              </a:r>
            </a:p>
          </p:txBody>
        </p:sp>
        <p:graphicFrame>
          <p:nvGraphicFramePr>
            <p:cNvPr id="36" name="对象 35"/>
            <p:cNvGraphicFramePr>
              <a:graphicFrameLocks noChangeAspect="1"/>
            </p:cNvGraphicFramePr>
            <p:nvPr/>
          </p:nvGraphicFramePr>
          <p:xfrm>
            <a:off x="1838846" y="1205332"/>
            <a:ext cx="3164580" cy="457200"/>
          </p:xfrm>
          <a:graphic>
            <a:graphicData uri="http://schemas.openxmlformats.org/presentationml/2006/ole">
              <mc:AlternateContent xmlns:mc="http://schemas.openxmlformats.org/markup-compatibility/2006">
                <mc:Choice xmlns:v="urn:schemas-microsoft-com:vml" Requires="v">
                  <p:oleObj name="Equation" r:id="rId15" imgW="3962160" imgH="457200" progId="Equation.DSMT4">
                    <p:embed/>
                  </p:oleObj>
                </mc:Choice>
                <mc:Fallback>
                  <p:oleObj name="Equation" r:id="rId15" imgW="3962160" imgH="457200" progId="Equation.DSMT4">
                    <p:embed/>
                    <p:pic>
                      <p:nvPicPr>
                        <p:cNvPr id="36" name="对象 3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38846" y="1205332"/>
                          <a:ext cx="316458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37" name="矩形 36"/>
          <p:cNvSpPr/>
          <p:nvPr/>
        </p:nvSpPr>
        <p:spPr>
          <a:xfrm>
            <a:off x="0" y="642918"/>
            <a:ext cx="77729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解：二次型 </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f</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的矩阵为</a:t>
            </a:r>
            <a:r>
              <a:rPr kumimoji="1" lang="zh-CN" altLang="en-US" sz="2000" b="1" i="1" u="none" strike="noStrike" kern="1200" cap="none" spc="0" normalizeH="0" baseline="0" noProof="0" dirty="0">
                <a:ln>
                  <a:noFill/>
                </a:ln>
                <a:solidFill>
                  <a:srgbClr val="000000"/>
                </a:solidFill>
                <a:effectLst/>
                <a:uLnTx/>
                <a:uFillTx/>
                <a:latin typeface="黑体"/>
                <a:ea typeface="黑体"/>
                <a:cs typeface="Times New Roman" panose="02020603050405020304" pitchFamily="18" charset="0"/>
              </a:rPr>
              <a:t> </a:t>
            </a:r>
          </a:p>
        </p:txBody>
      </p:sp>
      <p:graphicFrame>
        <p:nvGraphicFramePr>
          <p:cNvPr id="38" name="对象 37"/>
          <p:cNvGraphicFramePr>
            <a:graphicFrameLocks noChangeAspect="1"/>
          </p:cNvGraphicFramePr>
          <p:nvPr/>
        </p:nvGraphicFramePr>
        <p:xfrm>
          <a:off x="2239962" y="642918"/>
          <a:ext cx="2076076" cy="1329622"/>
        </p:xfrm>
        <a:graphic>
          <a:graphicData uri="http://schemas.openxmlformats.org/presentationml/2006/ole">
            <mc:AlternateContent xmlns:mc="http://schemas.openxmlformats.org/markup-compatibility/2006">
              <mc:Choice xmlns:v="urn:schemas-microsoft-com:vml" Requires="v">
                <p:oleObj name="Equation" r:id="rId17" imgW="2260440" imgH="1447560" progId="Equation.DSMT4">
                  <p:embed/>
                </p:oleObj>
              </mc:Choice>
              <mc:Fallback>
                <p:oleObj name="Equation" r:id="rId17" imgW="2260440" imgH="1447560" progId="Equation.DSMT4">
                  <p:embed/>
                  <p:pic>
                    <p:nvPicPr>
                      <p:cNvPr id="38" name="对象 3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9962" y="642918"/>
                        <a:ext cx="2076076" cy="13296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 name="对象 38"/>
          <p:cNvGraphicFramePr>
            <a:graphicFrameLocks noChangeAspect="1"/>
          </p:cNvGraphicFramePr>
          <p:nvPr/>
        </p:nvGraphicFramePr>
        <p:xfrm>
          <a:off x="4929190" y="714356"/>
          <a:ext cx="3347381" cy="863088"/>
        </p:xfrm>
        <a:graphic>
          <a:graphicData uri="http://schemas.openxmlformats.org/presentationml/2006/ole">
            <mc:AlternateContent xmlns:mc="http://schemas.openxmlformats.org/markup-compatibility/2006">
              <mc:Choice xmlns:v="urn:schemas-microsoft-com:vml" Requires="v">
                <p:oleObj name="Equation" r:id="rId19" imgW="3644640" imgH="939600" progId="Equation.DSMT4">
                  <p:embed/>
                </p:oleObj>
              </mc:Choice>
              <mc:Fallback>
                <p:oleObj name="Equation" r:id="rId19" imgW="3644640" imgH="939600" progId="Equation.DSMT4">
                  <p:embed/>
                  <p:pic>
                    <p:nvPicPr>
                      <p:cNvPr id="39" name="对象 3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929190" y="714356"/>
                        <a:ext cx="3347381" cy="863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 name="对象 39"/>
          <p:cNvGraphicFramePr>
            <a:graphicFrameLocks noChangeAspect="1"/>
          </p:cNvGraphicFramePr>
          <p:nvPr/>
        </p:nvGraphicFramePr>
        <p:xfrm>
          <a:off x="5000628" y="1613892"/>
          <a:ext cx="1714512" cy="314910"/>
        </p:xfrm>
        <a:graphic>
          <a:graphicData uri="http://schemas.openxmlformats.org/presentationml/2006/ole">
            <mc:AlternateContent xmlns:mc="http://schemas.openxmlformats.org/markup-compatibility/2006">
              <mc:Choice xmlns:v="urn:schemas-microsoft-com:vml" Requires="v">
                <p:oleObj name="Equation" r:id="rId21" imgW="1866600" imgH="342720" progId="Equation.DSMT4">
                  <p:embed/>
                </p:oleObj>
              </mc:Choice>
              <mc:Fallback>
                <p:oleObj name="Equation" r:id="rId21" imgW="1866600" imgH="342720" progId="Equation.DSMT4">
                  <p:embed/>
                  <p:pic>
                    <p:nvPicPr>
                      <p:cNvPr id="40" name="对象 3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00628" y="1613892"/>
                        <a:ext cx="1714512" cy="3149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 name="对象 40"/>
          <p:cNvGraphicFramePr>
            <a:graphicFrameLocks noChangeAspect="1"/>
          </p:cNvGraphicFramePr>
          <p:nvPr/>
        </p:nvGraphicFramePr>
        <p:xfrm>
          <a:off x="7643834" y="3173418"/>
          <a:ext cx="1390650" cy="969962"/>
        </p:xfrm>
        <a:graphic>
          <a:graphicData uri="http://schemas.openxmlformats.org/presentationml/2006/ole">
            <mc:AlternateContent xmlns:mc="http://schemas.openxmlformats.org/markup-compatibility/2006">
              <mc:Choice xmlns:v="urn:schemas-microsoft-com:vml" Requires="v">
                <p:oleObj name="Equation" r:id="rId23" imgW="2311200" imgH="1257120" progId="Equation.DSMT4">
                  <p:embed/>
                </p:oleObj>
              </mc:Choice>
              <mc:Fallback>
                <p:oleObj name="Equation" r:id="rId23" imgW="2311200" imgH="1257120" progId="Equation.DSMT4">
                  <p:embed/>
                  <p:pic>
                    <p:nvPicPr>
                      <p:cNvPr id="41" name="对象 4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643834" y="3173418"/>
                        <a:ext cx="1390650" cy="9699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2" name="组合 28"/>
          <p:cNvGrpSpPr/>
          <p:nvPr/>
        </p:nvGrpSpPr>
        <p:grpSpPr>
          <a:xfrm>
            <a:off x="0" y="4268586"/>
            <a:ext cx="9144000" cy="732050"/>
            <a:chOff x="230690" y="1555082"/>
            <a:chExt cx="8013717" cy="732050"/>
          </a:xfrm>
        </p:grpSpPr>
        <p:sp>
          <p:nvSpPr>
            <p:cNvPr id="23" name="矩形 22"/>
            <p:cNvSpPr/>
            <p:nvPr/>
          </p:nvSpPr>
          <p:spPr>
            <a:xfrm>
              <a:off x="230690" y="1555082"/>
              <a:ext cx="8013717" cy="732050"/>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801688" marR="0" lvl="0" indent="-801688"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练习</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3:</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设                                                                    </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的秩为</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2</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mn-cs"/>
              </a:endParaRPr>
            </a:p>
            <a:p>
              <a:pPr marL="801688" marR="0" lvl="0" indent="-801688"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     （</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1</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）求 </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a </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的值；（</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2</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）求方程 </a:t>
              </a:r>
              <a:r>
                <a:rPr kumimoji="1" lang="en-US" altLang="zh-CN" sz="2000" b="1" i="1" u="none" strike="noStrike" kern="1200" cap="none" spc="0" normalizeH="0" baseline="0" noProof="0" dirty="0">
                  <a:ln>
                    <a:noFill/>
                  </a:ln>
                  <a:solidFill>
                    <a:srgbClr val="000000"/>
                  </a:solidFill>
                  <a:effectLst/>
                  <a:uLnTx/>
                  <a:uFillTx/>
                  <a:latin typeface="黑体"/>
                  <a:ea typeface="黑体"/>
                  <a:cs typeface="+mn-cs"/>
                </a:rPr>
                <a:t>f</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 (</a:t>
              </a:r>
              <a:r>
                <a:rPr kumimoji="1" lang="en-US" altLang="zh-CN" sz="2000" b="1" i="1" u="none" strike="noStrike" kern="1200" cap="none" spc="0" normalizeH="0" baseline="0" noProof="0" dirty="0">
                  <a:ln>
                    <a:noFill/>
                  </a:ln>
                  <a:solidFill>
                    <a:srgbClr val="000000"/>
                  </a:solidFill>
                  <a:effectLst/>
                  <a:uLnTx/>
                  <a:uFillTx/>
                  <a:latin typeface="黑体"/>
                  <a:ea typeface="黑体"/>
                  <a:cs typeface="+mn-cs"/>
                </a:rPr>
                <a:t>x</a:t>
              </a:r>
              <a:r>
                <a:rPr kumimoji="1" lang="en-US" altLang="zh-CN" sz="2000" b="1" i="0" u="none" strike="noStrike" kern="1200" cap="none" spc="0" normalizeH="0" baseline="-25000" noProof="0" dirty="0">
                  <a:ln>
                    <a:noFill/>
                  </a:ln>
                  <a:solidFill>
                    <a:srgbClr val="000000"/>
                  </a:solidFill>
                  <a:effectLst/>
                  <a:uLnTx/>
                  <a:uFillTx/>
                  <a:latin typeface="黑体"/>
                  <a:ea typeface="黑体"/>
                  <a:cs typeface="+mn-cs"/>
                </a:rPr>
                <a:t>1</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 </a:t>
              </a:r>
              <a:r>
                <a:rPr kumimoji="1" lang="en-US" altLang="zh-CN" sz="2000" b="1" i="1" u="none" strike="noStrike" kern="1200" cap="none" spc="0" normalizeH="0" baseline="0" noProof="0" dirty="0">
                  <a:ln>
                    <a:noFill/>
                  </a:ln>
                  <a:solidFill>
                    <a:srgbClr val="000000"/>
                  </a:solidFill>
                  <a:effectLst/>
                  <a:uLnTx/>
                  <a:uFillTx/>
                  <a:latin typeface="黑体"/>
                  <a:ea typeface="黑体"/>
                  <a:cs typeface="+mn-cs"/>
                </a:rPr>
                <a:t>x</a:t>
              </a:r>
              <a:r>
                <a:rPr kumimoji="1" lang="en-US" altLang="zh-CN" sz="2000" b="1" i="0" u="none" strike="noStrike" kern="1200" cap="none" spc="0" normalizeH="0" baseline="-25000" noProof="0" dirty="0">
                  <a:ln>
                    <a:noFill/>
                  </a:ln>
                  <a:solidFill>
                    <a:srgbClr val="000000"/>
                  </a:solidFill>
                  <a:effectLst/>
                  <a:uLnTx/>
                  <a:uFillTx/>
                  <a:latin typeface="黑体"/>
                  <a:ea typeface="黑体"/>
                  <a:cs typeface="+mn-cs"/>
                </a:rPr>
                <a:t>2</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 </a:t>
              </a:r>
              <a:r>
                <a:rPr kumimoji="1" lang="en-US" altLang="zh-CN" sz="2000" b="1" i="1" u="none" strike="noStrike" kern="1200" cap="none" spc="0" normalizeH="0" baseline="0" noProof="0" dirty="0">
                  <a:ln>
                    <a:noFill/>
                  </a:ln>
                  <a:solidFill>
                    <a:srgbClr val="000000"/>
                  </a:solidFill>
                  <a:effectLst/>
                  <a:uLnTx/>
                  <a:uFillTx/>
                  <a:latin typeface="黑体"/>
                  <a:ea typeface="黑体"/>
                  <a:cs typeface="+mn-cs"/>
                </a:rPr>
                <a:t>x</a:t>
              </a:r>
              <a:r>
                <a:rPr kumimoji="1" lang="en-US" altLang="zh-CN" sz="2000" b="1" i="0" u="none" strike="noStrike" kern="1200" cap="none" spc="0" normalizeH="0" baseline="-25000" noProof="0" dirty="0">
                  <a:ln>
                    <a:noFill/>
                  </a:ln>
                  <a:solidFill>
                    <a:srgbClr val="000000"/>
                  </a:solidFill>
                  <a:effectLst/>
                  <a:uLnTx/>
                  <a:uFillTx/>
                  <a:latin typeface="黑体"/>
                  <a:ea typeface="黑体"/>
                  <a:cs typeface="+mn-cs"/>
                </a:rPr>
                <a:t>3</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 = 0</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的解。</a:t>
              </a:r>
            </a:p>
          </p:txBody>
        </p:sp>
        <p:graphicFrame>
          <p:nvGraphicFramePr>
            <p:cNvPr id="26" name="对象 25"/>
            <p:cNvGraphicFramePr>
              <a:graphicFrameLocks noChangeAspect="1"/>
            </p:cNvGraphicFramePr>
            <p:nvPr/>
          </p:nvGraphicFramePr>
          <p:xfrm>
            <a:off x="1232384" y="1555652"/>
            <a:ext cx="4257317" cy="374290"/>
          </p:xfrm>
          <a:graphic>
            <a:graphicData uri="http://schemas.openxmlformats.org/presentationml/2006/ole">
              <mc:AlternateContent xmlns:mc="http://schemas.openxmlformats.org/markup-compatibility/2006">
                <mc:Choice xmlns:v="urn:schemas-microsoft-com:vml" Requires="v">
                  <p:oleObj name="Equation" r:id="rId25" imgW="6019560" imgH="431640" progId="Equation.DSMT4">
                    <p:embed/>
                  </p:oleObj>
                </mc:Choice>
                <mc:Fallback>
                  <p:oleObj name="Equation" r:id="rId25" imgW="6019560" imgH="431640" progId="Equation.DSMT4">
                    <p:embed/>
                    <p:pic>
                      <p:nvPicPr>
                        <p:cNvPr id="26" name="对象 2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232384" y="1555652"/>
                          <a:ext cx="4257317" cy="3742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27" name="矩形 26"/>
          <p:cNvSpPr/>
          <p:nvPr/>
        </p:nvSpPr>
        <p:spPr>
          <a:xfrm>
            <a:off x="428596" y="5376597"/>
            <a:ext cx="57419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(2)</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endParaRPr>
          </a:p>
        </p:txBody>
      </p:sp>
      <p:sp>
        <p:nvSpPr>
          <p:cNvPr id="29" name="矩形 28"/>
          <p:cNvSpPr/>
          <p:nvPr/>
        </p:nvSpPr>
        <p:spPr>
          <a:xfrm>
            <a:off x="428596" y="5000636"/>
            <a:ext cx="209865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(1)</a:t>
            </a:r>
            <a:r>
              <a:rPr kumimoji="1" lang="zh-CN" altLang="en-US" sz="2000" b="1" i="0" u="none" strike="noStrike" kern="1200" cap="none" spc="0" normalizeH="0" baseline="0" noProof="0" dirty="0">
                <a:ln>
                  <a:noFill/>
                </a:ln>
                <a:solidFill>
                  <a:srgbClr val="000000"/>
                </a:solidFill>
                <a:effectLst/>
                <a:uLnTx/>
                <a:uFillTx/>
                <a:latin typeface="黑体"/>
                <a:ea typeface="黑体"/>
                <a:cs typeface="+mn-cs"/>
              </a:rPr>
              <a:t>秩为</a:t>
            </a:r>
            <a:r>
              <a:rPr kumimoji="1" lang="en-US" altLang="zh-CN" sz="2000" b="1" i="0" u="none" strike="noStrike" kern="1200" cap="none" spc="0" normalizeH="0" baseline="0" noProof="0" dirty="0">
                <a:ln>
                  <a:noFill/>
                </a:ln>
                <a:solidFill>
                  <a:srgbClr val="000000"/>
                </a:solidFill>
                <a:effectLst/>
                <a:uLnTx/>
                <a:uFillTx/>
                <a:latin typeface="黑体"/>
                <a:ea typeface="黑体"/>
                <a:cs typeface="+mn-cs"/>
              </a:rPr>
              <a:t>2</a:t>
            </a:r>
            <a:r>
              <a:rPr kumimoji="1" lang="en-US" altLang="zh-CN" sz="2000" b="1" i="0" u="none" strike="noStrike" kern="1200" cap="none" spc="0" normalizeH="0" baseline="0" noProof="0" dirty="0">
                <a:ln>
                  <a:noFill/>
                </a:ln>
                <a:solidFill>
                  <a:srgbClr val="000000"/>
                </a:solidFill>
                <a:effectLst/>
                <a:uLnTx/>
                <a:uFillTx/>
                <a:latin typeface="黑体"/>
                <a:ea typeface="宋体" pitchFamily="2" charset="-122"/>
                <a:cs typeface="+mn-cs"/>
                <a:sym typeface="Wingdings" pitchFamily="2" charset="2"/>
              </a:rPr>
              <a:t>|A|=0</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endParaRPr>
          </a:p>
        </p:txBody>
      </p:sp>
      <p:graphicFrame>
        <p:nvGraphicFramePr>
          <p:cNvPr id="31" name="对象 30"/>
          <p:cNvGraphicFramePr>
            <a:graphicFrameLocks noChangeAspect="1"/>
          </p:cNvGraphicFramePr>
          <p:nvPr/>
        </p:nvGraphicFramePr>
        <p:xfrm>
          <a:off x="882655" y="5357813"/>
          <a:ext cx="3468649" cy="375586"/>
        </p:xfrm>
        <a:graphic>
          <a:graphicData uri="http://schemas.openxmlformats.org/presentationml/2006/ole">
            <mc:AlternateContent xmlns:mc="http://schemas.openxmlformats.org/markup-compatibility/2006">
              <mc:Choice xmlns:v="urn:schemas-microsoft-com:vml" Requires="v">
                <p:oleObj name="Equation" r:id="rId27" imgW="3987720" imgH="431640" progId="Equation.DSMT4">
                  <p:embed/>
                </p:oleObj>
              </mc:Choice>
              <mc:Fallback>
                <p:oleObj name="Equation" r:id="rId27" imgW="3987720" imgH="431640" progId="Equation.DSMT4">
                  <p:embed/>
                  <p:pic>
                    <p:nvPicPr>
                      <p:cNvPr id="31" name="对象 30"/>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882655" y="5357813"/>
                        <a:ext cx="3468649" cy="37558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矩形 31"/>
          <p:cNvSpPr/>
          <p:nvPr/>
        </p:nvSpPr>
        <p:spPr>
          <a:xfrm>
            <a:off x="-32" y="5016557"/>
            <a:ext cx="700833"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解：</a:t>
            </a:r>
          </a:p>
        </p:txBody>
      </p:sp>
      <p:graphicFrame>
        <p:nvGraphicFramePr>
          <p:cNvPr id="33" name="对象 32"/>
          <p:cNvGraphicFramePr>
            <a:graphicFrameLocks noChangeAspect="1"/>
          </p:cNvGraphicFramePr>
          <p:nvPr/>
        </p:nvGraphicFramePr>
        <p:xfrm>
          <a:off x="4500562" y="5357813"/>
          <a:ext cx="2573870" cy="375586"/>
        </p:xfrm>
        <a:graphic>
          <a:graphicData uri="http://schemas.openxmlformats.org/presentationml/2006/ole">
            <mc:AlternateContent xmlns:mc="http://schemas.openxmlformats.org/markup-compatibility/2006">
              <mc:Choice xmlns:v="urn:schemas-microsoft-com:vml" Requires="v">
                <p:oleObj name="Equation" r:id="rId29" imgW="2958840" imgH="431640" progId="Equation.DSMT4">
                  <p:embed/>
                </p:oleObj>
              </mc:Choice>
              <mc:Fallback>
                <p:oleObj name="Equation" r:id="rId29" imgW="2958840" imgH="431640" progId="Equation.DSMT4">
                  <p:embed/>
                  <p:pic>
                    <p:nvPicPr>
                      <p:cNvPr id="33" name="对象 3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500562" y="5357813"/>
                        <a:ext cx="2573870" cy="37558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 name="对象 33"/>
          <p:cNvGraphicFramePr>
            <a:graphicFrameLocks noChangeAspect="1"/>
          </p:cNvGraphicFramePr>
          <p:nvPr/>
        </p:nvGraphicFramePr>
        <p:xfrm>
          <a:off x="5559758" y="5587635"/>
          <a:ext cx="3512836" cy="1270365"/>
        </p:xfrm>
        <a:graphic>
          <a:graphicData uri="http://schemas.openxmlformats.org/presentationml/2006/ole">
            <mc:AlternateContent xmlns:mc="http://schemas.openxmlformats.org/markup-compatibility/2006">
              <mc:Choice xmlns:v="urn:schemas-microsoft-com:vml" Requires="v">
                <p:oleObj name="Equation" r:id="rId31" imgW="4038480" imgH="1460160" progId="Equation.DSMT4">
                  <p:embed/>
                </p:oleObj>
              </mc:Choice>
              <mc:Fallback>
                <p:oleObj name="Equation" r:id="rId31" imgW="4038480" imgH="1460160" progId="Equation.DSMT4">
                  <p:embed/>
                  <p:pic>
                    <p:nvPicPr>
                      <p:cNvPr id="34" name="对象 33"/>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559758" y="5587635"/>
                        <a:ext cx="3512836" cy="127036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矩形 41"/>
          <p:cNvSpPr/>
          <p:nvPr/>
        </p:nvSpPr>
        <p:spPr>
          <a:xfrm>
            <a:off x="2643174" y="5000636"/>
            <a:ext cx="442460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黑体"/>
                <a:ea typeface="宋体" pitchFamily="2" charset="-122"/>
                <a:cs typeface="+mn-cs"/>
                <a:sym typeface="Wingdings" pitchFamily="2" charset="2"/>
              </a:rPr>
              <a:t> </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a:rPr>
              <a:t>a</a:t>
            </a: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 =0 ,</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并可求得</a:t>
            </a:r>
            <a:r>
              <a:rPr kumimoji="1" lang="en-US" altLang="zh-CN" sz="2000" b="1" i="1" u="none" strike="noStrike" kern="1200" cap="none" spc="0" normalizeH="0" baseline="0" noProof="0" dirty="0">
                <a:ln>
                  <a:noFill/>
                </a:ln>
                <a:solidFill>
                  <a:srgbClr val="000000"/>
                </a:solidFill>
                <a:effectLst/>
                <a:uLnTx/>
                <a:uFillTx/>
                <a:latin typeface="黑体"/>
                <a:ea typeface="黑体"/>
                <a:cs typeface="Times New Roman"/>
              </a:rPr>
              <a:t>A</a:t>
            </a:r>
            <a:r>
              <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rPr>
              <a:t>的特征值为</a:t>
            </a:r>
            <a:r>
              <a:rPr kumimoji="1" lang="en-US" altLang="zh-CN" sz="2000" b="1" i="0" u="none" strike="noStrike" kern="1200" cap="none" spc="0" normalizeH="0" baseline="0" noProof="0" dirty="0">
                <a:ln>
                  <a:noFill/>
                </a:ln>
                <a:solidFill>
                  <a:srgbClr val="000000"/>
                </a:solidFill>
                <a:effectLst/>
                <a:uLnTx/>
                <a:uFillTx/>
                <a:latin typeface="黑体"/>
                <a:ea typeface="黑体"/>
                <a:cs typeface="Times New Roman"/>
              </a:rPr>
              <a:t>0,2,2</a:t>
            </a:r>
            <a:endParaRPr kumimoji="1" lang="zh-CN" altLang="en-US" sz="2000" b="1" i="0" u="none" strike="noStrike" kern="1200" cap="none" spc="0" normalizeH="0" baseline="0" noProof="0" dirty="0">
              <a:ln>
                <a:noFill/>
              </a:ln>
              <a:solidFill>
                <a:srgbClr val="000000"/>
              </a:solidFill>
              <a:effectLst/>
              <a:uLnTx/>
              <a:uFillTx/>
              <a:latin typeface="黑体"/>
              <a:ea typeface="黑体"/>
              <a:cs typeface="Times New Roman"/>
            </a:endParaRPr>
          </a:p>
        </p:txBody>
      </p:sp>
    </p:spTree>
    <p:extLst>
      <p:ext uri="{BB962C8B-B14F-4D97-AF65-F5344CB8AC3E}">
        <p14:creationId xmlns:p14="http://schemas.microsoft.com/office/powerpoint/2010/main" val="1830417008"/>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500"/>
                                        <p:tgtEl>
                                          <p:spTgt spid="37"/>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left)">
                                      <p:cBhvr>
                                        <p:cTn id="11" dur="500"/>
                                        <p:tgtEl>
                                          <p:spTgt spid="3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wipe(left)">
                                      <p:cBhvr>
                                        <p:cTn id="16" dur="5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wipe(left)">
                                      <p:cBhvr>
                                        <p:cTn id="21" dur="500"/>
                                        <p:tgtEl>
                                          <p:spTgt spid="40"/>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wipe(left)">
                                      <p:cBhvr>
                                        <p:cTn id="26" dur="500"/>
                                        <p:tgtEl>
                                          <p:spTgt spid="14"/>
                                        </p:tgtEl>
                                      </p:cBhvr>
                                    </p:animEffect>
                                  </p:childTnLst>
                                </p:cTn>
                              </p:par>
                              <p:par>
                                <p:cTn id="27" presetID="22" presetClass="entr" presetSubtype="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wipe(left)">
                                      <p:cBhvr>
                                        <p:cTn id="29" dur="500"/>
                                        <p:tgtEl>
                                          <p:spTgt spid="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wipe(left)">
                                      <p:cBhvr>
                                        <p:cTn id="34" dur="5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left)">
                                      <p:cBhvr>
                                        <p:cTn id="44" dur="500"/>
                                        <p:tgtEl>
                                          <p:spTgt spid="19"/>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wipe(left)">
                                      <p:cBhvr>
                                        <p:cTn id="49" dur="500"/>
                                        <p:tgtEl>
                                          <p:spTgt spid="41"/>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wipe(left)">
                                      <p:cBhvr>
                                        <p:cTn id="54" dur="500"/>
                                        <p:tgtEl>
                                          <p:spTgt spid="32"/>
                                        </p:tgtEl>
                                      </p:cBhvr>
                                    </p:animEffect>
                                  </p:childTnLst>
                                </p:cTn>
                              </p:par>
                            </p:childTnLst>
                          </p:cTn>
                        </p:par>
                        <p:par>
                          <p:cTn id="55" fill="hold">
                            <p:stCondLst>
                              <p:cond delay="500"/>
                            </p:stCondLst>
                            <p:childTnLst>
                              <p:par>
                                <p:cTn id="56" presetID="22" presetClass="entr" presetSubtype="8" fill="hold" grpId="0" nodeType="after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wipe(left)">
                                      <p:cBhvr>
                                        <p:cTn id="58" dur="500"/>
                                        <p:tgtEl>
                                          <p:spTgt spid="29"/>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500"/>
                                        <p:tgtEl>
                                          <p:spTgt spid="42"/>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wipe(left)">
                                      <p:cBhvr>
                                        <p:cTn id="68" dur="500"/>
                                        <p:tgtEl>
                                          <p:spTgt spid="27"/>
                                        </p:tgtEl>
                                      </p:cBhvr>
                                    </p:animEffect>
                                  </p:childTnLst>
                                </p:cTn>
                              </p:par>
                            </p:childTnLst>
                          </p:cTn>
                        </p:par>
                        <p:par>
                          <p:cTn id="69" fill="hold">
                            <p:stCondLst>
                              <p:cond delay="500"/>
                            </p:stCondLst>
                            <p:childTnLst>
                              <p:par>
                                <p:cTn id="70" presetID="22" presetClass="entr" presetSubtype="8" fill="hold" nodeType="after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wipe(left)">
                                      <p:cBhvr>
                                        <p:cTn id="72" dur="500"/>
                                        <p:tgtEl>
                                          <p:spTgt spid="31"/>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wipe(left)">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4"/>
                                        </p:tgtEl>
                                        <p:attrNameLst>
                                          <p:attrName>style.visibility</p:attrName>
                                        </p:attrNameLst>
                                      </p:cBhvr>
                                      <p:to>
                                        <p:strVal val="visible"/>
                                      </p:to>
                                    </p:set>
                                    <p:animEffect transition="in" filter="wipe(left)">
                                      <p:cBhvr>
                                        <p:cTn id="8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37" grpId="0"/>
      <p:bldP spid="27" grpId="0"/>
      <p:bldP spid="29" grpId="0"/>
      <p:bldP spid="32" grpId="0"/>
      <p:bldP spid="42"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图示 80"/>
          <p:cNvGraphicFramePr/>
          <p:nvPr/>
        </p:nvGraphicFramePr>
        <p:xfrm>
          <a:off x="714348" y="1142984"/>
          <a:ext cx="8429652" cy="614366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文本框 1">
            <a:extLst>
              <a:ext uri="{FF2B5EF4-FFF2-40B4-BE49-F238E27FC236}">
                <a16:creationId xmlns:a16="http://schemas.microsoft.com/office/drawing/2014/main" id="{A56195E9-9D03-97F4-7419-AA9F9477077A}"/>
              </a:ext>
            </a:extLst>
          </p:cNvPr>
          <p:cNvSpPr txBox="1"/>
          <p:nvPr/>
        </p:nvSpPr>
        <p:spPr>
          <a:xfrm>
            <a:off x="8279904" y="11376264"/>
            <a:ext cx="3960440" cy="10801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dirty="0">
              <a:ln>
                <a:noFill/>
              </a:ln>
              <a:solidFill>
                <a:srgbClr val="FFFFCC"/>
              </a:solidFill>
              <a:effectLst/>
              <a:uLnTx/>
              <a:uFillTx/>
              <a:latin typeface="Times New Roman" pitchFamily="18" charset="0"/>
              <a:ea typeface="宋体" pitchFamily="2" charset="-122"/>
              <a:cs typeface="+mn-cs"/>
            </a:endParaRPr>
          </a:p>
        </p:txBody>
      </p:sp>
      <p:sp>
        <p:nvSpPr>
          <p:cNvPr id="9" name="Rectangle 8">
            <a:extLst>
              <a:ext uri="{FF2B5EF4-FFF2-40B4-BE49-F238E27FC236}">
                <a16:creationId xmlns:a16="http://schemas.microsoft.com/office/drawing/2014/main" id="{59618663-8E4D-9CB0-FF05-E99935E66E63}"/>
              </a:ext>
            </a:extLst>
          </p:cNvPr>
          <p:cNvSpPr>
            <a:spLocks noChangeArrowheads="1"/>
          </p:cNvSpPr>
          <p:nvPr/>
        </p:nvSpPr>
        <p:spPr bwMode="auto">
          <a:xfrm>
            <a:off x="4553542" y="5422865"/>
            <a:ext cx="4770986" cy="1246495"/>
          </a:xfrm>
          <a:prstGeom prst="rect">
            <a:avLst/>
          </a:prstGeom>
          <a:solidFill>
            <a:srgbClr val="006600"/>
          </a:solidFill>
          <a:ln>
            <a:noFill/>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证明</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对称阵</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为</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存在正交矩阵</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P</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使</a:t>
            </a:r>
            <a:endParaRPr kumimoji="0" lang="zh-CN" altLang="en-US" sz="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mn-cs"/>
              <a:sym typeface="Symbol" panose="05050102010706020507" pitchFamily="18" charset="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         </a:t>
            </a:r>
            <a:r>
              <a:rPr kumimoji="0" lang="en-US" altLang="zh-CN" sz="1500" b="0" i="1" u="none" strike="noStrike" kern="1200" cap="none" spc="0" normalizeH="0" baseline="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P</a:t>
            </a:r>
            <a:r>
              <a:rPr kumimoji="0" lang="en-US" altLang="zh-CN" sz="1500" b="0" i="1" u="none" strike="noStrike" kern="1200" cap="none" spc="0" normalizeH="0" baseline="3000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r>
              <a:rPr kumimoji="0" lang="en-US" altLang="zh-CN" sz="1500" b="0" i="1" u="none" strike="noStrike" kern="1200" cap="none" spc="0" normalizeH="0" baseline="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AP</a:t>
            </a:r>
            <a:r>
              <a:rPr kumimoji="0" lang="en-US" altLang="zh-CN" sz="1500" b="0" i="0" u="none" strike="noStrike" kern="1200" cap="none" spc="0" normalizeH="0" baseline="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diag</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2</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n</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即</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P</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P</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endParaRPr kumimoji="0" lang="en-US" altLang="zh-CN" sz="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①</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为正定的</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zh-CN" altLang="en-US"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2</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n</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均为正数</a:t>
            </a:r>
            <a:r>
              <a:rPr kumimoji="0" lang="zh-CN" altLang="en-US"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endParaRPr kumimoji="0" lang="zh-CN" altLang="en-US" sz="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mn-cs"/>
              <a:sym typeface="Symbol" panose="05050102010706020507" pitchFamily="18" charset="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令                 →</a:t>
            </a:r>
            <a:r>
              <a:rPr kumimoji="0" lang="zh-CN" altLang="en-US"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P</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P</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U</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P</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T</a:t>
            </a:r>
            <a:endPar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mn-cs"/>
              <a:sym typeface="Symbol" panose="05050102010706020507" pitchFamily="18" charset="2"/>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②令</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PU</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 α</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1</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α</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2</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 </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α</a:t>
            </a:r>
            <a:r>
              <a:rPr kumimoji="0" lang="en-US" altLang="zh-CN" sz="1500" b="0" i="1"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n </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r>
              <a:rPr kumimoji="0" lang="en-US" altLang="zh-CN" sz="1500" b="0" i="0" u="none" strike="noStrike" kern="1200" cap="none" spc="0" normalizeH="0" baseline="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diag</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t>
            </a:r>
            <a:r>
              <a:rPr kumimoji="0" lang="en-US" altLang="zh-CN" sz="1500" b="0" i="1"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α</a:t>
            </a:r>
            <a:r>
              <a:rPr kumimoji="0" lang="en-US" altLang="zh-CN" sz="1500" b="0" i="0" u="none" strike="noStrike" kern="1200" cap="none" spc="0" normalizeH="0" baseline="-30000" noProof="0" dirty="0" err="1">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i</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t>
            </a:r>
            <a:r>
              <a:rPr kumimoji="0" lang="en-US" altLang="zh-CN" sz="1500" b="0" i="0" u="none" strike="noStrike" kern="1200" cap="none" spc="0" normalizeH="0" baseline="3000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2</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rPr>
              <a:t>…</a:t>
            </a:r>
            <a:r>
              <a:rPr kumimoji="0" lang="en-US" altLang="zh-CN"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rPr>
              <a:t>)</a:t>
            </a:r>
            <a:endParaRPr kumimoji="0" lang="zh-CN" altLang="en-US" sz="1500" b="0" i="0" u="none" strike="noStrike" kern="1200" cap="none" spc="0" normalizeH="0" baseline="0" noProof="0" dirty="0">
              <a:ln>
                <a:noFill/>
              </a:ln>
              <a:solidFill>
                <a:srgbClr val="FFFFCC"/>
              </a:solidFill>
              <a:effectLst/>
              <a:uLnTx/>
              <a:uFillTx/>
              <a:latin typeface="黑体" panose="02010609060101010101" pitchFamily="49" charset="-122"/>
              <a:ea typeface="黑体" panose="02010609060101010101" pitchFamily="49" charset="-122"/>
              <a:cs typeface="Times New Roman" panose="02020603050405020304" pitchFamily="18" charset="0"/>
              <a:sym typeface="Symbol" panose="05050102010706020507" pitchFamily="18" charset="2"/>
            </a:endParaRPr>
          </a:p>
        </p:txBody>
      </p:sp>
      <p:graphicFrame>
        <p:nvGraphicFramePr>
          <p:cNvPr id="10" name="对象 9">
            <a:extLst>
              <a:ext uri="{FF2B5EF4-FFF2-40B4-BE49-F238E27FC236}">
                <a16:creationId xmlns:a16="http://schemas.microsoft.com/office/drawing/2014/main" id="{FE7DE842-5DB6-518E-97C8-4C9F25735737}"/>
              </a:ext>
            </a:extLst>
          </p:cNvPr>
          <p:cNvGraphicFramePr>
            <a:graphicFrameLocks noChangeAspect="1"/>
          </p:cNvGraphicFramePr>
          <p:nvPr/>
        </p:nvGraphicFramePr>
        <p:xfrm>
          <a:off x="4853164" y="6161236"/>
          <a:ext cx="1591044" cy="220092"/>
        </p:xfrm>
        <a:graphic>
          <a:graphicData uri="http://schemas.openxmlformats.org/presentationml/2006/ole">
            <mc:AlternateContent xmlns:mc="http://schemas.openxmlformats.org/markup-compatibility/2006">
              <mc:Choice xmlns:v="urn:schemas-microsoft-com:vml" Requires="v">
                <p:oleObj name="Equation" r:id="rId8" imgW="2082800" imgH="292100" progId="Equation.DSMT4">
                  <p:embed/>
                </p:oleObj>
              </mc:Choice>
              <mc:Fallback>
                <p:oleObj name="Equation" r:id="rId8" imgW="2082800" imgH="292100" progId="Equation.DSMT4">
                  <p:embed/>
                  <p:pic>
                    <p:nvPicPr>
                      <p:cNvPr id="10" name="对象 9">
                        <a:extLst>
                          <a:ext uri="{FF2B5EF4-FFF2-40B4-BE49-F238E27FC236}">
                            <a16:creationId xmlns:a16="http://schemas.microsoft.com/office/drawing/2014/main" id="{FE7DE842-5DB6-518E-97C8-4C9F2573573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53164" y="6161236"/>
                        <a:ext cx="1591044" cy="220092"/>
                      </a:xfrm>
                      <a:prstGeom prst="rect">
                        <a:avLst/>
                      </a:prstGeom>
                      <a:solidFill>
                        <a:schemeClr val="tx1"/>
                      </a:solidFill>
                    </p:spPr>
                  </p:pic>
                </p:oleObj>
              </mc:Fallback>
            </mc:AlternateContent>
          </a:graphicData>
        </a:graphic>
      </p:graphicFrame>
      <p:sp>
        <p:nvSpPr>
          <p:cNvPr id="3" name="WordArt 77">
            <a:extLst>
              <a:ext uri="{FF2B5EF4-FFF2-40B4-BE49-F238E27FC236}">
                <a16:creationId xmlns:a16="http://schemas.microsoft.com/office/drawing/2014/main" id="{0B19036C-630F-7022-738C-3D11FDB9D93C}"/>
              </a:ext>
            </a:extLst>
          </p:cNvPr>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10"/>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5-8  </a:t>
            </a:r>
            <a:r>
              <a:rPr kumimoji="1" lang="zh-CN" altLang="en-US" sz="4800" b="1" i="0" u="none" strike="noStrike" kern="10" cap="none" spc="0" normalizeH="0" baseline="0" noProof="0" dirty="0">
                <a:ln w="76200">
                  <a:solidFill>
                    <a:srgbClr val="FFC000"/>
                  </a:solidFill>
                  <a:round/>
                  <a:headEnd/>
                  <a:tailEnd/>
                </a:ln>
                <a:blipFill>
                  <a:blip r:embed="rId10"/>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正定二次型</a:t>
            </a:r>
          </a:p>
        </p:txBody>
      </p:sp>
    </p:spTree>
    <p:extLst>
      <p:ext uri="{BB962C8B-B14F-4D97-AF65-F5344CB8AC3E}">
        <p14:creationId xmlns:p14="http://schemas.microsoft.com/office/powerpoint/2010/main" val="3691100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1">
                                            <p:graphicEl>
                                              <a:dgm id="{6C1FD7E3-0312-4138-B05A-B7C390254360}"/>
                                            </p:graphicEl>
                                          </p:spTgt>
                                        </p:tgtEl>
                                        <p:attrNameLst>
                                          <p:attrName>style.visibility</p:attrName>
                                        </p:attrNameLst>
                                      </p:cBhvr>
                                      <p:to>
                                        <p:strVal val="visible"/>
                                      </p:to>
                                    </p:set>
                                    <p:animEffect transition="in" filter="wipe(left)">
                                      <p:cBhvr>
                                        <p:cTn id="7" dur="500"/>
                                        <p:tgtEl>
                                          <p:spTgt spid="81">
                                            <p:graphicEl>
                                              <a:dgm id="{6C1FD7E3-0312-4138-B05A-B7C390254360}"/>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1">
                                            <p:graphicEl>
                                              <a:dgm id="{B7544E0F-4A55-4C64-A149-4C93A04C8E7F}"/>
                                            </p:graphicEl>
                                          </p:spTgt>
                                        </p:tgtEl>
                                        <p:attrNameLst>
                                          <p:attrName>style.visibility</p:attrName>
                                        </p:attrNameLst>
                                      </p:cBhvr>
                                      <p:to>
                                        <p:strVal val="visible"/>
                                      </p:to>
                                    </p:set>
                                    <p:animEffect transition="in" filter="wipe(left)">
                                      <p:cBhvr>
                                        <p:cTn id="12" dur="500"/>
                                        <p:tgtEl>
                                          <p:spTgt spid="81">
                                            <p:graphicEl>
                                              <a:dgm id="{B7544E0F-4A55-4C64-A149-4C93A04C8E7F}"/>
                                            </p:graphicEl>
                                          </p:spTgt>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81">
                                            <p:graphicEl>
                                              <a:dgm id="{B0B2E11F-B25E-4E69-A568-09FEDE8DAC47}"/>
                                            </p:graphicEl>
                                          </p:spTgt>
                                        </p:tgtEl>
                                        <p:attrNameLst>
                                          <p:attrName>style.visibility</p:attrName>
                                        </p:attrNameLst>
                                      </p:cBhvr>
                                      <p:to>
                                        <p:strVal val="visible"/>
                                      </p:to>
                                    </p:set>
                                    <p:animEffect transition="in" filter="wipe(left)">
                                      <p:cBhvr>
                                        <p:cTn id="15" dur="500"/>
                                        <p:tgtEl>
                                          <p:spTgt spid="81">
                                            <p:graphicEl>
                                              <a:dgm id="{B0B2E11F-B25E-4E69-A568-09FEDE8DAC47}"/>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81">
                                            <p:graphicEl>
                                              <a:dgm id="{84032763-630A-45B9-8143-4F6E4D10CF00}"/>
                                            </p:graphicEl>
                                          </p:spTgt>
                                        </p:tgtEl>
                                        <p:attrNameLst>
                                          <p:attrName>style.visibility</p:attrName>
                                        </p:attrNameLst>
                                      </p:cBhvr>
                                      <p:to>
                                        <p:strVal val="visible"/>
                                      </p:to>
                                    </p:set>
                                    <p:animEffect transition="in" filter="wipe(left)">
                                      <p:cBhvr>
                                        <p:cTn id="20" dur="500"/>
                                        <p:tgtEl>
                                          <p:spTgt spid="81">
                                            <p:graphicEl>
                                              <a:dgm id="{84032763-630A-45B9-8143-4F6E4D10CF00}"/>
                                            </p:graphicEl>
                                          </p:spTgt>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81">
                                            <p:graphicEl>
                                              <a:dgm id="{41439787-51B3-4FB8-A305-107CB40EC2FB}"/>
                                            </p:graphicEl>
                                          </p:spTgt>
                                        </p:tgtEl>
                                        <p:attrNameLst>
                                          <p:attrName>style.visibility</p:attrName>
                                        </p:attrNameLst>
                                      </p:cBhvr>
                                      <p:to>
                                        <p:strVal val="visible"/>
                                      </p:to>
                                    </p:set>
                                    <p:animEffect transition="in" filter="wipe(left)">
                                      <p:cBhvr>
                                        <p:cTn id="23" dur="500"/>
                                        <p:tgtEl>
                                          <p:spTgt spid="81">
                                            <p:graphicEl>
                                              <a:dgm id="{41439787-51B3-4FB8-A305-107CB40EC2FB}"/>
                                            </p:graphic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81">
                                            <p:graphicEl>
                                              <a:dgm id="{67E17EA9-878F-447A-90A2-0062BE02BAEB}"/>
                                            </p:graphicEl>
                                          </p:spTgt>
                                        </p:tgtEl>
                                        <p:attrNameLst>
                                          <p:attrName>style.visibility</p:attrName>
                                        </p:attrNameLst>
                                      </p:cBhvr>
                                      <p:to>
                                        <p:strVal val="visible"/>
                                      </p:to>
                                    </p:set>
                                    <p:animEffect transition="in" filter="wipe(left)">
                                      <p:cBhvr>
                                        <p:cTn id="28" dur="500"/>
                                        <p:tgtEl>
                                          <p:spTgt spid="81">
                                            <p:graphicEl>
                                              <a:dgm id="{67E17EA9-878F-447A-90A2-0062BE02BAEB}"/>
                                            </p:graphicEl>
                                          </p:spTgt>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81">
                                            <p:graphicEl>
                                              <a:dgm id="{CE0828A5-AB4D-4BCF-87A5-64EC632B85DC}"/>
                                            </p:graphicEl>
                                          </p:spTgt>
                                        </p:tgtEl>
                                        <p:attrNameLst>
                                          <p:attrName>style.visibility</p:attrName>
                                        </p:attrNameLst>
                                      </p:cBhvr>
                                      <p:to>
                                        <p:strVal val="visible"/>
                                      </p:to>
                                    </p:set>
                                    <p:animEffect transition="in" filter="wipe(left)">
                                      <p:cBhvr>
                                        <p:cTn id="31" dur="500"/>
                                        <p:tgtEl>
                                          <p:spTgt spid="81">
                                            <p:graphicEl>
                                              <a:dgm id="{CE0828A5-AB4D-4BCF-87A5-64EC632B85DC}"/>
                                            </p:graphic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81">
                                            <p:graphicEl>
                                              <a:dgm id="{6BF3829A-85EA-413C-A262-BCA8A0738B14}"/>
                                            </p:graphicEl>
                                          </p:spTgt>
                                        </p:tgtEl>
                                        <p:attrNameLst>
                                          <p:attrName>style.visibility</p:attrName>
                                        </p:attrNameLst>
                                      </p:cBhvr>
                                      <p:to>
                                        <p:strVal val="visible"/>
                                      </p:to>
                                    </p:set>
                                    <p:animEffect transition="in" filter="wipe(left)">
                                      <p:cBhvr>
                                        <p:cTn id="36" dur="500"/>
                                        <p:tgtEl>
                                          <p:spTgt spid="81">
                                            <p:graphicEl>
                                              <a:dgm id="{6BF3829A-85EA-413C-A262-BCA8A0738B14}"/>
                                            </p:graphicEl>
                                          </p:spTgt>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81">
                                            <p:graphicEl>
                                              <a:dgm id="{48D3AD40-EA49-4B58-BDEF-499A56DE2CA1}"/>
                                            </p:graphicEl>
                                          </p:spTgt>
                                        </p:tgtEl>
                                        <p:attrNameLst>
                                          <p:attrName>style.visibility</p:attrName>
                                        </p:attrNameLst>
                                      </p:cBhvr>
                                      <p:to>
                                        <p:strVal val="visible"/>
                                      </p:to>
                                    </p:set>
                                    <p:animEffect transition="in" filter="wipe(left)">
                                      <p:cBhvr>
                                        <p:cTn id="39" dur="500"/>
                                        <p:tgtEl>
                                          <p:spTgt spid="81">
                                            <p:graphicEl>
                                              <a:dgm id="{48D3AD40-EA49-4B58-BDEF-499A56DE2CA1}"/>
                                            </p:graphic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81">
                                            <p:graphicEl>
                                              <a:dgm id="{DC107728-231C-4401-9AA0-1949640C9CB3}"/>
                                            </p:graphicEl>
                                          </p:spTgt>
                                        </p:tgtEl>
                                        <p:attrNameLst>
                                          <p:attrName>style.visibility</p:attrName>
                                        </p:attrNameLst>
                                      </p:cBhvr>
                                      <p:to>
                                        <p:strVal val="visible"/>
                                      </p:to>
                                    </p:set>
                                    <p:animEffect transition="in" filter="wipe(left)">
                                      <p:cBhvr>
                                        <p:cTn id="44" dur="500"/>
                                        <p:tgtEl>
                                          <p:spTgt spid="81">
                                            <p:graphicEl>
                                              <a:dgm id="{DC107728-231C-4401-9AA0-1949640C9CB3}"/>
                                            </p:graphicEl>
                                          </p:spTgt>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81">
                                            <p:graphicEl>
                                              <a:dgm id="{CB108599-6BF3-4157-A588-773ADC36ADC9}"/>
                                            </p:graphicEl>
                                          </p:spTgt>
                                        </p:tgtEl>
                                        <p:attrNameLst>
                                          <p:attrName>style.visibility</p:attrName>
                                        </p:attrNameLst>
                                      </p:cBhvr>
                                      <p:to>
                                        <p:strVal val="visible"/>
                                      </p:to>
                                    </p:set>
                                    <p:animEffect transition="in" filter="wipe(left)">
                                      <p:cBhvr>
                                        <p:cTn id="47" dur="500"/>
                                        <p:tgtEl>
                                          <p:spTgt spid="81">
                                            <p:graphicEl>
                                              <a:dgm id="{CB108599-6BF3-4157-A588-773ADC36ADC9}"/>
                                            </p:graphic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81">
                                            <p:graphicEl>
                                              <a:dgm id="{7D615E92-FAFA-4918-8470-9F6006A0878D}"/>
                                            </p:graphicEl>
                                          </p:spTgt>
                                        </p:tgtEl>
                                        <p:attrNameLst>
                                          <p:attrName>style.visibility</p:attrName>
                                        </p:attrNameLst>
                                      </p:cBhvr>
                                      <p:to>
                                        <p:strVal val="visible"/>
                                      </p:to>
                                    </p:set>
                                    <p:animEffect transition="in" filter="wipe(left)">
                                      <p:cBhvr>
                                        <p:cTn id="52" dur="500"/>
                                        <p:tgtEl>
                                          <p:spTgt spid="81">
                                            <p:graphicEl>
                                              <a:dgm id="{7D615E92-FAFA-4918-8470-9F6006A0878D}"/>
                                            </p:graphicEl>
                                          </p:spTgt>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81">
                                            <p:graphicEl>
                                              <a:dgm id="{612B0601-5A77-4409-A712-142ECD53AD6C}"/>
                                            </p:graphicEl>
                                          </p:spTgt>
                                        </p:tgtEl>
                                        <p:attrNameLst>
                                          <p:attrName>style.visibility</p:attrName>
                                        </p:attrNameLst>
                                      </p:cBhvr>
                                      <p:to>
                                        <p:strVal val="visible"/>
                                      </p:to>
                                    </p:set>
                                    <p:animEffect transition="in" filter="wipe(left)">
                                      <p:cBhvr>
                                        <p:cTn id="55" dur="500"/>
                                        <p:tgtEl>
                                          <p:spTgt spid="81">
                                            <p:graphicEl>
                                              <a:dgm id="{612B0601-5A77-4409-A712-142ECD53AD6C}"/>
                                            </p:graphicEl>
                                          </p:spTgt>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81">
                                            <p:graphicEl>
                                              <a:dgm id="{55C7B6DA-DB84-4B71-8D27-3BB5B3213444}"/>
                                            </p:graphicEl>
                                          </p:spTgt>
                                        </p:tgtEl>
                                        <p:attrNameLst>
                                          <p:attrName>style.visibility</p:attrName>
                                        </p:attrNameLst>
                                      </p:cBhvr>
                                      <p:to>
                                        <p:strVal val="visible"/>
                                      </p:to>
                                    </p:set>
                                    <p:animEffect transition="in" filter="wipe(left)">
                                      <p:cBhvr>
                                        <p:cTn id="60" dur="500"/>
                                        <p:tgtEl>
                                          <p:spTgt spid="81">
                                            <p:graphicEl>
                                              <a:dgm id="{55C7B6DA-DB84-4B71-8D27-3BB5B3213444}"/>
                                            </p:graphicEl>
                                          </p:spTgt>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81">
                                            <p:graphicEl>
                                              <a:dgm id="{E420AE44-E893-446E-AAD6-27B5F3A08CDC}"/>
                                            </p:graphicEl>
                                          </p:spTgt>
                                        </p:tgtEl>
                                        <p:attrNameLst>
                                          <p:attrName>style.visibility</p:attrName>
                                        </p:attrNameLst>
                                      </p:cBhvr>
                                      <p:to>
                                        <p:strVal val="visible"/>
                                      </p:to>
                                    </p:set>
                                    <p:animEffect transition="in" filter="wipe(left)">
                                      <p:cBhvr>
                                        <p:cTn id="63" dur="500"/>
                                        <p:tgtEl>
                                          <p:spTgt spid="81">
                                            <p:graphicEl>
                                              <a:dgm id="{E420AE44-E893-446E-AAD6-27B5F3A08CDC}"/>
                                            </p:graphicEl>
                                          </p:spTgt>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81">
                                            <p:graphicEl>
                                              <a:dgm id="{D0AAE278-BE74-42FE-96F1-E08BF9136EEA}"/>
                                            </p:graphicEl>
                                          </p:spTgt>
                                        </p:tgtEl>
                                        <p:attrNameLst>
                                          <p:attrName>style.visibility</p:attrName>
                                        </p:attrNameLst>
                                      </p:cBhvr>
                                      <p:to>
                                        <p:strVal val="visible"/>
                                      </p:to>
                                    </p:set>
                                    <p:animEffect transition="in" filter="wipe(left)">
                                      <p:cBhvr>
                                        <p:cTn id="68" dur="500"/>
                                        <p:tgtEl>
                                          <p:spTgt spid="81">
                                            <p:graphicEl>
                                              <a:dgm id="{D0AAE278-BE74-42FE-96F1-E08BF9136EEA}"/>
                                            </p:graphicEl>
                                          </p:spTgt>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81">
                                            <p:graphicEl>
                                              <a:dgm id="{0ED1C2C2-A031-4DF7-ABE7-9F555EFEB95A}"/>
                                            </p:graphicEl>
                                          </p:spTgt>
                                        </p:tgtEl>
                                        <p:attrNameLst>
                                          <p:attrName>style.visibility</p:attrName>
                                        </p:attrNameLst>
                                      </p:cBhvr>
                                      <p:to>
                                        <p:strVal val="visible"/>
                                      </p:to>
                                    </p:set>
                                    <p:animEffect transition="in" filter="wipe(left)">
                                      <p:cBhvr>
                                        <p:cTn id="71" dur="500"/>
                                        <p:tgtEl>
                                          <p:spTgt spid="81">
                                            <p:graphicEl>
                                              <a:dgm id="{0ED1C2C2-A031-4DF7-ABE7-9F555EFEB95A}"/>
                                            </p:graphicEl>
                                          </p:spTgt>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9"/>
                                        </p:tgtEl>
                                        <p:attrNameLst>
                                          <p:attrName>style.visibility</p:attrName>
                                        </p:attrNameLst>
                                      </p:cBhvr>
                                      <p:to>
                                        <p:strVal val="visible"/>
                                      </p:to>
                                    </p:set>
                                    <p:animEffect transition="in" filter="wipe(left)">
                                      <p:cBhvr>
                                        <p:cTn id="76" dur="500"/>
                                        <p:tgtEl>
                                          <p:spTgt spid="9"/>
                                        </p:tgtEl>
                                      </p:cBhvr>
                                    </p:animEffect>
                                  </p:childTnLst>
                                </p:cTn>
                              </p:par>
                              <p:par>
                                <p:cTn id="77" presetID="22" presetClass="entr" presetSubtype="8" fill="hold" nodeType="withEffect">
                                  <p:stCondLst>
                                    <p:cond delay="0"/>
                                  </p:stCondLst>
                                  <p:childTnLst>
                                    <p:set>
                                      <p:cBhvr>
                                        <p:cTn id="78" dur="1" fill="hold">
                                          <p:stCondLst>
                                            <p:cond delay="0"/>
                                          </p:stCondLst>
                                        </p:cTn>
                                        <p:tgtEl>
                                          <p:spTgt spid="10"/>
                                        </p:tgtEl>
                                        <p:attrNameLst>
                                          <p:attrName>style.visibility</p:attrName>
                                        </p:attrNameLst>
                                      </p:cBhvr>
                                      <p:to>
                                        <p:strVal val="visible"/>
                                      </p:to>
                                    </p:set>
                                    <p:animEffect transition="in" filter="wipe(left)">
                                      <p:cBhvr>
                                        <p:cTn id="79" dur="500"/>
                                        <p:tgtEl>
                                          <p:spTgt spid="10"/>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81">
                                            <p:graphicEl>
                                              <a:dgm id="{00779019-2429-4FE6-80E9-C291E27E1A20}"/>
                                            </p:graphicEl>
                                          </p:spTgt>
                                        </p:tgtEl>
                                        <p:attrNameLst>
                                          <p:attrName>style.visibility</p:attrName>
                                        </p:attrNameLst>
                                      </p:cBhvr>
                                      <p:to>
                                        <p:strVal val="visible"/>
                                      </p:to>
                                    </p:set>
                                    <p:animEffect transition="in" filter="wipe(left)">
                                      <p:cBhvr>
                                        <p:cTn id="84" dur="500"/>
                                        <p:tgtEl>
                                          <p:spTgt spid="81">
                                            <p:graphicEl>
                                              <a:dgm id="{00779019-2429-4FE6-80E9-C291E27E1A20}"/>
                                            </p:graphicEl>
                                          </p:spTgt>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81">
                                            <p:graphicEl>
                                              <a:dgm id="{AF046E2B-DCB4-4CDC-8CC7-DD758EAEB61E}"/>
                                            </p:graphicEl>
                                          </p:spTgt>
                                        </p:tgtEl>
                                        <p:attrNameLst>
                                          <p:attrName>style.visibility</p:attrName>
                                        </p:attrNameLst>
                                      </p:cBhvr>
                                      <p:to>
                                        <p:strVal val="visible"/>
                                      </p:to>
                                    </p:set>
                                    <p:animEffect transition="in" filter="wipe(left)">
                                      <p:cBhvr>
                                        <p:cTn id="89" dur="500"/>
                                        <p:tgtEl>
                                          <p:spTgt spid="81">
                                            <p:graphicEl>
                                              <a:dgm id="{AF046E2B-DCB4-4CDC-8CC7-DD758EAEB61E}"/>
                                            </p:graphicEl>
                                          </p:spTgt>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81">
                                            <p:graphicEl>
                                              <a:dgm id="{72AD85A8-8B23-44EF-B39A-F052804D4FF0}"/>
                                            </p:graphicEl>
                                          </p:spTgt>
                                        </p:tgtEl>
                                        <p:attrNameLst>
                                          <p:attrName>style.visibility</p:attrName>
                                        </p:attrNameLst>
                                      </p:cBhvr>
                                      <p:to>
                                        <p:strVal val="visible"/>
                                      </p:to>
                                    </p:set>
                                    <p:animEffect transition="in" filter="wipe(left)">
                                      <p:cBhvr>
                                        <p:cTn id="92" dur="500"/>
                                        <p:tgtEl>
                                          <p:spTgt spid="81">
                                            <p:graphicEl>
                                              <a:dgm id="{72AD85A8-8B23-44EF-B39A-F052804D4FF0}"/>
                                            </p:graphicEl>
                                          </p:spTgt>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81">
                                            <p:graphicEl>
                                              <a:dgm id="{764366CF-5C6D-45C4-B2C0-E9D1B9CC66B6}"/>
                                            </p:graphicEl>
                                          </p:spTgt>
                                        </p:tgtEl>
                                        <p:attrNameLst>
                                          <p:attrName>style.visibility</p:attrName>
                                        </p:attrNameLst>
                                      </p:cBhvr>
                                      <p:to>
                                        <p:strVal val="visible"/>
                                      </p:to>
                                    </p:set>
                                    <p:animEffect transition="in" filter="wipe(left)">
                                      <p:cBhvr>
                                        <p:cTn id="97" dur="500"/>
                                        <p:tgtEl>
                                          <p:spTgt spid="81">
                                            <p:graphicEl>
                                              <a:dgm id="{764366CF-5C6D-45C4-B2C0-E9D1B9CC66B6}"/>
                                            </p:graphicEl>
                                          </p:spTgt>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81">
                                            <p:graphicEl>
                                              <a:dgm id="{F32CA753-19EF-45AF-980D-387366A1ADC0}"/>
                                            </p:graphicEl>
                                          </p:spTgt>
                                        </p:tgtEl>
                                        <p:attrNameLst>
                                          <p:attrName>style.visibility</p:attrName>
                                        </p:attrNameLst>
                                      </p:cBhvr>
                                      <p:to>
                                        <p:strVal val="visible"/>
                                      </p:to>
                                    </p:set>
                                    <p:animEffect transition="in" filter="wipe(left)">
                                      <p:cBhvr>
                                        <p:cTn id="100" dur="500"/>
                                        <p:tgtEl>
                                          <p:spTgt spid="81">
                                            <p:graphicEl>
                                              <a:dgm id="{F32CA753-19EF-45AF-980D-387366A1ADC0}"/>
                                            </p:graphicEl>
                                          </p:spTgt>
                                        </p:tgtEl>
                                      </p:cBhvr>
                                    </p:animEffect>
                                  </p:childTnLst>
                                </p:cTn>
                              </p:par>
                            </p:childTnLst>
                          </p:cTn>
                        </p:par>
                      </p:childTnLst>
                    </p:cTn>
                  </p:par>
                  <p:par>
                    <p:cTn id="101" fill="hold">
                      <p:stCondLst>
                        <p:cond delay="indefinite"/>
                      </p:stCondLst>
                      <p:childTnLst>
                        <p:par>
                          <p:cTn id="102" fill="hold">
                            <p:stCondLst>
                              <p:cond delay="0"/>
                            </p:stCondLst>
                            <p:childTnLst>
                              <p:par>
                                <p:cTn id="103" presetID="22" presetClass="entr" presetSubtype="8" fill="hold" grpId="0" nodeType="clickEffect">
                                  <p:stCondLst>
                                    <p:cond delay="0"/>
                                  </p:stCondLst>
                                  <p:childTnLst>
                                    <p:set>
                                      <p:cBhvr>
                                        <p:cTn id="104" dur="1" fill="hold">
                                          <p:stCondLst>
                                            <p:cond delay="0"/>
                                          </p:stCondLst>
                                        </p:cTn>
                                        <p:tgtEl>
                                          <p:spTgt spid="81">
                                            <p:graphicEl>
                                              <a:dgm id="{77233BFA-2407-4071-B5D1-4C42D9A89DC7}"/>
                                            </p:graphicEl>
                                          </p:spTgt>
                                        </p:tgtEl>
                                        <p:attrNameLst>
                                          <p:attrName>style.visibility</p:attrName>
                                        </p:attrNameLst>
                                      </p:cBhvr>
                                      <p:to>
                                        <p:strVal val="visible"/>
                                      </p:to>
                                    </p:set>
                                    <p:animEffect transition="in" filter="wipe(left)">
                                      <p:cBhvr>
                                        <p:cTn id="105" dur="500"/>
                                        <p:tgtEl>
                                          <p:spTgt spid="81">
                                            <p:graphicEl>
                                              <a:dgm id="{77233BFA-2407-4071-B5D1-4C42D9A89DC7}"/>
                                            </p:graphicEl>
                                          </p:spTgt>
                                        </p:tgtEl>
                                      </p:cBhvr>
                                    </p:animEffect>
                                  </p:childTnLst>
                                </p:cTn>
                              </p:par>
                              <p:par>
                                <p:cTn id="106" presetID="22" presetClass="entr" presetSubtype="8" fill="hold" grpId="0" nodeType="withEffect">
                                  <p:stCondLst>
                                    <p:cond delay="0"/>
                                  </p:stCondLst>
                                  <p:childTnLst>
                                    <p:set>
                                      <p:cBhvr>
                                        <p:cTn id="107" dur="1" fill="hold">
                                          <p:stCondLst>
                                            <p:cond delay="0"/>
                                          </p:stCondLst>
                                        </p:cTn>
                                        <p:tgtEl>
                                          <p:spTgt spid="81">
                                            <p:graphicEl>
                                              <a:dgm id="{53FDB50C-79B3-4DA2-A724-E27B4605DA93}"/>
                                            </p:graphicEl>
                                          </p:spTgt>
                                        </p:tgtEl>
                                        <p:attrNameLst>
                                          <p:attrName>style.visibility</p:attrName>
                                        </p:attrNameLst>
                                      </p:cBhvr>
                                      <p:to>
                                        <p:strVal val="visible"/>
                                      </p:to>
                                    </p:set>
                                    <p:animEffect transition="in" filter="wipe(left)">
                                      <p:cBhvr>
                                        <p:cTn id="108" dur="500"/>
                                        <p:tgtEl>
                                          <p:spTgt spid="81">
                                            <p:graphicEl>
                                              <a:dgm id="{53FDB50C-79B3-4DA2-A724-E27B4605DA93}"/>
                                            </p:graphicEl>
                                          </p:spTgt>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grpId="0" nodeType="clickEffect">
                                  <p:stCondLst>
                                    <p:cond delay="0"/>
                                  </p:stCondLst>
                                  <p:childTnLst>
                                    <p:set>
                                      <p:cBhvr>
                                        <p:cTn id="112" dur="1" fill="hold">
                                          <p:stCondLst>
                                            <p:cond delay="0"/>
                                          </p:stCondLst>
                                        </p:cTn>
                                        <p:tgtEl>
                                          <p:spTgt spid="81">
                                            <p:graphicEl>
                                              <a:dgm id="{041DB095-9A19-4A6D-9C49-15CB01AA8D74}"/>
                                            </p:graphicEl>
                                          </p:spTgt>
                                        </p:tgtEl>
                                        <p:attrNameLst>
                                          <p:attrName>style.visibility</p:attrName>
                                        </p:attrNameLst>
                                      </p:cBhvr>
                                      <p:to>
                                        <p:strVal val="visible"/>
                                      </p:to>
                                    </p:set>
                                    <p:animEffect transition="in" filter="wipe(left)">
                                      <p:cBhvr>
                                        <p:cTn id="113" dur="500"/>
                                        <p:tgtEl>
                                          <p:spTgt spid="81">
                                            <p:graphicEl>
                                              <a:dgm id="{041DB095-9A19-4A6D-9C49-15CB01AA8D74}"/>
                                            </p:graphicEl>
                                          </p:spTgt>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81">
                                            <p:graphicEl>
                                              <a:dgm id="{65392603-DD83-4505-A297-9AB4212EC129}"/>
                                            </p:graphicEl>
                                          </p:spTgt>
                                        </p:tgtEl>
                                        <p:attrNameLst>
                                          <p:attrName>style.visibility</p:attrName>
                                        </p:attrNameLst>
                                      </p:cBhvr>
                                      <p:to>
                                        <p:strVal val="visible"/>
                                      </p:to>
                                    </p:set>
                                    <p:animEffect transition="in" filter="wipe(left)">
                                      <p:cBhvr>
                                        <p:cTn id="116" dur="500"/>
                                        <p:tgtEl>
                                          <p:spTgt spid="81">
                                            <p:graphicEl>
                                              <a:dgm id="{65392603-DD83-4505-A297-9AB4212EC129}"/>
                                            </p:graphicEl>
                                          </p:spTgt>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8" fill="hold" grpId="0" nodeType="clickEffect">
                                  <p:stCondLst>
                                    <p:cond delay="0"/>
                                  </p:stCondLst>
                                  <p:childTnLst>
                                    <p:set>
                                      <p:cBhvr>
                                        <p:cTn id="120" dur="1" fill="hold">
                                          <p:stCondLst>
                                            <p:cond delay="0"/>
                                          </p:stCondLst>
                                        </p:cTn>
                                        <p:tgtEl>
                                          <p:spTgt spid="81">
                                            <p:graphicEl>
                                              <a:dgm id="{1038A756-622B-44A3-993C-50015E8A34B4}"/>
                                            </p:graphicEl>
                                          </p:spTgt>
                                        </p:tgtEl>
                                        <p:attrNameLst>
                                          <p:attrName>style.visibility</p:attrName>
                                        </p:attrNameLst>
                                      </p:cBhvr>
                                      <p:to>
                                        <p:strVal val="visible"/>
                                      </p:to>
                                    </p:set>
                                    <p:animEffect transition="in" filter="wipe(left)">
                                      <p:cBhvr>
                                        <p:cTn id="121" dur="500"/>
                                        <p:tgtEl>
                                          <p:spTgt spid="81">
                                            <p:graphicEl>
                                              <a:dgm id="{1038A756-622B-44A3-993C-50015E8A34B4}"/>
                                            </p:graphicEl>
                                          </p:spTgt>
                                        </p:tgtEl>
                                      </p:cBhvr>
                                    </p:animEffect>
                                  </p:childTnLst>
                                </p:cTn>
                              </p:par>
                              <p:par>
                                <p:cTn id="122" presetID="22" presetClass="entr" presetSubtype="8" fill="hold" grpId="0" nodeType="withEffect">
                                  <p:stCondLst>
                                    <p:cond delay="0"/>
                                  </p:stCondLst>
                                  <p:childTnLst>
                                    <p:set>
                                      <p:cBhvr>
                                        <p:cTn id="123" dur="1" fill="hold">
                                          <p:stCondLst>
                                            <p:cond delay="0"/>
                                          </p:stCondLst>
                                        </p:cTn>
                                        <p:tgtEl>
                                          <p:spTgt spid="81">
                                            <p:graphicEl>
                                              <a:dgm id="{68A9109E-6E2F-4989-BAB3-01335A738AE5}"/>
                                            </p:graphicEl>
                                          </p:spTgt>
                                        </p:tgtEl>
                                        <p:attrNameLst>
                                          <p:attrName>style.visibility</p:attrName>
                                        </p:attrNameLst>
                                      </p:cBhvr>
                                      <p:to>
                                        <p:strVal val="visible"/>
                                      </p:to>
                                    </p:set>
                                    <p:animEffect transition="in" filter="wipe(left)">
                                      <p:cBhvr>
                                        <p:cTn id="124" dur="500"/>
                                        <p:tgtEl>
                                          <p:spTgt spid="81">
                                            <p:graphicEl>
                                              <a:dgm id="{68A9109E-6E2F-4989-BAB3-01335A738AE5}"/>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1" grpId="0" uiExpand="1">
        <p:bldSub>
          <a:bldDgm bld="one"/>
        </p:bldSub>
      </p:bldGraphic>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2"/>
          <p:cNvGrpSpPr>
            <a:grpSpLocks/>
          </p:cNvGrpSpPr>
          <p:nvPr/>
        </p:nvGrpSpPr>
        <p:grpSpPr bwMode="auto">
          <a:xfrm>
            <a:off x="38100" y="0"/>
            <a:ext cx="9105900" cy="981075"/>
            <a:chOff x="552" y="456"/>
            <a:chExt cx="5736" cy="618"/>
          </a:xfrm>
        </p:grpSpPr>
        <p:sp>
          <p:nvSpPr>
            <p:cNvPr id="45058" name="Text Box 2"/>
            <p:cNvSpPr txBox="1">
              <a:spLocks noChangeArrowheads="1"/>
            </p:cNvSpPr>
            <p:nvPr/>
          </p:nvSpPr>
          <p:spPr bwMode="auto">
            <a:xfrm>
              <a:off x="552" y="456"/>
              <a:ext cx="1871" cy="291"/>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例</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（1）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判别二次型</a:t>
              </a:r>
            </a:p>
          </p:txBody>
        </p:sp>
        <p:graphicFrame>
          <p:nvGraphicFramePr>
            <p:cNvPr id="45059" name="Object 3"/>
            <p:cNvGraphicFramePr>
              <a:graphicFrameLocks noChangeAspect="1"/>
            </p:cNvGraphicFramePr>
            <p:nvPr/>
          </p:nvGraphicFramePr>
          <p:xfrm>
            <a:off x="933" y="771"/>
            <a:ext cx="4410" cy="303"/>
          </p:xfrm>
          <a:graphic>
            <a:graphicData uri="http://schemas.openxmlformats.org/presentationml/2006/ole">
              <mc:AlternateContent xmlns:mc="http://schemas.openxmlformats.org/markup-compatibility/2006">
                <mc:Choice xmlns:v="urn:schemas-microsoft-com:vml" Requires="v">
                  <p:oleObj name="Equation" r:id="rId2" imgW="7924680" imgH="482400" progId="Equation.DSMT4">
                    <p:embed/>
                  </p:oleObj>
                </mc:Choice>
                <mc:Fallback>
                  <p:oleObj name="Equation" r:id="rId2" imgW="7924680" imgH="482400" progId="Equation.DSMT4">
                    <p:embed/>
                    <p:pic>
                      <p:nvPicPr>
                        <p:cNvPr id="45059" name="Object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3" y="771"/>
                          <a:ext cx="4410" cy="30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060" name="Text Box 4"/>
            <p:cNvSpPr txBox="1">
              <a:spLocks noChangeArrowheads="1"/>
            </p:cNvSpPr>
            <p:nvPr/>
          </p:nvSpPr>
          <p:spPr bwMode="auto">
            <a:xfrm>
              <a:off x="5294" y="771"/>
              <a:ext cx="994" cy="291"/>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是否正定</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p>
          </p:txBody>
        </p:sp>
      </p:grpSp>
      <p:sp>
        <p:nvSpPr>
          <p:cNvPr id="45064" name="Rectangle 8"/>
          <p:cNvSpPr>
            <a:spLocks noChangeArrowheads="1"/>
          </p:cNvSpPr>
          <p:nvPr/>
        </p:nvSpPr>
        <p:spPr bwMode="auto">
          <a:xfrm>
            <a:off x="0" y="1500174"/>
            <a:ext cx="393421" cy="461665"/>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rPr>
              <a:t>解</a:t>
            </a:r>
          </a:p>
        </p:txBody>
      </p:sp>
      <p:graphicFrame>
        <p:nvGraphicFramePr>
          <p:cNvPr id="45065" name="Object 9"/>
          <p:cNvGraphicFramePr>
            <a:graphicFrameLocks noChangeAspect="1"/>
          </p:cNvGraphicFramePr>
          <p:nvPr/>
        </p:nvGraphicFramePr>
        <p:xfrm>
          <a:off x="831850" y="1557324"/>
          <a:ext cx="2599123" cy="352702"/>
        </p:xfrm>
        <a:graphic>
          <a:graphicData uri="http://schemas.openxmlformats.org/presentationml/2006/ole">
            <mc:AlternateContent xmlns:mc="http://schemas.openxmlformats.org/markup-compatibility/2006">
              <mc:Choice xmlns:v="urn:schemas-microsoft-com:vml" Requires="v">
                <p:oleObj name="Equation" r:id="rId4" imgW="3263760" imgH="444240" progId="Equation.3">
                  <p:embed/>
                </p:oleObj>
              </mc:Choice>
              <mc:Fallback>
                <p:oleObj name="Equation" r:id="rId4" imgW="3263760" imgH="444240" progId="Equation.3">
                  <p:embed/>
                  <p:pic>
                    <p:nvPicPr>
                      <p:cNvPr id="45065"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1850" y="1557324"/>
                        <a:ext cx="2599123" cy="35270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066" name="Object 10"/>
          <p:cNvGraphicFramePr>
            <a:graphicFrameLocks noChangeAspect="1"/>
          </p:cNvGraphicFramePr>
          <p:nvPr/>
        </p:nvGraphicFramePr>
        <p:xfrm>
          <a:off x="4222750" y="1022336"/>
          <a:ext cx="1992324" cy="1203485"/>
        </p:xfrm>
        <a:graphic>
          <a:graphicData uri="http://schemas.openxmlformats.org/presentationml/2006/ole">
            <mc:AlternateContent xmlns:mc="http://schemas.openxmlformats.org/markup-compatibility/2006">
              <mc:Choice xmlns:v="urn:schemas-microsoft-com:vml" Requires="v">
                <p:oleObj name="Equation" r:id="rId6" imgW="2501640" imgH="1511280" progId="Equation.3">
                  <p:embed/>
                </p:oleObj>
              </mc:Choice>
              <mc:Fallback>
                <p:oleObj name="Equation" r:id="rId6" imgW="2501640" imgH="1511280" progId="Equation.3">
                  <p:embed/>
                  <p:pic>
                    <p:nvPicPr>
                      <p:cNvPr id="45066"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22750" y="1022336"/>
                        <a:ext cx="1992324" cy="120348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072" name="Text Box 16"/>
          <p:cNvSpPr txBox="1">
            <a:spLocks noChangeArrowheads="1"/>
          </p:cNvSpPr>
          <p:nvPr/>
        </p:nvSpPr>
        <p:spPr bwMode="auto">
          <a:xfrm>
            <a:off x="-57150" y="2501886"/>
            <a:ext cx="2486010" cy="461665"/>
          </a:xfrm>
          <a:prstGeom prst="rect">
            <a:avLst/>
          </a:prstGeom>
          <a:noFill/>
          <a:ln w="9525">
            <a:noFill/>
            <a:miter lim="800000"/>
            <a:headEnd/>
            <a:tailEnd/>
          </a:ln>
          <a:effectLst/>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它的顺序主子式</a:t>
            </a:r>
          </a:p>
        </p:txBody>
      </p:sp>
      <p:graphicFrame>
        <p:nvGraphicFramePr>
          <p:cNvPr id="45073" name="Object 17"/>
          <p:cNvGraphicFramePr>
            <a:graphicFrameLocks noChangeAspect="1"/>
          </p:cNvGraphicFramePr>
          <p:nvPr/>
        </p:nvGraphicFramePr>
        <p:xfrm>
          <a:off x="2546917" y="2643182"/>
          <a:ext cx="739199" cy="324800"/>
        </p:xfrm>
        <a:graphic>
          <a:graphicData uri="http://schemas.openxmlformats.org/presentationml/2006/ole">
            <mc:AlternateContent xmlns:mc="http://schemas.openxmlformats.org/markup-compatibility/2006">
              <mc:Choice xmlns:v="urn:schemas-microsoft-com:vml" Requires="v">
                <p:oleObj name="Equation" r:id="rId8" imgW="838080" imgH="368280" progId="Equation.3">
                  <p:embed/>
                </p:oleObj>
              </mc:Choice>
              <mc:Fallback>
                <p:oleObj name="Equation" r:id="rId8" imgW="838080" imgH="368280" progId="Equation.3">
                  <p:embed/>
                  <p:pic>
                    <p:nvPicPr>
                      <p:cNvPr id="45073" name="Object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46917" y="2643182"/>
                        <a:ext cx="739199" cy="324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074" name="Object 18"/>
          <p:cNvGraphicFramePr>
            <a:graphicFrameLocks noChangeAspect="1"/>
          </p:cNvGraphicFramePr>
          <p:nvPr/>
        </p:nvGraphicFramePr>
        <p:xfrm>
          <a:off x="3740185" y="2357430"/>
          <a:ext cx="1905398" cy="1024799"/>
        </p:xfrm>
        <a:graphic>
          <a:graphicData uri="http://schemas.openxmlformats.org/presentationml/2006/ole">
            <mc:AlternateContent xmlns:mc="http://schemas.openxmlformats.org/markup-compatibility/2006">
              <mc:Choice xmlns:v="urn:schemas-microsoft-com:vml" Requires="v">
                <p:oleObj name="公式" r:id="rId10" imgW="850680" imgH="457200" progId="Equation.3">
                  <p:embed/>
                </p:oleObj>
              </mc:Choice>
              <mc:Fallback>
                <p:oleObj name="公式" r:id="rId10" imgW="850680" imgH="457200" progId="Equation.3">
                  <p:embed/>
                  <p:pic>
                    <p:nvPicPr>
                      <p:cNvPr id="45074" name="Object 1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740185" y="2357430"/>
                        <a:ext cx="1905398" cy="10247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075" name="Object 19"/>
          <p:cNvGraphicFramePr>
            <a:graphicFrameLocks noChangeAspect="1"/>
          </p:cNvGraphicFramePr>
          <p:nvPr/>
        </p:nvGraphicFramePr>
        <p:xfrm>
          <a:off x="6405596" y="2000240"/>
          <a:ext cx="2666998" cy="1357999"/>
        </p:xfrm>
        <a:graphic>
          <a:graphicData uri="http://schemas.openxmlformats.org/presentationml/2006/ole">
            <mc:AlternateContent xmlns:mc="http://schemas.openxmlformats.org/markup-compatibility/2006">
              <mc:Choice xmlns:v="urn:schemas-microsoft-com:vml" Requires="v">
                <p:oleObj name="公式" r:id="rId12" imgW="1396800" imgH="711000" progId="Equation.3">
                  <p:embed/>
                </p:oleObj>
              </mc:Choice>
              <mc:Fallback>
                <p:oleObj name="公式" r:id="rId12" imgW="1396800" imgH="711000" progId="Equation.3">
                  <p:embed/>
                  <p:pic>
                    <p:nvPicPr>
                      <p:cNvPr id="45075" name="Object 1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405596" y="2000240"/>
                        <a:ext cx="2666998" cy="13579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076" name="Rectangle 20"/>
          <p:cNvSpPr>
            <a:spLocks noChangeArrowheads="1"/>
          </p:cNvSpPr>
          <p:nvPr/>
        </p:nvSpPr>
        <p:spPr bwMode="auto">
          <a:xfrm>
            <a:off x="0" y="3143248"/>
            <a:ext cx="3283271"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故 </a:t>
            </a:r>
            <a:r>
              <a:rPr kumimoji="1" lang="en-US" altLang="zh-CN" sz="2400" b="1" i="1" u="none" strike="noStrike" kern="1200" cap="none" spc="0" normalizeH="0" baseline="0" noProof="0" dirty="0">
                <a:ln>
                  <a:noFill/>
                </a:ln>
                <a:solidFill>
                  <a:srgbClr val="000000"/>
                </a:solidFill>
                <a:effectLst/>
                <a:uLnTx/>
                <a:uFillTx/>
                <a:latin typeface="黑体" pitchFamily="2" charset="-122"/>
                <a:ea typeface="黑体" pitchFamily="2" charset="-122"/>
                <a:cs typeface="+mn-cs"/>
              </a:rPr>
              <a:t>f</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zh-CN" altLang="en-US"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是正定二次型 </a:t>
            </a:r>
            <a:r>
              <a:rPr kumimoji="1" lang="en-US" altLang="zh-CN" sz="24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a:t>
            </a:r>
          </a:p>
        </p:txBody>
      </p:sp>
      <p:sp>
        <p:nvSpPr>
          <p:cNvPr id="14" name="Line 21"/>
          <p:cNvSpPr>
            <a:spLocks noChangeShapeType="1"/>
          </p:cNvSpPr>
          <p:nvPr/>
        </p:nvSpPr>
        <p:spPr bwMode="auto">
          <a:xfrm>
            <a:off x="32" y="100010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grpSp>
        <p:nvGrpSpPr>
          <p:cNvPr id="15" name="Group 2"/>
          <p:cNvGrpSpPr>
            <a:grpSpLocks/>
          </p:cNvGrpSpPr>
          <p:nvPr/>
        </p:nvGrpSpPr>
        <p:grpSpPr bwMode="auto">
          <a:xfrm>
            <a:off x="0" y="3626423"/>
            <a:ext cx="9001156" cy="527050"/>
            <a:chOff x="528" y="384"/>
            <a:chExt cx="4183" cy="332"/>
          </a:xfrm>
        </p:grpSpPr>
        <p:sp>
          <p:nvSpPr>
            <p:cNvPr id="16" name="Rectangle 3"/>
            <p:cNvSpPr>
              <a:spLocks noChangeArrowheads="1"/>
            </p:cNvSpPr>
            <p:nvPr/>
          </p:nvSpPr>
          <p:spPr bwMode="auto">
            <a:xfrm>
              <a:off x="528" y="384"/>
              <a:ext cx="1381" cy="291"/>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a:ea typeface="黑体"/>
                  <a:cs typeface="+mn-cs"/>
                </a:rPr>
                <a:t>例</a:t>
              </a:r>
              <a:r>
                <a:rPr kumimoji="1" lang="en-US" altLang="zh-CN" sz="2400" b="1" i="0" u="none" strike="noStrike" kern="1200" cap="none" spc="0" normalizeH="0" baseline="0" noProof="0" dirty="0">
                  <a:ln>
                    <a:noFill/>
                  </a:ln>
                  <a:solidFill>
                    <a:srgbClr val="000000"/>
                  </a:solidFill>
                  <a:effectLst/>
                  <a:uLnTx/>
                  <a:uFillTx/>
                  <a:latin typeface="黑体"/>
                  <a:ea typeface="黑体"/>
                  <a:cs typeface="+mn-cs"/>
                </a:rPr>
                <a:t>（2） </a:t>
              </a:r>
              <a:r>
                <a:rPr kumimoji="1" lang="zh-CN" altLang="en-US" sz="2400" b="1" i="0" u="none" strike="noStrike" kern="1200" cap="none" spc="0" normalizeH="0" baseline="0" noProof="0" dirty="0">
                  <a:ln>
                    <a:noFill/>
                  </a:ln>
                  <a:solidFill>
                    <a:srgbClr val="000000"/>
                  </a:solidFill>
                  <a:effectLst/>
                  <a:uLnTx/>
                  <a:uFillTx/>
                  <a:latin typeface="黑体"/>
                  <a:ea typeface="黑体"/>
                  <a:cs typeface="+mn-cs"/>
                </a:rPr>
                <a:t>判别二次型</a:t>
              </a:r>
            </a:p>
          </p:txBody>
        </p:sp>
        <p:graphicFrame>
          <p:nvGraphicFramePr>
            <p:cNvPr id="17" name="Object 4"/>
            <p:cNvGraphicFramePr>
              <a:graphicFrameLocks noChangeAspect="1"/>
            </p:cNvGraphicFramePr>
            <p:nvPr/>
          </p:nvGraphicFramePr>
          <p:xfrm>
            <a:off x="1956" y="405"/>
            <a:ext cx="1918" cy="311"/>
          </p:xfrm>
          <a:graphic>
            <a:graphicData uri="http://schemas.openxmlformats.org/presentationml/2006/ole">
              <mc:AlternateContent xmlns:mc="http://schemas.openxmlformats.org/markup-compatibility/2006">
                <mc:Choice xmlns:v="urn:schemas-microsoft-com:vml" Requires="v">
                  <p:oleObj name="Equation" r:id="rId14" imgW="5016240" imgH="495000" progId="Equation.3">
                    <p:embed/>
                  </p:oleObj>
                </mc:Choice>
                <mc:Fallback>
                  <p:oleObj name="Equation" r:id="rId14" imgW="5016240" imgH="495000" progId="Equation.3">
                    <p:embed/>
                    <p:pic>
                      <p:nvPicPr>
                        <p:cNvPr id="17" name="Object 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956" y="405"/>
                          <a:ext cx="1918" cy="31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Rectangle 5"/>
            <p:cNvSpPr>
              <a:spLocks noChangeArrowheads="1"/>
            </p:cNvSpPr>
            <p:nvPr/>
          </p:nvSpPr>
          <p:spPr bwMode="auto">
            <a:xfrm>
              <a:off x="3941" y="384"/>
              <a:ext cx="770" cy="291"/>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00"/>
                  </a:solidFill>
                  <a:effectLst/>
                  <a:uLnTx/>
                  <a:uFillTx/>
                  <a:latin typeface="黑体"/>
                  <a:ea typeface="黑体"/>
                  <a:cs typeface="+mn-cs"/>
                </a:rPr>
                <a:t>的正定性</a:t>
              </a:r>
              <a:r>
                <a:rPr kumimoji="1" lang="en-US" altLang="zh-CN" sz="2400" b="1" i="0" u="none" strike="noStrike" kern="1200" cap="none" spc="0" normalizeH="0" baseline="0" noProof="0" dirty="0">
                  <a:ln>
                    <a:noFill/>
                  </a:ln>
                  <a:solidFill>
                    <a:srgbClr val="000000"/>
                  </a:solidFill>
                  <a:effectLst/>
                  <a:uLnTx/>
                  <a:uFillTx/>
                  <a:latin typeface="黑体"/>
                  <a:ea typeface="黑体"/>
                  <a:cs typeface="+mn-cs"/>
                </a:rPr>
                <a:t>.</a:t>
              </a:r>
            </a:p>
          </p:txBody>
        </p:sp>
      </p:grpSp>
      <p:sp>
        <p:nvSpPr>
          <p:cNvPr id="19" name="Text Box 6"/>
          <p:cNvSpPr txBox="1">
            <a:spLocks noChangeArrowheads="1"/>
          </p:cNvSpPr>
          <p:nvPr/>
        </p:nvSpPr>
        <p:spPr bwMode="auto">
          <a:xfrm>
            <a:off x="0" y="4740829"/>
            <a:ext cx="628650" cy="461665"/>
          </a:xfrm>
          <a:prstGeom prst="rect">
            <a:avLst/>
          </a:prstGeom>
          <a:noFill/>
          <a:ln w="9525">
            <a:noFill/>
            <a:miter lim="800000"/>
            <a:headEnd/>
            <a:tailEnd/>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00"/>
                </a:solidFill>
                <a:effectLst/>
                <a:uLnTx/>
                <a:uFillTx/>
                <a:latin typeface="黑体"/>
                <a:ea typeface="黑体"/>
                <a:cs typeface="+mn-cs"/>
              </a:rPr>
              <a:t>解</a:t>
            </a:r>
          </a:p>
        </p:txBody>
      </p:sp>
      <p:graphicFrame>
        <p:nvGraphicFramePr>
          <p:cNvPr id="20" name="Object 7"/>
          <p:cNvGraphicFramePr>
            <a:graphicFrameLocks noChangeAspect="1"/>
          </p:cNvGraphicFramePr>
          <p:nvPr/>
        </p:nvGraphicFramePr>
        <p:xfrm>
          <a:off x="774700" y="4821791"/>
          <a:ext cx="1332143" cy="348407"/>
        </p:xfrm>
        <a:graphic>
          <a:graphicData uri="http://schemas.openxmlformats.org/presentationml/2006/ole">
            <mc:AlternateContent xmlns:mc="http://schemas.openxmlformats.org/markup-compatibility/2006">
              <mc:Choice xmlns:v="urn:schemas-microsoft-com:vml" Requires="v">
                <p:oleObj name="Equation" r:id="rId16" imgW="1650960" imgH="431640" progId="Equation.3">
                  <p:embed/>
                </p:oleObj>
              </mc:Choice>
              <mc:Fallback>
                <p:oleObj name="Equation" r:id="rId16" imgW="1650960" imgH="431640" progId="Equation.3">
                  <p:embed/>
                  <p:pic>
                    <p:nvPicPr>
                      <p:cNvPr id="20" name="Object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74700" y="4821791"/>
                        <a:ext cx="1332143" cy="3484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Object 8"/>
          <p:cNvGraphicFramePr>
            <a:graphicFrameLocks noChangeAspect="1"/>
          </p:cNvGraphicFramePr>
          <p:nvPr/>
        </p:nvGraphicFramePr>
        <p:xfrm>
          <a:off x="835356" y="5826687"/>
          <a:ext cx="1522066" cy="312753"/>
        </p:xfrm>
        <a:graphic>
          <a:graphicData uri="http://schemas.openxmlformats.org/presentationml/2006/ole">
            <mc:AlternateContent xmlns:mc="http://schemas.openxmlformats.org/markup-compatibility/2006">
              <mc:Choice xmlns:v="urn:schemas-microsoft-com:vml" Requires="v">
                <p:oleObj name="Equation" r:id="rId18" imgW="1854000" imgH="380880" progId="Equation.3">
                  <p:embed/>
                </p:oleObj>
              </mc:Choice>
              <mc:Fallback>
                <p:oleObj name="Equation" r:id="rId18" imgW="1854000" imgH="380880" progId="Equation.3">
                  <p:embed/>
                  <p:pic>
                    <p:nvPicPr>
                      <p:cNvPr id="21" name="Object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35356" y="5826687"/>
                        <a:ext cx="1522066" cy="31275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2" name="Object 9"/>
          <p:cNvGraphicFramePr>
            <a:graphicFrameLocks noChangeAspect="1"/>
          </p:cNvGraphicFramePr>
          <p:nvPr/>
        </p:nvGraphicFramePr>
        <p:xfrm>
          <a:off x="2571736" y="5483787"/>
          <a:ext cx="3627938" cy="802733"/>
        </p:xfrm>
        <a:graphic>
          <a:graphicData uri="http://schemas.openxmlformats.org/presentationml/2006/ole">
            <mc:AlternateContent xmlns:mc="http://schemas.openxmlformats.org/markup-compatibility/2006">
              <mc:Choice xmlns:v="urn:schemas-microsoft-com:vml" Requires="v">
                <p:oleObj name="Equation" r:id="rId20" imgW="4419360" imgH="977760" progId="Equation.3">
                  <p:embed/>
                </p:oleObj>
              </mc:Choice>
              <mc:Fallback>
                <p:oleObj name="Equation" r:id="rId20" imgW="4419360" imgH="977760" progId="Equation.3">
                  <p:embed/>
                  <p:pic>
                    <p:nvPicPr>
                      <p:cNvPr id="22" name="Object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571736" y="5483787"/>
                        <a:ext cx="3627938" cy="80273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3" name="Object 10"/>
          <p:cNvGraphicFramePr>
            <a:graphicFrameLocks noChangeAspect="1"/>
          </p:cNvGraphicFramePr>
          <p:nvPr/>
        </p:nvGraphicFramePr>
        <p:xfrm>
          <a:off x="6500826" y="5707327"/>
          <a:ext cx="1636742" cy="364879"/>
        </p:xfrm>
        <a:graphic>
          <a:graphicData uri="http://schemas.openxmlformats.org/presentationml/2006/ole">
            <mc:AlternateContent xmlns:mc="http://schemas.openxmlformats.org/markup-compatibility/2006">
              <mc:Choice xmlns:v="urn:schemas-microsoft-com:vml" Requires="v">
                <p:oleObj name="Equation" r:id="rId22" imgW="1993680" imgH="444240" progId="Equation.3">
                  <p:embed/>
                </p:oleObj>
              </mc:Choice>
              <mc:Fallback>
                <p:oleObj name="Equation" r:id="rId22" imgW="1993680" imgH="444240" progId="Equation.3">
                  <p:embed/>
                  <p:pic>
                    <p:nvPicPr>
                      <p:cNvPr id="23" name="Object 1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500826" y="5707327"/>
                        <a:ext cx="1636742" cy="36487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 name="Object 11"/>
          <p:cNvGraphicFramePr>
            <a:graphicFrameLocks noChangeAspect="1"/>
          </p:cNvGraphicFramePr>
          <p:nvPr/>
        </p:nvGraphicFramePr>
        <p:xfrm>
          <a:off x="714380" y="6465248"/>
          <a:ext cx="2714612" cy="392752"/>
        </p:xfrm>
        <a:graphic>
          <a:graphicData uri="http://schemas.openxmlformats.org/presentationml/2006/ole">
            <mc:AlternateContent xmlns:mc="http://schemas.openxmlformats.org/markup-compatibility/2006">
              <mc:Choice xmlns:v="urn:schemas-microsoft-com:vml" Requires="v">
                <p:oleObj name="Equation" r:id="rId24" imgW="2984400" imgH="431640" progId="Equation.3">
                  <p:embed/>
                </p:oleObj>
              </mc:Choice>
              <mc:Fallback>
                <p:oleObj name="Equation" r:id="rId24" imgW="2984400" imgH="431640" progId="Equation.3">
                  <p:embed/>
                  <p:pic>
                    <p:nvPicPr>
                      <p:cNvPr id="24" name="Object 1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14380" y="6465248"/>
                        <a:ext cx="2714612" cy="3927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5" name="Object 12"/>
          <p:cNvGraphicFramePr>
            <a:graphicFrameLocks noChangeAspect="1"/>
          </p:cNvGraphicFramePr>
          <p:nvPr/>
        </p:nvGraphicFramePr>
        <p:xfrm>
          <a:off x="2714612" y="4269341"/>
          <a:ext cx="2500330" cy="1219423"/>
        </p:xfrm>
        <a:graphic>
          <a:graphicData uri="http://schemas.openxmlformats.org/presentationml/2006/ole">
            <mc:AlternateContent xmlns:mc="http://schemas.openxmlformats.org/markup-compatibility/2006">
              <mc:Choice xmlns:v="urn:schemas-microsoft-com:vml" Requires="v">
                <p:oleObj name="Equation" r:id="rId26" imgW="3098520" imgH="1511280" progId="Equation.3">
                  <p:embed/>
                </p:oleObj>
              </mc:Choice>
              <mc:Fallback>
                <p:oleObj name="Equation" r:id="rId26" imgW="3098520" imgH="1511280" progId="Equation.3">
                  <p:embed/>
                  <p:pic>
                    <p:nvPicPr>
                      <p:cNvPr id="25" name="Object 1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714612" y="4269341"/>
                        <a:ext cx="2500330" cy="121942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 name="Line 21"/>
          <p:cNvSpPr>
            <a:spLocks noChangeShapeType="1"/>
          </p:cNvSpPr>
          <p:nvPr/>
        </p:nvSpPr>
        <p:spPr bwMode="auto">
          <a:xfrm>
            <a:off x="0" y="3639747"/>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
        <p:nvSpPr>
          <p:cNvPr id="27" name="Line 21"/>
          <p:cNvSpPr>
            <a:spLocks noChangeShapeType="1"/>
          </p:cNvSpPr>
          <p:nvPr/>
        </p:nvSpPr>
        <p:spPr bwMode="auto">
          <a:xfrm>
            <a:off x="0" y="4139813"/>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5064"/>
                                        </p:tgtEl>
                                        <p:attrNameLst>
                                          <p:attrName>style.visibility</p:attrName>
                                        </p:attrNameLst>
                                      </p:cBhvr>
                                      <p:to>
                                        <p:strVal val="visible"/>
                                      </p:to>
                                    </p:set>
                                    <p:animEffect transition="in" filter="wipe(left)">
                                      <p:cBhvr>
                                        <p:cTn id="7" dur="500"/>
                                        <p:tgtEl>
                                          <p:spTgt spid="45064"/>
                                        </p:tgtEl>
                                      </p:cBhvr>
                                    </p:animEffect>
                                  </p:childTnLst>
                                </p:cTn>
                              </p:par>
                              <p:par>
                                <p:cTn id="8" presetID="22" presetClass="entr" presetSubtype="8" fill="hold" nodeType="withEffect">
                                  <p:stCondLst>
                                    <p:cond delay="0"/>
                                  </p:stCondLst>
                                  <p:childTnLst>
                                    <p:set>
                                      <p:cBhvr>
                                        <p:cTn id="9" dur="1" fill="hold">
                                          <p:stCondLst>
                                            <p:cond delay="0"/>
                                          </p:stCondLst>
                                        </p:cTn>
                                        <p:tgtEl>
                                          <p:spTgt spid="45065"/>
                                        </p:tgtEl>
                                        <p:attrNameLst>
                                          <p:attrName>style.visibility</p:attrName>
                                        </p:attrNameLst>
                                      </p:cBhvr>
                                      <p:to>
                                        <p:strVal val="visible"/>
                                      </p:to>
                                    </p:set>
                                    <p:animEffect transition="in" filter="wipe(left)">
                                      <p:cBhvr>
                                        <p:cTn id="10" dur="500"/>
                                        <p:tgtEl>
                                          <p:spTgt spid="4506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5066"/>
                                        </p:tgtEl>
                                        <p:attrNameLst>
                                          <p:attrName>style.visibility</p:attrName>
                                        </p:attrNameLst>
                                      </p:cBhvr>
                                      <p:to>
                                        <p:strVal val="visible"/>
                                      </p:to>
                                    </p:set>
                                    <p:animEffect transition="in" filter="wipe(left)">
                                      <p:cBhvr>
                                        <p:cTn id="15" dur="500"/>
                                        <p:tgtEl>
                                          <p:spTgt spid="4506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5072"/>
                                        </p:tgtEl>
                                        <p:attrNameLst>
                                          <p:attrName>style.visibility</p:attrName>
                                        </p:attrNameLst>
                                      </p:cBhvr>
                                      <p:to>
                                        <p:strVal val="visible"/>
                                      </p:to>
                                    </p:set>
                                    <p:animEffect transition="in" filter="wipe(left)">
                                      <p:cBhvr>
                                        <p:cTn id="20" dur="500"/>
                                        <p:tgtEl>
                                          <p:spTgt spid="4507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45073"/>
                                        </p:tgtEl>
                                        <p:attrNameLst>
                                          <p:attrName>style.visibility</p:attrName>
                                        </p:attrNameLst>
                                      </p:cBhvr>
                                      <p:to>
                                        <p:strVal val="visible"/>
                                      </p:to>
                                    </p:set>
                                    <p:animEffect transition="in" filter="wipe(left)">
                                      <p:cBhvr>
                                        <p:cTn id="25" dur="500"/>
                                        <p:tgtEl>
                                          <p:spTgt spid="4507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5074"/>
                                        </p:tgtEl>
                                        <p:attrNameLst>
                                          <p:attrName>style.visibility</p:attrName>
                                        </p:attrNameLst>
                                      </p:cBhvr>
                                      <p:to>
                                        <p:strVal val="visible"/>
                                      </p:to>
                                    </p:set>
                                    <p:animEffect transition="in" filter="wipe(left)">
                                      <p:cBhvr>
                                        <p:cTn id="30" dur="500"/>
                                        <p:tgtEl>
                                          <p:spTgt spid="4507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45075"/>
                                        </p:tgtEl>
                                        <p:attrNameLst>
                                          <p:attrName>style.visibility</p:attrName>
                                        </p:attrNameLst>
                                      </p:cBhvr>
                                      <p:to>
                                        <p:strVal val="visible"/>
                                      </p:to>
                                    </p:set>
                                    <p:animEffect transition="in" filter="wipe(left)">
                                      <p:cBhvr>
                                        <p:cTn id="35" dur="500"/>
                                        <p:tgtEl>
                                          <p:spTgt spid="4507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45076"/>
                                        </p:tgtEl>
                                        <p:attrNameLst>
                                          <p:attrName>style.visibility</p:attrName>
                                        </p:attrNameLst>
                                      </p:cBhvr>
                                      <p:to>
                                        <p:strVal val="visible"/>
                                      </p:to>
                                    </p:set>
                                    <p:animEffect transition="in" filter="wipe(left)">
                                      <p:cBhvr>
                                        <p:cTn id="40" dur="500"/>
                                        <p:tgtEl>
                                          <p:spTgt spid="4507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wipe(left)">
                                      <p:cBhvr>
                                        <p:cTn id="45" dur="500"/>
                                        <p:tgtEl>
                                          <p:spTgt spid="19"/>
                                        </p:tgtEl>
                                      </p:cBhvr>
                                    </p:animEffect>
                                  </p:childTnLst>
                                </p:cTn>
                              </p:par>
                              <p:par>
                                <p:cTn id="46" presetID="22" presetClass="entr" presetSubtype="8"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wipe(left)">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left)">
                                      <p:cBhvr>
                                        <p:cTn id="53" dur="500"/>
                                        <p:tgtEl>
                                          <p:spTgt spid="2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wipe(left)">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wipe(left)">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wipe(left)">
                                      <p:cBhvr>
                                        <p:cTn id="68" dur="500"/>
                                        <p:tgtEl>
                                          <p:spTgt spid="23"/>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wipe(left)">
                                      <p:cBhvr>
                                        <p:cTn id="7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4" grpId="0" autoUpdateAnimBg="0"/>
      <p:bldP spid="45072" grpId="0" autoUpdateAnimBg="0"/>
      <p:bldP spid="45076" grpId="0" autoUpdateAnimBg="0"/>
      <p:bldP spid="19" grpId="0" autoUpdateAnimBg="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AutoShape 5"/>
          <p:cNvSpPr>
            <a:spLocks noChangeArrowheads="1"/>
          </p:cNvSpPr>
          <p:nvPr/>
        </p:nvSpPr>
        <p:spPr bwMode="auto">
          <a:xfrm>
            <a:off x="714348" y="3143248"/>
            <a:ext cx="8429652" cy="3714752"/>
          </a:xfrm>
          <a:prstGeom prst="roundRect">
            <a:avLst>
              <a:gd name="adj" fmla="val 4646"/>
            </a:avLst>
          </a:prstGeom>
          <a:solidFill>
            <a:schemeClr val="accent1"/>
          </a:solidFill>
          <a:ln w="28575">
            <a:solidFill>
              <a:schemeClr val="accent2"/>
            </a:solidFill>
            <a:round/>
            <a:headEnd/>
            <a:tailEnd/>
          </a:ln>
          <a:effectLst/>
        </p:spPr>
        <p:txBody>
          <a:bodyPr>
            <a:scene3d>
              <a:camera prst="orthographicFront"/>
              <a:lightRig rig="threePt" dir="t"/>
            </a:scene3d>
            <a:sp3d z="38100"/>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解释：</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1、</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A</a:t>
            </a:r>
            <a:r>
              <a:rPr kumimoji="1" lang="zh-CN"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 为正定矩阵</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楷体_GB2312"/>
                <a:sym typeface="Wingdings"/>
              </a:rPr>
              <a:t> </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A</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的特征值</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λ</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皆为正</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 </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A</a:t>
            </a:r>
            <a:r>
              <a:rPr kumimoji="1" lang="en-US" altLang="zh-CN" sz="2000" b="1" i="1" u="none" strike="noStrike" kern="1200" cap="none" spc="0" normalizeH="0" baseline="3000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k</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  </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A </a:t>
            </a:r>
            <a:r>
              <a:rPr kumimoji="1" lang="en-US" altLang="zh-CN" sz="2000" b="1" i="1" u="none" strike="noStrike" kern="1200" cap="none" spc="0" normalizeH="0" baseline="3000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-1</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 </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 </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A </a:t>
            </a:r>
            <a:r>
              <a:rPr kumimoji="1" lang="en-US" altLang="zh-CN" sz="2000" b="1" i="1" u="none" strike="noStrike" kern="1200" cap="none" spc="0" normalizeH="0" baseline="3000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    ； </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kA (k&gt;0)</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的特征值分别为</a:t>
            </a:r>
            <a:endParaRPr kumimoji="1" lang="en-US" altLang="zh-CN"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 </a:t>
            </a:r>
            <a:r>
              <a:rPr kumimoji="1" lang="en-US" altLang="zh-CN" sz="2000" b="1" i="1" u="none" strike="noStrike" kern="1200" cap="none" spc="0" normalizeH="0" baseline="0" noProof="0" dirty="0" err="1">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λ</a:t>
            </a:r>
            <a:r>
              <a:rPr kumimoji="1" lang="en-US" altLang="zh-CN" sz="2000" b="1" i="1" u="none" strike="noStrike" kern="1200" cap="none" spc="0" normalizeH="0" baseline="30000" noProof="0" dirty="0" err="1">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k</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 ；</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λ </a:t>
            </a:r>
            <a:r>
              <a:rPr kumimoji="1" lang="en-US" altLang="zh-CN" sz="2000" b="1" i="1" u="none" strike="noStrike" kern="1200" cap="none" spc="0" normalizeH="0" baseline="3000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-1</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a:t>
            </a:r>
            <a:r>
              <a:rPr kumimoji="1" lang="en-US" altLang="zh-CN"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a:t>
            </a:r>
            <a:r>
              <a:rPr kumimoji="1" lang="en-US" altLang="zh-CN" sz="2000" b="1" i="0" u="none" strike="noStrike" kern="1200" cap="none" spc="0" normalizeH="0" baseline="0" noProof="0" dirty="0" err="1">
                <a:ln>
                  <a:noFill/>
                </a:ln>
                <a:solidFill>
                  <a:srgbClr val="000099">
                    <a:lumMod val="60000"/>
                    <a:lumOff val="40000"/>
                  </a:srgbClr>
                </a:solidFill>
                <a:effectLst/>
                <a:uLnTx/>
                <a:uFillTx/>
                <a:latin typeface="黑体" pitchFamily="2" charset="-122"/>
                <a:ea typeface="黑体" pitchFamily="2" charset="-122"/>
                <a:cs typeface="+mn-cs"/>
              </a:rPr>
              <a:t>A|</a:t>
            </a:r>
            <a:r>
              <a:rPr kumimoji="1" lang="en-US" altLang="zh-CN" sz="2000" b="1" i="1" u="none" strike="noStrike" kern="1200" cap="none" spc="0" normalizeH="0" baseline="0" noProof="0" dirty="0" err="1">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λ</a:t>
            </a:r>
            <a:r>
              <a:rPr kumimoji="1" lang="en-US" altLang="zh-CN" sz="2000" b="1" i="1" u="none" strike="noStrike" kern="1200" cap="none" spc="0" normalizeH="0" baseline="3000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 -1 </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mn-cs"/>
              </a:rPr>
              <a:t>； </a:t>
            </a:r>
            <a:r>
              <a:rPr kumimoji="1" lang="en-US" altLang="zh-CN" sz="2000" b="1" i="1" u="none" strike="noStrike" kern="1200" cap="none" spc="0" normalizeH="0" baseline="0" noProof="0" dirty="0" err="1">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kλ</a:t>
            </a:r>
            <a:r>
              <a:rPr kumimoji="1" lang="en-US" altLang="zh-CN" sz="2000" b="1" i="1"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  </a:t>
            </a:r>
            <a:r>
              <a:rPr kumimoji="1" lang="zh-CN" altLang="en-US" sz="2000" b="1" i="0" u="none" strike="noStrike" kern="1200" cap="none" spc="0" normalizeH="0" baseline="0" noProof="0" dirty="0">
                <a:ln>
                  <a:noFill/>
                </a:ln>
                <a:solidFill>
                  <a:srgbClr val="000099">
                    <a:lumMod val="60000"/>
                    <a:lumOff val="40000"/>
                  </a:srgbClr>
                </a:solidFill>
                <a:effectLst/>
                <a:uLnTx/>
                <a:uFillTx/>
                <a:latin typeface="黑体" pitchFamily="2" charset="-122"/>
                <a:ea typeface="黑体" pitchFamily="2" charset="-122"/>
                <a:cs typeface="Times New Roman" panose="02020603050405020304" pitchFamily="18" charset="0"/>
              </a:rPr>
              <a:t>必也为正</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故</a:t>
            </a: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 </a:t>
            </a:r>
            <a:r>
              <a:rPr kumimoji="1" lang="en-US" altLang="zh-CN" sz="2000" b="1" i="1" u="none" strike="noStrike" kern="1200" cap="none" spc="0" normalizeH="0" baseline="0" noProof="0" dirty="0" err="1">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A</a:t>
            </a:r>
            <a:r>
              <a:rPr kumimoji="1" lang="en-US" altLang="zh-CN" sz="2000" b="1" i="1" u="none" strike="noStrike" kern="1200" cap="none" spc="0" normalizeH="0" baseline="30000" noProof="0" dirty="0" err="1">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k</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 </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 A </a:t>
            </a:r>
            <a:r>
              <a:rPr kumimoji="1" lang="en-US" altLang="zh-CN" sz="2000" b="1" i="1" u="none" strike="noStrike" kern="1200" cap="none" spc="0" normalizeH="0" baseline="3000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-1</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 A </a:t>
            </a:r>
            <a:r>
              <a:rPr kumimoji="1" lang="en-US" altLang="zh-CN" sz="2000" b="1" i="1" u="none" strike="noStrike" kern="1200" cap="none" spc="0" normalizeH="0" baseline="3000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a:t>
            </a:r>
            <a:r>
              <a:rPr kumimoji="1" lang="en-US" altLang="zh-CN" sz="2000" b="1" i="1"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Times New Roman" panose="02020603050405020304" pitchFamily="18" charset="0"/>
              </a:rPr>
              <a:t>kA(k&gt;0)</a:t>
            </a:r>
            <a:r>
              <a:rPr kumimoji="1" lang="zh-CN" altLang="en-US"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也是正定矩阵</a:t>
            </a:r>
            <a:endPar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99">
                    <a:lumMod val="75000"/>
                  </a:srgbClr>
                </a:solidFill>
                <a:effectLst/>
                <a:uLnTx/>
                <a:uFillTx/>
                <a:latin typeface="黑体" pitchFamily="2" charset="-122"/>
                <a:ea typeface="黑体" pitchFamily="2" charset="-122"/>
                <a:cs typeface="+mn-cs"/>
              </a:rPr>
              <a:t>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000" b="1" i="0" u="none" strike="noStrike" kern="1200" cap="none" spc="0" normalizeH="0" baseline="30000" noProof="0" dirty="0">
              <a:ln>
                <a:noFill/>
              </a:ln>
              <a:solidFill>
                <a:srgbClr val="010199">
                  <a:lumMod val="60000"/>
                  <a:lumOff val="40000"/>
                </a:srgbClr>
              </a:solidFill>
              <a:effectLst/>
              <a:uLnTx/>
              <a:uFillTx/>
              <a:latin typeface="黑体" pitchFamily="2" charset="-122"/>
              <a:ea typeface="黑体" pitchFamily="2" charset="-122"/>
              <a:cs typeface="Times New Roman" panose="02020603050405020304" pitchFamily="18" charset="0"/>
            </a:endParaRPr>
          </a:p>
        </p:txBody>
      </p:sp>
      <p:sp>
        <p:nvSpPr>
          <p:cNvPr id="4" name="Rectangle 2"/>
          <p:cNvSpPr>
            <a:spLocks noChangeArrowheads="1"/>
          </p:cNvSpPr>
          <p:nvPr/>
        </p:nvSpPr>
        <p:spPr bwMode="auto">
          <a:xfrm>
            <a:off x="650041" y="990600"/>
            <a:ext cx="2350323" cy="461665"/>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正定阵的性质：</a:t>
            </a:r>
          </a:p>
        </p:txBody>
      </p:sp>
      <p:sp>
        <p:nvSpPr>
          <p:cNvPr id="15" name="TextBox 14"/>
          <p:cNvSpPr txBox="1"/>
          <p:nvPr/>
        </p:nvSpPr>
        <p:spPr>
          <a:xfrm>
            <a:off x="857224" y="1500174"/>
            <a:ext cx="8001056" cy="830997"/>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1、</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设</a:t>
            </a: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 </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A</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 为正定矩阵</a:t>
            </a: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则</a:t>
            </a:r>
            <a:endPar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a:t>
            </a:r>
            <a:r>
              <a:rPr kumimoji="1" lang="en-US" altLang="zh-CN" sz="2400" b="1" i="1" u="none" strike="noStrike" kern="1200" cap="none" spc="0" normalizeH="0" baseline="0" noProof="0" dirty="0" err="1">
                <a:ln>
                  <a:noFill/>
                </a:ln>
                <a:solidFill>
                  <a:srgbClr val="FFFF00"/>
                </a:solidFill>
                <a:effectLst/>
                <a:uLnTx/>
                <a:uFillTx/>
                <a:latin typeface="黑体" pitchFamily="49" charset="-122"/>
                <a:ea typeface="黑体" pitchFamily="49" charset="-122"/>
                <a:cs typeface="Times New Roman" panose="02020603050405020304" pitchFamily="18" charset="0"/>
              </a:rPr>
              <a:t>A</a:t>
            </a:r>
            <a:r>
              <a:rPr kumimoji="1" lang="en-US" altLang="zh-CN" sz="2400" b="1" i="1" u="none" strike="noStrike" kern="1200" cap="none" spc="0" normalizeH="0" baseline="30000" noProof="0" dirty="0" err="1">
                <a:ln>
                  <a:noFill/>
                </a:ln>
                <a:solidFill>
                  <a:srgbClr val="FFFF00"/>
                </a:solidFill>
                <a:effectLst/>
                <a:uLnTx/>
                <a:uFillTx/>
                <a:latin typeface="黑体" pitchFamily="49" charset="-122"/>
                <a:ea typeface="黑体" pitchFamily="49" charset="-122"/>
                <a:cs typeface="Times New Roman" panose="02020603050405020304" pitchFamily="18" charset="0"/>
              </a:rPr>
              <a:t>k</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A </a:t>
            </a:r>
            <a:r>
              <a:rPr kumimoji="1" lang="en-US" altLang="zh-CN" sz="2400" b="1" i="1" u="none" strike="noStrike" kern="1200" cap="none" spc="0" normalizeH="0" baseline="30000" noProof="0" dirty="0">
                <a:ln>
                  <a:noFill/>
                </a:ln>
                <a:solidFill>
                  <a:srgbClr val="FFFF00"/>
                </a:solidFill>
                <a:effectLst/>
                <a:uLnTx/>
                <a:uFillTx/>
                <a:latin typeface="黑体" pitchFamily="49" charset="-122"/>
                <a:ea typeface="黑体" pitchFamily="49" charset="-122"/>
                <a:cs typeface="Times New Roman" panose="02020603050405020304" pitchFamily="18" charset="0"/>
              </a:rPr>
              <a:t>-1</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A </a:t>
            </a:r>
            <a:r>
              <a:rPr kumimoji="1" lang="en-US" altLang="zh-CN" sz="2400" b="1" i="1" u="none" strike="noStrike" kern="1200" cap="none" spc="0" normalizeH="0" baseline="30000" noProof="0" dirty="0">
                <a:ln>
                  <a:noFill/>
                </a:ln>
                <a:solidFill>
                  <a:srgbClr val="FFFF00"/>
                </a:solidFill>
                <a:effectLst/>
                <a:uLnTx/>
                <a:uFillTx/>
                <a:latin typeface="黑体" pitchFamily="49" charset="-122"/>
                <a:ea typeface="黑体" pitchFamily="49" charset="-122"/>
                <a:cs typeface="Times New Roman" panose="02020603050405020304" pitchFamily="18" charset="0"/>
              </a:rPr>
              <a:t>*</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kA(k&gt;0)</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也是正定矩阵</a:t>
            </a:r>
            <a:endParaRPr kumimoji="1" lang="zh-CN" altLang="en-US" sz="2400" b="1" i="0" u="none" strike="noStrike" kern="1200" cap="none" spc="0" normalizeH="0" baseline="30000" noProof="0" dirty="0">
              <a:ln>
                <a:noFill/>
              </a:ln>
              <a:solidFill>
                <a:srgbClr val="FFFF00"/>
              </a:solidFill>
              <a:effectLst/>
              <a:uLnTx/>
              <a:uFillTx/>
              <a:latin typeface="黑体" pitchFamily="49" charset="-122"/>
              <a:ea typeface="黑体" pitchFamily="49" charset="-122"/>
              <a:cs typeface="Times New Roman" panose="02020603050405020304" pitchFamily="18" charset="0"/>
            </a:endParaRPr>
          </a:p>
        </p:txBody>
      </p:sp>
      <p:sp>
        <p:nvSpPr>
          <p:cNvPr id="16" name="TextBox 15"/>
          <p:cNvSpPr txBox="1"/>
          <p:nvPr/>
        </p:nvSpPr>
        <p:spPr>
          <a:xfrm>
            <a:off x="857224" y="2428868"/>
            <a:ext cx="8001056" cy="461665"/>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2、</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设</a:t>
            </a: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 </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A</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 </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B</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为正定矩阵</a:t>
            </a: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则</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A</a:t>
            </a:r>
            <a:r>
              <a:rPr kumimoji="1" lang="zh-CN"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 </a:t>
            </a:r>
            <a:r>
              <a:rPr kumimoji="1" lang="en-US" altLang="zh-CN"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a:t>
            </a:r>
            <a:r>
              <a:rPr kumimoji="1" lang="en-US" altLang="zh-CN"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B</a:t>
            </a:r>
            <a:r>
              <a:rPr kumimoji="1" lang="zh-CN" altLang="en-US" sz="2400" b="1" i="1" u="none" strike="noStrike" kern="1200" cap="none" spc="0" normalizeH="0" baseline="0" noProof="0" dirty="0">
                <a:ln>
                  <a:noFill/>
                </a:ln>
                <a:solidFill>
                  <a:srgbClr val="FFFF00"/>
                </a:solidFill>
                <a:effectLst/>
                <a:uLnTx/>
                <a:uFillTx/>
                <a:latin typeface="黑体" pitchFamily="49" charset="-122"/>
                <a:ea typeface="黑体" pitchFamily="49" charset="-122"/>
                <a:cs typeface="Times New Roman" panose="02020603050405020304" pitchFamily="18" charset="0"/>
              </a:rPr>
              <a:t>，      </a:t>
            </a:r>
            <a:r>
              <a:rPr kumimoji="1" lang="zh-CN" altLang="en-US" sz="2400" b="1" i="0" u="none" strike="noStrike" kern="1200" cap="none" spc="0" normalizeH="0" baseline="0" noProof="0" dirty="0">
                <a:ln>
                  <a:noFill/>
                </a:ln>
                <a:solidFill>
                  <a:srgbClr val="FFFF00"/>
                </a:solidFill>
                <a:effectLst/>
                <a:uLnTx/>
                <a:uFillTx/>
                <a:latin typeface="黑体" pitchFamily="49" charset="-122"/>
                <a:ea typeface="黑体" pitchFamily="49" charset="-122"/>
                <a:cs typeface="+mn-cs"/>
              </a:rPr>
              <a:t>也是正定矩阵</a:t>
            </a:r>
            <a:endParaRPr kumimoji="1" lang="zh-CN" altLang="en-US" sz="2400" b="1" i="0" u="none" strike="noStrike" kern="1200" cap="none" spc="0" normalizeH="0" baseline="30000" noProof="0" dirty="0">
              <a:ln>
                <a:noFill/>
              </a:ln>
              <a:solidFill>
                <a:srgbClr val="FFFF00"/>
              </a:solidFill>
              <a:effectLst/>
              <a:uLnTx/>
              <a:uFillTx/>
              <a:latin typeface="黑体" pitchFamily="49" charset="-122"/>
              <a:ea typeface="黑体" pitchFamily="49" charset="-122"/>
              <a:cs typeface="Times New Roman" panose="02020603050405020304" pitchFamily="18" charset="0"/>
            </a:endParaRPr>
          </a:p>
        </p:txBody>
      </p:sp>
      <p:graphicFrame>
        <p:nvGraphicFramePr>
          <p:cNvPr id="17" name="对象 16"/>
          <p:cNvGraphicFramePr>
            <a:graphicFrameLocks noChangeAspect="1"/>
          </p:cNvGraphicFramePr>
          <p:nvPr/>
        </p:nvGraphicFramePr>
        <p:xfrm>
          <a:off x="5715008" y="2357430"/>
          <a:ext cx="1117600" cy="812800"/>
        </p:xfrm>
        <a:graphic>
          <a:graphicData uri="http://schemas.openxmlformats.org/presentationml/2006/ole">
            <mc:AlternateContent xmlns:mc="http://schemas.openxmlformats.org/markup-compatibility/2006">
              <mc:Choice xmlns:v="urn:schemas-microsoft-com:vml" Requires="v">
                <p:oleObj name="Equation" r:id="rId3" imgW="1117440" imgH="812520" progId="Equation.DSMT4">
                  <p:embed/>
                </p:oleObj>
              </mc:Choice>
              <mc:Fallback>
                <p:oleObj name="Equation" r:id="rId3" imgW="1117440" imgH="812520"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08" y="2357430"/>
                        <a:ext cx="1117600" cy="812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02825" name="Object 9"/>
          <p:cNvGraphicFramePr>
            <a:graphicFrameLocks noChangeAspect="1"/>
          </p:cNvGraphicFramePr>
          <p:nvPr/>
        </p:nvGraphicFramePr>
        <p:xfrm>
          <a:off x="727672" y="5157192"/>
          <a:ext cx="7829560" cy="928688"/>
        </p:xfrm>
        <a:graphic>
          <a:graphicData uri="http://schemas.openxmlformats.org/presentationml/2006/ole">
            <mc:AlternateContent xmlns:mc="http://schemas.openxmlformats.org/markup-compatibility/2006">
              <mc:Choice xmlns:v="urn:schemas-microsoft-com:vml" Requires="v">
                <p:oleObj name="Equation" r:id="rId5" imgW="4127400" imgH="469800" progId="Equation.DSMT4">
                  <p:embed/>
                </p:oleObj>
              </mc:Choice>
              <mc:Fallback>
                <p:oleObj name="Equation" r:id="rId5" imgW="4127400" imgH="469800" progId="Equation.DSMT4">
                  <p:embed/>
                  <p:pic>
                    <p:nvPicPr>
                      <p:cNvPr id="802825" name="Object 9"/>
                      <p:cNvPicPr>
                        <a:picLocks noChangeAspect="1" noChangeArrowheads="1"/>
                      </p:cNvPicPr>
                      <p:nvPr/>
                    </p:nvPicPr>
                    <p:blipFill>
                      <a:blip r:embed="rId6"/>
                      <a:srcRect/>
                      <a:stretch>
                        <a:fillRect/>
                      </a:stretch>
                    </p:blipFill>
                    <p:spPr bwMode="auto">
                      <a:xfrm>
                        <a:off x="727672" y="5157192"/>
                        <a:ext cx="7829560" cy="928688"/>
                      </a:xfrm>
                      <a:prstGeom prst="rect">
                        <a:avLst/>
                      </a:prstGeom>
                      <a:noFill/>
                    </p:spPr>
                  </p:pic>
                </p:oleObj>
              </mc:Fallback>
            </mc:AlternateContent>
          </a:graphicData>
        </a:graphic>
      </p:graphicFrame>
      <p:graphicFrame>
        <p:nvGraphicFramePr>
          <p:cNvPr id="802826" name="Object 10"/>
          <p:cNvGraphicFramePr>
            <a:graphicFrameLocks noChangeAspect="1"/>
          </p:cNvGraphicFramePr>
          <p:nvPr/>
        </p:nvGraphicFramePr>
        <p:xfrm>
          <a:off x="2397201" y="5886449"/>
          <a:ext cx="3513760" cy="854919"/>
        </p:xfrm>
        <a:graphic>
          <a:graphicData uri="http://schemas.openxmlformats.org/presentationml/2006/ole">
            <mc:AlternateContent xmlns:mc="http://schemas.openxmlformats.org/markup-compatibility/2006">
              <mc:Choice xmlns:v="urn:schemas-microsoft-com:vml" Requires="v">
                <p:oleObj name="Equation" r:id="rId7" imgW="1879560" imgH="457200" progId="Equation.DSMT4">
                  <p:embed/>
                </p:oleObj>
              </mc:Choice>
              <mc:Fallback>
                <p:oleObj name="Equation" r:id="rId7" imgW="1879560" imgH="457200" progId="Equation.DSMT4">
                  <p:embed/>
                  <p:pic>
                    <p:nvPicPr>
                      <p:cNvPr id="802826" name="Object 10"/>
                      <p:cNvPicPr>
                        <a:picLocks noChangeAspect="1" noChangeArrowheads="1"/>
                      </p:cNvPicPr>
                      <p:nvPr/>
                    </p:nvPicPr>
                    <p:blipFill>
                      <a:blip r:embed="rId8"/>
                      <a:srcRect/>
                      <a:stretch>
                        <a:fillRect/>
                      </a:stretch>
                    </p:blipFill>
                    <p:spPr bwMode="auto">
                      <a:xfrm>
                        <a:off x="2397201" y="5886449"/>
                        <a:ext cx="3513760" cy="85491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02827" name="Object 11"/>
          <p:cNvGraphicFramePr>
            <a:graphicFrameLocks noChangeAspect="1"/>
          </p:cNvGraphicFramePr>
          <p:nvPr/>
        </p:nvGraphicFramePr>
        <p:xfrm>
          <a:off x="5880365" y="6053062"/>
          <a:ext cx="2114286" cy="472282"/>
        </p:xfrm>
        <a:graphic>
          <a:graphicData uri="http://schemas.openxmlformats.org/presentationml/2006/ole">
            <mc:AlternateContent xmlns:mc="http://schemas.openxmlformats.org/markup-compatibility/2006">
              <mc:Choice xmlns:v="urn:schemas-microsoft-com:vml" Requires="v">
                <p:oleObj name="Equation" r:id="rId9" imgW="1422360" imgH="317160" progId="Equation.DSMT4">
                  <p:embed/>
                </p:oleObj>
              </mc:Choice>
              <mc:Fallback>
                <p:oleObj name="Equation" r:id="rId9" imgW="1422360" imgH="317160" progId="Equation.DSMT4">
                  <p:embed/>
                  <p:pic>
                    <p:nvPicPr>
                      <p:cNvPr id="802827" name="Object 11"/>
                      <p:cNvPicPr>
                        <a:picLocks noChangeAspect="1" noChangeArrowheads="1"/>
                      </p:cNvPicPr>
                      <p:nvPr/>
                    </p:nvPicPr>
                    <p:blipFill>
                      <a:blip r:embed="rId10"/>
                      <a:srcRect/>
                      <a:stretch>
                        <a:fillRect/>
                      </a:stretch>
                    </p:blipFill>
                    <p:spPr bwMode="auto">
                      <a:xfrm>
                        <a:off x="5880365" y="6053062"/>
                        <a:ext cx="2114286" cy="472282"/>
                      </a:xfrm>
                      <a:prstGeom prst="rect">
                        <a:avLst/>
                      </a:prstGeom>
                      <a:noFill/>
                    </p:spPr>
                  </p:pic>
                </p:oleObj>
              </mc:Fallback>
            </mc:AlternateContent>
          </a:graphicData>
        </a:graphic>
      </p:graphicFrame>
      <p:graphicFrame>
        <p:nvGraphicFramePr>
          <p:cNvPr id="802828" name="Object 12"/>
          <p:cNvGraphicFramePr>
            <a:graphicFrameLocks noChangeAspect="1"/>
          </p:cNvGraphicFramePr>
          <p:nvPr/>
        </p:nvGraphicFramePr>
        <p:xfrm>
          <a:off x="785216" y="6525344"/>
          <a:ext cx="3498752" cy="416718"/>
        </p:xfrm>
        <a:graphic>
          <a:graphicData uri="http://schemas.openxmlformats.org/presentationml/2006/ole">
            <mc:AlternateContent xmlns:mc="http://schemas.openxmlformats.org/markup-compatibility/2006">
              <mc:Choice xmlns:v="urn:schemas-microsoft-com:vml" Requires="v">
                <p:oleObj name="Equation" r:id="rId11" imgW="2158920" imgH="215640" progId="Equation.DSMT4">
                  <p:embed/>
                </p:oleObj>
              </mc:Choice>
              <mc:Fallback>
                <p:oleObj name="Equation" r:id="rId11" imgW="2158920" imgH="215640" progId="Equation.DSMT4">
                  <p:embed/>
                  <p:pic>
                    <p:nvPicPr>
                      <p:cNvPr id="802828" name="Object 12"/>
                      <p:cNvPicPr>
                        <a:picLocks noChangeAspect="1" noChangeArrowheads="1"/>
                      </p:cNvPicPr>
                      <p:nvPr/>
                    </p:nvPicPr>
                    <p:blipFill>
                      <a:blip r:embed="rId12"/>
                      <a:srcRect/>
                      <a:stretch>
                        <a:fillRect/>
                      </a:stretch>
                    </p:blipFill>
                    <p:spPr bwMode="auto">
                      <a:xfrm>
                        <a:off x="785216" y="6525344"/>
                        <a:ext cx="3498752" cy="416718"/>
                      </a:xfrm>
                      <a:prstGeom prst="rect">
                        <a:avLst/>
                      </a:prstGeom>
                      <a:noFill/>
                    </p:spPr>
                  </p:pic>
                </p:oleObj>
              </mc:Fallback>
            </mc:AlternateContent>
          </a:graphicData>
        </a:graphic>
      </p:graphicFrame>
      <p:graphicFrame>
        <p:nvGraphicFramePr>
          <p:cNvPr id="12" name="Object 11"/>
          <p:cNvGraphicFramePr>
            <a:graphicFrameLocks noChangeAspect="1"/>
          </p:cNvGraphicFramePr>
          <p:nvPr/>
        </p:nvGraphicFramePr>
        <p:xfrm>
          <a:off x="1396699" y="4707979"/>
          <a:ext cx="7567789" cy="449213"/>
        </p:xfrm>
        <a:graphic>
          <a:graphicData uri="http://schemas.openxmlformats.org/presentationml/2006/ole">
            <mc:AlternateContent xmlns:mc="http://schemas.openxmlformats.org/markup-compatibility/2006">
              <mc:Choice xmlns:v="urn:schemas-microsoft-com:vml" Requires="v">
                <p:oleObj name="Equation" r:id="rId13" imgW="3860640" imgH="228600" progId="Equation.DSMT4">
                  <p:embed/>
                </p:oleObj>
              </mc:Choice>
              <mc:Fallback>
                <p:oleObj name="Equation" r:id="rId13" imgW="3860640" imgH="228600" progId="Equation.DSMT4">
                  <p:embed/>
                  <p:pic>
                    <p:nvPicPr>
                      <p:cNvPr id="12" name="Object 11"/>
                      <p:cNvPicPr>
                        <a:picLocks noChangeAspect="1" noChangeArrowheads="1"/>
                      </p:cNvPicPr>
                      <p:nvPr/>
                    </p:nvPicPr>
                    <p:blipFill>
                      <a:blip r:embed="rId14"/>
                      <a:srcRect/>
                      <a:stretch>
                        <a:fillRect/>
                      </a:stretch>
                    </p:blipFill>
                    <p:spPr bwMode="auto">
                      <a:xfrm>
                        <a:off x="1396699" y="4707979"/>
                        <a:ext cx="7567789" cy="449213"/>
                      </a:xfrm>
                      <a:prstGeom prst="rect">
                        <a:avLst/>
                      </a:prstGeom>
                      <a:noFill/>
                    </p:spPr>
                  </p:pic>
                </p:oleObj>
              </mc:Fallback>
            </mc:AlternateContent>
          </a:graphicData>
        </a:graphic>
      </p:graphicFrame>
      <p:sp>
        <p:nvSpPr>
          <p:cNvPr id="2" name="WordArt 77">
            <a:extLst>
              <a:ext uri="{FF2B5EF4-FFF2-40B4-BE49-F238E27FC236}">
                <a16:creationId xmlns:a16="http://schemas.microsoft.com/office/drawing/2014/main" id="{C0F39084-52B7-AC0E-4D02-0D14A3E47E9C}"/>
              </a:ext>
            </a:extLst>
          </p:cNvPr>
          <p:cNvSpPr>
            <a:spLocks noChangeArrowheads="1" noChangeShapeType="1" noTextEdit="1"/>
          </p:cNvSpPr>
          <p:nvPr/>
        </p:nvSpPr>
        <p:spPr bwMode="auto">
          <a:xfrm>
            <a:off x="642910" y="26235"/>
            <a:ext cx="828677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1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5-8  </a:t>
            </a:r>
            <a:r>
              <a:rPr kumimoji="1" lang="zh-CN" altLang="en-US" sz="4800" b="1" i="0" u="none" strike="noStrike" kern="10" cap="none" spc="0" normalizeH="0" baseline="0" noProof="0" dirty="0">
                <a:ln w="76200">
                  <a:solidFill>
                    <a:srgbClr val="FFC000"/>
                  </a:solidFill>
                  <a:round/>
                  <a:headEnd/>
                  <a:tailEnd/>
                </a:ln>
                <a:blipFill>
                  <a:blip r:embed="rId15"/>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正定二次型</a:t>
            </a:r>
          </a:p>
        </p:txBody>
      </p:sp>
    </p:spTree>
    <p:extLst>
      <p:ext uri="{BB962C8B-B14F-4D97-AF65-F5344CB8AC3E}">
        <p14:creationId xmlns:p14="http://schemas.microsoft.com/office/powerpoint/2010/main" val="940741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
                                            <p:bg/>
                                          </p:spTgt>
                                        </p:tgtEl>
                                        <p:attrNameLst>
                                          <p:attrName>style.visibility</p:attrName>
                                        </p:attrNameLst>
                                      </p:cBhvr>
                                      <p:to>
                                        <p:strVal val="visible"/>
                                      </p:to>
                                    </p:set>
                                    <p:animEffect transition="in" filter="wipe(left)">
                                      <p:cBhvr>
                                        <p:cTn id="12" dur="500"/>
                                        <p:tgtEl>
                                          <p:spTgt spid="21">
                                            <p:bg/>
                                          </p:spTgt>
                                        </p:tgtEl>
                                      </p:cBhvr>
                                    </p:animEffect>
                                  </p:childTnLst>
                                </p:cTn>
                              </p:par>
                              <p:par>
                                <p:cTn id="13" presetID="22" presetClass="entr" presetSubtype="8" fill="hold" nodeType="withEffect">
                                  <p:stCondLst>
                                    <p:cond delay="0"/>
                                  </p:stCondLst>
                                  <p:childTnLst>
                                    <p:set>
                                      <p:cBhvr>
                                        <p:cTn id="14" dur="1" fill="hold">
                                          <p:stCondLst>
                                            <p:cond delay="0"/>
                                          </p:stCondLst>
                                        </p:cTn>
                                        <p:tgtEl>
                                          <p:spTgt spid="21">
                                            <p:txEl>
                                              <p:pRg st="0" end="0"/>
                                            </p:txEl>
                                          </p:spTgt>
                                        </p:tgtEl>
                                        <p:attrNameLst>
                                          <p:attrName>style.visibility</p:attrName>
                                        </p:attrNameLst>
                                      </p:cBhvr>
                                      <p:to>
                                        <p:strVal val="visible"/>
                                      </p:to>
                                    </p:set>
                                    <p:animEffect transition="in" filter="wipe(left)">
                                      <p:cBhvr>
                                        <p:cTn id="15" dur="500"/>
                                        <p:tgtEl>
                                          <p:spTgt spid="21">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1">
                                            <p:txEl>
                                              <p:pRg st="1" end="1"/>
                                            </p:txEl>
                                          </p:spTgt>
                                        </p:tgtEl>
                                        <p:attrNameLst>
                                          <p:attrName>style.visibility</p:attrName>
                                        </p:attrNameLst>
                                      </p:cBhvr>
                                      <p:to>
                                        <p:strVal val="visible"/>
                                      </p:to>
                                    </p:set>
                                    <p:animEffect transition="in" filter="wipe(left)">
                                      <p:cBhvr>
                                        <p:cTn id="20" dur="500"/>
                                        <p:tgtEl>
                                          <p:spTgt spid="21">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1">
                                            <p:txEl>
                                              <p:pRg st="2" end="2"/>
                                            </p:txEl>
                                          </p:spTgt>
                                        </p:tgtEl>
                                        <p:attrNameLst>
                                          <p:attrName>style.visibility</p:attrName>
                                        </p:attrNameLst>
                                      </p:cBhvr>
                                      <p:to>
                                        <p:strVal val="visible"/>
                                      </p:to>
                                    </p:set>
                                    <p:animEffect transition="in" filter="wipe(left)">
                                      <p:cBhvr>
                                        <p:cTn id="25" dur="500"/>
                                        <p:tgtEl>
                                          <p:spTgt spid="21">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1">
                                            <p:txEl>
                                              <p:pRg st="3" end="3"/>
                                            </p:txEl>
                                          </p:spTgt>
                                        </p:tgtEl>
                                        <p:attrNameLst>
                                          <p:attrName>style.visibility</p:attrName>
                                        </p:attrNameLst>
                                      </p:cBhvr>
                                      <p:to>
                                        <p:strVal val="visible"/>
                                      </p:to>
                                    </p:set>
                                    <p:animEffect transition="in" filter="wipe(left)">
                                      <p:cBhvr>
                                        <p:cTn id="30" dur="500"/>
                                        <p:tgtEl>
                                          <p:spTgt spid="21">
                                            <p:txEl>
                                              <p:pRg st="3" end="3"/>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1">
                                            <p:txEl>
                                              <p:pRg st="4" end="4"/>
                                            </p:txEl>
                                          </p:spTgt>
                                        </p:tgtEl>
                                        <p:attrNameLst>
                                          <p:attrName>style.visibility</p:attrName>
                                        </p:attrNameLst>
                                      </p:cBhvr>
                                      <p:to>
                                        <p:strVal val="visible"/>
                                      </p:to>
                                    </p:set>
                                    <p:animEffect transition="in" filter="wipe(left)">
                                      <p:cBhvr>
                                        <p:cTn id="35" dur="500"/>
                                        <p:tgtEl>
                                          <p:spTgt spid="21">
                                            <p:txEl>
                                              <p:pRg st="4" end="4"/>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wipe(left)">
                                      <p:cBhvr>
                                        <p:cTn id="40" dur="500"/>
                                        <p:tgtEl>
                                          <p:spTgt spid="16"/>
                                        </p:tgtEl>
                                      </p:cBhvr>
                                    </p:animEffect>
                                  </p:childTnLst>
                                </p:cTn>
                              </p:par>
                              <p:par>
                                <p:cTn id="41" presetID="22" presetClass="entr" presetSubtype="8" fill="hold" nodeType="with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wipe(left)">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21">
                                            <p:txEl>
                                              <p:pRg st="5" end="5"/>
                                            </p:txEl>
                                          </p:spTgt>
                                        </p:tgtEl>
                                        <p:attrNameLst>
                                          <p:attrName>style.visibility</p:attrName>
                                        </p:attrNameLst>
                                      </p:cBhvr>
                                      <p:to>
                                        <p:strVal val="visible"/>
                                      </p:to>
                                    </p:set>
                                    <p:animEffect transition="in" filter="wipe(left)">
                                      <p:cBhvr>
                                        <p:cTn id="48" dur="500"/>
                                        <p:tgtEl>
                                          <p:spTgt spid="21">
                                            <p:txEl>
                                              <p:pRg st="5" end="5"/>
                                            </p:txEl>
                                          </p:spTgt>
                                        </p:tgtEl>
                                      </p:cBhvr>
                                    </p:animEffect>
                                  </p:childTnLst>
                                </p:cTn>
                              </p:par>
                              <p:par>
                                <p:cTn id="49" presetID="22" presetClass="entr" presetSubtype="8"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wipe(left)">
                                      <p:cBhvr>
                                        <p:cTn id="51" dur="500"/>
                                        <p:tgtEl>
                                          <p:spTgt spid="12"/>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802825"/>
                                        </p:tgtEl>
                                        <p:attrNameLst>
                                          <p:attrName>style.visibility</p:attrName>
                                        </p:attrNameLst>
                                      </p:cBhvr>
                                      <p:to>
                                        <p:strVal val="visible"/>
                                      </p:to>
                                    </p:set>
                                    <p:animEffect transition="in" filter="wipe(left)">
                                      <p:cBhvr>
                                        <p:cTn id="56" dur="500"/>
                                        <p:tgtEl>
                                          <p:spTgt spid="802825"/>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802826"/>
                                        </p:tgtEl>
                                        <p:attrNameLst>
                                          <p:attrName>style.visibility</p:attrName>
                                        </p:attrNameLst>
                                      </p:cBhvr>
                                      <p:to>
                                        <p:strVal val="visible"/>
                                      </p:to>
                                    </p:set>
                                    <p:animEffect transition="in" filter="wipe(left)">
                                      <p:cBhvr>
                                        <p:cTn id="61" dur="500"/>
                                        <p:tgtEl>
                                          <p:spTgt spid="802826"/>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802827"/>
                                        </p:tgtEl>
                                        <p:attrNameLst>
                                          <p:attrName>style.visibility</p:attrName>
                                        </p:attrNameLst>
                                      </p:cBhvr>
                                      <p:to>
                                        <p:strVal val="visible"/>
                                      </p:to>
                                    </p:set>
                                    <p:animEffect transition="in" filter="wipe(left)">
                                      <p:cBhvr>
                                        <p:cTn id="66" dur="500"/>
                                        <p:tgtEl>
                                          <p:spTgt spid="802827"/>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802828"/>
                                        </p:tgtEl>
                                        <p:attrNameLst>
                                          <p:attrName>style.visibility</p:attrName>
                                        </p:attrNameLst>
                                      </p:cBhvr>
                                      <p:to>
                                        <p:strVal val="visible"/>
                                      </p:to>
                                    </p:set>
                                    <p:animEffect transition="in" filter="wipe(left)">
                                      <p:cBhvr>
                                        <p:cTn id="71" dur="500"/>
                                        <p:tgtEl>
                                          <p:spTgt spid="8028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allAtOnce" animBg="1"/>
      <p:bldP spid="15" grpId="0"/>
      <p:bldP spid="16"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2"/>
          <p:cNvGrpSpPr>
            <a:grpSpLocks/>
          </p:cNvGrpSpPr>
          <p:nvPr/>
        </p:nvGrpSpPr>
        <p:grpSpPr bwMode="auto">
          <a:xfrm>
            <a:off x="0" y="0"/>
            <a:ext cx="6275388" cy="1604963"/>
            <a:chOff x="528" y="370"/>
            <a:chExt cx="3953" cy="1011"/>
          </a:xfrm>
        </p:grpSpPr>
        <p:sp>
          <p:nvSpPr>
            <p:cNvPr id="70659" name="Rectangle 3"/>
            <p:cNvSpPr>
              <a:spLocks noChangeArrowheads="1"/>
            </p:cNvSpPr>
            <p:nvPr/>
          </p:nvSpPr>
          <p:spPr bwMode="auto">
            <a:xfrm>
              <a:off x="528" y="370"/>
              <a:ext cx="407" cy="291"/>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0" i="0" u="none" strike="noStrike" kern="1200" cap="none" spc="0" normalizeH="0" baseline="0" noProof="0" dirty="0">
                  <a:ln>
                    <a:noFill/>
                  </a:ln>
                  <a:solidFill>
                    <a:srgbClr val="000000"/>
                  </a:solidFill>
                  <a:effectLst/>
                  <a:uLnTx/>
                  <a:uFillTx/>
                  <a:latin typeface="黑体" pitchFamily="49" charset="-122"/>
                  <a:ea typeface="黑体" pitchFamily="49" charset="-122"/>
                  <a:cs typeface="+mn-cs"/>
                </a:rPr>
                <a:t>例</a:t>
              </a:r>
              <a:r>
                <a:rPr kumimoji="1" lang="en-US" altLang="zh-CN" sz="2400" b="0" i="0" u="none" strike="noStrike" kern="1200" cap="none" spc="0" normalizeH="0" baseline="0" noProof="0" dirty="0">
                  <a:ln>
                    <a:noFill/>
                  </a:ln>
                  <a:solidFill>
                    <a:srgbClr val="000000"/>
                  </a:solidFill>
                  <a:effectLst/>
                  <a:uLnTx/>
                  <a:uFillTx/>
                  <a:latin typeface="黑体" pitchFamily="49" charset="-122"/>
                  <a:ea typeface="黑体" pitchFamily="49" charset="-122"/>
                  <a:cs typeface="+mn-cs"/>
                </a:rPr>
                <a:t>9</a:t>
              </a:r>
              <a:endParaRPr kumimoji="1" lang="en-US" altLang="zh-CN" sz="2400" b="0"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endParaRPr>
            </a:p>
          </p:txBody>
        </p:sp>
        <p:graphicFrame>
          <p:nvGraphicFramePr>
            <p:cNvPr id="70660" name="Object 4"/>
            <p:cNvGraphicFramePr>
              <a:graphicFrameLocks noChangeAspect="1"/>
            </p:cNvGraphicFramePr>
            <p:nvPr/>
          </p:nvGraphicFramePr>
          <p:xfrm>
            <a:off x="1056" y="432"/>
            <a:ext cx="3425" cy="949"/>
          </p:xfrm>
          <a:graphic>
            <a:graphicData uri="http://schemas.openxmlformats.org/presentationml/2006/ole">
              <mc:AlternateContent xmlns:mc="http://schemas.openxmlformats.org/markup-compatibility/2006">
                <mc:Choice xmlns:v="urn:schemas-microsoft-com:vml" Requires="v">
                  <p:oleObj name="Equation" r:id="rId2" imgW="5435280" imgH="1511280" progId="Equation.3">
                    <p:embed/>
                  </p:oleObj>
                </mc:Choice>
                <mc:Fallback>
                  <p:oleObj name="Equation" r:id="rId2" imgW="5435280" imgH="1511280" progId="Equation.3">
                    <p:embed/>
                    <p:pic>
                      <p:nvPicPr>
                        <p:cNvPr id="70660"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6" y="432"/>
                          <a:ext cx="3425" cy="94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70662" name="Text Box 6"/>
          <p:cNvSpPr txBox="1">
            <a:spLocks noChangeArrowheads="1"/>
          </p:cNvSpPr>
          <p:nvPr/>
        </p:nvSpPr>
        <p:spPr bwMode="auto">
          <a:xfrm>
            <a:off x="-32" y="2390764"/>
            <a:ext cx="628650" cy="519113"/>
          </a:xfrm>
          <a:prstGeom prst="rect">
            <a:avLst/>
          </a:prstGeom>
          <a:noFill/>
          <a:ln w="9525">
            <a:noFill/>
            <a:miter lim="800000"/>
            <a:headEnd/>
            <a:tailEnd/>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0" i="0" u="none" strike="noStrike" kern="1200" cap="none" spc="0" normalizeH="0" baseline="0" noProof="0" dirty="0">
                <a:ln>
                  <a:noFill/>
                </a:ln>
                <a:solidFill>
                  <a:srgbClr val="000000"/>
                </a:solidFill>
                <a:effectLst/>
                <a:uLnTx/>
                <a:uFillTx/>
                <a:latin typeface="Times New Roman" pitchFamily="18" charset="0"/>
                <a:ea typeface="黑体" pitchFamily="49" charset="-122"/>
                <a:cs typeface="+mn-cs"/>
              </a:rPr>
              <a:t>解</a:t>
            </a:r>
          </a:p>
        </p:txBody>
      </p:sp>
      <p:graphicFrame>
        <p:nvGraphicFramePr>
          <p:cNvPr id="70664" name="Object 8"/>
          <p:cNvGraphicFramePr>
            <a:graphicFrameLocks noChangeAspect="1"/>
          </p:cNvGraphicFramePr>
          <p:nvPr/>
        </p:nvGraphicFramePr>
        <p:xfrm>
          <a:off x="914368" y="2390764"/>
          <a:ext cx="1651000" cy="431800"/>
        </p:xfrm>
        <a:graphic>
          <a:graphicData uri="http://schemas.openxmlformats.org/presentationml/2006/ole">
            <mc:AlternateContent xmlns:mc="http://schemas.openxmlformats.org/markup-compatibility/2006">
              <mc:Choice xmlns:v="urn:schemas-microsoft-com:vml" Requires="v">
                <p:oleObj name="Equation" r:id="rId4" imgW="1650960" imgH="431640" progId="Equation.3">
                  <p:embed/>
                </p:oleObj>
              </mc:Choice>
              <mc:Fallback>
                <p:oleObj name="Equation" r:id="rId4" imgW="1650960" imgH="431640" progId="Equation.3">
                  <p:embed/>
                  <p:pic>
                    <p:nvPicPr>
                      <p:cNvPr id="70664"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4368" y="2390764"/>
                        <a:ext cx="16510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671" name="Object 15"/>
          <p:cNvGraphicFramePr>
            <a:graphicFrameLocks noChangeAspect="1"/>
          </p:cNvGraphicFramePr>
          <p:nvPr/>
        </p:nvGraphicFramePr>
        <p:xfrm>
          <a:off x="1000100" y="3724276"/>
          <a:ext cx="2057400" cy="431800"/>
        </p:xfrm>
        <a:graphic>
          <a:graphicData uri="http://schemas.openxmlformats.org/presentationml/2006/ole">
            <mc:AlternateContent xmlns:mc="http://schemas.openxmlformats.org/markup-compatibility/2006">
              <mc:Choice xmlns:v="urn:schemas-microsoft-com:vml" Requires="v">
                <p:oleObj name="Equation" r:id="rId6" imgW="2057400" imgH="431640" progId="Equation.3">
                  <p:embed/>
                </p:oleObj>
              </mc:Choice>
              <mc:Fallback>
                <p:oleObj name="Equation" r:id="rId6" imgW="2057400" imgH="431640" progId="Equation.3">
                  <p:embed/>
                  <p:pic>
                    <p:nvPicPr>
                      <p:cNvPr id="70671" name="Object 1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00100" y="3724276"/>
                        <a:ext cx="2057400" cy="431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672" name="Object 16"/>
          <p:cNvGraphicFramePr>
            <a:graphicFrameLocks noChangeAspect="1"/>
          </p:cNvGraphicFramePr>
          <p:nvPr/>
        </p:nvGraphicFramePr>
        <p:xfrm>
          <a:off x="3514700" y="3571876"/>
          <a:ext cx="2489200" cy="977900"/>
        </p:xfrm>
        <a:graphic>
          <a:graphicData uri="http://schemas.openxmlformats.org/presentationml/2006/ole">
            <mc:AlternateContent xmlns:mc="http://schemas.openxmlformats.org/markup-compatibility/2006">
              <mc:Choice xmlns:v="urn:schemas-microsoft-com:vml" Requires="v">
                <p:oleObj name="Equation" r:id="rId8" imgW="2489040" imgH="977760" progId="Equation.3">
                  <p:embed/>
                </p:oleObj>
              </mc:Choice>
              <mc:Fallback>
                <p:oleObj name="Equation" r:id="rId8" imgW="2489040" imgH="977760" progId="Equation.3">
                  <p:embed/>
                  <p:pic>
                    <p:nvPicPr>
                      <p:cNvPr id="70672" name="Object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14700" y="3571876"/>
                        <a:ext cx="2489200" cy="977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676" name="Object 20"/>
          <p:cNvGraphicFramePr>
            <a:graphicFrameLocks noChangeAspect="1"/>
          </p:cNvGraphicFramePr>
          <p:nvPr/>
        </p:nvGraphicFramePr>
        <p:xfrm>
          <a:off x="2819368" y="1857364"/>
          <a:ext cx="2781300" cy="1511300"/>
        </p:xfrm>
        <a:graphic>
          <a:graphicData uri="http://schemas.openxmlformats.org/presentationml/2006/ole">
            <mc:AlternateContent xmlns:mc="http://schemas.openxmlformats.org/markup-compatibility/2006">
              <mc:Choice xmlns:v="urn:schemas-microsoft-com:vml" Requires="v">
                <p:oleObj name="Equation" r:id="rId10" imgW="2781000" imgH="1511280" progId="Equation.3">
                  <p:embed/>
                </p:oleObj>
              </mc:Choice>
              <mc:Fallback>
                <p:oleObj name="Equation" r:id="rId10" imgW="2781000" imgH="1511280" progId="Equation.3">
                  <p:embed/>
                  <p:pic>
                    <p:nvPicPr>
                      <p:cNvPr id="70676" name="Object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19368" y="1857364"/>
                        <a:ext cx="27813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680" name="Object 24"/>
          <p:cNvGraphicFramePr>
            <a:graphicFrameLocks noChangeAspect="1"/>
          </p:cNvGraphicFramePr>
          <p:nvPr/>
        </p:nvGraphicFramePr>
        <p:xfrm>
          <a:off x="990600" y="4918096"/>
          <a:ext cx="4787900" cy="1511300"/>
        </p:xfrm>
        <a:graphic>
          <a:graphicData uri="http://schemas.openxmlformats.org/presentationml/2006/ole">
            <mc:AlternateContent xmlns:mc="http://schemas.openxmlformats.org/markup-compatibility/2006">
              <mc:Choice xmlns:v="urn:schemas-microsoft-com:vml" Requires="v">
                <p:oleObj name="Equation" r:id="rId12" imgW="4787640" imgH="1511280" progId="Equation.3">
                  <p:embed/>
                </p:oleObj>
              </mc:Choice>
              <mc:Fallback>
                <p:oleObj name="Equation" r:id="rId12" imgW="4787640" imgH="1511280" progId="Equation.3">
                  <p:embed/>
                  <p:pic>
                    <p:nvPicPr>
                      <p:cNvPr id="70680" name="Object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90600" y="4918096"/>
                        <a:ext cx="4787900" cy="15113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681" name="Object 25"/>
          <p:cNvGraphicFramePr>
            <a:graphicFrameLocks noChangeAspect="1"/>
          </p:cNvGraphicFramePr>
          <p:nvPr/>
        </p:nvGraphicFramePr>
        <p:xfrm>
          <a:off x="6019800" y="5222896"/>
          <a:ext cx="2692400" cy="838200"/>
        </p:xfrm>
        <a:graphic>
          <a:graphicData uri="http://schemas.openxmlformats.org/presentationml/2006/ole">
            <mc:AlternateContent xmlns:mc="http://schemas.openxmlformats.org/markup-compatibility/2006">
              <mc:Choice xmlns:v="urn:schemas-microsoft-com:vml" Requires="v">
                <p:oleObj name="Equation" r:id="rId14" imgW="2692080" imgH="838080" progId="Equation.3">
                  <p:embed/>
                </p:oleObj>
              </mc:Choice>
              <mc:Fallback>
                <p:oleObj name="Equation" r:id="rId14" imgW="2692080" imgH="838080" progId="Equation.3">
                  <p:embed/>
                  <p:pic>
                    <p:nvPicPr>
                      <p:cNvPr id="70681" name="Object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19800" y="5222896"/>
                        <a:ext cx="2692400" cy="838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Line 21"/>
          <p:cNvSpPr>
            <a:spLocks noChangeShapeType="1"/>
          </p:cNvSpPr>
          <p:nvPr/>
        </p:nvSpPr>
        <p:spPr bwMode="auto">
          <a:xfrm>
            <a:off x="32" y="1714488"/>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00"/>
              </a:solidFill>
              <a:effectLst/>
              <a:uLnTx/>
              <a:uFillTx/>
              <a:latin typeface="黑体" pitchFamily="2" charset="-122"/>
              <a:ea typeface="黑体" pitchFamily="2" charset="-122"/>
              <a:cs typeface="+mn-cs"/>
            </a:endParaRP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0662"/>
                                        </p:tgtEl>
                                        <p:attrNameLst>
                                          <p:attrName>style.visibility</p:attrName>
                                        </p:attrNameLst>
                                      </p:cBhvr>
                                      <p:to>
                                        <p:strVal val="visible"/>
                                      </p:to>
                                    </p:set>
                                    <p:animEffect transition="in" filter="wipe(left)">
                                      <p:cBhvr>
                                        <p:cTn id="7" dur="500"/>
                                        <p:tgtEl>
                                          <p:spTgt spid="7066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0664"/>
                                        </p:tgtEl>
                                        <p:attrNameLst>
                                          <p:attrName>style.visibility</p:attrName>
                                        </p:attrNameLst>
                                      </p:cBhvr>
                                      <p:to>
                                        <p:strVal val="visible"/>
                                      </p:to>
                                    </p:set>
                                    <p:animEffect transition="in" filter="wipe(left)">
                                      <p:cBhvr>
                                        <p:cTn id="12" dur="500"/>
                                        <p:tgtEl>
                                          <p:spTgt spid="7066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0676"/>
                                        </p:tgtEl>
                                        <p:attrNameLst>
                                          <p:attrName>style.visibility</p:attrName>
                                        </p:attrNameLst>
                                      </p:cBhvr>
                                      <p:to>
                                        <p:strVal val="visible"/>
                                      </p:to>
                                    </p:set>
                                    <p:animEffect transition="in" filter="wipe(left)">
                                      <p:cBhvr>
                                        <p:cTn id="17" dur="500"/>
                                        <p:tgtEl>
                                          <p:spTgt spid="7067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0671"/>
                                        </p:tgtEl>
                                        <p:attrNameLst>
                                          <p:attrName>style.visibility</p:attrName>
                                        </p:attrNameLst>
                                      </p:cBhvr>
                                      <p:to>
                                        <p:strVal val="visible"/>
                                      </p:to>
                                    </p:set>
                                    <p:animEffect transition="in" filter="wipe(left)">
                                      <p:cBhvr>
                                        <p:cTn id="22" dur="500"/>
                                        <p:tgtEl>
                                          <p:spTgt spid="7067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70672"/>
                                        </p:tgtEl>
                                        <p:attrNameLst>
                                          <p:attrName>style.visibility</p:attrName>
                                        </p:attrNameLst>
                                      </p:cBhvr>
                                      <p:to>
                                        <p:strVal val="visible"/>
                                      </p:to>
                                    </p:set>
                                    <p:animEffect transition="in" filter="wipe(left)">
                                      <p:cBhvr>
                                        <p:cTn id="27" dur="500"/>
                                        <p:tgtEl>
                                          <p:spTgt spid="7067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70680"/>
                                        </p:tgtEl>
                                        <p:attrNameLst>
                                          <p:attrName>style.visibility</p:attrName>
                                        </p:attrNameLst>
                                      </p:cBhvr>
                                      <p:to>
                                        <p:strVal val="visible"/>
                                      </p:to>
                                    </p:set>
                                    <p:animEffect transition="in" filter="wipe(left)">
                                      <p:cBhvr>
                                        <p:cTn id="32" dur="500"/>
                                        <p:tgtEl>
                                          <p:spTgt spid="7068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70681"/>
                                        </p:tgtEl>
                                        <p:attrNameLst>
                                          <p:attrName>style.visibility</p:attrName>
                                        </p:attrNameLst>
                                      </p:cBhvr>
                                      <p:to>
                                        <p:strVal val="visible"/>
                                      </p:to>
                                    </p:set>
                                    <p:animEffect transition="in" filter="wipe(left)">
                                      <p:cBhvr>
                                        <p:cTn id="37" dur="500"/>
                                        <p:tgtEl>
                                          <p:spTgt spid="706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62" grpId="0" autoUpdateAnimBg="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Box 30"/>
          <p:cNvSpPr txBox="1"/>
          <p:nvPr/>
        </p:nvSpPr>
        <p:spPr>
          <a:xfrm>
            <a:off x="0" y="642918"/>
            <a:ext cx="8643966"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1、</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阶实对称阵</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A</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的特征值分别为</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1,2, ... ,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 </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grpSp>
        <p:nvGrpSpPr>
          <p:cNvPr id="5" name="组合 48"/>
          <p:cNvGrpSpPr/>
          <p:nvPr/>
        </p:nvGrpSpPr>
        <p:grpSpPr>
          <a:xfrm>
            <a:off x="857224" y="1214398"/>
            <a:ext cx="7906801" cy="523220"/>
            <a:chOff x="168746" y="1465565"/>
            <a:chExt cx="7906801" cy="523220"/>
          </a:xfrm>
        </p:grpSpPr>
        <p:sp>
          <p:nvSpPr>
            <p:cNvPr id="45" name="TextBox 30"/>
            <p:cNvSpPr txBox="1"/>
            <p:nvPr/>
          </p:nvSpPr>
          <p:spPr>
            <a:xfrm>
              <a:off x="168746" y="1465565"/>
              <a:ext cx="7906801"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则当</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满足　　　　时，</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为正定矩阵；</a:t>
              </a:r>
              <a:r>
                <a:rPr kumimoji="1" lang="en-US" altLang="zh-CN" sz="18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cxnSp>
          <p:nvCxnSpPr>
            <p:cNvPr id="47" name="直接连接符 46"/>
            <p:cNvCxnSpPr/>
            <p:nvPr/>
          </p:nvCxnSpPr>
          <p:spPr>
            <a:xfrm>
              <a:off x="2111709" y="1844824"/>
              <a:ext cx="14539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48" name="对象 47"/>
            <p:cNvGraphicFramePr>
              <a:graphicFrameLocks noChangeAspect="1"/>
            </p:cNvGraphicFramePr>
            <p:nvPr/>
          </p:nvGraphicFramePr>
          <p:xfrm>
            <a:off x="4290410" y="1568425"/>
            <a:ext cx="927100" cy="317500"/>
          </p:xfrm>
          <a:graphic>
            <a:graphicData uri="http://schemas.openxmlformats.org/presentationml/2006/ole">
              <mc:AlternateContent xmlns:mc="http://schemas.openxmlformats.org/markup-compatibility/2006">
                <mc:Choice xmlns:v="urn:schemas-microsoft-com:vml" Requires="v">
                  <p:oleObj name="Equation" r:id="rId2" imgW="927000" imgH="317160" progId="Equation.DSMT4">
                    <p:embed/>
                  </p:oleObj>
                </mc:Choice>
                <mc:Fallback>
                  <p:oleObj name="Equation" r:id="rId2" imgW="927000" imgH="317160" progId="Equation.DSMT4">
                    <p:embed/>
                    <p:pic>
                      <p:nvPicPr>
                        <p:cNvPr id="48" name="对象 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0410" y="1568425"/>
                          <a:ext cx="927100" cy="317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7" name="TextBox 6"/>
          <p:cNvSpPr txBox="1"/>
          <p:nvPr/>
        </p:nvSpPr>
        <p:spPr>
          <a:xfrm>
            <a:off x="2831586" y="1106131"/>
            <a:ext cx="2125460"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t  &gt; </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1</a:t>
            </a:r>
            <a:endParaRPr kumimoji="1" lang="zh-CN" altLang="en-US" sz="2800" b="0"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sp>
        <p:nvSpPr>
          <p:cNvPr id="26" name="TextBox 25"/>
          <p:cNvSpPr txBox="1"/>
          <p:nvPr/>
        </p:nvSpPr>
        <p:spPr>
          <a:xfrm>
            <a:off x="2831586" y="1749073"/>
            <a:ext cx="2125460"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t  &gt;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a:t>
            </a:r>
            <a:endParaRPr kumimoji="1" lang="zh-CN" altLang="en-US" sz="2800" b="0"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endParaRPr>
          </a:p>
        </p:txBody>
      </p:sp>
      <p:grpSp>
        <p:nvGrpSpPr>
          <p:cNvPr id="6" name="组合 26"/>
          <p:cNvGrpSpPr/>
          <p:nvPr/>
        </p:nvGrpSpPr>
        <p:grpSpPr>
          <a:xfrm>
            <a:off x="882069" y="1809681"/>
            <a:ext cx="7906801" cy="523220"/>
            <a:chOff x="168746" y="1465565"/>
            <a:chExt cx="7906801" cy="523220"/>
          </a:xfrm>
        </p:grpSpPr>
        <p:sp>
          <p:nvSpPr>
            <p:cNvPr id="28" name="TextBox 30"/>
            <p:cNvSpPr txBox="1"/>
            <p:nvPr/>
          </p:nvSpPr>
          <p:spPr>
            <a:xfrm>
              <a:off x="168746" y="1465565"/>
              <a:ext cx="7906801"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则当</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t</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满足　　　　时，</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为正定矩阵；</a:t>
              </a:r>
              <a:r>
                <a:rPr kumimoji="1" lang="en-US" altLang="zh-CN" sz="18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cxnSp>
          <p:nvCxnSpPr>
            <p:cNvPr id="29" name="直接连接符 28"/>
            <p:cNvCxnSpPr/>
            <p:nvPr/>
          </p:nvCxnSpPr>
          <p:spPr>
            <a:xfrm>
              <a:off x="2111709" y="1844824"/>
              <a:ext cx="14539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0" name="对象 29"/>
            <p:cNvGraphicFramePr>
              <a:graphicFrameLocks noChangeAspect="1"/>
            </p:cNvGraphicFramePr>
            <p:nvPr/>
          </p:nvGraphicFramePr>
          <p:xfrm>
            <a:off x="4296991" y="1567656"/>
            <a:ext cx="914400" cy="317500"/>
          </p:xfrm>
          <a:graphic>
            <a:graphicData uri="http://schemas.openxmlformats.org/presentationml/2006/ole">
              <mc:AlternateContent xmlns:mc="http://schemas.openxmlformats.org/markup-compatibility/2006">
                <mc:Choice xmlns:v="urn:schemas-microsoft-com:vml" Requires="v">
                  <p:oleObj name="Equation" r:id="rId4" imgW="914400" imgH="317160" progId="Equation.DSMT4">
                    <p:embed/>
                  </p:oleObj>
                </mc:Choice>
                <mc:Fallback>
                  <p:oleObj name="Equation" r:id="rId4" imgW="914400" imgH="317160" progId="Equation.DSMT4">
                    <p:embed/>
                    <p:pic>
                      <p:nvPicPr>
                        <p:cNvPr id="30" name="对象 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96991" y="1567656"/>
                          <a:ext cx="914400" cy="317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32" name="组合 31"/>
          <p:cNvGrpSpPr/>
          <p:nvPr/>
        </p:nvGrpSpPr>
        <p:grpSpPr>
          <a:xfrm>
            <a:off x="71406" y="3048656"/>
            <a:ext cx="6997295" cy="523220"/>
            <a:chOff x="615089" y="942345"/>
            <a:chExt cx="7645367" cy="523220"/>
          </a:xfrm>
        </p:grpSpPr>
        <p:sp>
          <p:nvSpPr>
            <p:cNvPr id="35" name="TextBox 34"/>
            <p:cNvSpPr txBox="1"/>
            <p:nvPr/>
          </p:nvSpPr>
          <p:spPr>
            <a:xfrm>
              <a:off x="615089" y="942345"/>
              <a:ext cx="7645367"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2、</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设</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A</a:t>
              </a: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a:t>
              </a: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正定阵，证明       </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&gt;1</a:t>
              </a: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panose="02020603050405020304" pitchFamily="18" charset="0"/>
                </a:rPr>
                <a:t>。</a:t>
              </a:r>
            </a:p>
          </p:txBody>
        </p:sp>
        <p:graphicFrame>
          <p:nvGraphicFramePr>
            <p:cNvPr id="36" name="对象 35"/>
            <p:cNvGraphicFramePr>
              <a:graphicFrameLocks noChangeAspect="1"/>
            </p:cNvGraphicFramePr>
            <p:nvPr/>
          </p:nvGraphicFramePr>
          <p:xfrm>
            <a:off x="6000843" y="982965"/>
            <a:ext cx="952500" cy="482600"/>
          </p:xfrm>
          <a:graphic>
            <a:graphicData uri="http://schemas.openxmlformats.org/presentationml/2006/ole">
              <mc:AlternateContent xmlns:mc="http://schemas.openxmlformats.org/markup-compatibility/2006">
                <mc:Choice xmlns:v="urn:schemas-microsoft-com:vml" Requires="v">
                  <p:oleObj name="Equation" r:id="rId6" imgW="952200" imgH="482400" progId="Equation.DSMT4">
                    <p:embed/>
                  </p:oleObj>
                </mc:Choice>
                <mc:Fallback>
                  <p:oleObj name="Equation" r:id="rId6" imgW="952200" imgH="482400" progId="Equation.DSMT4">
                    <p:embed/>
                    <p:pic>
                      <p:nvPicPr>
                        <p:cNvPr id="36" name="对象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00843" y="982965"/>
                          <a:ext cx="95250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37" name="对象 36"/>
          <p:cNvGraphicFramePr>
            <a:graphicFrameLocks noChangeAspect="1"/>
          </p:cNvGraphicFramePr>
          <p:nvPr/>
        </p:nvGraphicFramePr>
        <p:xfrm>
          <a:off x="2857488" y="4709614"/>
          <a:ext cx="2667000" cy="381000"/>
        </p:xfrm>
        <a:graphic>
          <a:graphicData uri="http://schemas.openxmlformats.org/presentationml/2006/ole">
            <mc:AlternateContent xmlns:mc="http://schemas.openxmlformats.org/markup-compatibility/2006">
              <mc:Choice xmlns:v="urn:schemas-microsoft-com:vml" Requires="v">
                <p:oleObj name="Equation" r:id="rId8" imgW="2666880" imgH="380880" progId="Equation.DSMT4">
                  <p:embed/>
                </p:oleObj>
              </mc:Choice>
              <mc:Fallback>
                <p:oleObj name="Equation" r:id="rId8" imgW="2666880" imgH="380880" progId="Equation.DSMT4">
                  <p:embed/>
                  <p:pic>
                    <p:nvPicPr>
                      <p:cNvPr id="37" name="对象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57488" y="4709614"/>
                        <a:ext cx="2667000" cy="381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 name="TextBox 30"/>
          <p:cNvSpPr txBox="1"/>
          <p:nvPr/>
        </p:nvSpPr>
        <p:spPr>
          <a:xfrm>
            <a:off x="641409" y="3929066"/>
            <a:ext cx="7645367"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证明：</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因为</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A</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阶正定阵，所以</a:t>
            </a:r>
            <a:endParaRPr kumimoji="1" lang="zh-CN" altLang="zh-CN" sz="1800" b="0"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sp>
        <p:nvSpPr>
          <p:cNvPr id="39" name="TextBox 30"/>
          <p:cNvSpPr txBox="1"/>
          <p:nvPr/>
        </p:nvSpPr>
        <p:spPr>
          <a:xfrm>
            <a:off x="1712979" y="5106203"/>
            <a:ext cx="7645367"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则</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n </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阶实对称阵</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A+E</a:t>
            </a:r>
            <a:r>
              <a:rPr kumimoji="1" lang="zh-CN"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的特征值</a:t>
            </a: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为</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 </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graphicFrame>
        <p:nvGraphicFramePr>
          <p:cNvPr id="40" name="对象 39"/>
          <p:cNvGraphicFramePr>
            <a:graphicFrameLocks noChangeAspect="1"/>
          </p:cNvGraphicFramePr>
          <p:nvPr/>
        </p:nvGraphicFramePr>
        <p:xfrm>
          <a:off x="2875922" y="5663088"/>
          <a:ext cx="3022600" cy="381000"/>
        </p:xfrm>
        <a:graphic>
          <a:graphicData uri="http://schemas.openxmlformats.org/presentationml/2006/ole">
            <mc:AlternateContent xmlns:mc="http://schemas.openxmlformats.org/markup-compatibility/2006">
              <mc:Choice xmlns:v="urn:schemas-microsoft-com:vml" Requires="v">
                <p:oleObj name="Equation" r:id="rId10" imgW="3022560" imgH="380880" progId="Equation.DSMT4">
                  <p:embed/>
                </p:oleObj>
              </mc:Choice>
              <mc:Fallback>
                <p:oleObj name="Equation" r:id="rId10" imgW="3022560" imgH="380880" progId="Equation.DSMT4">
                  <p:embed/>
                  <p:pic>
                    <p:nvPicPr>
                      <p:cNvPr id="40" name="对象 3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75922" y="5663088"/>
                        <a:ext cx="3022600" cy="381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1" name="组合 16"/>
          <p:cNvGrpSpPr/>
          <p:nvPr/>
        </p:nvGrpSpPr>
        <p:grpSpPr>
          <a:xfrm>
            <a:off x="1712979" y="6205487"/>
            <a:ext cx="7645367" cy="523220"/>
            <a:chOff x="634537" y="4266674"/>
            <a:chExt cx="7645367" cy="523220"/>
          </a:xfrm>
        </p:grpSpPr>
        <p:sp>
          <p:nvSpPr>
            <p:cNvPr id="42" name="TextBox 30"/>
            <p:cNvSpPr txBox="1"/>
            <p:nvPr/>
          </p:nvSpPr>
          <p:spPr>
            <a:xfrm>
              <a:off x="634537" y="4266674"/>
              <a:ext cx="7645367"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则</a:t>
              </a:r>
              <a:r>
                <a:rPr kumimoji="1" lang="en-US" altLang="zh-CN"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rPr>
                <a:t> </a:t>
              </a:r>
              <a:r>
                <a:rPr kumimoji="1" lang="en-US" altLang="zh-CN" sz="2800" b="1" i="1" u="none" strike="noStrike" kern="1200" cap="none" spc="0" normalizeH="0" baseline="0" noProof="0" dirty="0">
                  <a:ln>
                    <a:noFill/>
                  </a:ln>
                  <a:solidFill>
                    <a:srgbClr val="000000"/>
                  </a:solidFill>
                  <a:effectLst/>
                  <a:uLnTx/>
                  <a:uFillTx/>
                  <a:latin typeface="黑体" pitchFamily="2" charset="-122"/>
                  <a:ea typeface="黑体" pitchFamily="2" charset="-122"/>
                  <a:cs typeface="Times New Roman"/>
                </a:rPr>
                <a:t> </a:t>
              </a:r>
              <a:endParaRPr kumimoji="1" lang="zh-CN" altLang="en-US" sz="2800" b="1" i="0" u="none" strike="noStrike" kern="1200" cap="none" spc="0" normalizeH="0" baseline="0" noProof="0" dirty="0">
                <a:ln>
                  <a:noFill/>
                </a:ln>
                <a:solidFill>
                  <a:srgbClr val="000000"/>
                </a:solidFill>
                <a:effectLst/>
                <a:uLnTx/>
                <a:uFillTx/>
                <a:latin typeface="黑体" pitchFamily="2" charset="-122"/>
                <a:ea typeface="黑体" pitchFamily="2" charset="-122"/>
                <a:cs typeface="+mn-cs"/>
              </a:endParaRPr>
            </a:p>
          </p:txBody>
        </p:sp>
        <p:graphicFrame>
          <p:nvGraphicFramePr>
            <p:cNvPr id="43" name="对象 42"/>
            <p:cNvGraphicFramePr>
              <a:graphicFrameLocks noChangeAspect="1"/>
            </p:cNvGraphicFramePr>
            <p:nvPr/>
          </p:nvGraphicFramePr>
          <p:xfrm>
            <a:off x="1280649" y="4286984"/>
            <a:ext cx="5194300" cy="482600"/>
          </p:xfrm>
          <a:graphic>
            <a:graphicData uri="http://schemas.openxmlformats.org/presentationml/2006/ole">
              <mc:AlternateContent xmlns:mc="http://schemas.openxmlformats.org/markup-compatibility/2006">
                <mc:Choice xmlns:v="urn:schemas-microsoft-com:vml" Requires="v">
                  <p:oleObj name="Equation" r:id="rId12" imgW="5194080" imgH="482400" progId="Equation.DSMT4">
                    <p:embed/>
                  </p:oleObj>
                </mc:Choice>
                <mc:Fallback>
                  <p:oleObj name="Equation" r:id="rId12" imgW="5194080" imgH="482400" progId="Equation.DSMT4">
                    <p:embed/>
                    <p:pic>
                      <p:nvPicPr>
                        <p:cNvPr id="43" name="对象 4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280649" y="4286984"/>
                          <a:ext cx="519430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33" name="矩形 32"/>
          <p:cNvSpPr/>
          <p:nvPr/>
        </p:nvSpPr>
        <p:spPr bwMode="auto">
          <a:xfrm>
            <a:off x="0" y="0"/>
            <a:ext cx="9144000" cy="428604"/>
          </a:xfrm>
          <a:prstGeom prst="rect">
            <a:avLst/>
          </a:prstGeom>
          <a:solidFill>
            <a:schemeClr val="accent2">
              <a:lumMod val="20000"/>
              <a:lumOff val="80000"/>
            </a:schemeClr>
          </a:solidFill>
          <a:ln w="38100" cap="flat" cmpd="sng" algn="ctr">
            <a:solidFill>
              <a:schemeClr val="accent2">
                <a:lumMod val="75000"/>
              </a:schemeClr>
            </a:solidFill>
            <a:prstDash val="solid"/>
            <a:round/>
            <a:headEnd type="none" w="med" len="med"/>
            <a:tailEnd type="none" w="med" len="med"/>
          </a:ln>
          <a:effectLst/>
        </p:spPr>
        <p:txBody>
          <a:bodyPr/>
          <a:lstStyle/>
          <a:p>
            <a:pPr marL="801688" marR="0" lvl="0" indent="-801688"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33CC"/>
                </a:solidFill>
                <a:effectLst/>
                <a:uLnTx/>
                <a:uFillTx/>
                <a:latin typeface="黑体"/>
                <a:ea typeface="黑体"/>
                <a:cs typeface="+mn-cs"/>
              </a:rPr>
              <a:t>练习</a:t>
            </a:r>
          </a:p>
        </p:txBody>
      </p:sp>
    </p:spTree>
    <p:extLst>
      <p:ext uri="{BB962C8B-B14F-4D97-AF65-F5344CB8AC3E}">
        <p14:creationId xmlns:p14="http://schemas.microsoft.com/office/powerpoint/2010/main" val="2427527317"/>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par>
                                <p:cTn id="8" presetID="22" presetClass="entr" presetSubtype="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left)">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wipe(left)">
                                      <p:cBhvr>
                                        <p:cTn id="23" dur="500"/>
                                        <p:tgtEl>
                                          <p:spTgt spid="26"/>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wipe(left)">
                                      <p:cBhvr>
                                        <p:cTn id="28" dur="500"/>
                                        <p:tgtEl>
                                          <p:spTgt spid="3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wipe(left)">
                                      <p:cBhvr>
                                        <p:cTn id="33" dur="500"/>
                                        <p:tgtEl>
                                          <p:spTgt spid="3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left)">
                                      <p:cBhvr>
                                        <p:cTn id="38" dur="500"/>
                                        <p:tgtEl>
                                          <p:spTgt spid="37"/>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wipe(left)">
                                      <p:cBhvr>
                                        <p:cTn id="43" dur="500"/>
                                        <p:tgtEl>
                                          <p:spTgt spid="39"/>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wipe(left)">
                                      <p:cBhvr>
                                        <p:cTn id="48" dur="500"/>
                                        <p:tgtEl>
                                          <p:spTgt spid="4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41"/>
                                        </p:tgtEl>
                                        <p:attrNameLst>
                                          <p:attrName>style.visibility</p:attrName>
                                        </p:attrNameLst>
                                      </p:cBhvr>
                                      <p:to>
                                        <p:strVal val="visible"/>
                                      </p:to>
                                    </p:set>
                                    <p:animEffect transition="in" filter="wipe(left)">
                                      <p:cBhvr>
                                        <p:cTn id="53"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7" grpId="0"/>
      <p:bldP spid="26" grpId="0"/>
      <p:bldP spid="38" grpId="0"/>
      <p:bldP spid="39"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内容占位符 3"/>
          <p:cNvSpPr>
            <a:spLocks noGrp="1"/>
          </p:cNvSpPr>
          <p:nvPr>
            <p:ph sz="quarter" idx="4294967295"/>
          </p:nvPr>
        </p:nvSpPr>
        <p:spPr>
          <a:xfrm>
            <a:off x="288865" y="238244"/>
            <a:ext cx="8056563" cy="815975"/>
          </a:xfrm>
          <a:prstGeom prst="rect">
            <a:avLst/>
          </a:prstGeom>
        </p:spPr>
        <p:txBody>
          <a:bodyPr/>
          <a:lstStyle/>
          <a:p>
            <a:pPr marL="0" lvl="0" indent="0">
              <a:buNone/>
            </a:pPr>
            <a:r>
              <a:rPr lang="en-US" altLang="zh-CN" sz="2800" b="1" dirty="0">
                <a:solidFill>
                  <a:srgbClr val="FFFFCC"/>
                </a:solidFill>
                <a:latin typeface="黑体" pitchFamily="2" charset="-122"/>
                <a:ea typeface="黑体" pitchFamily="2" charset="-122"/>
              </a:rPr>
              <a:t>   </a:t>
            </a:r>
            <a:r>
              <a:rPr lang="zh-CN" altLang="en-US" sz="2800" b="1" dirty="0">
                <a:solidFill>
                  <a:srgbClr val="FFFFCC"/>
                </a:solidFill>
                <a:latin typeface="黑体" pitchFamily="2" charset="-122"/>
                <a:ea typeface="黑体" pitchFamily="2" charset="-122"/>
              </a:rPr>
              <a:t>   </a:t>
            </a:r>
            <a:endParaRPr lang="en-US" altLang="zh-CN" dirty="0">
              <a:solidFill>
                <a:srgbClr val="FFFFCC"/>
              </a:solidFill>
              <a:latin typeface="黑体" pitchFamily="2" charset="-122"/>
              <a:ea typeface="黑体" pitchFamily="2" charset="-122"/>
            </a:endParaRPr>
          </a:p>
        </p:txBody>
      </p:sp>
      <p:sp>
        <p:nvSpPr>
          <p:cNvPr id="7" name="TextBox 6"/>
          <p:cNvSpPr txBox="1"/>
          <p:nvPr/>
        </p:nvSpPr>
        <p:spPr>
          <a:xfrm>
            <a:off x="714348" y="958499"/>
            <a:ext cx="8429652" cy="954107"/>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定义：设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A</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和</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B</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是</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n</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阶矩阵</a:t>
            </a:r>
            <a:r>
              <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若有</a:t>
            </a:r>
            <a:r>
              <a:rPr kumimoji="1" lang="zh-CN" altLang="en-US" sz="2800" b="1"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rPr>
              <a:t>可逆</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矩阵</a:t>
            </a:r>
            <a:r>
              <a:rPr kumimoji="1" lang="en-US" altLang="zh-CN" sz="2800" b="1" i="1"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Times New Roman" panose="02020603050405020304" pitchFamily="18" charset="0"/>
              </a:rPr>
              <a:t>P</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endPar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使</a:t>
            </a:r>
            <a:r>
              <a:rPr kumimoji="1" lang="en-US" altLang="zh-CN" sz="2800" b="1" i="1"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rPr>
              <a:t>B=P</a:t>
            </a:r>
            <a:r>
              <a:rPr kumimoji="1" lang="en-US" altLang="zh-CN" sz="2800" b="1" i="1" u="none" strike="noStrike" kern="1200" cap="none" spc="0" normalizeH="0" baseline="30000" noProof="0" dirty="0">
                <a:ln>
                  <a:noFill/>
                </a:ln>
                <a:solidFill>
                  <a:srgbClr val="FFFFCC">
                    <a:lumMod val="75000"/>
                  </a:srgbClr>
                </a:solidFill>
                <a:effectLst/>
                <a:uLnTx/>
                <a:uFillTx/>
                <a:latin typeface="黑体" pitchFamily="2" charset="-122"/>
                <a:ea typeface="黑体" pitchFamily="2" charset="-122"/>
                <a:cs typeface="+mn-cs"/>
              </a:rPr>
              <a:t>T</a:t>
            </a:r>
            <a:r>
              <a:rPr kumimoji="1" lang="en-US" altLang="zh-CN" sz="2800" b="1" i="1"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rPr>
              <a:t>AP  </a:t>
            </a:r>
            <a:r>
              <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则称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A </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与</a:t>
            </a:r>
            <a:r>
              <a:rPr kumimoji="1" lang="zh-CN" altLang="en-US"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panose="02020603050405020304" pitchFamily="18" charset="0"/>
              </a:rPr>
              <a:t>B</a:t>
            </a:r>
            <a:r>
              <a:rPr kumimoji="1" lang="zh-CN"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合同</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                        </a:t>
            </a:r>
          </a:p>
        </p:txBody>
      </p:sp>
      <p:sp>
        <p:nvSpPr>
          <p:cNvPr id="21" name="TextBox 20"/>
          <p:cNvSpPr txBox="1"/>
          <p:nvPr/>
        </p:nvSpPr>
        <p:spPr>
          <a:xfrm>
            <a:off x="5000628" y="3643314"/>
            <a:ext cx="4214842" cy="954107"/>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a:rPr>
              <a:t>        ⇒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A</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B </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的特征值</a:t>
            </a:r>
            <a:endPar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Times New Roman"/>
              </a:rPr>
              <a:t>正项个数及负项个数相等</a:t>
            </a:r>
            <a:endParaRPr kumimoji="1" lang="zh-CN" altLang="en-US" sz="2800" b="0"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endParaRPr>
          </a:p>
        </p:txBody>
      </p:sp>
      <p:sp>
        <p:nvSpPr>
          <p:cNvPr id="24" name="TextBox 23"/>
          <p:cNvSpPr txBox="1"/>
          <p:nvPr/>
        </p:nvSpPr>
        <p:spPr>
          <a:xfrm>
            <a:off x="714348" y="2071678"/>
            <a:ext cx="1357322"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rPr>
              <a:t>性质：</a:t>
            </a:r>
            <a:endPar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mn-cs"/>
            </a:endParaRPr>
          </a:p>
        </p:txBody>
      </p:sp>
      <p:sp>
        <p:nvSpPr>
          <p:cNvPr id="28" name="TextBox 27"/>
          <p:cNvSpPr txBox="1"/>
          <p:nvPr/>
        </p:nvSpPr>
        <p:spPr>
          <a:xfrm>
            <a:off x="6072198" y="2143116"/>
            <a:ext cx="3143240" cy="954107"/>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a:rPr>
              <a:t>⇒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A</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B </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的特征值</a:t>
            </a:r>
            <a:endPar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Times New Roman"/>
              </a:rPr>
              <a:t>完全相同</a:t>
            </a:r>
            <a:endParaRPr kumimoji="1" lang="zh-CN" altLang="en-US" sz="2800" b="0"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endParaRPr>
          </a:p>
        </p:txBody>
      </p:sp>
      <p:sp>
        <p:nvSpPr>
          <p:cNvPr id="31" name="TextBox 30"/>
          <p:cNvSpPr txBox="1"/>
          <p:nvPr/>
        </p:nvSpPr>
        <p:spPr>
          <a:xfrm>
            <a:off x="4929190" y="5000636"/>
            <a:ext cx="4214810" cy="954107"/>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a:rPr>
              <a:t>⇒ </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A</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与</a:t>
            </a:r>
            <a:r>
              <a:rPr kumimoji="1" lang="en-US" altLang="zh-CN" sz="2800" b="1" i="1"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B</a:t>
            </a:r>
            <a:r>
              <a:rPr kumimoji="1" lang="zh-CN" altLang="en-US"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rPr>
              <a:t>的特征值</a:t>
            </a:r>
            <a:endParaRPr kumimoji="1" lang="en-US" altLang="zh-CN" sz="2800" b="1" i="0" u="none" strike="noStrike" kern="1200" cap="none" spc="0" normalizeH="0" baseline="0" noProof="0" dirty="0">
              <a:ln>
                <a:noFill/>
              </a:ln>
              <a:solidFill>
                <a:srgbClr val="FFFFCC"/>
              </a:solidFill>
              <a:effectLst/>
              <a:uLnTx/>
              <a:uFillTx/>
              <a:latin typeface="黑体" pitchFamily="2" charset="-122"/>
              <a:ea typeface="黑体" pitchFamily="2" charset="-122"/>
              <a:cs typeface="Times New Roman"/>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Times New Roman"/>
              </a:rPr>
              <a:t>非零特征值的个数相等</a:t>
            </a:r>
            <a:endParaRPr kumimoji="1" lang="zh-CN" altLang="en-US" sz="2800" b="0"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endParaRPr>
          </a:p>
        </p:txBody>
      </p:sp>
      <p:graphicFrame>
        <p:nvGraphicFramePr>
          <p:cNvPr id="36" name="对象 35"/>
          <p:cNvGraphicFramePr>
            <a:graphicFrameLocks noChangeAspect="1"/>
          </p:cNvGraphicFramePr>
          <p:nvPr/>
        </p:nvGraphicFramePr>
        <p:xfrm>
          <a:off x="714375" y="2222500"/>
          <a:ext cx="3556000" cy="3378200"/>
        </p:xfrm>
        <a:graphic>
          <a:graphicData uri="http://schemas.openxmlformats.org/presentationml/2006/ole">
            <mc:AlternateContent xmlns:mc="http://schemas.openxmlformats.org/markup-compatibility/2006">
              <mc:Choice xmlns:v="urn:schemas-microsoft-com:vml" Requires="v">
                <p:oleObj name="Equation" r:id="rId2" imgW="3555720" imgH="3377880" progId="Equation.DSMT4">
                  <p:embed/>
                </p:oleObj>
              </mc:Choice>
              <mc:Fallback>
                <p:oleObj name="Equation" r:id="rId2" imgW="3555720" imgH="3377880" progId="Equation.DSMT4">
                  <p:embed/>
                  <p:pic>
                    <p:nvPicPr>
                      <p:cNvPr id="36" name="对象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375" y="2222500"/>
                        <a:ext cx="3556000" cy="3378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 name="矩形 36"/>
          <p:cNvSpPr/>
          <p:nvPr/>
        </p:nvSpPr>
        <p:spPr>
          <a:xfrm>
            <a:off x="4214809" y="2214554"/>
            <a:ext cx="2301407" cy="461665"/>
          </a:xfrm>
          <a:prstGeom prst="rect">
            <a:avLst/>
          </a:prstGeom>
        </p:spPr>
        <p:txBody>
          <a:bodyPr wrap="square">
            <a:spAutoFit/>
          </a:bodyPr>
          <a:lstStyle/>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P</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30000" noProof="0" dirty="0">
                <a:ln>
                  <a:noFill/>
                </a:ln>
                <a:solidFill>
                  <a:srgbClr val="FFFFCC">
                    <a:lumMod val="75000"/>
                  </a:srgbClr>
                </a:solidFill>
                <a:effectLst/>
                <a:uLnTx/>
                <a:uFillTx/>
                <a:latin typeface="微软雅黑" pitchFamily="34" charset="-122"/>
                <a:ea typeface="微软雅黑" pitchFamily="34" charset="-122"/>
                <a:cs typeface="楷体_GB231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AP= B</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endParaRPr>
          </a:p>
        </p:txBody>
      </p:sp>
      <p:sp>
        <p:nvSpPr>
          <p:cNvPr id="38" name="矩形 37"/>
          <p:cNvSpPr/>
          <p:nvPr/>
        </p:nvSpPr>
        <p:spPr>
          <a:xfrm>
            <a:off x="4214810" y="3643314"/>
            <a:ext cx="2301406" cy="461665"/>
          </a:xfrm>
          <a:prstGeom prst="rect">
            <a:avLst/>
          </a:prstGeom>
        </p:spPr>
        <p:txBody>
          <a:bodyPr wrap="square">
            <a:spAutoFit/>
          </a:bodyPr>
          <a:lstStyle/>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P</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30000" noProof="0" dirty="0">
                <a:ln>
                  <a:noFill/>
                </a:ln>
                <a:solidFill>
                  <a:srgbClr val="FFFFCC">
                    <a:lumMod val="75000"/>
                  </a:srgbClr>
                </a:solidFill>
                <a:effectLst/>
                <a:uLnTx/>
                <a:uFillTx/>
                <a:latin typeface="微软雅黑" pitchFamily="34" charset="-122"/>
                <a:ea typeface="微软雅黑" pitchFamily="34" charset="-122"/>
                <a:cs typeface="楷体_GB2312"/>
              </a:rPr>
              <a:t>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AP= B</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endParaRPr>
          </a:p>
        </p:txBody>
      </p:sp>
      <p:sp>
        <p:nvSpPr>
          <p:cNvPr id="40" name="矩形 39"/>
          <p:cNvSpPr/>
          <p:nvPr/>
        </p:nvSpPr>
        <p:spPr>
          <a:xfrm>
            <a:off x="4214810" y="5072074"/>
            <a:ext cx="2301406" cy="461665"/>
          </a:xfrm>
          <a:prstGeom prst="rect">
            <a:avLst/>
          </a:prstGeom>
        </p:spPr>
        <p:txBody>
          <a:bodyPr wrap="square">
            <a:spAutoFit/>
          </a:bodyPr>
          <a:lstStyle/>
          <a:p>
            <a:pPr marL="0" marR="0" lvl="0" indent="0" algn="l" defTabSz="914400" rtl="0" eaLnBrk="0" fontAlgn="base" latinLnBrk="0" hangingPunct="0">
              <a:lnSpc>
                <a:spcPct val="100000"/>
              </a:lnSpc>
              <a:spcBef>
                <a:spcPct val="20000"/>
              </a:spcBef>
              <a:spcAft>
                <a:spcPct val="0"/>
              </a:spcAft>
              <a:buClr>
                <a:srgbClr val="00007D"/>
              </a:buClr>
              <a:buSzPct val="75000"/>
              <a:buFontTx/>
              <a:buNone/>
              <a:tabLst/>
              <a:defRPr/>
            </a:pP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rPr>
              <a:t>Q</a:t>
            </a:r>
            <a:r>
              <a:rPr kumimoji="1" lang="zh-CN" altLang="en-US"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t>
            </a:r>
            <a:r>
              <a:rPr kumimoji="1" lang="en-US" altLang="zh-CN" sz="2400" b="1" i="0" u="none" strike="noStrike" kern="1200" cap="none" spc="0" normalizeH="0" baseline="30000" noProof="0" dirty="0">
                <a:ln>
                  <a:noFill/>
                </a:ln>
                <a:solidFill>
                  <a:srgbClr val="FFFFCC">
                    <a:lumMod val="75000"/>
                  </a:srgbClr>
                </a:solidFill>
                <a:effectLst/>
                <a:uLnTx/>
                <a:uFillTx/>
                <a:latin typeface="微软雅黑" pitchFamily="34" charset="-122"/>
                <a:ea typeface="微软雅黑" pitchFamily="34" charset="-122"/>
                <a:cs typeface="楷体_GB2312"/>
              </a:rPr>
              <a:t>-1</a:t>
            </a:r>
            <a:r>
              <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rPr>
              <a:t> AP= B</a:t>
            </a:r>
            <a:endParaRPr kumimoji="1" lang="en-US" altLang="zh-CN" sz="2400" b="1" i="0" u="none" strike="noStrike" kern="1200" cap="none" spc="0" normalizeH="0" baseline="0" noProof="0" dirty="0">
              <a:ln>
                <a:noFill/>
              </a:ln>
              <a:solidFill>
                <a:srgbClr val="FFFFCC">
                  <a:lumMod val="75000"/>
                </a:srgbClr>
              </a:solidFill>
              <a:effectLst/>
              <a:uLnTx/>
              <a:uFillTx/>
              <a:latin typeface="微软雅黑" pitchFamily="34" charset="-122"/>
              <a:ea typeface="微软雅黑" pitchFamily="34" charset="-122"/>
              <a:cs typeface="楷体_GB2312"/>
              <a:sym typeface="Wingdings"/>
            </a:endParaRPr>
          </a:p>
        </p:txBody>
      </p:sp>
      <p:sp>
        <p:nvSpPr>
          <p:cNvPr id="13" name="TextBox 12"/>
          <p:cNvSpPr txBox="1"/>
          <p:nvPr/>
        </p:nvSpPr>
        <p:spPr>
          <a:xfrm>
            <a:off x="3714744" y="2786058"/>
            <a:ext cx="428596" cy="646331"/>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3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a:rPr>
              <a:t>↓</a:t>
            </a:r>
            <a:endParaRPr kumimoji="1" lang="zh-CN" altLang="en-US" sz="3600" b="0"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endParaRPr>
          </a:p>
        </p:txBody>
      </p:sp>
      <p:sp>
        <p:nvSpPr>
          <p:cNvPr id="14" name="TextBox 13"/>
          <p:cNvSpPr txBox="1"/>
          <p:nvPr/>
        </p:nvSpPr>
        <p:spPr>
          <a:xfrm>
            <a:off x="3714744" y="4214818"/>
            <a:ext cx="428596" cy="646331"/>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zh-CN" altLang="en-US" sz="3600" b="1" i="0" u="none" strike="noStrike" kern="1200" cap="none" spc="0" normalizeH="0" baseline="0" noProof="0" dirty="0">
                <a:ln>
                  <a:noFill/>
                </a:ln>
                <a:solidFill>
                  <a:srgbClr val="FFFFCC"/>
                </a:solidFill>
                <a:effectLst/>
                <a:uLnTx/>
                <a:uFillTx/>
                <a:latin typeface="微软雅黑" pitchFamily="34" charset="-122"/>
                <a:ea typeface="微软雅黑" pitchFamily="34" charset="-122"/>
                <a:cs typeface="+mn-cs"/>
                <a:sym typeface="Symbol"/>
              </a:rPr>
              <a:t>↓</a:t>
            </a:r>
            <a:endParaRPr kumimoji="1" lang="zh-CN" altLang="en-US" sz="3600" b="0" i="0" u="none" strike="noStrike" kern="1200" cap="none" spc="0" normalizeH="0" baseline="0" noProof="0" dirty="0">
              <a:ln>
                <a:noFill/>
              </a:ln>
              <a:solidFill>
                <a:srgbClr val="FFFFCC">
                  <a:lumMod val="75000"/>
                </a:srgbClr>
              </a:solidFill>
              <a:effectLst/>
              <a:uLnTx/>
              <a:uFillTx/>
              <a:latin typeface="黑体" pitchFamily="2" charset="-122"/>
              <a:ea typeface="黑体" pitchFamily="2" charset="-122"/>
              <a:cs typeface="+mn-cs"/>
            </a:endParaRPr>
          </a:p>
        </p:txBody>
      </p:sp>
      <p:sp>
        <p:nvSpPr>
          <p:cNvPr id="2" name="WordArt 77">
            <a:extLst>
              <a:ext uri="{FF2B5EF4-FFF2-40B4-BE49-F238E27FC236}">
                <a16:creationId xmlns:a16="http://schemas.microsoft.com/office/drawing/2014/main" id="{940A9495-2F52-551F-96BE-46745A0F121D}"/>
              </a:ext>
            </a:extLst>
          </p:cNvPr>
          <p:cNvSpPr>
            <a:spLocks noChangeArrowheads="1" noChangeShapeType="1" noTextEdit="1"/>
          </p:cNvSpPr>
          <p:nvPr/>
        </p:nvSpPr>
        <p:spPr bwMode="auto">
          <a:xfrm>
            <a:off x="714348" y="-3091"/>
            <a:ext cx="8286776" cy="830997"/>
          </a:xfrm>
          <a:prstGeom prst="rect">
            <a:avLst/>
          </a:prstGeom>
          <a:noFill/>
          <a:ln w="9525">
            <a:noFill/>
            <a:miter lim="800000"/>
            <a:headEnd/>
            <a:tailEnd/>
          </a:ln>
          <a:effectLst/>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zh-CN" sz="4800" b="1" i="0" u="none" strike="noStrike" kern="10" cap="none" spc="0" normalizeH="0" baseline="0" noProof="0" dirty="0">
                <a:ln w="76200">
                  <a:solidFill>
                    <a:srgbClr val="FFC000"/>
                  </a:solidFill>
                  <a:round/>
                  <a:headEnd/>
                  <a:tailEnd/>
                </a:ln>
                <a:blipFill>
                  <a:blip r:embed="rId4"/>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5-9  </a:t>
            </a:r>
            <a:r>
              <a:rPr kumimoji="1" lang="zh-CN" altLang="en-US" sz="4800" b="1" i="0" u="none" strike="noStrike" kern="10" cap="none" spc="0" normalizeH="0" baseline="0" noProof="0" dirty="0">
                <a:ln w="76200">
                  <a:solidFill>
                    <a:srgbClr val="FFC000"/>
                  </a:solidFill>
                  <a:round/>
                  <a:headEnd/>
                  <a:tailEnd/>
                </a:ln>
                <a:blipFill>
                  <a:blip r:embed="rId4"/>
                  <a:tile tx="0" ty="0" sx="100000" sy="100000" flip="none" algn="tl"/>
                </a:blipFill>
                <a:effectLst>
                  <a:outerShdw blurRad="50800" dist="38100" dir="18900000" algn="bl" rotWithShape="0">
                    <a:prstClr val="black">
                      <a:alpha val="40000"/>
                    </a:prstClr>
                  </a:outerShdw>
                </a:effectLst>
                <a:uLnTx/>
                <a:uFillTx/>
                <a:latin typeface="微软雅黑" pitchFamily="34" charset="-122"/>
                <a:ea typeface="微软雅黑" pitchFamily="34" charset="-122"/>
                <a:cs typeface="+mn-cs"/>
              </a:rPr>
              <a:t>矩阵合同</a:t>
            </a:r>
          </a:p>
        </p:txBody>
      </p:sp>
    </p:spTree>
    <p:extLst>
      <p:ext uri="{BB962C8B-B14F-4D97-AF65-F5344CB8AC3E}">
        <p14:creationId xmlns:p14="http://schemas.microsoft.com/office/powerpoint/2010/main" val="30280104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wipe(left)">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wipe(left)">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wipe(left)">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wipe(left)">
                                      <p:cBhvr>
                                        <p:cTn id="32" dur="500"/>
                                        <p:tgtEl>
                                          <p:spTgt spid="4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8">
                                            <p:txEl>
                                              <p:pRg st="0" end="0"/>
                                            </p:txEl>
                                          </p:spTgt>
                                        </p:tgtEl>
                                        <p:attrNameLst>
                                          <p:attrName>style.visibility</p:attrName>
                                        </p:attrNameLst>
                                      </p:cBhvr>
                                      <p:to>
                                        <p:strVal val="visible"/>
                                      </p:to>
                                    </p:set>
                                    <p:animEffect transition="in" filter="wipe(left)">
                                      <p:cBhvr>
                                        <p:cTn id="37" dur="500"/>
                                        <p:tgtEl>
                                          <p:spTgt spid="28">
                                            <p:txEl>
                                              <p:pRg st="0" end="0"/>
                                            </p:txEl>
                                          </p:spTgt>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wipe(left)">
                                      <p:cBhvr>
                                        <p:cTn id="40" dur="500"/>
                                        <p:tgtEl>
                                          <p:spTgt spid="21">
                                            <p:txEl>
                                              <p:pRg st="0" end="0"/>
                                            </p:txEl>
                                          </p:spTgt>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31">
                                            <p:txEl>
                                              <p:pRg st="0" end="0"/>
                                            </p:txEl>
                                          </p:spTgt>
                                        </p:tgtEl>
                                        <p:attrNameLst>
                                          <p:attrName>style.visibility</p:attrName>
                                        </p:attrNameLst>
                                      </p:cBhvr>
                                      <p:to>
                                        <p:strVal val="visible"/>
                                      </p:to>
                                    </p:set>
                                    <p:animEffect transition="in" filter="wipe(left)">
                                      <p:cBhvr>
                                        <p:cTn id="43" dur="500"/>
                                        <p:tgtEl>
                                          <p:spTgt spid="31">
                                            <p:txEl>
                                              <p:pRg st="0" end="0"/>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8">
                                            <p:txEl>
                                              <p:pRg st="1" end="1"/>
                                            </p:txEl>
                                          </p:spTgt>
                                        </p:tgtEl>
                                        <p:attrNameLst>
                                          <p:attrName>style.visibility</p:attrName>
                                        </p:attrNameLst>
                                      </p:cBhvr>
                                      <p:to>
                                        <p:strVal val="visible"/>
                                      </p:to>
                                    </p:set>
                                    <p:animEffect transition="in" filter="wipe(left)">
                                      <p:cBhvr>
                                        <p:cTn id="48" dur="500"/>
                                        <p:tgtEl>
                                          <p:spTgt spid="28">
                                            <p:txEl>
                                              <p:pRg st="1" end="1"/>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21">
                                            <p:txEl>
                                              <p:pRg st="1" end="1"/>
                                            </p:txEl>
                                          </p:spTgt>
                                        </p:tgtEl>
                                        <p:attrNameLst>
                                          <p:attrName>style.visibility</p:attrName>
                                        </p:attrNameLst>
                                      </p:cBhvr>
                                      <p:to>
                                        <p:strVal val="visible"/>
                                      </p:to>
                                    </p:set>
                                    <p:animEffect transition="in" filter="wipe(left)">
                                      <p:cBhvr>
                                        <p:cTn id="53" dur="500"/>
                                        <p:tgtEl>
                                          <p:spTgt spid="21">
                                            <p:txEl>
                                              <p:pRg st="1" end="1"/>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31">
                                            <p:txEl>
                                              <p:pRg st="1" end="1"/>
                                            </p:txEl>
                                          </p:spTgt>
                                        </p:tgtEl>
                                        <p:attrNameLst>
                                          <p:attrName>style.visibility</p:attrName>
                                        </p:attrNameLst>
                                      </p:cBhvr>
                                      <p:to>
                                        <p:strVal val="visible"/>
                                      </p:to>
                                    </p:set>
                                    <p:animEffect transition="in" filter="wipe(left)">
                                      <p:cBhvr>
                                        <p:cTn id="58" dur="500"/>
                                        <p:tgtEl>
                                          <p:spTgt spid="31">
                                            <p:txEl>
                                              <p:pRg st="1" end="1"/>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3">
                                            <p:txEl>
                                              <p:pRg st="0" end="0"/>
                                            </p:txEl>
                                          </p:spTgt>
                                        </p:tgtEl>
                                        <p:attrNameLst>
                                          <p:attrName>style.visibility</p:attrName>
                                        </p:attrNameLst>
                                      </p:cBhvr>
                                      <p:to>
                                        <p:strVal val="visible"/>
                                      </p:to>
                                    </p:set>
                                    <p:animEffect transition="in" filter="wipe(up)">
                                      <p:cBhvr>
                                        <p:cTn id="63" dur="500"/>
                                        <p:tgtEl>
                                          <p:spTgt spid="13">
                                            <p:txEl>
                                              <p:pRg st="0" end="0"/>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grpId="0" nodeType="clickEffect">
                                  <p:stCondLst>
                                    <p:cond delay="0"/>
                                  </p:stCondLst>
                                  <p:childTnLst>
                                    <p:set>
                                      <p:cBhvr>
                                        <p:cTn id="67" dur="1" fill="hold">
                                          <p:stCondLst>
                                            <p:cond delay="0"/>
                                          </p:stCondLst>
                                        </p:cTn>
                                        <p:tgtEl>
                                          <p:spTgt spid="14">
                                            <p:txEl>
                                              <p:pRg st="0" end="0"/>
                                            </p:txEl>
                                          </p:spTgt>
                                        </p:tgtEl>
                                        <p:attrNameLst>
                                          <p:attrName>style.visibility</p:attrName>
                                        </p:attrNameLst>
                                      </p:cBhvr>
                                      <p:to>
                                        <p:strVal val="visible"/>
                                      </p:to>
                                    </p:set>
                                    <p:animEffect transition="in" filter="wipe(up)">
                                      <p:cBhvr>
                                        <p:cTn id="68" dur="500"/>
                                        <p:tgtEl>
                                          <p:spTgt spid="1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1" grpId="0" uiExpand="1" build="p"/>
      <p:bldP spid="24" grpId="0"/>
      <p:bldP spid="28" grpId="0" uiExpand="1" build="p"/>
      <p:bldP spid="31" grpId="0" uiExpand="1" build="p"/>
      <p:bldP spid="37" grpId="0"/>
      <p:bldP spid="38" grpId="0"/>
      <p:bldP spid="40" grpId="0"/>
      <p:bldP spid="13" grpId="0" build="p"/>
      <p:bldP spid="14"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对象 30"/>
          <p:cNvGraphicFramePr>
            <a:graphicFrameLocks noChangeAspect="1"/>
          </p:cNvGraphicFramePr>
          <p:nvPr/>
        </p:nvGraphicFramePr>
        <p:xfrm>
          <a:off x="714348" y="501253"/>
          <a:ext cx="1653473" cy="904731"/>
        </p:xfrm>
        <a:graphic>
          <a:graphicData uri="http://schemas.openxmlformats.org/presentationml/2006/ole">
            <mc:AlternateContent xmlns:mc="http://schemas.openxmlformats.org/markup-compatibility/2006">
              <mc:Choice xmlns:v="urn:schemas-microsoft-com:vml" Requires="v">
                <p:oleObj name="Equation" r:id="rId2" imgW="2019240" imgH="1104840" progId="Equation.DSMT4">
                  <p:embed/>
                </p:oleObj>
              </mc:Choice>
              <mc:Fallback>
                <p:oleObj name="Equation" r:id="rId2" imgW="2019240" imgH="1104840" progId="Equation.DSMT4">
                  <p:embed/>
                  <p:pic>
                    <p:nvPicPr>
                      <p:cNvPr id="31" name="对象 3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348" y="501253"/>
                        <a:ext cx="1653473" cy="9047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3" name="对象 32"/>
          <p:cNvGraphicFramePr>
            <a:graphicFrameLocks noChangeAspect="1"/>
          </p:cNvGraphicFramePr>
          <p:nvPr/>
        </p:nvGraphicFramePr>
        <p:xfrm>
          <a:off x="2857488" y="467923"/>
          <a:ext cx="1643074" cy="904731"/>
        </p:xfrm>
        <a:graphic>
          <a:graphicData uri="http://schemas.openxmlformats.org/presentationml/2006/ole">
            <mc:AlternateContent xmlns:mc="http://schemas.openxmlformats.org/markup-compatibility/2006">
              <mc:Choice xmlns:v="urn:schemas-microsoft-com:vml" Requires="v">
                <p:oleObj name="Equation" r:id="rId4" imgW="2006280" imgH="1104840" progId="Equation.DSMT4">
                  <p:embed/>
                </p:oleObj>
              </mc:Choice>
              <mc:Fallback>
                <p:oleObj name="Equation" r:id="rId4" imgW="2006280" imgH="1104840" progId="Equation.DSMT4">
                  <p:embed/>
                  <p:pic>
                    <p:nvPicPr>
                      <p:cNvPr id="33" name="对象 3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7488" y="467923"/>
                        <a:ext cx="1643074" cy="9047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 name="对象 20"/>
          <p:cNvGraphicFramePr>
            <a:graphicFrameLocks noChangeAspect="1"/>
          </p:cNvGraphicFramePr>
          <p:nvPr/>
        </p:nvGraphicFramePr>
        <p:xfrm>
          <a:off x="795494" y="1357918"/>
          <a:ext cx="1276176" cy="364622"/>
        </p:xfrm>
        <a:graphic>
          <a:graphicData uri="http://schemas.openxmlformats.org/presentationml/2006/ole">
            <mc:AlternateContent xmlns:mc="http://schemas.openxmlformats.org/markup-compatibility/2006">
              <mc:Choice xmlns:v="urn:schemas-microsoft-com:vml" Requires="v">
                <p:oleObj name="Equation" r:id="rId6" imgW="1688760" imgH="482400" progId="Equation.DSMT4">
                  <p:embed/>
                </p:oleObj>
              </mc:Choice>
              <mc:Fallback>
                <p:oleObj name="Equation" r:id="rId6" imgW="1688760" imgH="482400" progId="Equation.DSMT4">
                  <p:embed/>
                  <p:pic>
                    <p:nvPicPr>
                      <p:cNvPr id="21" name="对象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5494" y="1357918"/>
                        <a:ext cx="1276176" cy="3646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9" name="矩形 28"/>
          <p:cNvSpPr/>
          <p:nvPr/>
        </p:nvSpPr>
        <p:spPr>
          <a:xfrm>
            <a:off x="2214546" y="1285860"/>
            <a:ext cx="3000396"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1" u="none" strike="noStrike" kern="100" cap="none" spc="0" normalizeH="0" baseline="0" noProof="0" dirty="0">
                <a:ln>
                  <a:noFill/>
                </a:ln>
                <a:solidFill>
                  <a:srgbClr val="000000"/>
                </a:solidFill>
                <a:effectLst/>
                <a:uLnTx/>
                <a:uFillTx/>
                <a:latin typeface="Times New Roman"/>
                <a:ea typeface="宋体" pitchFamily="2" charset="-122"/>
                <a:cs typeface="+mn-cs"/>
              </a:rPr>
              <a:t>A </a:t>
            </a:r>
            <a:r>
              <a:rPr kumimoji="1" lang="zh-CN" altLang="zh-CN" sz="2000" b="1" i="0" u="none" strike="noStrike" kern="100" cap="none" spc="0" normalizeH="0" baseline="0" noProof="0" dirty="0">
                <a:ln>
                  <a:noFill/>
                </a:ln>
                <a:solidFill>
                  <a:srgbClr val="000000"/>
                </a:solidFill>
                <a:effectLst/>
                <a:uLnTx/>
                <a:uFillTx/>
                <a:latin typeface="Times New Roman"/>
                <a:ea typeface="宋体" pitchFamily="2" charset="-122"/>
                <a:cs typeface="+mn-cs"/>
              </a:rPr>
              <a:t>的特征值</a:t>
            </a:r>
            <a:r>
              <a:rPr kumimoji="1" lang="en-US" altLang="zh-CN" sz="2000" b="1" i="0" u="none" strike="noStrike" kern="100" cap="none" spc="0" normalizeH="0" baseline="0" noProof="0" dirty="0">
                <a:ln>
                  <a:noFill/>
                </a:ln>
                <a:solidFill>
                  <a:srgbClr val="000000"/>
                </a:solidFill>
                <a:effectLst/>
                <a:uLnTx/>
                <a:uFillTx/>
                <a:latin typeface="Times New Roman"/>
                <a:ea typeface="宋体" pitchFamily="2" charset="-122"/>
                <a:cs typeface="+mn-cs"/>
              </a:rPr>
              <a:t> </a:t>
            </a:r>
            <a:r>
              <a:rPr kumimoji="1" lang="el-GR" altLang="zh-CN" sz="2000" b="1" i="1"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λ</a:t>
            </a:r>
            <a:r>
              <a:rPr kumimoji="1" lang="en-US" altLang="zh-CN" sz="2000" b="1" i="1"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 </a:t>
            </a:r>
            <a:r>
              <a:rPr kumimoji="1" lang="zh-CN" altLang="en-US" sz="2000" b="1" i="0"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为</a:t>
            </a:r>
            <a:r>
              <a:rPr kumimoji="1" lang="en-US" altLang="zh-CN" sz="2000" b="1" i="0" u="none" strike="noStrike" kern="100" cap="none" spc="0" normalizeH="0" baseline="0" noProof="0" dirty="0">
                <a:ln>
                  <a:noFill/>
                </a:ln>
                <a:solidFill>
                  <a:srgbClr val="FF0000"/>
                </a:solidFill>
                <a:effectLst/>
                <a:uLnTx/>
                <a:uFillTx/>
                <a:latin typeface="Times New Roman" panose="02020603050405020304" pitchFamily="18" charset="0"/>
                <a:ea typeface="宋体" pitchFamily="2" charset="-122"/>
                <a:cs typeface="Times New Roman" panose="02020603050405020304" pitchFamily="18" charset="0"/>
              </a:rPr>
              <a:t>1,2,6</a:t>
            </a:r>
            <a:endParaRPr kumimoji="1" lang="zh-CN" altLang="en-US" sz="2000" b="1" i="0" u="none" strike="noStrike" kern="100" cap="none" spc="0" normalizeH="0" baseline="0" noProof="0" dirty="0">
              <a:ln>
                <a:noFill/>
              </a:ln>
              <a:solidFill>
                <a:srgbClr val="FF0000"/>
              </a:solidFill>
              <a:effectLst/>
              <a:uLnTx/>
              <a:uFillTx/>
              <a:latin typeface="Times New Roman" panose="02020603050405020304" pitchFamily="18" charset="0"/>
              <a:ea typeface="宋体" pitchFamily="2" charset="-122"/>
              <a:cs typeface="Times New Roman" panose="02020603050405020304" pitchFamily="18" charset="0"/>
            </a:endParaRPr>
          </a:p>
        </p:txBody>
      </p:sp>
      <p:graphicFrame>
        <p:nvGraphicFramePr>
          <p:cNvPr id="36" name="对象 35"/>
          <p:cNvGraphicFramePr>
            <a:graphicFrameLocks noChangeAspect="1"/>
          </p:cNvGraphicFramePr>
          <p:nvPr/>
        </p:nvGraphicFramePr>
        <p:xfrm>
          <a:off x="795494" y="1821670"/>
          <a:ext cx="1276176" cy="364622"/>
        </p:xfrm>
        <a:graphic>
          <a:graphicData uri="http://schemas.openxmlformats.org/presentationml/2006/ole">
            <mc:AlternateContent xmlns:mc="http://schemas.openxmlformats.org/markup-compatibility/2006">
              <mc:Choice xmlns:v="urn:schemas-microsoft-com:vml" Requires="v">
                <p:oleObj name="Equation" r:id="rId8" imgW="1688760" imgH="482400" progId="Equation.DSMT4">
                  <p:embed/>
                </p:oleObj>
              </mc:Choice>
              <mc:Fallback>
                <p:oleObj name="Equation" r:id="rId8" imgW="1688760" imgH="482400" progId="Equation.DSMT4">
                  <p:embed/>
                  <p:pic>
                    <p:nvPicPr>
                      <p:cNvPr id="36" name="对象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5494" y="1821670"/>
                        <a:ext cx="1276176" cy="3646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 name="矩形 37"/>
          <p:cNvSpPr/>
          <p:nvPr/>
        </p:nvSpPr>
        <p:spPr>
          <a:xfrm>
            <a:off x="2214546" y="1785926"/>
            <a:ext cx="3000396"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 </a:t>
            </a:r>
            <a:r>
              <a:rPr kumimoji="1" lang="en-US" altLang="zh-CN" sz="2000" b="1" i="1" u="none" strike="noStrike" kern="100" cap="none" spc="0" normalizeH="0" baseline="0" noProof="0" dirty="0">
                <a:ln>
                  <a:noFill/>
                </a:ln>
                <a:solidFill>
                  <a:srgbClr val="000000"/>
                </a:solidFill>
                <a:effectLst/>
                <a:uLnTx/>
                <a:uFillTx/>
                <a:latin typeface="Times New Roman"/>
                <a:ea typeface="宋体" pitchFamily="2" charset="-122"/>
                <a:cs typeface="+mn-cs"/>
              </a:rPr>
              <a:t>B </a:t>
            </a:r>
            <a:r>
              <a:rPr kumimoji="1" lang="zh-CN" altLang="zh-CN" sz="2000" b="1" i="0" u="none" strike="noStrike" kern="100" cap="none" spc="0" normalizeH="0" baseline="0" noProof="0" dirty="0">
                <a:ln>
                  <a:noFill/>
                </a:ln>
                <a:solidFill>
                  <a:srgbClr val="000000"/>
                </a:solidFill>
                <a:effectLst/>
                <a:uLnTx/>
                <a:uFillTx/>
                <a:latin typeface="Times New Roman"/>
                <a:ea typeface="宋体" pitchFamily="2" charset="-122"/>
                <a:cs typeface="+mn-cs"/>
              </a:rPr>
              <a:t>的特征值</a:t>
            </a:r>
            <a:r>
              <a:rPr kumimoji="1" lang="en-US" altLang="zh-CN" sz="2000" b="1" i="0" u="none" strike="noStrike" kern="100" cap="none" spc="0" normalizeH="0" baseline="0" noProof="0" dirty="0">
                <a:ln>
                  <a:noFill/>
                </a:ln>
                <a:solidFill>
                  <a:srgbClr val="000000"/>
                </a:solidFill>
                <a:effectLst/>
                <a:uLnTx/>
                <a:uFillTx/>
                <a:latin typeface="Times New Roman"/>
                <a:ea typeface="宋体" pitchFamily="2" charset="-122"/>
                <a:cs typeface="+mn-cs"/>
              </a:rPr>
              <a:t> </a:t>
            </a:r>
            <a:r>
              <a:rPr kumimoji="1" lang="el-GR" altLang="zh-CN" sz="2000" b="1" i="1"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λ</a:t>
            </a:r>
            <a:r>
              <a:rPr kumimoji="1" lang="en-US" altLang="zh-CN" sz="2000" b="1" i="1"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 </a:t>
            </a:r>
            <a:r>
              <a:rPr kumimoji="1" lang="zh-CN" altLang="en-US" sz="2000" b="1" i="0" u="none" strike="noStrike" kern="100" cap="none" spc="0" normalizeH="0" baseline="0" noProof="0" dirty="0">
                <a:ln>
                  <a:noFill/>
                </a:ln>
                <a:solidFill>
                  <a:srgbClr val="000000"/>
                </a:solidFill>
                <a:effectLst/>
                <a:uLnTx/>
                <a:uFillTx/>
                <a:latin typeface="Times New Roman" panose="02020603050405020304" pitchFamily="18" charset="0"/>
                <a:ea typeface="宋体" pitchFamily="2" charset="-122"/>
                <a:cs typeface="Times New Roman" panose="02020603050405020304" pitchFamily="18" charset="0"/>
              </a:rPr>
              <a:t>为</a:t>
            </a:r>
            <a:r>
              <a:rPr kumimoji="1" lang="en-US" altLang="zh-CN" sz="2000" b="1" i="0" u="none" strike="noStrike" kern="100" cap="none" spc="0" normalizeH="0" baseline="0" noProof="0" dirty="0">
                <a:ln>
                  <a:noFill/>
                </a:ln>
                <a:solidFill>
                  <a:srgbClr val="FF0000"/>
                </a:solidFill>
                <a:effectLst/>
                <a:uLnTx/>
                <a:uFillTx/>
                <a:latin typeface="Times New Roman" panose="02020603050405020304" pitchFamily="18" charset="0"/>
                <a:ea typeface="宋体" pitchFamily="2" charset="-122"/>
                <a:cs typeface="Times New Roman" panose="02020603050405020304" pitchFamily="18" charset="0"/>
              </a:rPr>
              <a:t>2,2,4</a:t>
            </a:r>
            <a:endParaRPr kumimoji="1" lang="zh-CN" altLang="en-US" sz="2000" b="1" i="0" u="none" strike="noStrike" kern="100" cap="none" spc="0" normalizeH="0" baseline="0" noProof="0" dirty="0">
              <a:ln>
                <a:noFill/>
              </a:ln>
              <a:solidFill>
                <a:srgbClr val="FF0000"/>
              </a:solidFill>
              <a:effectLst/>
              <a:uLnTx/>
              <a:uFillTx/>
              <a:latin typeface="Times New Roman" panose="02020603050405020304" pitchFamily="18" charset="0"/>
              <a:ea typeface="宋体" pitchFamily="2" charset="-122"/>
              <a:cs typeface="Times New Roman" panose="02020603050405020304" pitchFamily="18" charset="0"/>
            </a:endParaRPr>
          </a:p>
        </p:txBody>
      </p:sp>
      <p:sp>
        <p:nvSpPr>
          <p:cNvPr id="39" name="TextBox 38"/>
          <p:cNvSpPr txBox="1"/>
          <p:nvPr/>
        </p:nvSpPr>
        <p:spPr>
          <a:xfrm>
            <a:off x="72008" y="1287071"/>
            <a:ext cx="493204"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解 </a:t>
            </a:r>
          </a:p>
        </p:txBody>
      </p:sp>
      <p:sp>
        <p:nvSpPr>
          <p:cNvPr id="40" name="矩形 39"/>
          <p:cNvSpPr/>
          <p:nvPr/>
        </p:nvSpPr>
        <p:spPr>
          <a:xfrm>
            <a:off x="5357786" y="1535918"/>
            <a:ext cx="3786214"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00" cap="none" spc="0" normalizeH="0" baseline="0" noProof="0" dirty="0">
                <a:ln>
                  <a:noFill/>
                </a:ln>
                <a:solidFill>
                  <a:srgbClr val="000000"/>
                </a:solidFill>
                <a:effectLst/>
                <a:uLnTx/>
                <a:uFillTx/>
                <a:latin typeface="Times New Roman"/>
                <a:ea typeface="宋体" pitchFamily="2" charset="-122"/>
                <a:cs typeface="+mn-cs"/>
              </a:rPr>
              <a:t>∴</a:t>
            </a:r>
            <a:r>
              <a:rPr kumimoji="1" lang="en-US" altLang="zh-CN" sz="2000" b="1" i="1" u="none" strike="noStrike" kern="100" cap="none" spc="0" normalizeH="0" baseline="0" noProof="0" dirty="0">
                <a:ln>
                  <a:noFill/>
                </a:ln>
                <a:solidFill>
                  <a:srgbClr val="000000"/>
                </a:solidFill>
                <a:effectLst/>
                <a:uLnTx/>
                <a:uFillTx/>
                <a:latin typeface="Times New Roman"/>
                <a:ea typeface="宋体" pitchFamily="2" charset="-122"/>
                <a:cs typeface="+mn-cs"/>
              </a:rPr>
              <a:t>A </a:t>
            </a:r>
            <a:r>
              <a:rPr kumimoji="1" lang="zh-CN" altLang="en-US" sz="2000" b="1" i="0" u="none" strike="noStrike" kern="100" cap="none" spc="0" normalizeH="0" baseline="0" noProof="0" dirty="0">
                <a:ln>
                  <a:noFill/>
                </a:ln>
                <a:solidFill>
                  <a:srgbClr val="000000"/>
                </a:solidFill>
                <a:effectLst/>
                <a:uLnTx/>
                <a:uFillTx/>
                <a:latin typeface="Times New Roman"/>
                <a:ea typeface="宋体" pitchFamily="2" charset="-122"/>
                <a:cs typeface="+mn-cs"/>
              </a:rPr>
              <a:t>与</a:t>
            </a:r>
            <a:r>
              <a:rPr kumimoji="1" lang="en-US" altLang="zh-CN" sz="2000" b="1" i="1" u="none" strike="noStrike" kern="100" cap="none" spc="0" normalizeH="0" baseline="0" noProof="0" dirty="0">
                <a:ln>
                  <a:noFill/>
                </a:ln>
                <a:solidFill>
                  <a:srgbClr val="000000"/>
                </a:solidFill>
                <a:effectLst/>
                <a:uLnTx/>
                <a:uFillTx/>
                <a:latin typeface="Times New Roman"/>
                <a:ea typeface="宋体" pitchFamily="2" charset="-122"/>
                <a:cs typeface="+mn-cs"/>
              </a:rPr>
              <a:t>B</a:t>
            </a:r>
            <a:r>
              <a:rPr kumimoji="1" lang="zh-CN" altLang="en-US" sz="2000" b="1" i="0" u="none" strike="noStrike" kern="100" cap="none" spc="0" normalizeH="0" baseline="0" noProof="0" dirty="0">
                <a:ln>
                  <a:noFill/>
                </a:ln>
                <a:solidFill>
                  <a:srgbClr val="FF0000"/>
                </a:solidFill>
                <a:effectLst/>
                <a:uLnTx/>
                <a:uFillTx/>
                <a:latin typeface="Times New Roman"/>
                <a:ea typeface="宋体" pitchFamily="2" charset="-122"/>
                <a:cs typeface="+mn-cs"/>
              </a:rPr>
              <a:t>合同、等价、不相似</a:t>
            </a:r>
            <a:endParaRPr kumimoji="1" lang="zh-CN" altLang="en-US" sz="2000" b="1" i="0" u="none" strike="noStrike" kern="100" cap="none" spc="0" normalizeH="0" baseline="0" noProof="0" dirty="0">
              <a:ln>
                <a:noFill/>
              </a:ln>
              <a:solidFill>
                <a:srgbClr val="FF0000"/>
              </a:solidFill>
              <a:effectLst/>
              <a:uLnTx/>
              <a:uFillTx/>
              <a:latin typeface="Times New Roman" panose="02020603050405020304" pitchFamily="18" charset="0"/>
              <a:ea typeface="宋体" pitchFamily="2" charset="-122"/>
              <a:cs typeface="Times New Roman" panose="02020603050405020304" pitchFamily="18" charset="0"/>
            </a:endParaRPr>
          </a:p>
        </p:txBody>
      </p:sp>
      <p:sp>
        <p:nvSpPr>
          <p:cNvPr id="18" name="Text Box 44"/>
          <p:cNvSpPr txBox="1">
            <a:spLocks noChangeArrowheads="1"/>
          </p:cNvSpPr>
          <p:nvPr/>
        </p:nvSpPr>
        <p:spPr bwMode="auto">
          <a:xfrm>
            <a:off x="0" y="0"/>
            <a:ext cx="5533887" cy="400110"/>
          </a:xfrm>
          <a:prstGeom prst="rect">
            <a:avLst/>
          </a:prstGeom>
          <a:noFill/>
          <a:ln w="9525">
            <a:noFill/>
            <a:miter lim="800000"/>
            <a:headEnd/>
            <a:tailEnd/>
          </a:ln>
          <a:effec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例</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11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判断矩阵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A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与 </a:t>
            </a: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B </a:t>
            </a: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rPr>
              <a:t>是否合同、相似、等价</a:t>
            </a:r>
          </a:p>
        </p:txBody>
      </p:sp>
      <p:sp>
        <p:nvSpPr>
          <p:cNvPr id="19" name="Line 21"/>
          <p:cNvSpPr>
            <a:spLocks noChangeShapeType="1"/>
          </p:cNvSpPr>
          <p:nvPr/>
        </p:nvSpPr>
        <p:spPr bwMode="auto">
          <a:xfrm>
            <a:off x="32" y="428604"/>
            <a:ext cx="9144000" cy="0"/>
          </a:xfrm>
          <a:prstGeom prst="line">
            <a:avLst/>
          </a:prstGeom>
          <a:noFill/>
          <a:ln w="38100">
            <a:solidFill>
              <a:schemeClr val="accent2"/>
            </a:solidFill>
            <a:round/>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0" i="0" u="none" strike="noStrike" kern="1200" cap="none" spc="0" normalizeH="0" baseline="0" noProof="0">
              <a:ln>
                <a:noFill/>
              </a:ln>
              <a:solidFill>
                <a:srgbClr val="000000"/>
              </a:solidFill>
              <a:effectLst/>
              <a:uLnTx/>
              <a:uFillTx/>
              <a:latin typeface="Times New Roman" pitchFamily="18" charset="0"/>
              <a:ea typeface="宋体" pitchFamily="2" charset="-122"/>
              <a:cs typeface="+mn-cs"/>
            </a:endParaRPr>
          </a:p>
        </p:txBody>
      </p:sp>
      <p:sp>
        <p:nvSpPr>
          <p:cNvPr id="24" name="Text Box 34"/>
          <p:cNvSpPr txBox="1">
            <a:spLocks noChangeArrowheads="1"/>
          </p:cNvSpPr>
          <p:nvPr/>
        </p:nvSpPr>
        <p:spPr bwMode="auto">
          <a:xfrm>
            <a:off x="19" y="2500349"/>
            <a:ext cx="874638" cy="400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2</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p>
        </p:txBody>
      </p:sp>
      <p:graphicFrame>
        <p:nvGraphicFramePr>
          <p:cNvPr id="27" name="Object 35"/>
          <p:cNvGraphicFramePr>
            <a:graphicFrameLocks/>
          </p:cNvGraphicFramePr>
          <p:nvPr/>
        </p:nvGraphicFramePr>
        <p:xfrm>
          <a:off x="690924" y="2214457"/>
          <a:ext cx="1806216" cy="1046400"/>
        </p:xfrm>
        <a:graphic>
          <a:graphicData uri="http://schemas.openxmlformats.org/presentationml/2006/ole">
            <mc:AlternateContent xmlns:mc="http://schemas.openxmlformats.org/markup-compatibility/2006">
              <mc:Choice xmlns:v="urn:schemas-microsoft-com:vml" Requires="v">
                <p:oleObj name="Equation" r:id="rId10" imgW="1981200" imgH="1447800" progId="Equation.DSMT4">
                  <p:embed/>
                </p:oleObj>
              </mc:Choice>
              <mc:Fallback>
                <p:oleObj name="Equation" r:id="rId10" imgW="1981200" imgH="1447800" progId="Equation.DSMT4">
                  <p:embed/>
                  <p:pic>
                    <p:nvPicPr>
                      <p:cNvPr id="27" name="Object 3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90924" y="2214457"/>
                        <a:ext cx="1806216" cy="104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 name="Object 36"/>
          <p:cNvGraphicFramePr>
            <a:graphicFrameLocks/>
          </p:cNvGraphicFramePr>
          <p:nvPr/>
        </p:nvGraphicFramePr>
        <p:xfrm>
          <a:off x="2860497" y="2214457"/>
          <a:ext cx="1879591" cy="1046400"/>
        </p:xfrm>
        <a:graphic>
          <a:graphicData uri="http://schemas.openxmlformats.org/presentationml/2006/ole">
            <mc:AlternateContent xmlns:mc="http://schemas.openxmlformats.org/markup-compatibility/2006">
              <mc:Choice xmlns:v="urn:schemas-microsoft-com:vml" Requires="v">
                <p:oleObj name="Equation" r:id="rId12" imgW="2057400" imgH="1447800" progId="Equation.DSMT4">
                  <p:embed/>
                </p:oleObj>
              </mc:Choice>
              <mc:Fallback>
                <p:oleObj name="Equation" r:id="rId12" imgW="2057400" imgH="1447800" progId="Equation.DSMT4">
                  <p:embed/>
                  <p:pic>
                    <p:nvPicPr>
                      <p:cNvPr id="28" name="Object 36"/>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60497" y="2214457"/>
                        <a:ext cx="1879591" cy="104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1" name="Text Box 34"/>
          <p:cNvSpPr txBox="1">
            <a:spLocks noChangeArrowheads="1"/>
          </p:cNvSpPr>
          <p:nvPr/>
        </p:nvSpPr>
        <p:spPr bwMode="auto">
          <a:xfrm>
            <a:off x="19" y="714462"/>
            <a:ext cx="874638" cy="29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1</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p>
        </p:txBody>
      </p:sp>
      <p:sp>
        <p:nvSpPr>
          <p:cNvPr id="32" name="TextBox 31"/>
          <p:cNvSpPr txBox="1"/>
          <p:nvPr/>
        </p:nvSpPr>
        <p:spPr>
          <a:xfrm>
            <a:off x="5286380" y="5429264"/>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相似</a:t>
            </a:r>
          </a:p>
        </p:txBody>
      </p:sp>
      <p:grpSp>
        <p:nvGrpSpPr>
          <p:cNvPr id="34" name="Group 33"/>
          <p:cNvGrpSpPr>
            <a:grpSpLocks/>
          </p:cNvGrpSpPr>
          <p:nvPr/>
        </p:nvGrpSpPr>
        <p:grpSpPr bwMode="auto">
          <a:xfrm>
            <a:off x="-301" y="3643314"/>
            <a:ext cx="4748874" cy="1046867"/>
            <a:chOff x="-538" y="-10"/>
            <a:chExt cx="8090" cy="2241"/>
          </a:xfrm>
        </p:grpSpPr>
        <p:sp>
          <p:nvSpPr>
            <p:cNvPr id="35" name="Text Box 34"/>
            <p:cNvSpPr txBox="1">
              <a:spLocks noChangeArrowheads="1"/>
            </p:cNvSpPr>
            <p:nvPr/>
          </p:nvSpPr>
          <p:spPr bwMode="auto">
            <a:xfrm>
              <a:off x="-538" y="582"/>
              <a:ext cx="1490" cy="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3</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p>
          </p:txBody>
        </p:sp>
        <p:graphicFrame>
          <p:nvGraphicFramePr>
            <p:cNvPr id="42" name="Object 35"/>
            <p:cNvGraphicFramePr>
              <a:graphicFrameLocks/>
            </p:cNvGraphicFramePr>
            <p:nvPr/>
          </p:nvGraphicFramePr>
          <p:xfrm>
            <a:off x="679" y="-10"/>
            <a:ext cx="3077" cy="2240"/>
          </p:xfrm>
          <a:graphic>
            <a:graphicData uri="http://schemas.openxmlformats.org/presentationml/2006/ole">
              <mc:AlternateContent xmlns:mc="http://schemas.openxmlformats.org/markup-compatibility/2006">
                <mc:Choice xmlns:v="urn:schemas-microsoft-com:vml" Requires="v">
                  <p:oleObj name="Equation" r:id="rId10" imgW="1981200" imgH="1447800" progId="Equation.DSMT4">
                    <p:embed/>
                  </p:oleObj>
                </mc:Choice>
                <mc:Fallback>
                  <p:oleObj name="Equation" r:id="rId10" imgW="1981200" imgH="1447800" progId="Equation.DSMT4">
                    <p:embed/>
                    <p:pic>
                      <p:nvPicPr>
                        <p:cNvPr id="42" name="Object 3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79" y="-10"/>
                          <a:ext cx="3077"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 name="Object 36"/>
            <p:cNvGraphicFramePr>
              <a:graphicFrameLocks/>
            </p:cNvGraphicFramePr>
            <p:nvPr/>
          </p:nvGraphicFramePr>
          <p:xfrm>
            <a:off x="4330" y="-9"/>
            <a:ext cx="3222" cy="2240"/>
          </p:xfrm>
          <a:graphic>
            <a:graphicData uri="http://schemas.openxmlformats.org/presentationml/2006/ole">
              <mc:AlternateContent xmlns:mc="http://schemas.openxmlformats.org/markup-compatibility/2006">
                <mc:Choice xmlns:v="urn:schemas-microsoft-com:vml" Requires="v">
                  <p:oleObj name="Equation" r:id="rId14" imgW="2070000" imgH="1447560" progId="Equation.DSMT4">
                    <p:embed/>
                  </p:oleObj>
                </mc:Choice>
                <mc:Fallback>
                  <p:oleObj name="Equation" r:id="rId14" imgW="2070000" imgH="1447560" progId="Equation.DSMT4">
                    <p:embed/>
                    <p:pic>
                      <p:nvPicPr>
                        <p:cNvPr id="43" name="Object 36"/>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30" y="-9"/>
                          <a:ext cx="3222"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45" name="TextBox 44"/>
          <p:cNvSpPr txBox="1"/>
          <p:nvPr/>
        </p:nvSpPr>
        <p:spPr>
          <a:xfrm>
            <a:off x="6286512" y="428625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合同</a:t>
            </a:r>
          </a:p>
        </p:txBody>
      </p:sp>
      <p:grpSp>
        <p:nvGrpSpPr>
          <p:cNvPr id="46" name="Group 33"/>
          <p:cNvGrpSpPr>
            <a:grpSpLocks/>
          </p:cNvGrpSpPr>
          <p:nvPr/>
        </p:nvGrpSpPr>
        <p:grpSpPr bwMode="auto">
          <a:xfrm>
            <a:off x="-300" y="5429264"/>
            <a:ext cx="4922041" cy="1046400"/>
            <a:chOff x="-538" y="-10"/>
            <a:chExt cx="8385" cy="2240"/>
          </a:xfrm>
        </p:grpSpPr>
        <p:sp>
          <p:nvSpPr>
            <p:cNvPr id="47" name="Text Box 34"/>
            <p:cNvSpPr txBox="1">
              <a:spLocks noChangeArrowheads="1"/>
            </p:cNvSpPr>
            <p:nvPr/>
          </p:nvSpPr>
          <p:spPr bwMode="auto">
            <a:xfrm>
              <a:off x="-538" y="602"/>
              <a:ext cx="1490" cy="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r>
                <a:rPr kumimoji="1" lang="en-US" altLang="zh-CN"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4</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a:t>
              </a:r>
            </a:p>
          </p:txBody>
        </p:sp>
        <p:graphicFrame>
          <p:nvGraphicFramePr>
            <p:cNvPr id="48" name="Object 35"/>
            <p:cNvGraphicFramePr>
              <a:graphicFrameLocks/>
            </p:cNvGraphicFramePr>
            <p:nvPr/>
          </p:nvGraphicFramePr>
          <p:xfrm>
            <a:off x="800" y="-10"/>
            <a:ext cx="3077" cy="2240"/>
          </p:xfrm>
          <a:graphic>
            <a:graphicData uri="http://schemas.openxmlformats.org/presentationml/2006/ole">
              <mc:AlternateContent xmlns:mc="http://schemas.openxmlformats.org/markup-compatibility/2006">
                <mc:Choice xmlns:v="urn:schemas-microsoft-com:vml" Requires="v">
                  <p:oleObj name="Equation" r:id="rId10" imgW="1981200" imgH="1447800" progId="Equation.DSMT4">
                    <p:embed/>
                  </p:oleObj>
                </mc:Choice>
                <mc:Fallback>
                  <p:oleObj name="Equation" r:id="rId10" imgW="1981200" imgH="1447800" progId="Equation.DSMT4">
                    <p:embed/>
                    <p:pic>
                      <p:nvPicPr>
                        <p:cNvPr id="48" name="Object 3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 y="-10"/>
                          <a:ext cx="3077"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 name="Object 36"/>
            <p:cNvGraphicFramePr>
              <a:graphicFrameLocks/>
            </p:cNvGraphicFramePr>
            <p:nvPr/>
          </p:nvGraphicFramePr>
          <p:xfrm>
            <a:off x="4348" y="-10"/>
            <a:ext cx="3499" cy="2240"/>
          </p:xfrm>
          <a:graphic>
            <a:graphicData uri="http://schemas.openxmlformats.org/presentationml/2006/ole">
              <mc:AlternateContent xmlns:mc="http://schemas.openxmlformats.org/markup-compatibility/2006">
                <mc:Choice xmlns:v="urn:schemas-microsoft-com:vml" Requires="v">
                  <p:oleObj name="Equation" r:id="rId16" imgW="2247840" imgH="1447560" progId="Equation.DSMT4">
                    <p:embed/>
                  </p:oleObj>
                </mc:Choice>
                <mc:Fallback>
                  <p:oleObj name="Equation" r:id="rId16" imgW="2247840" imgH="1447560" progId="Equation.DSMT4">
                    <p:embed/>
                    <p:pic>
                      <p:nvPicPr>
                        <p:cNvPr id="49" name="Object 36"/>
                        <p:cNvPicPr>
                          <a:picLocks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48" y="-10"/>
                          <a:ext cx="3499" cy="2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51" name="TextBox 50"/>
          <p:cNvSpPr txBox="1"/>
          <p:nvPr/>
        </p:nvSpPr>
        <p:spPr>
          <a:xfrm>
            <a:off x="7429520" y="6100700"/>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等价</a:t>
            </a:r>
          </a:p>
        </p:txBody>
      </p:sp>
      <p:sp>
        <p:nvSpPr>
          <p:cNvPr id="53" name="TextBox 52"/>
          <p:cNvSpPr txBox="1"/>
          <p:nvPr/>
        </p:nvSpPr>
        <p:spPr>
          <a:xfrm>
            <a:off x="6286512" y="571501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合同</a:t>
            </a:r>
          </a:p>
        </p:txBody>
      </p:sp>
      <p:sp>
        <p:nvSpPr>
          <p:cNvPr id="55" name="TextBox 54"/>
          <p:cNvSpPr txBox="1"/>
          <p:nvPr/>
        </p:nvSpPr>
        <p:spPr>
          <a:xfrm>
            <a:off x="7429520" y="250030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等价</a:t>
            </a:r>
          </a:p>
        </p:txBody>
      </p:sp>
      <p:sp>
        <p:nvSpPr>
          <p:cNvPr id="57" name="TextBox 56"/>
          <p:cNvSpPr txBox="1"/>
          <p:nvPr/>
        </p:nvSpPr>
        <p:spPr>
          <a:xfrm>
            <a:off x="7429520" y="428625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等价</a:t>
            </a:r>
          </a:p>
        </p:txBody>
      </p:sp>
      <p:sp>
        <p:nvSpPr>
          <p:cNvPr id="59" name="TextBox 58"/>
          <p:cNvSpPr txBox="1"/>
          <p:nvPr/>
        </p:nvSpPr>
        <p:spPr>
          <a:xfrm>
            <a:off x="5286380" y="3714752"/>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相似</a:t>
            </a:r>
          </a:p>
        </p:txBody>
      </p:sp>
      <p:sp>
        <p:nvSpPr>
          <p:cNvPr id="62" name="TextBox 61"/>
          <p:cNvSpPr txBox="1"/>
          <p:nvPr/>
        </p:nvSpPr>
        <p:spPr>
          <a:xfrm>
            <a:off x="5286380" y="250030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相似</a:t>
            </a:r>
          </a:p>
        </p:txBody>
      </p:sp>
      <p:sp>
        <p:nvSpPr>
          <p:cNvPr id="63" name="TextBox 62"/>
          <p:cNvSpPr txBox="1"/>
          <p:nvPr/>
        </p:nvSpPr>
        <p:spPr>
          <a:xfrm>
            <a:off x="6286512" y="2500306"/>
            <a:ext cx="1064770"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dirty="0">
                <a:ln>
                  <a:noFill/>
                </a:ln>
                <a:solidFill>
                  <a:srgbClr val="000000"/>
                </a:solidFill>
                <a:effectLst/>
                <a:uLnTx/>
                <a:uFillTx/>
                <a:latin typeface="微软雅黑" pitchFamily="34" charset="-122"/>
                <a:ea typeface="微软雅黑" pitchFamily="34" charset="-122"/>
                <a:cs typeface="+mn-cs"/>
                <a:sym typeface="Symbol"/>
              </a:rPr>
              <a:t>⇒</a:t>
            </a:r>
            <a:r>
              <a:rPr kumimoji="1" lang="zh-CN" altLang="en-US" sz="2000" b="1" i="0" u="none" strike="noStrike" kern="1200" cap="none" spc="0" normalizeH="0" baseline="0" noProof="0" dirty="0">
                <a:ln>
                  <a:noFill/>
                </a:ln>
                <a:solidFill>
                  <a:srgbClr val="000000"/>
                </a:solidFill>
                <a:effectLst/>
                <a:uLnTx/>
                <a:uFillTx/>
                <a:latin typeface="Times New Roman" pitchFamily="18" charset="0"/>
                <a:ea typeface="宋体" pitchFamily="2" charset="-122"/>
                <a:cs typeface="+mn-cs"/>
              </a:rPr>
              <a:t>合同</a:t>
            </a:r>
          </a:p>
        </p:txBody>
      </p:sp>
    </p:spTree>
    <p:extLst>
      <p:ext uri="{BB962C8B-B14F-4D97-AF65-F5344CB8AC3E}">
        <p14:creationId xmlns:p14="http://schemas.microsoft.com/office/powerpoint/2010/main" val="100590222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left)">
                                      <p:cBhvr>
                                        <p:cTn id="7" dur="500"/>
                                        <p:tgtEl>
                                          <p:spTgt spid="61"/>
                                        </p:tgtEl>
                                      </p:cBhvr>
                                    </p:animEffect>
                                  </p:childTnLst>
                                </p:cTn>
                              </p:par>
                              <p:par>
                                <p:cTn id="8" presetID="22" presetClass="entr" presetSubtype="8"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left)">
                                      <p:cBhvr>
                                        <p:cTn id="10" dur="500"/>
                                        <p:tgtEl>
                                          <p:spTgt spid="31"/>
                                        </p:tgtEl>
                                      </p:cBhvr>
                                    </p:animEffect>
                                  </p:childTnLst>
                                </p:cTn>
                              </p:par>
                              <p:par>
                                <p:cTn id="11" presetID="22" presetClass="entr" presetSubtype="8"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wipe(left)">
                                      <p:cBhvr>
                                        <p:cTn id="13" dur="500"/>
                                        <p:tgtEl>
                                          <p:spTgt spid="3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wipe(left)">
                                      <p:cBhvr>
                                        <p:cTn id="18" dur="500"/>
                                        <p:tgtEl>
                                          <p:spTgt spid="39"/>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wipe(left)">
                                      <p:cBhvr>
                                        <p:cTn id="32" dur="500"/>
                                        <p:tgtEl>
                                          <p:spTgt spid="36"/>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38">
                                            <p:txEl>
                                              <p:pRg st="0" end="0"/>
                                            </p:txEl>
                                          </p:spTgt>
                                        </p:tgtEl>
                                        <p:attrNameLst>
                                          <p:attrName>style.visibility</p:attrName>
                                        </p:attrNameLst>
                                      </p:cBhvr>
                                      <p:to>
                                        <p:strVal val="visible"/>
                                      </p:to>
                                    </p:set>
                                    <p:animEffect transition="in" filter="wipe(left)">
                                      <p:cBhvr>
                                        <p:cTn id="36" dur="500"/>
                                        <p:tgtEl>
                                          <p:spTgt spid="38">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40"/>
                                        </p:tgtEl>
                                        <p:attrNameLst>
                                          <p:attrName>style.visibility</p:attrName>
                                        </p:attrNameLst>
                                      </p:cBhvr>
                                      <p:to>
                                        <p:strVal val="visible"/>
                                      </p:to>
                                    </p:set>
                                    <p:animEffect transition="in" filter="wipe(left)">
                                      <p:cBhvr>
                                        <p:cTn id="41" dur="500"/>
                                        <p:tgtEl>
                                          <p:spTgt spid="40"/>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wipe(left)">
                                      <p:cBhvr>
                                        <p:cTn id="46" dur="500"/>
                                        <p:tgtEl>
                                          <p:spTgt spid="24"/>
                                        </p:tgtEl>
                                      </p:cBhvr>
                                    </p:animEffect>
                                  </p:childTnLst>
                                </p:cTn>
                              </p:par>
                              <p:par>
                                <p:cTn id="47" presetID="22" presetClass="entr" presetSubtype="8" fill="hold" nodeType="withEffect">
                                  <p:stCondLst>
                                    <p:cond delay="0"/>
                                  </p:stCondLst>
                                  <p:childTnLst>
                                    <p:set>
                                      <p:cBhvr>
                                        <p:cTn id="48" dur="1" fill="hold">
                                          <p:stCondLst>
                                            <p:cond delay="0"/>
                                          </p:stCondLst>
                                        </p:cTn>
                                        <p:tgtEl>
                                          <p:spTgt spid="27"/>
                                        </p:tgtEl>
                                        <p:attrNameLst>
                                          <p:attrName>style.visibility</p:attrName>
                                        </p:attrNameLst>
                                      </p:cBhvr>
                                      <p:to>
                                        <p:strVal val="visible"/>
                                      </p:to>
                                    </p:set>
                                    <p:animEffect transition="in" filter="wipe(left)">
                                      <p:cBhvr>
                                        <p:cTn id="49" dur="500"/>
                                        <p:tgtEl>
                                          <p:spTgt spid="27"/>
                                        </p:tgtEl>
                                      </p:cBhvr>
                                    </p:animEffect>
                                  </p:childTnLst>
                                </p:cTn>
                              </p:par>
                              <p:par>
                                <p:cTn id="50" presetID="22" presetClass="entr" presetSubtype="8" fill="hold" nodeType="with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wipe(left)">
                                      <p:cBhvr>
                                        <p:cTn id="52" dur="500"/>
                                        <p:tgtEl>
                                          <p:spTgt spid="28"/>
                                        </p:tgtEl>
                                      </p:cBhvr>
                                    </p:animEffect>
                                  </p:childTnLst>
                                </p:cTn>
                              </p:par>
                              <p:par>
                                <p:cTn id="53" presetID="22" presetClass="entr" presetSubtype="8" fill="hold" nodeType="with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wipe(left)">
                                      <p:cBhvr>
                                        <p:cTn id="55" dur="500"/>
                                        <p:tgtEl>
                                          <p:spTgt spid="34"/>
                                        </p:tgtEl>
                                      </p:cBhvr>
                                    </p:animEffect>
                                  </p:childTnLst>
                                </p:cTn>
                              </p:par>
                              <p:par>
                                <p:cTn id="56" presetID="22" presetClass="entr" presetSubtype="8" fill="hold" nodeType="withEffect">
                                  <p:stCondLst>
                                    <p:cond delay="0"/>
                                  </p:stCondLst>
                                  <p:childTnLst>
                                    <p:set>
                                      <p:cBhvr>
                                        <p:cTn id="57" dur="1" fill="hold">
                                          <p:stCondLst>
                                            <p:cond delay="0"/>
                                          </p:stCondLst>
                                        </p:cTn>
                                        <p:tgtEl>
                                          <p:spTgt spid="46"/>
                                        </p:tgtEl>
                                        <p:attrNameLst>
                                          <p:attrName>style.visibility</p:attrName>
                                        </p:attrNameLst>
                                      </p:cBhvr>
                                      <p:to>
                                        <p:strVal val="visible"/>
                                      </p:to>
                                    </p:set>
                                    <p:animEffect transition="in" filter="wipe(left)">
                                      <p:cBhvr>
                                        <p:cTn id="58" dur="500"/>
                                        <p:tgtEl>
                                          <p:spTgt spid="46"/>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62"/>
                                        </p:tgtEl>
                                        <p:attrNameLst>
                                          <p:attrName>style.visibility</p:attrName>
                                        </p:attrNameLst>
                                      </p:cBhvr>
                                      <p:to>
                                        <p:strVal val="visible"/>
                                      </p:to>
                                    </p:set>
                                    <p:animEffect transition="in" filter="wipe(left)">
                                      <p:cBhvr>
                                        <p:cTn id="63" dur="500"/>
                                        <p:tgtEl>
                                          <p:spTgt spid="62"/>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63"/>
                                        </p:tgtEl>
                                        <p:attrNameLst>
                                          <p:attrName>style.visibility</p:attrName>
                                        </p:attrNameLst>
                                      </p:cBhvr>
                                      <p:to>
                                        <p:strVal val="visible"/>
                                      </p:to>
                                    </p:set>
                                    <p:animEffect transition="in" filter="wipe(left)">
                                      <p:cBhvr>
                                        <p:cTn id="68" dur="500"/>
                                        <p:tgtEl>
                                          <p:spTgt spid="63"/>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wipe(left)">
                                      <p:cBhvr>
                                        <p:cTn id="73" dur="500"/>
                                        <p:tgtEl>
                                          <p:spTgt spid="55"/>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59"/>
                                        </p:tgtEl>
                                        <p:attrNameLst>
                                          <p:attrName>style.visibility</p:attrName>
                                        </p:attrNameLst>
                                      </p:cBhvr>
                                      <p:to>
                                        <p:strVal val="visible"/>
                                      </p:to>
                                    </p:set>
                                    <p:animEffect transition="in" filter="wipe(left)">
                                      <p:cBhvr>
                                        <p:cTn id="78" dur="500"/>
                                        <p:tgtEl>
                                          <p:spTgt spid="59"/>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45"/>
                                        </p:tgtEl>
                                        <p:attrNameLst>
                                          <p:attrName>style.visibility</p:attrName>
                                        </p:attrNameLst>
                                      </p:cBhvr>
                                      <p:to>
                                        <p:strVal val="visible"/>
                                      </p:to>
                                    </p:set>
                                    <p:animEffect transition="in" filter="wipe(left)">
                                      <p:cBhvr>
                                        <p:cTn id="83" dur="500"/>
                                        <p:tgtEl>
                                          <p:spTgt spid="45"/>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57"/>
                                        </p:tgtEl>
                                        <p:attrNameLst>
                                          <p:attrName>style.visibility</p:attrName>
                                        </p:attrNameLst>
                                      </p:cBhvr>
                                      <p:to>
                                        <p:strVal val="visible"/>
                                      </p:to>
                                    </p:set>
                                    <p:animEffect transition="in" filter="wipe(left)">
                                      <p:cBhvr>
                                        <p:cTn id="88" dur="500"/>
                                        <p:tgtEl>
                                          <p:spTgt spid="57"/>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32"/>
                                        </p:tgtEl>
                                        <p:attrNameLst>
                                          <p:attrName>style.visibility</p:attrName>
                                        </p:attrNameLst>
                                      </p:cBhvr>
                                      <p:to>
                                        <p:strVal val="visible"/>
                                      </p:to>
                                    </p:set>
                                    <p:animEffect transition="in" filter="wipe(left)">
                                      <p:cBhvr>
                                        <p:cTn id="93" dur="500"/>
                                        <p:tgtEl>
                                          <p:spTgt spid="32"/>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53"/>
                                        </p:tgtEl>
                                        <p:attrNameLst>
                                          <p:attrName>style.visibility</p:attrName>
                                        </p:attrNameLst>
                                      </p:cBhvr>
                                      <p:to>
                                        <p:strVal val="visible"/>
                                      </p:to>
                                    </p:set>
                                    <p:animEffect transition="in" filter="wipe(left)">
                                      <p:cBhvr>
                                        <p:cTn id="98" dur="500"/>
                                        <p:tgtEl>
                                          <p:spTgt spid="53"/>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grpId="0" nodeType="clickEffect">
                                  <p:stCondLst>
                                    <p:cond delay="0"/>
                                  </p:stCondLst>
                                  <p:childTnLst>
                                    <p:set>
                                      <p:cBhvr>
                                        <p:cTn id="102" dur="1" fill="hold">
                                          <p:stCondLst>
                                            <p:cond delay="0"/>
                                          </p:stCondLst>
                                        </p:cTn>
                                        <p:tgtEl>
                                          <p:spTgt spid="51"/>
                                        </p:tgtEl>
                                        <p:attrNameLst>
                                          <p:attrName>style.visibility</p:attrName>
                                        </p:attrNameLst>
                                      </p:cBhvr>
                                      <p:to>
                                        <p:strVal val="visible"/>
                                      </p:to>
                                    </p:set>
                                    <p:animEffect transition="in" filter="wipe(left)">
                                      <p:cBhvr>
                                        <p:cTn id="10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9" grpId="0"/>
      <p:bldP spid="40" grpId="0"/>
      <p:bldP spid="24" grpId="0"/>
      <p:bldP spid="61" grpId="0"/>
      <p:bldP spid="32" grpId="0"/>
      <p:bldP spid="45" grpId="0"/>
      <p:bldP spid="51" grpId="0"/>
      <p:bldP spid="53" grpId="0"/>
      <p:bldP spid="55" grpId="0"/>
      <p:bldP spid="57" grpId="0"/>
      <p:bldP spid="59" grpId="0"/>
      <p:bldP spid="62" grpId="0"/>
      <p:bldP spid="63" grpId="0"/>
    </p:bldLst>
  </p:timing>
</p:sld>
</file>

<file path=ppt/theme/theme1.xml><?xml version="1.0" encoding="utf-8"?>
<a:theme xmlns:a="http://schemas.openxmlformats.org/drawingml/2006/main" name="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Ocean">
  <a:themeElements>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1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1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1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1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1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1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1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1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4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Ocean">
  <a:themeElements>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1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1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1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1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1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1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1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1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1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2_Ocean">
  <a:themeElements>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1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1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1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1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1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1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1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1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3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2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alpha val="0"/>
          </a:schemeClr>
        </a:solidFill>
        <a:ln w="952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alpha val="0"/>
          </a:schemeClr>
        </a:solidFill>
        <a:ln w="952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6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7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8_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a:spPr>
      <a:bodyPr vert="horz" wrap="square" lIns="90000" tIns="46800" rIns="90000" bIns="4680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4400" b="1" i="0" u="none" strike="noStrike" cap="none" normalizeH="0" baseline="0" smtClean="0">
            <a:ln>
              <a:noFill/>
            </a:ln>
            <a:solidFill>
              <a:srgbClr val="0606FA"/>
            </a:solidFill>
            <a:effectLst/>
            <a:latin typeface="Times New Roman" pitchFamily="18" charset="0"/>
            <a:ea typeface="宋体" charset="-122"/>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a:spPr>
      <a:bodyPr vert="horz" wrap="square" lIns="90000" tIns="46800" rIns="90000" bIns="4680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4400" b="1" i="0" u="none" strike="noStrike" cap="none" normalizeH="0" baseline="0" smtClean="0">
            <a:ln>
              <a:noFill/>
            </a:ln>
            <a:solidFill>
              <a:srgbClr val="0606FA"/>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8_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9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0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8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6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1_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4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3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alpha val="0"/>
          </a:schemeClr>
        </a:solidFill>
        <a:ln w="19050" cap="flat" cmpd="sng" algn="ctr">
          <a:solidFill>
            <a:srgbClr val="FF0000"/>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alpha val="0"/>
          </a:schemeClr>
        </a:solidFill>
        <a:ln w="19050" cap="flat" cmpd="sng" algn="ctr">
          <a:solidFill>
            <a:srgbClr val="FF0000"/>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15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9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0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4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5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FF"/>
        </a:solidFill>
        <a:ln w="25400" cap="flat" cmpd="sng" algn="ctr">
          <a:solidFill>
            <a:srgbClr val="0000FF"/>
          </a:solidFill>
          <a:prstDash val="solid"/>
          <a:round/>
          <a:headEnd type="none" w="med" len="med"/>
          <a:tailEnd type="triangle" w="med" len="med"/>
        </a:ln>
        <a:effectLst/>
      </a:spPr>
      <a:bodyPr vert="horz" wrap="square" lIns="90000" tIns="46800" rIns="90000" bIns="4680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rgbClr val="FFFFFF"/>
        </a:solidFill>
        <a:ln w="25400" cap="flat" cmpd="sng" algn="ctr">
          <a:solidFill>
            <a:srgbClr val="0000FF"/>
          </a:solidFill>
          <a:prstDash val="solid"/>
          <a:round/>
          <a:headEnd type="none" w="med" len="med"/>
          <a:tailEnd type="triangle" w="med" len="med"/>
        </a:ln>
        <a:effectLst/>
      </a:spPr>
      <a:bodyPr vert="horz" wrap="square" lIns="90000" tIns="46800" rIns="90000" bIns="4680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7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9050" cap="flat" cmpd="sng" algn="ctr">
          <a:solidFill>
            <a:srgbClr val="0000FF"/>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zh-CN" altLang="en-US" sz="1800" b="0" i="0" u="none" strike="noStrike" cap="none" normalizeH="0" baseline="0" smtClean="0">
            <a:ln>
              <a:noFill/>
            </a:ln>
            <a:solidFill>
              <a:schemeClr val="tx1"/>
            </a:solidFill>
            <a:effectLst/>
            <a:latin typeface="Verdana" pitchFamily="34" charset="0"/>
            <a:ea typeface="宋体" pitchFamily="2" charset="-122"/>
          </a:defRPr>
        </a:defPPr>
      </a:lstStyle>
    </a:spDef>
    <a:lnDef>
      <a:spPr bwMode="auto">
        <a:xfrm>
          <a:off x="0" y="0"/>
          <a:ext cx="1" cy="1"/>
        </a:xfrm>
        <a:custGeom>
          <a:avLst/>
          <a:gdLst/>
          <a:ahLst/>
          <a:cxnLst/>
          <a:rect l="0" t="0" r="0" b="0"/>
          <a:pathLst/>
        </a:custGeom>
        <a:solidFill>
          <a:schemeClr val="accent1"/>
        </a:solidFill>
        <a:ln w="19050" cap="flat" cmpd="sng" algn="ctr">
          <a:solidFill>
            <a:srgbClr val="0000FF"/>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zh-CN" altLang="en-US" sz="1800" b="0" i="0" u="none" strike="noStrike" cap="none" normalizeH="0" baseline="0" smtClean="0">
            <a:ln>
              <a:noFill/>
            </a:ln>
            <a:solidFill>
              <a:schemeClr val="tx1"/>
            </a:solidFill>
            <a:effectLst/>
            <a:latin typeface="Verdana" pitchFamily="34"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21_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22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9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23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0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1_模板">
  <a:themeElements>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2_模板">
  <a:themeElements>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24_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25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3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26_Ocean">
  <a:themeElements>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fontScheme name="2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2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27_Ocean">
  <a:themeElements>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1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1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1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1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1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1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1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1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1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1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4_模板">
  <a:themeElements>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28_Ocean">
  <a:themeElements>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3_Ocean">
      <a:majorFont>
        <a:latin typeface="Tahoma"/>
        <a:ea typeface="宋体"/>
        <a:cs typeface=""/>
      </a:majorFont>
      <a:minorFont>
        <a:latin typeface="Tahoma"/>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3_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3_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3_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3_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3_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3_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3_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
      <a:clrScheme name="3_Ocean 9">
        <a:dk1>
          <a:srgbClr val="010199"/>
        </a:dk1>
        <a:lt1>
          <a:srgbClr val="FFFFCC"/>
        </a:lt1>
        <a:dk2>
          <a:srgbClr val="000099"/>
        </a:dk2>
        <a:lt2>
          <a:srgbClr val="FFFFFF"/>
        </a:lt2>
        <a:accent1>
          <a:srgbClr val="33CCCC"/>
        </a:accent1>
        <a:accent2>
          <a:srgbClr val="00C600"/>
        </a:accent2>
        <a:accent3>
          <a:srgbClr val="AAAACA"/>
        </a:accent3>
        <a:accent4>
          <a:srgbClr val="DADAAE"/>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3_Ocean 10">
        <a:dk1>
          <a:srgbClr val="010199"/>
        </a:dk1>
        <a:lt1>
          <a:srgbClr val="FFFFCC"/>
        </a:lt1>
        <a:dk2>
          <a:srgbClr val="000099"/>
        </a:dk2>
        <a:lt2>
          <a:srgbClr val="FFFFFF"/>
        </a:lt2>
        <a:accent1>
          <a:srgbClr val="FFFFCC"/>
        </a:accent1>
        <a:accent2>
          <a:srgbClr val="FF3300"/>
        </a:accent2>
        <a:accent3>
          <a:srgbClr val="AAAACA"/>
        </a:accent3>
        <a:accent4>
          <a:srgbClr val="DADAAE"/>
        </a:accent4>
        <a:accent5>
          <a:srgbClr val="FFFFE2"/>
        </a:accent5>
        <a:accent6>
          <a:srgbClr val="E72D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5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_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2_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_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_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_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_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_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_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6_模板">
  <a:themeElements>
    <a:clrScheme name="">
      <a:dk1>
        <a:srgbClr val="000000"/>
      </a:dk1>
      <a:lt1>
        <a:srgbClr val="FFFFFF"/>
      </a:lt1>
      <a:dk2>
        <a:srgbClr val="000000"/>
      </a:dk2>
      <a:lt2>
        <a:srgbClr val="00000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模板">
      <a:majorFont>
        <a:latin typeface="Times New Roman"/>
        <a:ea typeface="黑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1" lang="zh-CN" altLang="en-US" sz="2800" b="1" i="0" u="none" strike="noStrike" cap="none" normalizeH="0" baseline="0" smtClean="0">
            <a:ln>
              <a:noFill/>
            </a:ln>
            <a:solidFill>
              <a:schemeClr val="tx1"/>
            </a:solidFill>
            <a:effectLst/>
            <a:latin typeface="Times New Roman" pitchFamily="18" charset="0"/>
            <a:ea typeface="宋体" charset="-122"/>
          </a:defRPr>
        </a:defPPr>
      </a:lstStyle>
    </a:lnDef>
  </a:objectDefaults>
  <a:extraClrSchemeLst>
    <a:extraClrScheme>
      <a:clrScheme name="模板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模板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模板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Office 主题">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Office 主题">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c:\powerpnt\template\sldshow\bl6_sld.ppt</Template>
  <TotalTime>21111</TotalTime>
  <Pages>20</Pages>
  <Words>16084</Words>
  <Application>Microsoft Office PowerPoint</Application>
  <PresentationFormat>全屏显示(4:3)</PresentationFormat>
  <Paragraphs>1930</Paragraphs>
  <Slides>159</Slides>
  <Notes>116</Notes>
  <HiddenSlides>0</HiddenSlides>
  <MMClips>0</MMClips>
  <ScaleCrop>false</ScaleCrop>
  <HeadingPairs>
    <vt:vector size="8" baseType="variant">
      <vt:variant>
        <vt:lpstr>已用的字体</vt:lpstr>
      </vt:variant>
      <vt:variant>
        <vt:i4>13</vt:i4>
      </vt:variant>
      <vt:variant>
        <vt:lpstr>主题</vt:lpstr>
      </vt:variant>
      <vt:variant>
        <vt:i4>46</vt:i4>
      </vt:variant>
      <vt:variant>
        <vt:lpstr>嵌入 OLE 服务器</vt:lpstr>
      </vt:variant>
      <vt:variant>
        <vt:i4>6</vt:i4>
      </vt:variant>
      <vt:variant>
        <vt:lpstr>幻灯片标题</vt:lpstr>
      </vt:variant>
      <vt:variant>
        <vt:i4>159</vt:i4>
      </vt:variant>
    </vt:vector>
  </HeadingPairs>
  <TitlesOfParts>
    <vt:vector size="224" baseType="lpstr">
      <vt:lpstr>Gulim</vt:lpstr>
      <vt:lpstr>黑体</vt:lpstr>
      <vt:lpstr>华文细黑</vt:lpstr>
      <vt:lpstr>楷体_GB2312</vt:lpstr>
      <vt:lpstr>宋体</vt:lpstr>
      <vt:lpstr>微软雅黑</vt:lpstr>
      <vt:lpstr>Arial</vt:lpstr>
      <vt:lpstr>Microsoft Sans Serif</vt:lpstr>
      <vt:lpstr>Symbol</vt:lpstr>
      <vt:lpstr>Tahoma</vt:lpstr>
      <vt:lpstr>Times New Roman</vt:lpstr>
      <vt:lpstr>Verdana</vt:lpstr>
      <vt:lpstr>Wingdings</vt:lpstr>
      <vt:lpstr>Ocean</vt:lpstr>
      <vt:lpstr>1_Ocean</vt:lpstr>
      <vt:lpstr>4_Ocean</vt:lpstr>
      <vt:lpstr>2_Ocean</vt:lpstr>
      <vt:lpstr>3_Ocean</vt:lpstr>
      <vt:lpstr>5_Ocean</vt:lpstr>
      <vt:lpstr>6_Ocean</vt:lpstr>
      <vt:lpstr>7_Ocean</vt:lpstr>
      <vt:lpstr>11_Ocean</vt:lpstr>
      <vt:lpstr>12_Ocean</vt:lpstr>
      <vt:lpstr>13_Ocean</vt:lpstr>
      <vt:lpstr>2_模板</vt:lpstr>
      <vt:lpstr>16_Ocean</vt:lpstr>
      <vt:lpstr>17_Ocean</vt:lpstr>
      <vt:lpstr>18_Ocean</vt:lpstr>
      <vt:lpstr>1_模板</vt:lpstr>
      <vt:lpstr>8_Ocean</vt:lpstr>
      <vt:lpstr>模板</vt:lpstr>
      <vt:lpstr>9_Ocean</vt:lpstr>
      <vt:lpstr>10_Ocean</vt:lpstr>
      <vt:lpstr>8_模板</vt:lpstr>
      <vt:lpstr>6_模板</vt:lpstr>
      <vt:lpstr>14_Ocean</vt:lpstr>
      <vt:lpstr>3_模板</vt:lpstr>
      <vt:lpstr>15_Ocean</vt:lpstr>
      <vt:lpstr>19_Ocean</vt:lpstr>
      <vt:lpstr>20_Ocean</vt:lpstr>
      <vt:lpstr>4_模板</vt:lpstr>
      <vt:lpstr>5_模板</vt:lpstr>
      <vt:lpstr>7_模板</vt:lpstr>
      <vt:lpstr>21_Ocean</vt:lpstr>
      <vt:lpstr>22_Ocean</vt:lpstr>
      <vt:lpstr>9_模板</vt:lpstr>
      <vt:lpstr>23_Ocean</vt:lpstr>
      <vt:lpstr>10_模板</vt:lpstr>
      <vt:lpstr>11_模板</vt:lpstr>
      <vt:lpstr>12_模板</vt:lpstr>
      <vt:lpstr>24_Ocean</vt:lpstr>
      <vt:lpstr>25_Ocean</vt:lpstr>
      <vt:lpstr>13_模板</vt:lpstr>
      <vt:lpstr>26_Ocean</vt:lpstr>
      <vt:lpstr>27_Ocean</vt:lpstr>
      <vt:lpstr>14_模板</vt:lpstr>
      <vt:lpstr>28_Ocean</vt:lpstr>
      <vt:lpstr>15_模板</vt:lpstr>
      <vt:lpstr>16_模板</vt:lpstr>
      <vt:lpstr>MathType 6.0 Equation</vt:lpstr>
      <vt:lpstr>Equation</vt:lpstr>
      <vt:lpstr>公式</vt:lpstr>
      <vt:lpstr>Microsoft Equation 3.0</vt:lpstr>
      <vt:lpstr>金山 WPS 文字</vt:lpstr>
      <vt:lpstr>Microsoft Office Word 97-2003 模板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subject/>
  <dc:creator>叶向</dc:creator>
  <cp:keywords>Chapter 2</cp:keywords>
  <dc:description/>
  <cp:lastModifiedBy>科伦 王</cp:lastModifiedBy>
  <cp:revision>876</cp:revision>
  <cp:lastPrinted>1998-11-22T23:37:53Z</cp:lastPrinted>
  <dcterms:created xsi:type="dcterms:W3CDTF">1995-07-13T20:42:58Z</dcterms:created>
  <dcterms:modified xsi:type="dcterms:W3CDTF">2025-06-09T14:57:45Z</dcterms:modified>
</cp:coreProperties>
</file>